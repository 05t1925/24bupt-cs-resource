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51" r:id="rId2"/>
    <p:sldMasterId id="2147483699" r:id="rId3"/>
  </p:sldMasterIdLst>
  <p:notesMasterIdLst>
    <p:notesMasterId r:id="rId103"/>
  </p:notesMasterIdLst>
  <p:handoutMasterIdLst>
    <p:handoutMasterId r:id="rId104"/>
  </p:handoutMasterIdLst>
  <p:sldIdLst>
    <p:sldId id="497" r:id="rId4"/>
    <p:sldId id="670" r:id="rId5"/>
    <p:sldId id="349" r:id="rId6"/>
    <p:sldId id="351" r:id="rId7"/>
    <p:sldId id="352" r:id="rId8"/>
    <p:sldId id="354" r:id="rId9"/>
    <p:sldId id="350" r:id="rId10"/>
    <p:sldId id="356" r:id="rId11"/>
    <p:sldId id="357" r:id="rId12"/>
    <p:sldId id="358" r:id="rId13"/>
    <p:sldId id="361" r:id="rId14"/>
    <p:sldId id="362" r:id="rId15"/>
    <p:sldId id="363" r:id="rId16"/>
    <p:sldId id="364" r:id="rId17"/>
    <p:sldId id="365" r:id="rId18"/>
    <p:sldId id="366" r:id="rId19"/>
    <p:sldId id="369" r:id="rId20"/>
    <p:sldId id="370" r:id="rId21"/>
    <p:sldId id="371" r:id="rId22"/>
    <p:sldId id="372" r:id="rId23"/>
    <p:sldId id="368" r:id="rId24"/>
    <p:sldId id="491" r:id="rId25"/>
    <p:sldId id="493" r:id="rId26"/>
    <p:sldId id="494" r:id="rId27"/>
    <p:sldId id="672" r:id="rId28"/>
    <p:sldId id="373" r:id="rId29"/>
    <p:sldId id="333" r:id="rId30"/>
    <p:sldId id="457" r:id="rId31"/>
    <p:sldId id="374" r:id="rId32"/>
    <p:sldId id="375" r:id="rId33"/>
    <p:sldId id="378" r:id="rId34"/>
    <p:sldId id="381" r:id="rId35"/>
    <p:sldId id="480" r:id="rId36"/>
    <p:sldId id="481" r:id="rId37"/>
    <p:sldId id="487" r:id="rId38"/>
    <p:sldId id="383" r:id="rId39"/>
    <p:sldId id="262" r:id="rId40"/>
    <p:sldId id="385" r:id="rId41"/>
    <p:sldId id="384" r:id="rId42"/>
    <p:sldId id="386" r:id="rId43"/>
    <p:sldId id="387" r:id="rId44"/>
    <p:sldId id="492" r:id="rId45"/>
    <p:sldId id="673" r:id="rId46"/>
    <p:sldId id="397" r:id="rId47"/>
    <p:sldId id="468" r:id="rId48"/>
    <p:sldId id="403" r:id="rId49"/>
    <p:sldId id="404" r:id="rId50"/>
    <p:sldId id="406" r:id="rId51"/>
    <p:sldId id="407" r:id="rId52"/>
    <p:sldId id="476" r:id="rId53"/>
    <p:sldId id="408" r:id="rId54"/>
    <p:sldId id="409" r:id="rId55"/>
    <p:sldId id="470" r:id="rId56"/>
    <p:sldId id="475" r:id="rId57"/>
    <p:sldId id="410" r:id="rId58"/>
    <p:sldId id="411" r:id="rId59"/>
    <p:sldId id="474" r:id="rId60"/>
    <p:sldId id="506" r:id="rId61"/>
    <p:sldId id="472" r:id="rId62"/>
    <p:sldId id="415" r:id="rId63"/>
    <p:sldId id="419" r:id="rId64"/>
    <p:sldId id="420" r:id="rId65"/>
    <p:sldId id="507" r:id="rId66"/>
    <p:sldId id="508" r:id="rId67"/>
    <p:sldId id="418" r:id="rId68"/>
    <p:sldId id="486" r:id="rId69"/>
    <p:sldId id="469" r:id="rId70"/>
    <p:sldId id="509" r:id="rId71"/>
    <p:sldId id="671" r:id="rId72"/>
    <p:sldId id="423" r:id="rId73"/>
    <p:sldId id="424" r:id="rId74"/>
    <p:sldId id="495" r:id="rId75"/>
    <p:sldId id="496" r:id="rId76"/>
    <p:sldId id="477" r:id="rId77"/>
    <p:sldId id="478" r:id="rId78"/>
    <p:sldId id="484" r:id="rId79"/>
    <p:sldId id="510" r:id="rId80"/>
    <p:sldId id="498" r:id="rId81"/>
    <p:sldId id="499" r:id="rId82"/>
    <p:sldId id="500" r:id="rId83"/>
    <p:sldId id="501" r:id="rId84"/>
    <p:sldId id="502" r:id="rId85"/>
    <p:sldId id="503" r:id="rId86"/>
    <p:sldId id="505" r:id="rId87"/>
    <p:sldId id="452" r:id="rId88"/>
    <p:sldId id="425" r:id="rId89"/>
    <p:sldId id="426" r:id="rId90"/>
    <p:sldId id="427" r:id="rId91"/>
    <p:sldId id="428" r:id="rId92"/>
    <p:sldId id="429" r:id="rId93"/>
    <p:sldId id="430" r:id="rId94"/>
    <p:sldId id="431" r:id="rId95"/>
    <p:sldId id="433" r:id="rId96"/>
    <p:sldId id="432" r:id="rId97"/>
    <p:sldId id="434" r:id="rId98"/>
    <p:sldId id="453" r:id="rId99"/>
    <p:sldId id="437" r:id="rId100"/>
    <p:sldId id="504" r:id="rId101"/>
    <p:sldId id="464" r:id="rId102"/>
  </p:sldIdLst>
  <p:sldSz cx="9144000" cy="6858000" type="screen4x3"/>
  <p:notesSz cx="7104063" cy="10234613"/>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648">
          <p15:clr>
            <a:srgbClr val="A4A3A4"/>
          </p15:clr>
        </p15:guide>
        <p15:guide id="2" pos="2784">
          <p15:clr>
            <a:srgbClr val="A4A3A4"/>
          </p15:clr>
        </p15:guide>
        <p15:guide id="3" pos="4128">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006600"/>
    <a:srgbClr val="00F7F7"/>
    <a:srgbClr val="339933"/>
    <a:srgbClr val="3333CC"/>
    <a:srgbClr val="000066"/>
    <a:srgbClr val="0033CC"/>
    <a:srgbClr val="3333FF"/>
    <a:srgbClr val="3366FF"/>
    <a:srgbClr val="00339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6" autoAdjust="0"/>
    <p:restoredTop sz="95377" autoAdjust="0"/>
  </p:normalViewPr>
  <p:slideViewPr>
    <p:cSldViewPr>
      <p:cViewPr varScale="1">
        <p:scale>
          <a:sx n="105" d="100"/>
          <a:sy n="105" d="100"/>
        </p:scale>
        <p:origin x="1692" y="108"/>
      </p:cViewPr>
      <p:guideLst>
        <p:guide orient="horz" pos="3648"/>
        <p:guide pos="2784"/>
        <p:guide pos="4128"/>
      </p:guideLst>
    </p:cSldViewPr>
  </p:slideViewPr>
  <p:notesTextViewPr>
    <p:cViewPr>
      <p:scale>
        <a:sx n="100" d="100"/>
        <a:sy n="100" d="100"/>
      </p:scale>
      <p:origin x="0" y="0"/>
    </p:cViewPr>
  </p:notesTextViewPr>
  <p:sorterViewPr>
    <p:cViewPr>
      <p:scale>
        <a:sx n="132" d="100"/>
        <a:sy n="132" d="100"/>
      </p:scale>
      <p:origin x="0" y="0"/>
    </p:cViewPr>
  </p:sorterViewPr>
  <p:notesViewPr>
    <p:cSldViewPr>
      <p:cViewPr varScale="1">
        <p:scale>
          <a:sx n="148" d="100"/>
          <a:sy n="148" d="100"/>
        </p:scale>
        <p:origin x="-1925" y="-77"/>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openxmlformats.org/officeDocument/2006/relationships/theme" Target="theme/theme1.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notesMaster" Target="notesMasters/notesMaster1.xml"/><Relationship Id="rId108" Type="http://schemas.openxmlformats.org/officeDocument/2006/relationships/tableStyles" Target="tableStyle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microsoft.com/office/2016/11/relationships/changesInfo" Target="changesInfos/changesInfo1.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handoutMaster" Target="handoutMasters/handoutMaster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 frank" userId="f416cd28ba4d9309" providerId="LiveId" clId="{D4384BDA-A377-7446-96B5-4BD7B07AB9F9}"/>
    <pc:docChg chg="modSld">
      <pc:chgData name="zh frank" userId="f416cd28ba4d9309" providerId="LiveId" clId="{D4384BDA-A377-7446-96B5-4BD7B07AB9F9}" dt="2020-04-26T13:01:31.620" v="4" actId="207"/>
      <pc:docMkLst>
        <pc:docMk/>
      </pc:docMkLst>
      <pc:sldChg chg="modSp">
        <pc:chgData name="zh frank" userId="f416cd28ba4d9309" providerId="LiveId" clId="{D4384BDA-A377-7446-96B5-4BD7B07AB9F9}" dt="2020-04-26T13:01:16.497" v="3" actId="14861"/>
        <pc:sldMkLst>
          <pc:docMk/>
          <pc:sldMk cId="0" sldId="350"/>
        </pc:sldMkLst>
        <pc:spChg chg="mod">
          <ac:chgData name="zh frank" userId="f416cd28ba4d9309" providerId="LiveId" clId="{D4384BDA-A377-7446-96B5-4BD7B07AB9F9}" dt="2020-04-26T13:01:16.497" v="3" actId="14861"/>
          <ac:spMkLst>
            <pc:docMk/>
            <pc:sldMk cId="0" sldId="350"/>
            <ac:spMk id="33816" creationId="{926982F2-140B-4F6A-874C-7F12B45BF638}"/>
          </ac:spMkLst>
        </pc:spChg>
        <pc:spChg chg="mod">
          <ac:chgData name="zh frank" userId="f416cd28ba4d9309" providerId="LiveId" clId="{D4384BDA-A377-7446-96B5-4BD7B07AB9F9}" dt="2020-04-26T13:01:16.497" v="3" actId="14861"/>
          <ac:spMkLst>
            <pc:docMk/>
            <pc:sldMk cId="0" sldId="350"/>
            <ac:spMk id="33830" creationId="{4C5AA1D2-9310-4836-8729-44FE265B254E}"/>
          </ac:spMkLst>
        </pc:spChg>
      </pc:sldChg>
      <pc:sldChg chg="modSp">
        <pc:chgData name="zh frank" userId="f416cd28ba4d9309" providerId="LiveId" clId="{D4384BDA-A377-7446-96B5-4BD7B07AB9F9}" dt="2020-04-26T13:00:49.133" v="2" actId="14861"/>
        <pc:sldMkLst>
          <pc:docMk/>
          <pc:sldMk cId="0" sldId="352"/>
        </pc:sldMkLst>
        <pc:spChg chg="mod">
          <ac:chgData name="zh frank" userId="f416cd28ba4d9309" providerId="LiveId" clId="{D4384BDA-A377-7446-96B5-4BD7B07AB9F9}" dt="2020-04-26T12:59:59.440" v="0" actId="207"/>
          <ac:spMkLst>
            <pc:docMk/>
            <pc:sldMk cId="0" sldId="352"/>
            <ac:spMk id="31746" creationId="{3F31DF72-8FDB-420E-9FB5-26E108227EA3}"/>
          </ac:spMkLst>
        </pc:spChg>
        <pc:spChg chg="mod">
          <ac:chgData name="zh frank" userId="f416cd28ba4d9309" providerId="LiveId" clId="{D4384BDA-A377-7446-96B5-4BD7B07AB9F9}" dt="2020-04-26T13:00:49.133" v="2" actId="14861"/>
          <ac:spMkLst>
            <pc:docMk/>
            <pc:sldMk cId="0" sldId="352"/>
            <ac:spMk id="31768" creationId="{DE0DBB63-89C2-47D1-AA33-923C0FFA4537}"/>
          </ac:spMkLst>
        </pc:spChg>
        <pc:spChg chg="mod">
          <ac:chgData name="zh frank" userId="f416cd28ba4d9309" providerId="LiveId" clId="{D4384BDA-A377-7446-96B5-4BD7B07AB9F9}" dt="2020-04-26T13:00:49.133" v="2" actId="14861"/>
          <ac:spMkLst>
            <pc:docMk/>
            <pc:sldMk cId="0" sldId="352"/>
            <ac:spMk id="31776" creationId="{C38D09CF-1877-4F0D-A91D-629A62E4DB2A}"/>
          </ac:spMkLst>
        </pc:spChg>
        <pc:spChg chg="mod">
          <ac:chgData name="zh frank" userId="f416cd28ba4d9309" providerId="LiveId" clId="{D4384BDA-A377-7446-96B5-4BD7B07AB9F9}" dt="2020-04-26T13:00:49.133" v="2" actId="14861"/>
          <ac:spMkLst>
            <pc:docMk/>
            <pc:sldMk cId="0" sldId="352"/>
            <ac:spMk id="31784" creationId="{E574D535-5E4D-4AB9-81EC-E70B2277283C}"/>
          </ac:spMkLst>
        </pc:spChg>
      </pc:sldChg>
      <pc:sldChg chg="modSp">
        <pc:chgData name="zh frank" userId="f416cd28ba4d9309" providerId="LiveId" clId="{D4384BDA-A377-7446-96B5-4BD7B07AB9F9}" dt="2020-04-26T13:01:31.620" v="4" actId="207"/>
        <pc:sldMkLst>
          <pc:docMk/>
          <pc:sldMk cId="0" sldId="363"/>
        </pc:sldMkLst>
        <pc:spChg chg="mod">
          <ac:chgData name="zh frank" userId="f416cd28ba4d9309" providerId="LiveId" clId="{D4384BDA-A377-7446-96B5-4BD7B07AB9F9}" dt="2020-04-26T13:01:31.620" v="4" actId="207"/>
          <ac:spMkLst>
            <pc:docMk/>
            <pc:sldMk cId="0" sldId="363"/>
            <ac:spMk id="39938" creationId="{6D535D90-F375-4698-8945-96DEB55DE650}"/>
          </ac:spMkLst>
        </pc:spChg>
      </pc:sldChg>
    </pc:docChg>
  </pc:docChgLst>
  <pc:docChgLst>
    <pc:chgData name="zh frank" userId="f416cd28ba4d9309" providerId="LiveId" clId="{24BDBE35-5E08-4570-B997-53A99398ACF9}"/>
    <pc:docChg chg="undo redo custSel addSld delSld modSld">
      <pc:chgData name="zh frank" userId="f416cd28ba4d9309" providerId="LiveId" clId="{24BDBE35-5E08-4570-B997-53A99398ACF9}" dt="2020-02-12T02:13:24.843" v="301" actId="1076"/>
      <pc:docMkLst>
        <pc:docMk/>
      </pc:docMkLst>
      <pc:sldChg chg="modSp add">
        <pc:chgData name="zh frank" userId="f416cd28ba4d9309" providerId="LiveId" clId="{24BDBE35-5E08-4570-B997-53A99398ACF9}" dt="2020-02-12T01:06:13.061" v="64" actId="6549"/>
        <pc:sldMkLst>
          <pc:docMk/>
          <pc:sldMk cId="0" sldId="262"/>
        </pc:sldMkLst>
        <pc:spChg chg="mod">
          <ac:chgData name="zh frank" userId="f416cd28ba4d9309" providerId="LiveId" clId="{24BDBE35-5E08-4570-B997-53A99398ACF9}" dt="2020-02-12T01:06:13.061" v="64" actId="6549"/>
          <ac:spMkLst>
            <pc:docMk/>
            <pc:sldMk cId="0" sldId="262"/>
            <ac:spMk id="197634" creationId="{5C1DF4C6-28DE-412A-9AFB-AF718185EEA6}"/>
          </ac:spMkLst>
        </pc:spChg>
      </pc:sldChg>
      <pc:sldChg chg="modSp add">
        <pc:chgData name="zh frank" userId="f416cd28ba4d9309" providerId="LiveId" clId="{24BDBE35-5E08-4570-B997-53A99398ACF9}" dt="2020-02-12T01:03:01.161" v="57" actId="20577"/>
        <pc:sldMkLst>
          <pc:docMk/>
          <pc:sldMk cId="0" sldId="333"/>
        </pc:sldMkLst>
        <pc:spChg chg="mod">
          <ac:chgData name="zh frank" userId="f416cd28ba4d9309" providerId="LiveId" clId="{24BDBE35-5E08-4570-B997-53A99398ACF9}" dt="2020-02-12T01:03:01.161" v="57" actId="20577"/>
          <ac:spMkLst>
            <pc:docMk/>
            <pc:sldMk cId="0" sldId="333"/>
            <ac:spMk id="285698" creationId="{21D06652-1D44-4467-A929-B4CC7EA5B867}"/>
          </ac:spMkLst>
        </pc:spChg>
      </pc:sldChg>
      <pc:sldChg chg="modSp">
        <pc:chgData name="zh frank" userId="f416cd28ba4d9309" providerId="LiveId" clId="{24BDBE35-5E08-4570-B997-53A99398ACF9}" dt="2020-02-12T00:55:47.677" v="26" actId="207"/>
        <pc:sldMkLst>
          <pc:docMk/>
          <pc:sldMk cId="0" sldId="350"/>
        </pc:sldMkLst>
        <pc:spChg chg="mod">
          <ac:chgData name="zh frank" userId="f416cd28ba4d9309" providerId="LiveId" clId="{24BDBE35-5E08-4570-B997-53A99398ACF9}" dt="2020-02-12T00:55:24.334" v="22" actId="2711"/>
          <ac:spMkLst>
            <pc:docMk/>
            <pc:sldMk cId="0" sldId="350"/>
            <ac:spMk id="33812" creationId="{71779658-9E64-4613-B2F5-19228CF0443E}"/>
          </ac:spMkLst>
        </pc:spChg>
        <pc:spChg chg="mod">
          <ac:chgData name="zh frank" userId="f416cd28ba4d9309" providerId="LiveId" clId="{24BDBE35-5E08-4570-B997-53A99398ACF9}" dt="2020-02-12T00:55:24.334" v="22" actId="2711"/>
          <ac:spMkLst>
            <pc:docMk/>
            <pc:sldMk cId="0" sldId="350"/>
            <ac:spMk id="33813" creationId="{49C95961-9318-460E-A8EA-B7C754297E7A}"/>
          </ac:spMkLst>
        </pc:spChg>
        <pc:spChg chg="mod">
          <ac:chgData name="zh frank" userId="f416cd28ba4d9309" providerId="LiveId" clId="{24BDBE35-5E08-4570-B997-53A99398ACF9}" dt="2020-02-12T00:55:24.334" v="22" actId="2711"/>
          <ac:spMkLst>
            <pc:docMk/>
            <pc:sldMk cId="0" sldId="350"/>
            <ac:spMk id="33814" creationId="{DA05F382-553E-4FDC-B7C2-3F11958ADC12}"/>
          </ac:spMkLst>
        </pc:spChg>
        <pc:spChg chg="mod">
          <ac:chgData name="zh frank" userId="f416cd28ba4d9309" providerId="LiveId" clId="{24BDBE35-5E08-4570-B997-53A99398ACF9}" dt="2020-02-12T00:55:24.334" v="22" actId="2711"/>
          <ac:spMkLst>
            <pc:docMk/>
            <pc:sldMk cId="0" sldId="350"/>
            <ac:spMk id="33815" creationId="{3754C198-D69F-44FC-A3F3-F6354024C598}"/>
          </ac:spMkLst>
        </pc:spChg>
        <pc:spChg chg="mod">
          <ac:chgData name="zh frank" userId="f416cd28ba4d9309" providerId="LiveId" clId="{24BDBE35-5E08-4570-B997-53A99398ACF9}" dt="2020-02-12T00:55:47.677" v="26" actId="207"/>
          <ac:spMkLst>
            <pc:docMk/>
            <pc:sldMk cId="0" sldId="350"/>
            <ac:spMk id="33816" creationId="{926982F2-140B-4F6A-874C-7F12B45BF638}"/>
          </ac:spMkLst>
        </pc:spChg>
        <pc:spChg chg="mod">
          <ac:chgData name="zh frank" userId="f416cd28ba4d9309" providerId="LiveId" clId="{24BDBE35-5E08-4570-B997-53A99398ACF9}" dt="2020-02-12T00:55:47.677" v="26" actId="207"/>
          <ac:spMkLst>
            <pc:docMk/>
            <pc:sldMk cId="0" sldId="350"/>
            <ac:spMk id="33830" creationId="{4C5AA1D2-9310-4836-8729-44FE265B254E}"/>
          </ac:spMkLst>
        </pc:spChg>
        <pc:graphicFrameChg chg="modGraphic">
          <ac:chgData name="zh frank" userId="f416cd28ba4d9309" providerId="LiveId" clId="{24BDBE35-5E08-4570-B997-53A99398ACF9}" dt="2020-02-12T00:55:31.958" v="23" actId="2711"/>
          <ac:graphicFrameMkLst>
            <pc:docMk/>
            <pc:sldMk cId="0" sldId="350"/>
            <ac:graphicFrameMk id="5" creationId="{6DAC1101-5D02-B440-96DB-5A293ECE8FD3}"/>
          </ac:graphicFrameMkLst>
        </pc:graphicFrameChg>
      </pc:sldChg>
      <pc:sldChg chg="modSp">
        <pc:chgData name="zh frank" userId="f416cd28ba4d9309" providerId="LiveId" clId="{24BDBE35-5E08-4570-B997-53A99398ACF9}" dt="2020-02-12T00:53:52.056" v="15" actId="2711"/>
        <pc:sldMkLst>
          <pc:docMk/>
          <pc:sldMk cId="0" sldId="351"/>
        </pc:sldMkLst>
        <pc:spChg chg="mod">
          <ac:chgData name="zh frank" userId="f416cd28ba4d9309" providerId="LiveId" clId="{24BDBE35-5E08-4570-B997-53A99398ACF9}" dt="2020-02-12T00:53:40.306" v="14" actId="1035"/>
          <ac:spMkLst>
            <pc:docMk/>
            <pc:sldMk cId="0" sldId="351"/>
            <ac:spMk id="30821" creationId="{1983A277-9B59-4B7F-8B56-4DF79C9FEADD}"/>
          </ac:spMkLst>
        </pc:spChg>
        <pc:spChg chg="mod">
          <ac:chgData name="zh frank" userId="f416cd28ba4d9309" providerId="LiveId" clId="{24BDBE35-5E08-4570-B997-53A99398ACF9}" dt="2020-02-12T00:53:40.306" v="14" actId="1035"/>
          <ac:spMkLst>
            <pc:docMk/>
            <pc:sldMk cId="0" sldId="351"/>
            <ac:spMk id="30822" creationId="{372C14EA-2D86-452D-8798-DF3393F30ADF}"/>
          </ac:spMkLst>
        </pc:spChg>
        <pc:spChg chg="mod">
          <ac:chgData name="zh frank" userId="f416cd28ba4d9309" providerId="LiveId" clId="{24BDBE35-5E08-4570-B997-53A99398ACF9}" dt="2020-02-12T00:53:40.306" v="14" actId="1035"/>
          <ac:spMkLst>
            <pc:docMk/>
            <pc:sldMk cId="0" sldId="351"/>
            <ac:spMk id="30823" creationId="{3F3FEEE5-177C-4B41-92B3-2E612E9C624C}"/>
          </ac:spMkLst>
        </pc:spChg>
        <pc:spChg chg="mod">
          <ac:chgData name="zh frank" userId="f416cd28ba4d9309" providerId="LiveId" clId="{24BDBE35-5E08-4570-B997-53A99398ACF9}" dt="2020-02-12T00:53:40.306" v="14" actId="1035"/>
          <ac:spMkLst>
            <pc:docMk/>
            <pc:sldMk cId="0" sldId="351"/>
            <ac:spMk id="30826" creationId="{CFD1262D-D8A0-49CF-8BE1-D99B66D26430}"/>
          </ac:spMkLst>
        </pc:spChg>
        <pc:spChg chg="mod">
          <ac:chgData name="zh frank" userId="f416cd28ba4d9309" providerId="LiveId" clId="{24BDBE35-5E08-4570-B997-53A99398ACF9}" dt="2020-02-12T00:53:40.306" v="14" actId="1035"/>
          <ac:spMkLst>
            <pc:docMk/>
            <pc:sldMk cId="0" sldId="351"/>
            <ac:spMk id="30828" creationId="{5249D47C-6CA1-4031-8A93-1A19A341AF4D}"/>
          </ac:spMkLst>
        </pc:spChg>
        <pc:spChg chg="mod">
          <ac:chgData name="zh frank" userId="f416cd28ba4d9309" providerId="LiveId" clId="{24BDBE35-5E08-4570-B997-53A99398ACF9}" dt="2020-02-12T00:53:40.306" v="14" actId="1035"/>
          <ac:spMkLst>
            <pc:docMk/>
            <pc:sldMk cId="0" sldId="351"/>
            <ac:spMk id="30830" creationId="{52916C04-46E7-4555-83F7-6CBE4FDAF6C2}"/>
          </ac:spMkLst>
        </pc:spChg>
        <pc:spChg chg="mod">
          <ac:chgData name="zh frank" userId="f416cd28ba4d9309" providerId="LiveId" clId="{24BDBE35-5E08-4570-B997-53A99398ACF9}" dt="2020-02-12T00:53:40.306" v="14" actId="1035"/>
          <ac:spMkLst>
            <pc:docMk/>
            <pc:sldMk cId="0" sldId="351"/>
            <ac:spMk id="30831" creationId="{0B62DFC4-0025-4F6C-8C34-3E114A94FF8E}"/>
          </ac:spMkLst>
        </pc:spChg>
        <pc:spChg chg="mod">
          <ac:chgData name="zh frank" userId="f416cd28ba4d9309" providerId="LiveId" clId="{24BDBE35-5E08-4570-B997-53A99398ACF9}" dt="2020-02-12T00:53:40.306" v="14" actId="1035"/>
          <ac:spMkLst>
            <pc:docMk/>
            <pc:sldMk cId="0" sldId="351"/>
            <ac:spMk id="30833" creationId="{8D177F18-D0EE-4EA1-8970-52DB658DEC40}"/>
          </ac:spMkLst>
        </pc:spChg>
        <pc:spChg chg="mod">
          <ac:chgData name="zh frank" userId="f416cd28ba4d9309" providerId="LiveId" clId="{24BDBE35-5E08-4570-B997-53A99398ACF9}" dt="2020-02-12T00:53:40.306" v="14" actId="1035"/>
          <ac:spMkLst>
            <pc:docMk/>
            <pc:sldMk cId="0" sldId="351"/>
            <ac:spMk id="30837" creationId="{A30C35A0-8810-49E1-90B5-E859A7886C97}"/>
          </ac:spMkLst>
        </pc:spChg>
        <pc:spChg chg="mod">
          <ac:chgData name="zh frank" userId="f416cd28ba4d9309" providerId="LiveId" clId="{24BDBE35-5E08-4570-B997-53A99398ACF9}" dt="2020-02-12T00:53:40.306" v="14" actId="1035"/>
          <ac:spMkLst>
            <pc:docMk/>
            <pc:sldMk cId="0" sldId="351"/>
            <ac:spMk id="30838" creationId="{1D1D375E-AA9F-4B63-B6BC-9066E8720A5C}"/>
          </ac:spMkLst>
        </pc:spChg>
        <pc:spChg chg="mod">
          <ac:chgData name="zh frank" userId="f416cd28ba4d9309" providerId="LiveId" clId="{24BDBE35-5E08-4570-B997-53A99398ACF9}" dt="2020-02-12T00:53:40.306" v="14" actId="1035"/>
          <ac:spMkLst>
            <pc:docMk/>
            <pc:sldMk cId="0" sldId="351"/>
            <ac:spMk id="30839" creationId="{CCA655FE-9E94-4100-98F4-2B0F6CDAF5DB}"/>
          </ac:spMkLst>
        </pc:spChg>
        <pc:spChg chg="mod">
          <ac:chgData name="zh frank" userId="f416cd28ba4d9309" providerId="LiveId" clId="{24BDBE35-5E08-4570-B997-53A99398ACF9}" dt="2020-02-12T00:53:40.306" v="14" actId="1035"/>
          <ac:spMkLst>
            <pc:docMk/>
            <pc:sldMk cId="0" sldId="351"/>
            <ac:spMk id="30840" creationId="{495958E1-59A2-4387-9657-63FA7D39CFDE}"/>
          </ac:spMkLst>
        </pc:spChg>
        <pc:spChg chg="mod">
          <ac:chgData name="zh frank" userId="f416cd28ba4d9309" providerId="LiveId" clId="{24BDBE35-5E08-4570-B997-53A99398ACF9}" dt="2020-02-12T00:53:40.306" v="14" actId="1035"/>
          <ac:spMkLst>
            <pc:docMk/>
            <pc:sldMk cId="0" sldId="351"/>
            <ac:spMk id="30841" creationId="{32C7C7D3-C080-43A6-9E97-4F82C35515D0}"/>
          </ac:spMkLst>
        </pc:spChg>
        <pc:spChg chg="mod">
          <ac:chgData name="zh frank" userId="f416cd28ba4d9309" providerId="LiveId" clId="{24BDBE35-5E08-4570-B997-53A99398ACF9}" dt="2020-02-12T00:53:40.306" v="14" actId="1035"/>
          <ac:spMkLst>
            <pc:docMk/>
            <pc:sldMk cId="0" sldId="351"/>
            <ac:spMk id="30843" creationId="{BB399827-9F02-4FEA-AE00-D4E246617B0D}"/>
          </ac:spMkLst>
        </pc:spChg>
        <pc:spChg chg="mod">
          <ac:chgData name="zh frank" userId="f416cd28ba4d9309" providerId="LiveId" clId="{24BDBE35-5E08-4570-B997-53A99398ACF9}" dt="2020-02-12T00:53:40.306" v="14" actId="1035"/>
          <ac:spMkLst>
            <pc:docMk/>
            <pc:sldMk cId="0" sldId="351"/>
            <ac:spMk id="30846" creationId="{CFAEE01E-9560-4B81-B4AA-733A1829810C}"/>
          </ac:spMkLst>
        </pc:spChg>
        <pc:spChg chg="mod">
          <ac:chgData name="zh frank" userId="f416cd28ba4d9309" providerId="LiveId" clId="{24BDBE35-5E08-4570-B997-53A99398ACF9}" dt="2020-02-12T00:53:52.056" v="15" actId="2711"/>
          <ac:spMkLst>
            <pc:docMk/>
            <pc:sldMk cId="0" sldId="351"/>
            <ac:spMk id="30859" creationId="{EBE45073-6D25-4E36-96EF-891DAF0FA1F5}"/>
          </ac:spMkLst>
        </pc:spChg>
        <pc:spChg chg="mod">
          <ac:chgData name="zh frank" userId="f416cd28ba4d9309" providerId="LiveId" clId="{24BDBE35-5E08-4570-B997-53A99398ACF9}" dt="2020-02-12T00:53:52.056" v="15" actId="2711"/>
          <ac:spMkLst>
            <pc:docMk/>
            <pc:sldMk cId="0" sldId="351"/>
            <ac:spMk id="30861" creationId="{A5D01BD8-9721-42DC-82F5-3C2B51084C25}"/>
          </ac:spMkLst>
        </pc:spChg>
        <pc:spChg chg="mod">
          <ac:chgData name="zh frank" userId="f416cd28ba4d9309" providerId="LiveId" clId="{24BDBE35-5E08-4570-B997-53A99398ACF9}" dt="2020-02-12T00:53:40.306" v="14" actId="1035"/>
          <ac:spMkLst>
            <pc:docMk/>
            <pc:sldMk cId="0" sldId="351"/>
            <ac:spMk id="307379" creationId="{24938662-020A-A745-BF1A-B5E765D44EB7}"/>
          </ac:spMkLst>
        </pc:spChg>
        <pc:spChg chg="mod">
          <ac:chgData name="zh frank" userId="f416cd28ba4d9309" providerId="LiveId" clId="{24BDBE35-5E08-4570-B997-53A99398ACF9}" dt="2020-02-12T00:53:40.306" v="14" actId="1035"/>
          <ac:spMkLst>
            <pc:docMk/>
            <pc:sldMk cId="0" sldId="351"/>
            <ac:spMk id="307380" creationId="{235F1109-4537-5F40-91A0-B7CBC90CD8AF}"/>
          </ac:spMkLst>
        </pc:spChg>
        <pc:spChg chg="mod">
          <ac:chgData name="zh frank" userId="f416cd28ba4d9309" providerId="LiveId" clId="{24BDBE35-5E08-4570-B997-53A99398ACF9}" dt="2020-02-12T00:53:40.306" v="14" actId="1035"/>
          <ac:spMkLst>
            <pc:docMk/>
            <pc:sldMk cId="0" sldId="351"/>
            <ac:spMk id="307382" creationId="{5DACCFDB-1CF2-5F49-B7CD-5DA3BB72AC39}"/>
          </ac:spMkLst>
        </pc:spChg>
        <pc:spChg chg="mod">
          <ac:chgData name="zh frank" userId="f416cd28ba4d9309" providerId="LiveId" clId="{24BDBE35-5E08-4570-B997-53A99398ACF9}" dt="2020-02-12T00:53:40.306" v="14" actId="1035"/>
          <ac:spMkLst>
            <pc:docMk/>
            <pc:sldMk cId="0" sldId="351"/>
            <ac:spMk id="307384" creationId="{EBAC4E05-D5C5-1B49-8BC0-F86B46067275}"/>
          </ac:spMkLst>
        </pc:spChg>
        <pc:spChg chg="mod">
          <ac:chgData name="zh frank" userId="f416cd28ba4d9309" providerId="LiveId" clId="{24BDBE35-5E08-4570-B997-53A99398ACF9}" dt="2020-02-12T00:53:40.306" v="14" actId="1035"/>
          <ac:spMkLst>
            <pc:docMk/>
            <pc:sldMk cId="0" sldId="351"/>
            <ac:spMk id="307411" creationId="{AACD0506-19F3-274B-B6C7-66B5A3FB6CCD}"/>
          </ac:spMkLst>
        </pc:spChg>
        <pc:spChg chg="mod">
          <ac:chgData name="zh frank" userId="f416cd28ba4d9309" providerId="LiveId" clId="{24BDBE35-5E08-4570-B997-53A99398ACF9}" dt="2020-02-12T00:53:40.306" v="14" actId="1035"/>
          <ac:spMkLst>
            <pc:docMk/>
            <pc:sldMk cId="0" sldId="351"/>
            <ac:spMk id="307416" creationId="{E3E4758B-C232-FB4A-93A6-8E0055BB3D6E}"/>
          </ac:spMkLst>
        </pc:spChg>
        <pc:spChg chg="mod">
          <ac:chgData name="zh frank" userId="f416cd28ba4d9309" providerId="LiveId" clId="{24BDBE35-5E08-4570-B997-53A99398ACF9}" dt="2020-02-12T00:53:40.306" v="14" actId="1035"/>
          <ac:spMkLst>
            <pc:docMk/>
            <pc:sldMk cId="0" sldId="351"/>
            <ac:spMk id="307421" creationId="{C5F61C68-BFD9-4943-B8A0-E3136747B75A}"/>
          </ac:spMkLst>
        </pc:spChg>
        <pc:spChg chg="mod">
          <ac:chgData name="zh frank" userId="f416cd28ba4d9309" providerId="LiveId" clId="{24BDBE35-5E08-4570-B997-53A99398ACF9}" dt="2020-02-12T00:53:40.306" v="14" actId="1035"/>
          <ac:spMkLst>
            <pc:docMk/>
            <pc:sldMk cId="0" sldId="351"/>
            <ac:spMk id="307422" creationId="{46E86E33-7551-6949-880B-3D4C7C0547D0}"/>
          </ac:spMkLst>
        </pc:spChg>
        <pc:spChg chg="mod">
          <ac:chgData name="zh frank" userId="f416cd28ba4d9309" providerId="LiveId" clId="{24BDBE35-5E08-4570-B997-53A99398ACF9}" dt="2020-02-12T00:53:40.306" v="14" actId="1035"/>
          <ac:spMkLst>
            <pc:docMk/>
            <pc:sldMk cId="0" sldId="351"/>
            <ac:spMk id="307423" creationId="{6E2D4768-0848-BD4C-A3DC-2C32F188316D}"/>
          </ac:spMkLst>
        </pc:spChg>
        <pc:spChg chg="mod">
          <ac:chgData name="zh frank" userId="f416cd28ba4d9309" providerId="LiveId" clId="{24BDBE35-5E08-4570-B997-53A99398ACF9}" dt="2020-02-12T00:53:40.306" v="14" actId="1035"/>
          <ac:spMkLst>
            <pc:docMk/>
            <pc:sldMk cId="0" sldId="351"/>
            <ac:spMk id="307424" creationId="{C9C8F577-689F-C844-8E92-A66E59A69660}"/>
          </ac:spMkLst>
        </pc:spChg>
        <pc:spChg chg="mod">
          <ac:chgData name="zh frank" userId="f416cd28ba4d9309" providerId="LiveId" clId="{24BDBE35-5E08-4570-B997-53A99398ACF9}" dt="2020-02-12T00:53:40.306" v="14" actId="1035"/>
          <ac:spMkLst>
            <pc:docMk/>
            <pc:sldMk cId="0" sldId="351"/>
            <ac:spMk id="307425" creationId="{F57D4DD9-6FD9-7841-8B9E-58A3D4BCBC2D}"/>
          </ac:spMkLst>
        </pc:spChg>
        <pc:spChg chg="mod">
          <ac:chgData name="zh frank" userId="f416cd28ba4d9309" providerId="LiveId" clId="{24BDBE35-5E08-4570-B997-53A99398ACF9}" dt="2020-02-12T00:53:40.306" v="14" actId="1035"/>
          <ac:spMkLst>
            <pc:docMk/>
            <pc:sldMk cId="0" sldId="351"/>
            <ac:spMk id="307426" creationId="{A9D0AE58-98C9-4F46-9FC7-7DFA0E973DF1}"/>
          </ac:spMkLst>
        </pc:spChg>
        <pc:spChg chg="mod">
          <ac:chgData name="zh frank" userId="f416cd28ba4d9309" providerId="LiveId" clId="{24BDBE35-5E08-4570-B997-53A99398ACF9}" dt="2020-02-12T00:53:40.306" v="14" actId="1035"/>
          <ac:spMkLst>
            <pc:docMk/>
            <pc:sldMk cId="0" sldId="351"/>
            <ac:spMk id="307427" creationId="{92A460A5-B536-914E-ACC8-B2A529B214F7}"/>
          </ac:spMkLst>
        </pc:spChg>
        <pc:spChg chg="mod">
          <ac:chgData name="zh frank" userId="f416cd28ba4d9309" providerId="LiveId" clId="{24BDBE35-5E08-4570-B997-53A99398ACF9}" dt="2020-02-12T00:53:40.306" v="14" actId="1035"/>
          <ac:spMkLst>
            <pc:docMk/>
            <pc:sldMk cId="0" sldId="351"/>
            <ac:spMk id="307428" creationId="{8A0557CD-943C-B640-AAAA-F210A0482F7A}"/>
          </ac:spMkLst>
        </pc:spChg>
        <pc:spChg chg="mod">
          <ac:chgData name="zh frank" userId="f416cd28ba4d9309" providerId="LiveId" clId="{24BDBE35-5E08-4570-B997-53A99398ACF9}" dt="2020-02-12T00:53:40.306" v="14" actId="1035"/>
          <ac:spMkLst>
            <pc:docMk/>
            <pc:sldMk cId="0" sldId="351"/>
            <ac:spMk id="307429" creationId="{DBAE6AC4-2070-7F4C-AD05-7235E2B1B4F3}"/>
          </ac:spMkLst>
        </pc:spChg>
        <pc:spChg chg="mod">
          <ac:chgData name="zh frank" userId="f416cd28ba4d9309" providerId="LiveId" clId="{24BDBE35-5E08-4570-B997-53A99398ACF9}" dt="2020-02-12T00:53:40.306" v="14" actId="1035"/>
          <ac:spMkLst>
            <pc:docMk/>
            <pc:sldMk cId="0" sldId="351"/>
            <ac:spMk id="307430" creationId="{2A6487E9-C657-4B42-9A50-B2422C408F29}"/>
          </ac:spMkLst>
        </pc:spChg>
        <pc:spChg chg="mod">
          <ac:chgData name="zh frank" userId="f416cd28ba4d9309" providerId="LiveId" clId="{24BDBE35-5E08-4570-B997-53A99398ACF9}" dt="2020-02-12T00:53:40.306" v="14" actId="1035"/>
          <ac:spMkLst>
            <pc:docMk/>
            <pc:sldMk cId="0" sldId="351"/>
            <ac:spMk id="307431" creationId="{C7E04659-2B35-7148-ACFF-074A9ABC3E6F}"/>
          </ac:spMkLst>
        </pc:spChg>
        <pc:spChg chg="mod">
          <ac:chgData name="zh frank" userId="f416cd28ba4d9309" providerId="LiveId" clId="{24BDBE35-5E08-4570-B997-53A99398ACF9}" dt="2020-02-12T00:53:52.056" v="15" actId="2711"/>
          <ac:spMkLst>
            <pc:docMk/>
            <pc:sldMk cId="0" sldId="351"/>
            <ac:spMk id="307433" creationId="{5E3D643F-F3DD-3F45-9833-F7CF95A356F5}"/>
          </ac:spMkLst>
        </pc:spChg>
        <pc:spChg chg="mod">
          <ac:chgData name="zh frank" userId="f416cd28ba4d9309" providerId="LiveId" clId="{24BDBE35-5E08-4570-B997-53A99398ACF9}" dt="2020-02-12T00:53:52.056" v="15" actId="2711"/>
          <ac:spMkLst>
            <pc:docMk/>
            <pc:sldMk cId="0" sldId="351"/>
            <ac:spMk id="307435" creationId="{29E85BC1-A283-554A-B70C-23EC338DFEDC}"/>
          </ac:spMkLst>
        </pc:spChg>
        <pc:grpChg chg="mod">
          <ac:chgData name="zh frank" userId="f416cd28ba4d9309" providerId="LiveId" clId="{24BDBE35-5E08-4570-B997-53A99398ACF9}" dt="2020-02-12T00:53:40.306" v="14" actId="1035"/>
          <ac:grpSpMkLst>
            <pc:docMk/>
            <pc:sldMk cId="0" sldId="351"/>
            <ac:grpSpMk id="30832" creationId="{F6410018-A647-477D-B227-6030F5493FAB}"/>
          </ac:grpSpMkLst>
        </pc:grpChg>
        <pc:grpChg chg="mod">
          <ac:chgData name="zh frank" userId="f416cd28ba4d9309" providerId="LiveId" clId="{24BDBE35-5E08-4570-B997-53A99398ACF9}" dt="2020-02-12T00:53:40.306" v="14" actId="1035"/>
          <ac:grpSpMkLst>
            <pc:docMk/>
            <pc:sldMk cId="0" sldId="351"/>
            <ac:grpSpMk id="30834" creationId="{83CA9453-108A-4000-AC0E-145DBACCA2BB}"/>
          </ac:grpSpMkLst>
        </pc:grpChg>
        <pc:grpChg chg="mod">
          <ac:chgData name="zh frank" userId="f416cd28ba4d9309" providerId="LiveId" clId="{24BDBE35-5E08-4570-B997-53A99398ACF9}" dt="2020-02-12T00:53:40.306" v="14" actId="1035"/>
          <ac:grpSpMkLst>
            <pc:docMk/>
            <pc:sldMk cId="0" sldId="351"/>
            <ac:grpSpMk id="30835" creationId="{C025DFEE-F7FD-4EB0-8CAE-0CF147DB4B76}"/>
          </ac:grpSpMkLst>
        </pc:grpChg>
        <pc:grpChg chg="mod">
          <ac:chgData name="zh frank" userId="f416cd28ba4d9309" providerId="LiveId" clId="{24BDBE35-5E08-4570-B997-53A99398ACF9}" dt="2020-02-12T00:53:40.306" v="14" actId="1035"/>
          <ac:grpSpMkLst>
            <pc:docMk/>
            <pc:sldMk cId="0" sldId="351"/>
            <ac:grpSpMk id="30836" creationId="{3A8569C1-0329-4ED8-8135-1E47AC39115B}"/>
          </ac:grpSpMkLst>
        </pc:grpChg>
        <pc:grpChg chg="mod">
          <ac:chgData name="zh frank" userId="f416cd28ba4d9309" providerId="LiveId" clId="{24BDBE35-5E08-4570-B997-53A99398ACF9}" dt="2020-02-12T00:53:40.306" v="14" actId="1035"/>
          <ac:grpSpMkLst>
            <pc:docMk/>
            <pc:sldMk cId="0" sldId="351"/>
            <ac:grpSpMk id="30844" creationId="{AB598BC4-8CAC-42FC-BB2F-3C2DC27D34ED}"/>
          </ac:grpSpMkLst>
        </pc:grpChg>
        <pc:grpChg chg="mod">
          <ac:chgData name="zh frank" userId="f416cd28ba4d9309" providerId="LiveId" clId="{24BDBE35-5E08-4570-B997-53A99398ACF9}" dt="2020-02-12T00:53:40.306" v="14" actId="1035"/>
          <ac:grpSpMkLst>
            <pc:docMk/>
            <pc:sldMk cId="0" sldId="351"/>
            <ac:grpSpMk id="30847" creationId="{7C80A86F-138A-4970-A789-A3237A2781B1}"/>
          </ac:grpSpMkLst>
        </pc:grpChg>
        <pc:graphicFrameChg chg="mod">
          <ac:chgData name="zh frank" userId="f416cd28ba4d9309" providerId="LiveId" clId="{24BDBE35-5E08-4570-B997-53A99398ACF9}" dt="2020-02-12T00:53:40.306" v="14" actId="1035"/>
          <ac:graphicFrameMkLst>
            <pc:docMk/>
            <pc:sldMk cId="0" sldId="351"/>
            <ac:graphicFrameMk id="307204" creationId="{9E2B28AF-9FE9-4148-B34B-66F19757F439}"/>
          </ac:graphicFrameMkLst>
        </pc:graphicFrameChg>
        <pc:graphicFrameChg chg="mod">
          <ac:chgData name="zh frank" userId="f416cd28ba4d9309" providerId="LiveId" clId="{24BDBE35-5E08-4570-B997-53A99398ACF9}" dt="2020-02-12T00:53:40.306" v="14" actId="1035"/>
          <ac:graphicFrameMkLst>
            <pc:docMk/>
            <pc:sldMk cId="0" sldId="351"/>
            <ac:graphicFrameMk id="307304" creationId="{E61CEEF8-EB98-604D-8082-3C3EA086E22A}"/>
          </ac:graphicFrameMkLst>
        </pc:graphicFrameChg>
      </pc:sldChg>
      <pc:sldChg chg="addSp modSp">
        <pc:chgData name="zh frank" userId="f416cd28ba4d9309" providerId="LiveId" clId="{24BDBE35-5E08-4570-B997-53A99398ACF9}" dt="2020-02-12T00:54:57.538" v="21" actId="207"/>
        <pc:sldMkLst>
          <pc:docMk/>
          <pc:sldMk cId="0" sldId="352"/>
        </pc:sldMkLst>
        <pc:spChg chg="add mod">
          <ac:chgData name="zh frank" userId="f416cd28ba4d9309" providerId="LiveId" clId="{24BDBE35-5E08-4570-B997-53A99398ACF9}" dt="2020-02-12T00:54:57.538" v="21" actId="207"/>
          <ac:spMkLst>
            <pc:docMk/>
            <pc:sldMk cId="0" sldId="352"/>
            <ac:spMk id="34" creationId="{8E298C37-4C55-4943-BCDE-E0290664C79C}"/>
          </ac:spMkLst>
        </pc:spChg>
        <pc:spChg chg="add mod">
          <ac:chgData name="zh frank" userId="f416cd28ba4d9309" providerId="LiveId" clId="{24BDBE35-5E08-4570-B997-53A99398ACF9}" dt="2020-02-12T00:54:57.538" v="21" actId="207"/>
          <ac:spMkLst>
            <pc:docMk/>
            <pc:sldMk cId="0" sldId="352"/>
            <ac:spMk id="35" creationId="{7E7F6E5A-4175-46A3-9BDF-3638BB2096DF}"/>
          </ac:spMkLst>
        </pc:spChg>
        <pc:spChg chg="add mod">
          <ac:chgData name="zh frank" userId="f416cd28ba4d9309" providerId="LiveId" clId="{24BDBE35-5E08-4570-B997-53A99398ACF9}" dt="2020-02-12T00:54:57.538" v="21" actId="207"/>
          <ac:spMkLst>
            <pc:docMk/>
            <pc:sldMk cId="0" sldId="352"/>
            <ac:spMk id="36" creationId="{E01EADA7-2AED-4D0C-921A-66480904C90A}"/>
          </ac:spMkLst>
        </pc:spChg>
        <pc:spChg chg="mod">
          <ac:chgData name="zh frank" userId="f416cd28ba4d9309" providerId="LiveId" clId="{24BDBE35-5E08-4570-B997-53A99398ACF9}" dt="2020-02-12T00:54:14.867" v="16" actId="2711"/>
          <ac:spMkLst>
            <pc:docMk/>
            <pc:sldMk cId="0" sldId="352"/>
            <ac:spMk id="31764" creationId="{CA1C78A2-5B99-4D36-9178-AE3357D5B943}"/>
          </ac:spMkLst>
        </pc:spChg>
        <pc:spChg chg="mod">
          <ac:chgData name="zh frank" userId="f416cd28ba4d9309" providerId="LiveId" clId="{24BDBE35-5E08-4570-B997-53A99398ACF9}" dt="2020-02-12T00:54:14.867" v="16" actId="2711"/>
          <ac:spMkLst>
            <pc:docMk/>
            <pc:sldMk cId="0" sldId="352"/>
            <ac:spMk id="31765" creationId="{7DC91A54-13C5-4D07-935C-51114CFA82A4}"/>
          </ac:spMkLst>
        </pc:spChg>
        <pc:spChg chg="mod">
          <ac:chgData name="zh frank" userId="f416cd28ba4d9309" providerId="LiveId" clId="{24BDBE35-5E08-4570-B997-53A99398ACF9}" dt="2020-02-12T00:54:14.867" v="16" actId="2711"/>
          <ac:spMkLst>
            <pc:docMk/>
            <pc:sldMk cId="0" sldId="352"/>
            <ac:spMk id="31766" creationId="{8E70317B-DCF8-4291-8E1D-A73145EDF934}"/>
          </ac:spMkLst>
        </pc:spChg>
        <pc:spChg chg="mod">
          <ac:chgData name="zh frank" userId="f416cd28ba4d9309" providerId="LiveId" clId="{24BDBE35-5E08-4570-B997-53A99398ACF9}" dt="2020-02-12T00:54:14.867" v="16" actId="2711"/>
          <ac:spMkLst>
            <pc:docMk/>
            <pc:sldMk cId="0" sldId="352"/>
            <ac:spMk id="31767" creationId="{9EA9FD7C-3F8E-4CF3-B759-8E26C8082CC0}"/>
          </ac:spMkLst>
        </pc:spChg>
        <pc:graphicFrameChg chg="modGraphic">
          <ac:chgData name="zh frank" userId="f416cd28ba4d9309" providerId="LiveId" clId="{24BDBE35-5E08-4570-B997-53A99398ACF9}" dt="2020-02-12T00:54:23.789" v="17" actId="2711"/>
          <ac:graphicFrameMkLst>
            <pc:docMk/>
            <pc:sldMk cId="0" sldId="352"/>
            <ac:graphicFrameMk id="309252" creationId="{6D198CAB-45DF-7744-AB12-EC41E86B6E12}"/>
          </ac:graphicFrameMkLst>
        </pc:graphicFrameChg>
      </pc:sldChg>
      <pc:sldChg chg="modSp">
        <pc:chgData name="zh frank" userId="f416cd28ba4d9309" providerId="LiveId" clId="{24BDBE35-5E08-4570-B997-53A99398ACF9}" dt="2020-02-12T00:56:42.268" v="31" actId="179"/>
        <pc:sldMkLst>
          <pc:docMk/>
          <pc:sldMk cId="0" sldId="361"/>
        </pc:sldMkLst>
        <pc:spChg chg="mod">
          <ac:chgData name="zh frank" userId="f416cd28ba4d9309" providerId="LiveId" clId="{24BDBE35-5E08-4570-B997-53A99398ACF9}" dt="2020-02-12T00:56:42.268" v="31" actId="179"/>
          <ac:spMkLst>
            <pc:docMk/>
            <pc:sldMk cId="0" sldId="361"/>
            <ac:spMk id="37890" creationId="{D1BCADD6-BB1A-4E1C-B606-C93769528F0B}"/>
          </ac:spMkLst>
        </pc:spChg>
      </pc:sldChg>
      <pc:sldChg chg="modSp">
        <pc:chgData name="zh frank" userId="f416cd28ba4d9309" providerId="LiveId" clId="{24BDBE35-5E08-4570-B997-53A99398ACF9}" dt="2020-02-12T00:56:59.799" v="33" actId="255"/>
        <pc:sldMkLst>
          <pc:docMk/>
          <pc:sldMk cId="0" sldId="362"/>
        </pc:sldMkLst>
        <pc:spChg chg="mod">
          <ac:chgData name="zh frank" userId="f416cd28ba4d9309" providerId="LiveId" clId="{24BDBE35-5E08-4570-B997-53A99398ACF9}" dt="2020-02-12T00:56:59.799" v="33" actId="255"/>
          <ac:spMkLst>
            <pc:docMk/>
            <pc:sldMk cId="0" sldId="362"/>
            <ac:spMk id="38914" creationId="{FD0FF923-CE23-4D27-A32C-78685E849696}"/>
          </ac:spMkLst>
        </pc:spChg>
      </pc:sldChg>
      <pc:sldChg chg="modSp">
        <pc:chgData name="zh frank" userId="f416cd28ba4d9309" providerId="LiveId" clId="{24BDBE35-5E08-4570-B997-53A99398ACF9}" dt="2020-02-12T00:57:08.767" v="34" actId="14100"/>
        <pc:sldMkLst>
          <pc:docMk/>
          <pc:sldMk cId="0" sldId="363"/>
        </pc:sldMkLst>
        <pc:spChg chg="mod">
          <ac:chgData name="zh frank" userId="f416cd28ba4d9309" providerId="LiveId" clId="{24BDBE35-5E08-4570-B997-53A99398ACF9}" dt="2020-02-12T00:57:08.767" v="34" actId="14100"/>
          <ac:spMkLst>
            <pc:docMk/>
            <pc:sldMk cId="0" sldId="363"/>
            <ac:spMk id="39938" creationId="{6D535D90-F375-4698-8945-96DEB55DE650}"/>
          </ac:spMkLst>
        </pc:spChg>
      </pc:sldChg>
      <pc:sldChg chg="modSp">
        <pc:chgData name="zh frank" userId="f416cd28ba4d9309" providerId="LiveId" clId="{24BDBE35-5E08-4570-B997-53A99398ACF9}" dt="2020-02-12T00:57:26.236" v="35" actId="2711"/>
        <pc:sldMkLst>
          <pc:docMk/>
          <pc:sldMk cId="0" sldId="365"/>
        </pc:sldMkLst>
        <pc:graphicFrameChg chg="modGraphic">
          <ac:chgData name="zh frank" userId="f416cd28ba4d9309" providerId="LiveId" clId="{24BDBE35-5E08-4570-B997-53A99398ACF9}" dt="2020-02-12T00:57:26.236" v="35" actId="2711"/>
          <ac:graphicFrameMkLst>
            <pc:docMk/>
            <pc:sldMk cId="0" sldId="365"/>
            <ac:graphicFrameMk id="325650" creationId="{397A9131-42A7-44DD-BE09-B4006DB6C145}"/>
          </ac:graphicFrameMkLst>
        </pc:graphicFrameChg>
      </pc:sldChg>
      <pc:sldChg chg="modSp">
        <pc:chgData name="zh frank" userId="f416cd28ba4d9309" providerId="LiveId" clId="{24BDBE35-5E08-4570-B997-53A99398ACF9}" dt="2020-02-12T00:58:22.093" v="40" actId="14100"/>
        <pc:sldMkLst>
          <pc:docMk/>
          <pc:sldMk cId="0" sldId="368"/>
        </pc:sldMkLst>
        <pc:spChg chg="mod">
          <ac:chgData name="zh frank" userId="f416cd28ba4d9309" providerId="LiveId" clId="{24BDBE35-5E08-4570-B997-53A99398ACF9}" dt="2020-02-12T00:58:22.093" v="40" actId="14100"/>
          <ac:spMkLst>
            <pc:docMk/>
            <pc:sldMk cId="0" sldId="368"/>
            <ac:spMk id="50178" creationId="{C3A93F7B-5087-494C-8A0C-398EDFFA3B87}"/>
          </ac:spMkLst>
        </pc:spChg>
      </pc:sldChg>
      <pc:sldChg chg="modSp">
        <pc:chgData name="zh frank" userId="f416cd28ba4d9309" providerId="LiveId" clId="{24BDBE35-5E08-4570-B997-53A99398ACF9}" dt="2020-02-12T00:57:41.469" v="36" actId="2711"/>
        <pc:sldMkLst>
          <pc:docMk/>
          <pc:sldMk cId="0" sldId="369"/>
        </pc:sldMkLst>
        <pc:graphicFrameChg chg="modGraphic">
          <ac:chgData name="zh frank" userId="f416cd28ba4d9309" providerId="LiveId" clId="{24BDBE35-5E08-4570-B997-53A99398ACF9}" dt="2020-02-12T00:57:41.469" v="36" actId="2711"/>
          <ac:graphicFrameMkLst>
            <pc:docMk/>
            <pc:sldMk cId="0" sldId="369"/>
            <ac:graphicFrameMk id="330827" creationId="{3F5B7C9F-59F5-4C56-AB65-EC5914D7E0BF}"/>
          </ac:graphicFrameMkLst>
        </pc:graphicFrameChg>
      </pc:sldChg>
      <pc:sldChg chg="modSp">
        <pc:chgData name="zh frank" userId="f416cd28ba4d9309" providerId="LiveId" clId="{24BDBE35-5E08-4570-B997-53A99398ACF9}" dt="2020-02-12T00:57:52.860" v="37" actId="2711"/>
        <pc:sldMkLst>
          <pc:docMk/>
          <pc:sldMk cId="0" sldId="370"/>
        </pc:sldMkLst>
        <pc:graphicFrameChg chg="modGraphic">
          <ac:chgData name="zh frank" userId="f416cd28ba4d9309" providerId="LiveId" clId="{24BDBE35-5E08-4570-B997-53A99398ACF9}" dt="2020-02-12T00:57:52.860" v="37" actId="2711"/>
          <ac:graphicFrameMkLst>
            <pc:docMk/>
            <pc:sldMk cId="0" sldId="370"/>
            <ac:graphicFrameMk id="332829" creationId="{E0799A63-03FE-44B2-969E-28C655C696BF}"/>
          </ac:graphicFrameMkLst>
        </pc:graphicFrameChg>
      </pc:sldChg>
      <pc:sldChg chg="modSp">
        <pc:chgData name="zh frank" userId="f416cd28ba4d9309" providerId="LiveId" clId="{24BDBE35-5E08-4570-B997-53A99398ACF9}" dt="2020-02-12T00:58:04.156" v="38" actId="2711"/>
        <pc:sldMkLst>
          <pc:docMk/>
          <pc:sldMk cId="0" sldId="371"/>
        </pc:sldMkLst>
        <pc:graphicFrameChg chg="modGraphic">
          <ac:chgData name="zh frank" userId="f416cd28ba4d9309" providerId="LiveId" clId="{24BDBE35-5E08-4570-B997-53A99398ACF9}" dt="2020-02-12T00:58:04.156" v="38" actId="2711"/>
          <ac:graphicFrameMkLst>
            <pc:docMk/>
            <pc:sldMk cId="0" sldId="371"/>
            <ac:graphicFrameMk id="333877" creationId="{FE98A884-C8EA-440B-BE8A-94CFCBC982EA}"/>
          </ac:graphicFrameMkLst>
        </pc:graphicFrameChg>
      </pc:sldChg>
      <pc:sldChg chg="modSp">
        <pc:chgData name="zh frank" userId="f416cd28ba4d9309" providerId="LiveId" clId="{24BDBE35-5E08-4570-B997-53A99398ACF9}" dt="2020-02-12T00:58:15.062" v="39" actId="2711"/>
        <pc:sldMkLst>
          <pc:docMk/>
          <pc:sldMk cId="0" sldId="372"/>
        </pc:sldMkLst>
        <pc:graphicFrameChg chg="modGraphic">
          <ac:chgData name="zh frank" userId="f416cd28ba4d9309" providerId="LiveId" clId="{24BDBE35-5E08-4570-B997-53A99398ACF9}" dt="2020-02-12T00:58:15.062" v="39" actId="2711"/>
          <ac:graphicFrameMkLst>
            <pc:docMk/>
            <pc:sldMk cId="0" sldId="372"/>
            <ac:graphicFrameMk id="334888" creationId="{C39F2D6F-589B-45FF-AF49-BC2861B83D39}"/>
          </ac:graphicFrameMkLst>
        </pc:graphicFrameChg>
      </pc:sldChg>
      <pc:sldChg chg="delSp modSp">
        <pc:chgData name="zh frank" userId="f416cd28ba4d9309" providerId="LiveId" clId="{24BDBE35-5E08-4570-B997-53A99398ACF9}" dt="2020-02-12T01:08:58.836" v="75" actId="1076"/>
        <pc:sldMkLst>
          <pc:docMk/>
          <pc:sldMk cId="0" sldId="374"/>
        </pc:sldMkLst>
        <pc:spChg chg="mod">
          <ac:chgData name="zh frank" userId="f416cd28ba4d9309" providerId="LiveId" clId="{24BDBE35-5E08-4570-B997-53A99398ACF9}" dt="2020-02-12T01:08:53.368" v="74" actId="1076"/>
          <ac:spMkLst>
            <pc:docMk/>
            <pc:sldMk cId="0" sldId="374"/>
            <ac:spMk id="60417" creationId="{C2255459-2DD7-4393-BC49-325030ACB14F}"/>
          </ac:spMkLst>
        </pc:spChg>
        <pc:spChg chg="del">
          <ac:chgData name="zh frank" userId="f416cd28ba4d9309" providerId="LiveId" clId="{24BDBE35-5E08-4570-B997-53A99398ACF9}" dt="2020-02-12T01:08:14.650" v="69" actId="478"/>
          <ac:spMkLst>
            <pc:docMk/>
            <pc:sldMk cId="0" sldId="374"/>
            <ac:spMk id="60418" creationId="{0B1052B4-92BB-4B53-83F6-05EE5F604E07}"/>
          </ac:spMkLst>
        </pc:spChg>
        <pc:spChg chg="mod">
          <ac:chgData name="zh frank" userId="f416cd28ba4d9309" providerId="LiveId" clId="{24BDBE35-5E08-4570-B997-53A99398ACF9}" dt="2020-02-12T01:08:38.493" v="73" actId="14100"/>
          <ac:spMkLst>
            <pc:docMk/>
            <pc:sldMk cId="0" sldId="374"/>
            <ac:spMk id="336911" creationId="{28CE2EF0-26DC-2942-8D48-14FC565AC519}"/>
          </ac:spMkLst>
        </pc:spChg>
        <pc:picChg chg="mod">
          <ac:chgData name="zh frank" userId="f416cd28ba4d9309" providerId="LiveId" clId="{24BDBE35-5E08-4570-B997-53A99398ACF9}" dt="2020-02-12T01:08:58.836" v="75" actId="1076"/>
          <ac:picMkLst>
            <pc:docMk/>
            <pc:sldMk cId="0" sldId="374"/>
            <ac:picMk id="60419" creationId="{A923A92B-2FFD-4473-8D82-9C8E7AA80C6E}"/>
          </ac:picMkLst>
        </pc:picChg>
      </pc:sldChg>
      <pc:sldChg chg="modSp del">
        <pc:chgData name="zh frank" userId="f416cd28ba4d9309" providerId="LiveId" clId="{24BDBE35-5E08-4570-B997-53A99398ACF9}" dt="2020-02-12T01:03:15.520" v="58" actId="2696"/>
        <pc:sldMkLst>
          <pc:docMk/>
          <pc:sldMk cId="0" sldId="376"/>
        </pc:sldMkLst>
        <pc:spChg chg="mod">
          <ac:chgData name="zh frank" userId="f416cd28ba4d9309" providerId="LiveId" clId="{24BDBE35-5E08-4570-B997-53A99398ACF9}" dt="2020-02-12T01:00:30.682" v="49" actId="1076"/>
          <ac:spMkLst>
            <pc:docMk/>
            <pc:sldMk cId="0" sldId="376"/>
            <ac:spMk id="339970" creationId="{51F3929C-6F4F-F244-8145-A3EBBB25127F}"/>
          </ac:spMkLst>
        </pc:spChg>
      </pc:sldChg>
      <pc:sldChg chg="modSp">
        <pc:chgData name="zh frank" userId="f416cd28ba4d9309" providerId="LiveId" clId="{24BDBE35-5E08-4570-B997-53A99398ACF9}" dt="2020-02-12T01:09:44.882" v="83" actId="2711"/>
        <pc:sldMkLst>
          <pc:docMk/>
          <pc:sldMk cId="0" sldId="378"/>
        </pc:sldMkLst>
        <pc:spChg chg="mod">
          <ac:chgData name="zh frank" userId="f416cd28ba4d9309" providerId="LiveId" clId="{24BDBE35-5E08-4570-B997-53A99398ACF9}" dt="2020-02-12T01:09:24.585" v="79" actId="14100"/>
          <ac:spMkLst>
            <pc:docMk/>
            <pc:sldMk cId="0" sldId="378"/>
            <ac:spMk id="32770" creationId="{A761FF11-4222-874D-A1D4-7A30715E242C}"/>
          </ac:spMkLst>
        </pc:spChg>
        <pc:spChg chg="mod">
          <ac:chgData name="zh frank" userId="f416cd28ba4d9309" providerId="LiveId" clId="{24BDBE35-5E08-4570-B997-53A99398ACF9}" dt="2020-02-12T01:09:44.882" v="83" actId="2711"/>
          <ac:spMkLst>
            <pc:docMk/>
            <pc:sldMk cId="0" sldId="378"/>
            <ac:spMk id="62467" creationId="{3BC2F6EA-4C23-475F-8FA8-4CD82AB813C1}"/>
          </ac:spMkLst>
        </pc:spChg>
        <pc:spChg chg="mod">
          <ac:chgData name="zh frank" userId="f416cd28ba4d9309" providerId="LiveId" clId="{24BDBE35-5E08-4570-B997-53A99398ACF9}" dt="2020-02-12T01:09:44.882" v="83" actId="2711"/>
          <ac:spMkLst>
            <pc:docMk/>
            <pc:sldMk cId="0" sldId="378"/>
            <ac:spMk id="62468" creationId="{CB845659-FACA-4224-A415-B9B4B2CB20E5}"/>
          </ac:spMkLst>
        </pc:spChg>
        <pc:spChg chg="mod">
          <ac:chgData name="zh frank" userId="f416cd28ba4d9309" providerId="LiveId" clId="{24BDBE35-5E08-4570-B997-53A99398ACF9}" dt="2020-02-12T01:09:44.882" v="83" actId="2711"/>
          <ac:spMkLst>
            <pc:docMk/>
            <pc:sldMk cId="0" sldId="378"/>
            <ac:spMk id="62469" creationId="{EBC30C17-0ECB-490F-9AEA-FB76097C9F4C}"/>
          </ac:spMkLst>
        </pc:spChg>
        <pc:spChg chg="mod">
          <ac:chgData name="zh frank" userId="f416cd28ba4d9309" providerId="LiveId" clId="{24BDBE35-5E08-4570-B997-53A99398ACF9}" dt="2020-02-12T01:09:44.882" v="83" actId="2711"/>
          <ac:spMkLst>
            <pc:docMk/>
            <pc:sldMk cId="0" sldId="378"/>
            <ac:spMk id="62470" creationId="{373D30C0-578F-4F2B-8E69-1646831B3BD7}"/>
          </ac:spMkLst>
        </pc:spChg>
        <pc:spChg chg="mod">
          <ac:chgData name="zh frank" userId="f416cd28ba4d9309" providerId="LiveId" clId="{24BDBE35-5E08-4570-B997-53A99398ACF9}" dt="2020-02-12T01:09:44.882" v="83" actId="2711"/>
          <ac:spMkLst>
            <pc:docMk/>
            <pc:sldMk cId="0" sldId="378"/>
            <ac:spMk id="62471" creationId="{A9228BDA-9D58-4A0F-BD28-D343229273BD}"/>
          </ac:spMkLst>
        </pc:spChg>
        <pc:spChg chg="mod">
          <ac:chgData name="zh frank" userId="f416cd28ba4d9309" providerId="LiveId" clId="{24BDBE35-5E08-4570-B997-53A99398ACF9}" dt="2020-02-12T01:09:44.882" v="83" actId="2711"/>
          <ac:spMkLst>
            <pc:docMk/>
            <pc:sldMk cId="0" sldId="378"/>
            <ac:spMk id="62472" creationId="{F518F24B-E80F-4F16-8F24-A36BB071BD1F}"/>
          </ac:spMkLst>
        </pc:spChg>
        <pc:spChg chg="mod">
          <ac:chgData name="zh frank" userId="f416cd28ba4d9309" providerId="LiveId" clId="{24BDBE35-5E08-4570-B997-53A99398ACF9}" dt="2020-02-12T01:09:44.882" v="83" actId="2711"/>
          <ac:spMkLst>
            <pc:docMk/>
            <pc:sldMk cId="0" sldId="378"/>
            <ac:spMk id="62473" creationId="{7E5F678E-3F9C-4564-9DE4-6D5CFF703C01}"/>
          </ac:spMkLst>
        </pc:spChg>
        <pc:spChg chg="mod">
          <ac:chgData name="zh frank" userId="f416cd28ba4d9309" providerId="LiveId" clId="{24BDBE35-5E08-4570-B997-53A99398ACF9}" dt="2020-02-12T01:09:44.882" v="83" actId="2711"/>
          <ac:spMkLst>
            <pc:docMk/>
            <pc:sldMk cId="0" sldId="378"/>
            <ac:spMk id="62474" creationId="{0A677FA2-A6F9-4CC6-9C10-4964DE17FB2C}"/>
          </ac:spMkLst>
        </pc:spChg>
        <pc:spChg chg="mod">
          <ac:chgData name="zh frank" userId="f416cd28ba4d9309" providerId="LiveId" clId="{24BDBE35-5E08-4570-B997-53A99398ACF9}" dt="2020-02-12T01:09:44.882" v="83" actId="2711"/>
          <ac:spMkLst>
            <pc:docMk/>
            <pc:sldMk cId="0" sldId="378"/>
            <ac:spMk id="62475" creationId="{78942B51-F72A-45CA-BB7D-AAD25A2408CB}"/>
          </ac:spMkLst>
        </pc:spChg>
        <pc:spChg chg="mod">
          <ac:chgData name="zh frank" userId="f416cd28ba4d9309" providerId="LiveId" clId="{24BDBE35-5E08-4570-B997-53A99398ACF9}" dt="2020-02-12T01:09:44.882" v="83" actId="2711"/>
          <ac:spMkLst>
            <pc:docMk/>
            <pc:sldMk cId="0" sldId="378"/>
            <ac:spMk id="62476" creationId="{02C19FC9-7BBD-4777-BA9C-D5BD6EFEA6C2}"/>
          </ac:spMkLst>
        </pc:spChg>
        <pc:spChg chg="mod">
          <ac:chgData name="zh frank" userId="f416cd28ba4d9309" providerId="LiveId" clId="{24BDBE35-5E08-4570-B997-53A99398ACF9}" dt="2020-02-12T01:09:44.882" v="83" actId="2711"/>
          <ac:spMkLst>
            <pc:docMk/>
            <pc:sldMk cId="0" sldId="378"/>
            <ac:spMk id="62477" creationId="{648D8AA0-7785-454C-ACD4-8F247502E7CE}"/>
          </ac:spMkLst>
        </pc:spChg>
        <pc:spChg chg="mod">
          <ac:chgData name="zh frank" userId="f416cd28ba4d9309" providerId="LiveId" clId="{24BDBE35-5E08-4570-B997-53A99398ACF9}" dt="2020-02-12T01:09:44.882" v="83" actId="2711"/>
          <ac:spMkLst>
            <pc:docMk/>
            <pc:sldMk cId="0" sldId="378"/>
            <ac:spMk id="62478" creationId="{390DE23C-2E5E-443F-8333-EB9F34907E76}"/>
          </ac:spMkLst>
        </pc:spChg>
        <pc:spChg chg="mod">
          <ac:chgData name="zh frank" userId="f416cd28ba4d9309" providerId="LiveId" clId="{24BDBE35-5E08-4570-B997-53A99398ACF9}" dt="2020-02-12T01:09:44.882" v="83" actId="2711"/>
          <ac:spMkLst>
            <pc:docMk/>
            <pc:sldMk cId="0" sldId="378"/>
            <ac:spMk id="62479" creationId="{0FB4C83A-A798-4F1F-B92B-E5B670030D96}"/>
          </ac:spMkLst>
        </pc:spChg>
        <pc:spChg chg="mod">
          <ac:chgData name="zh frank" userId="f416cd28ba4d9309" providerId="LiveId" clId="{24BDBE35-5E08-4570-B997-53A99398ACF9}" dt="2020-02-12T01:09:44.882" v="83" actId="2711"/>
          <ac:spMkLst>
            <pc:docMk/>
            <pc:sldMk cId="0" sldId="378"/>
            <ac:spMk id="62480" creationId="{0BF6B430-93A5-40CA-8D6E-4998C274A5BB}"/>
          </ac:spMkLst>
        </pc:spChg>
        <pc:spChg chg="mod">
          <ac:chgData name="zh frank" userId="f416cd28ba4d9309" providerId="LiveId" clId="{24BDBE35-5E08-4570-B997-53A99398ACF9}" dt="2020-02-12T01:09:44.882" v="83" actId="2711"/>
          <ac:spMkLst>
            <pc:docMk/>
            <pc:sldMk cId="0" sldId="378"/>
            <ac:spMk id="62481" creationId="{5E126409-0B08-4817-8899-B7412036D7D2}"/>
          </ac:spMkLst>
        </pc:spChg>
        <pc:spChg chg="mod">
          <ac:chgData name="zh frank" userId="f416cd28ba4d9309" providerId="LiveId" clId="{24BDBE35-5E08-4570-B997-53A99398ACF9}" dt="2020-02-12T01:09:44.882" v="83" actId="2711"/>
          <ac:spMkLst>
            <pc:docMk/>
            <pc:sldMk cId="0" sldId="378"/>
            <ac:spMk id="62482" creationId="{C0BBFC2C-2590-490E-AB92-8C4A946144BA}"/>
          </ac:spMkLst>
        </pc:spChg>
        <pc:spChg chg="mod">
          <ac:chgData name="zh frank" userId="f416cd28ba4d9309" providerId="LiveId" clId="{24BDBE35-5E08-4570-B997-53A99398ACF9}" dt="2020-02-12T01:09:44.882" v="83" actId="2711"/>
          <ac:spMkLst>
            <pc:docMk/>
            <pc:sldMk cId="0" sldId="378"/>
            <ac:spMk id="62483" creationId="{36697331-A978-4795-B3D8-88CC506101AC}"/>
          </ac:spMkLst>
        </pc:spChg>
        <pc:spChg chg="mod">
          <ac:chgData name="zh frank" userId="f416cd28ba4d9309" providerId="LiveId" clId="{24BDBE35-5E08-4570-B997-53A99398ACF9}" dt="2020-02-12T01:09:44.882" v="83" actId="2711"/>
          <ac:spMkLst>
            <pc:docMk/>
            <pc:sldMk cId="0" sldId="378"/>
            <ac:spMk id="62484" creationId="{614FF201-D04D-4211-BE1E-FD7341365DEA}"/>
          </ac:spMkLst>
        </pc:spChg>
        <pc:spChg chg="mod">
          <ac:chgData name="zh frank" userId="f416cd28ba4d9309" providerId="LiveId" clId="{24BDBE35-5E08-4570-B997-53A99398ACF9}" dt="2020-02-12T01:09:44.882" v="83" actId="2711"/>
          <ac:spMkLst>
            <pc:docMk/>
            <pc:sldMk cId="0" sldId="378"/>
            <ac:spMk id="62485" creationId="{A5B87AAE-F880-45BF-8FBF-540ADCCD479E}"/>
          </ac:spMkLst>
        </pc:spChg>
        <pc:spChg chg="mod">
          <ac:chgData name="zh frank" userId="f416cd28ba4d9309" providerId="LiveId" clId="{24BDBE35-5E08-4570-B997-53A99398ACF9}" dt="2020-02-12T01:09:44.882" v="83" actId="2711"/>
          <ac:spMkLst>
            <pc:docMk/>
            <pc:sldMk cId="0" sldId="378"/>
            <ac:spMk id="62486" creationId="{1B9F4502-4A61-4C10-8C96-B46AF82A6609}"/>
          </ac:spMkLst>
        </pc:spChg>
        <pc:spChg chg="mod">
          <ac:chgData name="zh frank" userId="f416cd28ba4d9309" providerId="LiveId" clId="{24BDBE35-5E08-4570-B997-53A99398ACF9}" dt="2020-02-12T01:09:44.882" v="83" actId="2711"/>
          <ac:spMkLst>
            <pc:docMk/>
            <pc:sldMk cId="0" sldId="378"/>
            <ac:spMk id="62487" creationId="{8CD636AC-84DA-4E56-87A2-583F28BF3041}"/>
          </ac:spMkLst>
        </pc:spChg>
        <pc:spChg chg="mod">
          <ac:chgData name="zh frank" userId="f416cd28ba4d9309" providerId="LiveId" clId="{24BDBE35-5E08-4570-B997-53A99398ACF9}" dt="2020-02-12T01:09:44.882" v="83" actId="2711"/>
          <ac:spMkLst>
            <pc:docMk/>
            <pc:sldMk cId="0" sldId="378"/>
            <ac:spMk id="62488" creationId="{59671EF1-5F78-49F8-A464-7D06F1AF957D}"/>
          </ac:spMkLst>
        </pc:spChg>
        <pc:spChg chg="mod">
          <ac:chgData name="zh frank" userId="f416cd28ba4d9309" providerId="LiveId" clId="{24BDBE35-5E08-4570-B997-53A99398ACF9}" dt="2020-02-12T01:09:44.882" v="83" actId="2711"/>
          <ac:spMkLst>
            <pc:docMk/>
            <pc:sldMk cId="0" sldId="378"/>
            <ac:spMk id="62489" creationId="{1729B07C-7B67-4A3B-87F7-3FBF02E4ADF6}"/>
          </ac:spMkLst>
        </pc:spChg>
        <pc:spChg chg="mod">
          <ac:chgData name="zh frank" userId="f416cd28ba4d9309" providerId="LiveId" clId="{24BDBE35-5E08-4570-B997-53A99398ACF9}" dt="2020-02-12T01:09:44.882" v="83" actId="2711"/>
          <ac:spMkLst>
            <pc:docMk/>
            <pc:sldMk cId="0" sldId="378"/>
            <ac:spMk id="62490" creationId="{B6545A6F-49FA-4FC7-B369-4B7609525C4D}"/>
          </ac:spMkLst>
        </pc:spChg>
        <pc:spChg chg="mod">
          <ac:chgData name="zh frank" userId="f416cd28ba4d9309" providerId="LiveId" clId="{24BDBE35-5E08-4570-B997-53A99398ACF9}" dt="2020-02-12T01:09:44.882" v="83" actId="2711"/>
          <ac:spMkLst>
            <pc:docMk/>
            <pc:sldMk cId="0" sldId="378"/>
            <ac:spMk id="62491" creationId="{DD37C7B0-6FF1-42F3-AB7E-9F081A43367E}"/>
          </ac:spMkLst>
        </pc:spChg>
        <pc:spChg chg="mod">
          <ac:chgData name="zh frank" userId="f416cd28ba4d9309" providerId="LiveId" clId="{24BDBE35-5E08-4570-B997-53A99398ACF9}" dt="2020-02-12T01:09:44.882" v="83" actId="2711"/>
          <ac:spMkLst>
            <pc:docMk/>
            <pc:sldMk cId="0" sldId="378"/>
            <ac:spMk id="62492" creationId="{BB0DC060-843F-4E7D-8EED-82158B634DB5}"/>
          </ac:spMkLst>
        </pc:spChg>
        <pc:spChg chg="mod">
          <ac:chgData name="zh frank" userId="f416cd28ba4d9309" providerId="LiveId" clId="{24BDBE35-5E08-4570-B997-53A99398ACF9}" dt="2020-02-12T01:09:44.882" v="83" actId="2711"/>
          <ac:spMkLst>
            <pc:docMk/>
            <pc:sldMk cId="0" sldId="378"/>
            <ac:spMk id="62493" creationId="{C4F1825A-297F-4AA5-B0C8-0A2F0BB81E16}"/>
          </ac:spMkLst>
        </pc:spChg>
        <pc:spChg chg="mod">
          <ac:chgData name="zh frank" userId="f416cd28ba4d9309" providerId="LiveId" clId="{24BDBE35-5E08-4570-B997-53A99398ACF9}" dt="2020-02-12T01:09:44.882" v="83" actId="2711"/>
          <ac:spMkLst>
            <pc:docMk/>
            <pc:sldMk cId="0" sldId="378"/>
            <ac:spMk id="62494" creationId="{837ABABD-FA6C-4E5A-9569-2D0FA035C671}"/>
          </ac:spMkLst>
        </pc:spChg>
        <pc:spChg chg="mod">
          <ac:chgData name="zh frank" userId="f416cd28ba4d9309" providerId="LiveId" clId="{24BDBE35-5E08-4570-B997-53A99398ACF9}" dt="2020-02-12T01:09:44.882" v="83" actId="2711"/>
          <ac:spMkLst>
            <pc:docMk/>
            <pc:sldMk cId="0" sldId="378"/>
            <ac:spMk id="62495" creationId="{C36A15BB-9FB6-4EA2-9B17-38F73BC39063}"/>
          </ac:spMkLst>
        </pc:spChg>
        <pc:spChg chg="mod">
          <ac:chgData name="zh frank" userId="f416cd28ba4d9309" providerId="LiveId" clId="{24BDBE35-5E08-4570-B997-53A99398ACF9}" dt="2020-02-12T01:09:44.882" v="83" actId="2711"/>
          <ac:spMkLst>
            <pc:docMk/>
            <pc:sldMk cId="0" sldId="378"/>
            <ac:spMk id="62496" creationId="{9A2D9105-0858-4D81-97A2-61324FD08D47}"/>
          </ac:spMkLst>
        </pc:spChg>
        <pc:spChg chg="mod">
          <ac:chgData name="zh frank" userId="f416cd28ba4d9309" providerId="LiveId" clId="{24BDBE35-5E08-4570-B997-53A99398ACF9}" dt="2020-02-12T01:09:44.882" v="83" actId="2711"/>
          <ac:spMkLst>
            <pc:docMk/>
            <pc:sldMk cId="0" sldId="378"/>
            <ac:spMk id="62497" creationId="{25020AAF-9E08-480D-B0E0-D3DC3686078C}"/>
          </ac:spMkLst>
        </pc:spChg>
        <pc:spChg chg="mod">
          <ac:chgData name="zh frank" userId="f416cd28ba4d9309" providerId="LiveId" clId="{24BDBE35-5E08-4570-B997-53A99398ACF9}" dt="2020-02-12T01:09:44.882" v="83" actId="2711"/>
          <ac:spMkLst>
            <pc:docMk/>
            <pc:sldMk cId="0" sldId="378"/>
            <ac:spMk id="62498" creationId="{6DF1D590-5C6E-4F07-BB71-93FBC9BFEF05}"/>
          </ac:spMkLst>
        </pc:spChg>
        <pc:spChg chg="mod">
          <ac:chgData name="zh frank" userId="f416cd28ba4d9309" providerId="LiveId" clId="{24BDBE35-5E08-4570-B997-53A99398ACF9}" dt="2020-02-12T01:09:44.882" v="83" actId="2711"/>
          <ac:spMkLst>
            <pc:docMk/>
            <pc:sldMk cId="0" sldId="378"/>
            <ac:spMk id="62499" creationId="{05725511-BA2F-4D99-8E80-1327380F9D56}"/>
          </ac:spMkLst>
        </pc:spChg>
        <pc:spChg chg="mod">
          <ac:chgData name="zh frank" userId="f416cd28ba4d9309" providerId="LiveId" clId="{24BDBE35-5E08-4570-B997-53A99398ACF9}" dt="2020-02-12T01:09:44.882" v="83" actId="2711"/>
          <ac:spMkLst>
            <pc:docMk/>
            <pc:sldMk cId="0" sldId="378"/>
            <ac:spMk id="62500" creationId="{866F3BEB-4631-4CD9-9B15-404C77AA7BB0}"/>
          </ac:spMkLst>
        </pc:spChg>
        <pc:spChg chg="mod">
          <ac:chgData name="zh frank" userId="f416cd28ba4d9309" providerId="LiveId" clId="{24BDBE35-5E08-4570-B997-53A99398ACF9}" dt="2020-02-12T01:09:44.882" v="83" actId="2711"/>
          <ac:spMkLst>
            <pc:docMk/>
            <pc:sldMk cId="0" sldId="378"/>
            <ac:spMk id="62501" creationId="{0068834B-AB8C-4B83-A4B5-B514CE1C40F6}"/>
          </ac:spMkLst>
        </pc:spChg>
        <pc:spChg chg="mod">
          <ac:chgData name="zh frank" userId="f416cd28ba4d9309" providerId="LiveId" clId="{24BDBE35-5E08-4570-B997-53A99398ACF9}" dt="2020-02-12T01:09:44.882" v="83" actId="2711"/>
          <ac:spMkLst>
            <pc:docMk/>
            <pc:sldMk cId="0" sldId="378"/>
            <ac:spMk id="62502" creationId="{4E7E6A84-92FE-4630-A20B-E131E6697C68}"/>
          </ac:spMkLst>
        </pc:spChg>
        <pc:spChg chg="mod">
          <ac:chgData name="zh frank" userId="f416cd28ba4d9309" providerId="LiveId" clId="{24BDBE35-5E08-4570-B997-53A99398ACF9}" dt="2020-02-12T01:09:44.882" v="83" actId="2711"/>
          <ac:spMkLst>
            <pc:docMk/>
            <pc:sldMk cId="0" sldId="378"/>
            <ac:spMk id="62503" creationId="{9E9C80BA-E571-49E2-8070-4971A0831E74}"/>
          </ac:spMkLst>
        </pc:spChg>
        <pc:spChg chg="mod">
          <ac:chgData name="zh frank" userId="f416cd28ba4d9309" providerId="LiveId" clId="{24BDBE35-5E08-4570-B997-53A99398ACF9}" dt="2020-02-12T01:09:44.882" v="83" actId="2711"/>
          <ac:spMkLst>
            <pc:docMk/>
            <pc:sldMk cId="0" sldId="378"/>
            <ac:spMk id="62504" creationId="{6575B9EE-6633-4B21-94EC-E37D7B4B4FC2}"/>
          </ac:spMkLst>
        </pc:spChg>
        <pc:spChg chg="mod">
          <ac:chgData name="zh frank" userId="f416cd28ba4d9309" providerId="LiveId" clId="{24BDBE35-5E08-4570-B997-53A99398ACF9}" dt="2020-02-12T01:09:44.882" v="83" actId="2711"/>
          <ac:spMkLst>
            <pc:docMk/>
            <pc:sldMk cId="0" sldId="378"/>
            <ac:spMk id="62505" creationId="{30BD6CAB-DD56-4EFD-81D3-5CE2ACC53823}"/>
          </ac:spMkLst>
        </pc:spChg>
        <pc:spChg chg="mod">
          <ac:chgData name="zh frank" userId="f416cd28ba4d9309" providerId="LiveId" clId="{24BDBE35-5E08-4570-B997-53A99398ACF9}" dt="2020-02-12T01:09:44.882" v="83" actId="2711"/>
          <ac:spMkLst>
            <pc:docMk/>
            <pc:sldMk cId="0" sldId="378"/>
            <ac:spMk id="62506" creationId="{7B37A24F-A2DD-4252-B85F-25BCC2241CC5}"/>
          </ac:spMkLst>
        </pc:spChg>
        <pc:spChg chg="mod">
          <ac:chgData name="zh frank" userId="f416cd28ba4d9309" providerId="LiveId" clId="{24BDBE35-5E08-4570-B997-53A99398ACF9}" dt="2020-02-12T01:09:44.882" v="83" actId="2711"/>
          <ac:spMkLst>
            <pc:docMk/>
            <pc:sldMk cId="0" sldId="378"/>
            <ac:spMk id="62507" creationId="{A48629C3-B317-415D-848F-CEEF25E6C923}"/>
          </ac:spMkLst>
        </pc:spChg>
        <pc:spChg chg="mod">
          <ac:chgData name="zh frank" userId="f416cd28ba4d9309" providerId="LiveId" clId="{24BDBE35-5E08-4570-B997-53A99398ACF9}" dt="2020-02-12T01:09:44.882" v="83" actId="2711"/>
          <ac:spMkLst>
            <pc:docMk/>
            <pc:sldMk cId="0" sldId="378"/>
            <ac:spMk id="62508" creationId="{004E6A4C-B1A6-4BDA-BB30-A261501051BB}"/>
          </ac:spMkLst>
        </pc:spChg>
        <pc:spChg chg="mod">
          <ac:chgData name="zh frank" userId="f416cd28ba4d9309" providerId="LiveId" clId="{24BDBE35-5E08-4570-B997-53A99398ACF9}" dt="2020-02-12T01:09:44.882" v="83" actId="2711"/>
          <ac:spMkLst>
            <pc:docMk/>
            <pc:sldMk cId="0" sldId="378"/>
            <ac:spMk id="62509" creationId="{78D9DD92-23D1-45A7-8E9C-D4D6D2AFB5DE}"/>
          </ac:spMkLst>
        </pc:spChg>
        <pc:spChg chg="mod">
          <ac:chgData name="zh frank" userId="f416cd28ba4d9309" providerId="LiveId" clId="{24BDBE35-5E08-4570-B997-53A99398ACF9}" dt="2020-02-12T01:09:44.882" v="83" actId="2711"/>
          <ac:spMkLst>
            <pc:docMk/>
            <pc:sldMk cId="0" sldId="378"/>
            <ac:spMk id="62510" creationId="{169E7D0B-DE24-4029-8615-A82713A685C9}"/>
          </ac:spMkLst>
        </pc:spChg>
        <pc:spChg chg="mod">
          <ac:chgData name="zh frank" userId="f416cd28ba4d9309" providerId="LiveId" clId="{24BDBE35-5E08-4570-B997-53A99398ACF9}" dt="2020-02-12T01:09:44.882" v="83" actId="2711"/>
          <ac:spMkLst>
            <pc:docMk/>
            <pc:sldMk cId="0" sldId="378"/>
            <ac:spMk id="62511" creationId="{026301C4-5250-47EA-A302-79876BC2D39C}"/>
          </ac:spMkLst>
        </pc:spChg>
        <pc:spChg chg="mod">
          <ac:chgData name="zh frank" userId="f416cd28ba4d9309" providerId="LiveId" clId="{24BDBE35-5E08-4570-B997-53A99398ACF9}" dt="2020-02-12T01:09:44.882" v="83" actId="2711"/>
          <ac:spMkLst>
            <pc:docMk/>
            <pc:sldMk cId="0" sldId="378"/>
            <ac:spMk id="62512" creationId="{6B585027-B416-4A9C-A210-2609D1EC64AF}"/>
          </ac:spMkLst>
        </pc:spChg>
        <pc:spChg chg="mod">
          <ac:chgData name="zh frank" userId="f416cd28ba4d9309" providerId="LiveId" clId="{24BDBE35-5E08-4570-B997-53A99398ACF9}" dt="2020-02-12T01:09:44.882" v="83" actId="2711"/>
          <ac:spMkLst>
            <pc:docMk/>
            <pc:sldMk cId="0" sldId="378"/>
            <ac:spMk id="62513" creationId="{F075F57F-BF0C-4488-BD3A-B2C60EBC759A}"/>
          </ac:spMkLst>
        </pc:spChg>
      </pc:sldChg>
      <pc:sldChg chg="modSp">
        <pc:chgData name="zh frank" userId="f416cd28ba4d9309" providerId="LiveId" clId="{24BDBE35-5E08-4570-B997-53A99398ACF9}" dt="2020-02-12T01:13:38.842" v="119" actId="1076"/>
        <pc:sldMkLst>
          <pc:docMk/>
          <pc:sldMk cId="0" sldId="384"/>
        </pc:sldMkLst>
        <pc:spChg chg="mod">
          <ac:chgData name="zh frank" userId="f416cd28ba4d9309" providerId="LiveId" clId="{24BDBE35-5E08-4570-B997-53A99398ACF9}" dt="2020-02-12T01:13:19.468" v="116" actId="2711"/>
          <ac:spMkLst>
            <pc:docMk/>
            <pc:sldMk cId="0" sldId="384"/>
            <ac:spMk id="70658" creationId="{52F922B1-040A-4FCC-801B-AB7357CCE307}"/>
          </ac:spMkLst>
        </pc:spChg>
        <pc:spChg chg="mod">
          <ac:chgData name="zh frank" userId="f416cd28ba4d9309" providerId="LiveId" clId="{24BDBE35-5E08-4570-B997-53A99398ACF9}" dt="2020-02-12T01:13:19.468" v="116" actId="2711"/>
          <ac:spMkLst>
            <pc:docMk/>
            <pc:sldMk cId="0" sldId="384"/>
            <ac:spMk id="70662" creationId="{C3891C4C-62D6-4629-B302-76B10F9F9F39}"/>
          </ac:spMkLst>
        </pc:spChg>
        <pc:spChg chg="mod">
          <ac:chgData name="zh frank" userId="f416cd28ba4d9309" providerId="LiveId" clId="{24BDBE35-5E08-4570-B997-53A99398ACF9}" dt="2020-02-12T01:13:19.468" v="116" actId="2711"/>
          <ac:spMkLst>
            <pc:docMk/>
            <pc:sldMk cId="0" sldId="384"/>
            <ac:spMk id="70663" creationId="{27A56093-CCE5-4C97-B0AF-29C3FA70A193}"/>
          </ac:spMkLst>
        </pc:spChg>
        <pc:spChg chg="mod">
          <ac:chgData name="zh frank" userId="f416cd28ba4d9309" providerId="LiveId" clId="{24BDBE35-5E08-4570-B997-53A99398ACF9}" dt="2020-02-12T01:13:19.468" v="116" actId="2711"/>
          <ac:spMkLst>
            <pc:docMk/>
            <pc:sldMk cId="0" sldId="384"/>
            <ac:spMk id="70664" creationId="{25E37240-3BA7-4011-846D-1B1B6882B4C6}"/>
          </ac:spMkLst>
        </pc:spChg>
        <pc:spChg chg="mod">
          <ac:chgData name="zh frank" userId="f416cd28ba4d9309" providerId="LiveId" clId="{24BDBE35-5E08-4570-B997-53A99398ACF9}" dt="2020-02-12T01:13:19.468" v="116" actId="2711"/>
          <ac:spMkLst>
            <pc:docMk/>
            <pc:sldMk cId="0" sldId="384"/>
            <ac:spMk id="70665" creationId="{06145CB4-F192-43D9-B473-1FCACC136191}"/>
          </ac:spMkLst>
        </pc:spChg>
        <pc:spChg chg="mod">
          <ac:chgData name="zh frank" userId="f416cd28ba4d9309" providerId="LiveId" clId="{24BDBE35-5E08-4570-B997-53A99398ACF9}" dt="2020-02-12T01:13:19.468" v="116" actId="2711"/>
          <ac:spMkLst>
            <pc:docMk/>
            <pc:sldMk cId="0" sldId="384"/>
            <ac:spMk id="70666" creationId="{B776AACE-915A-4F7D-A5EC-0522265276DD}"/>
          </ac:spMkLst>
        </pc:spChg>
        <pc:spChg chg="mod">
          <ac:chgData name="zh frank" userId="f416cd28ba4d9309" providerId="LiveId" clId="{24BDBE35-5E08-4570-B997-53A99398ACF9}" dt="2020-02-12T01:13:19.468" v="116" actId="2711"/>
          <ac:spMkLst>
            <pc:docMk/>
            <pc:sldMk cId="0" sldId="384"/>
            <ac:spMk id="70667" creationId="{0872BAEC-9F25-43C1-AEA6-FAAE9B0672CD}"/>
          </ac:spMkLst>
        </pc:spChg>
        <pc:spChg chg="mod">
          <ac:chgData name="zh frank" userId="f416cd28ba4d9309" providerId="LiveId" clId="{24BDBE35-5E08-4570-B997-53A99398ACF9}" dt="2020-02-12T01:13:19.468" v="116" actId="2711"/>
          <ac:spMkLst>
            <pc:docMk/>
            <pc:sldMk cId="0" sldId="384"/>
            <ac:spMk id="70668" creationId="{D69A443F-A033-4001-8E2D-D14CED2AF3CF}"/>
          </ac:spMkLst>
        </pc:spChg>
        <pc:spChg chg="mod">
          <ac:chgData name="zh frank" userId="f416cd28ba4d9309" providerId="LiveId" clId="{24BDBE35-5E08-4570-B997-53A99398ACF9}" dt="2020-02-12T01:13:19.468" v="116" actId="2711"/>
          <ac:spMkLst>
            <pc:docMk/>
            <pc:sldMk cId="0" sldId="384"/>
            <ac:spMk id="70669" creationId="{BCF17332-99E0-41CB-BB12-30AD1ADB0485}"/>
          </ac:spMkLst>
        </pc:spChg>
        <pc:spChg chg="mod">
          <ac:chgData name="zh frank" userId="f416cd28ba4d9309" providerId="LiveId" clId="{24BDBE35-5E08-4570-B997-53A99398ACF9}" dt="2020-02-12T01:13:19.468" v="116" actId="2711"/>
          <ac:spMkLst>
            <pc:docMk/>
            <pc:sldMk cId="0" sldId="384"/>
            <ac:spMk id="70670" creationId="{9420CD64-F359-4FFE-B038-84BD95693D69}"/>
          </ac:spMkLst>
        </pc:spChg>
        <pc:spChg chg="mod">
          <ac:chgData name="zh frank" userId="f416cd28ba4d9309" providerId="LiveId" clId="{24BDBE35-5E08-4570-B997-53A99398ACF9}" dt="2020-02-12T01:13:19.468" v="116" actId="2711"/>
          <ac:spMkLst>
            <pc:docMk/>
            <pc:sldMk cId="0" sldId="384"/>
            <ac:spMk id="70672" creationId="{72BE0794-5CF3-43AE-9BCD-F258F911EEE0}"/>
          </ac:spMkLst>
        </pc:spChg>
        <pc:spChg chg="mod">
          <ac:chgData name="zh frank" userId="f416cd28ba4d9309" providerId="LiveId" clId="{24BDBE35-5E08-4570-B997-53A99398ACF9}" dt="2020-02-12T01:13:19.468" v="116" actId="2711"/>
          <ac:spMkLst>
            <pc:docMk/>
            <pc:sldMk cId="0" sldId="384"/>
            <ac:spMk id="70674" creationId="{C5107034-1B6A-4045-B41A-C545D5E1B045}"/>
          </ac:spMkLst>
        </pc:spChg>
        <pc:spChg chg="mod">
          <ac:chgData name="zh frank" userId="f416cd28ba4d9309" providerId="LiveId" clId="{24BDBE35-5E08-4570-B997-53A99398ACF9}" dt="2020-02-12T01:13:19.468" v="116" actId="2711"/>
          <ac:spMkLst>
            <pc:docMk/>
            <pc:sldMk cId="0" sldId="384"/>
            <ac:spMk id="70675" creationId="{B723E1A5-A00C-4C2D-9BCD-BE35F4D793A7}"/>
          </ac:spMkLst>
        </pc:spChg>
        <pc:spChg chg="mod">
          <ac:chgData name="zh frank" userId="f416cd28ba4d9309" providerId="LiveId" clId="{24BDBE35-5E08-4570-B997-53A99398ACF9}" dt="2020-02-12T01:13:19.468" v="116" actId="2711"/>
          <ac:spMkLst>
            <pc:docMk/>
            <pc:sldMk cId="0" sldId="384"/>
            <ac:spMk id="70676" creationId="{E959D594-3027-46A9-9881-6FBA8CE215F3}"/>
          </ac:spMkLst>
        </pc:spChg>
        <pc:spChg chg="mod">
          <ac:chgData name="zh frank" userId="f416cd28ba4d9309" providerId="LiveId" clId="{24BDBE35-5E08-4570-B997-53A99398ACF9}" dt="2020-02-12T01:13:19.468" v="116" actId="2711"/>
          <ac:spMkLst>
            <pc:docMk/>
            <pc:sldMk cId="0" sldId="384"/>
            <ac:spMk id="70677" creationId="{4ADEA482-B16C-4DA5-AACE-B89A68BAB4FB}"/>
          </ac:spMkLst>
        </pc:spChg>
        <pc:spChg chg="mod">
          <ac:chgData name="zh frank" userId="f416cd28ba4d9309" providerId="LiveId" clId="{24BDBE35-5E08-4570-B997-53A99398ACF9}" dt="2020-02-12T01:13:19.468" v="116" actId="2711"/>
          <ac:spMkLst>
            <pc:docMk/>
            <pc:sldMk cId="0" sldId="384"/>
            <ac:spMk id="70678" creationId="{3C3C1467-06E2-4338-B887-F3D372909788}"/>
          </ac:spMkLst>
        </pc:spChg>
        <pc:spChg chg="mod">
          <ac:chgData name="zh frank" userId="f416cd28ba4d9309" providerId="LiveId" clId="{24BDBE35-5E08-4570-B997-53A99398ACF9}" dt="2020-02-12T01:13:19.468" v="116" actId="2711"/>
          <ac:spMkLst>
            <pc:docMk/>
            <pc:sldMk cId="0" sldId="384"/>
            <ac:spMk id="70679" creationId="{6D7D8AAC-7F00-4D7A-B7D0-A68144A2AC16}"/>
          </ac:spMkLst>
        </pc:spChg>
        <pc:spChg chg="mod">
          <ac:chgData name="zh frank" userId="f416cd28ba4d9309" providerId="LiveId" clId="{24BDBE35-5E08-4570-B997-53A99398ACF9}" dt="2020-02-12T01:13:19.468" v="116" actId="2711"/>
          <ac:spMkLst>
            <pc:docMk/>
            <pc:sldMk cId="0" sldId="384"/>
            <ac:spMk id="70680" creationId="{FB39D456-A59D-4672-AC63-18BE1D43E9B3}"/>
          </ac:spMkLst>
        </pc:spChg>
        <pc:spChg chg="mod">
          <ac:chgData name="zh frank" userId="f416cd28ba4d9309" providerId="LiveId" clId="{24BDBE35-5E08-4570-B997-53A99398ACF9}" dt="2020-02-12T01:13:19.468" v="116" actId="2711"/>
          <ac:spMkLst>
            <pc:docMk/>
            <pc:sldMk cId="0" sldId="384"/>
            <ac:spMk id="70681" creationId="{32EFF5D2-FC42-459E-8627-9001B667F18B}"/>
          </ac:spMkLst>
        </pc:spChg>
        <pc:spChg chg="mod">
          <ac:chgData name="zh frank" userId="f416cd28ba4d9309" providerId="LiveId" clId="{24BDBE35-5E08-4570-B997-53A99398ACF9}" dt="2020-02-12T01:13:19.468" v="116" actId="2711"/>
          <ac:spMkLst>
            <pc:docMk/>
            <pc:sldMk cId="0" sldId="384"/>
            <ac:spMk id="70682" creationId="{C8B4F252-EA42-4FFC-8C77-A63552A394CF}"/>
          </ac:spMkLst>
        </pc:spChg>
        <pc:spChg chg="mod">
          <ac:chgData name="zh frank" userId="f416cd28ba4d9309" providerId="LiveId" clId="{24BDBE35-5E08-4570-B997-53A99398ACF9}" dt="2020-02-12T01:13:19.468" v="116" actId="2711"/>
          <ac:spMkLst>
            <pc:docMk/>
            <pc:sldMk cId="0" sldId="384"/>
            <ac:spMk id="70683" creationId="{AD5A5A3A-6960-49B1-BE0C-EB98FF21FF79}"/>
          </ac:spMkLst>
        </pc:spChg>
        <pc:spChg chg="mod">
          <ac:chgData name="zh frank" userId="f416cd28ba4d9309" providerId="LiveId" clId="{24BDBE35-5E08-4570-B997-53A99398ACF9}" dt="2020-02-12T01:13:19.468" v="116" actId="2711"/>
          <ac:spMkLst>
            <pc:docMk/>
            <pc:sldMk cId="0" sldId="384"/>
            <ac:spMk id="70684" creationId="{54638CB3-163F-4D7B-B98C-1EF06E5BAD11}"/>
          </ac:spMkLst>
        </pc:spChg>
        <pc:spChg chg="mod">
          <ac:chgData name="zh frank" userId="f416cd28ba4d9309" providerId="LiveId" clId="{24BDBE35-5E08-4570-B997-53A99398ACF9}" dt="2020-02-12T01:13:19.468" v="116" actId="2711"/>
          <ac:spMkLst>
            <pc:docMk/>
            <pc:sldMk cId="0" sldId="384"/>
            <ac:spMk id="70685" creationId="{53B08260-11FB-43BD-8D73-8AF4391E1B62}"/>
          </ac:spMkLst>
        </pc:spChg>
        <pc:spChg chg="mod">
          <ac:chgData name="zh frank" userId="f416cd28ba4d9309" providerId="LiveId" clId="{24BDBE35-5E08-4570-B997-53A99398ACF9}" dt="2020-02-12T01:13:19.468" v="116" actId="2711"/>
          <ac:spMkLst>
            <pc:docMk/>
            <pc:sldMk cId="0" sldId="384"/>
            <ac:spMk id="70686" creationId="{BD8FD4B7-74F3-453A-9CF0-0B0BB6EEA317}"/>
          </ac:spMkLst>
        </pc:spChg>
        <pc:spChg chg="mod">
          <ac:chgData name="zh frank" userId="f416cd28ba4d9309" providerId="LiveId" clId="{24BDBE35-5E08-4570-B997-53A99398ACF9}" dt="2020-02-12T01:13:19.468" v="116" actId="2711"/>
          <ac:spMkLst>
            <pc:docMk/>
            <pc:sldMk cId="0" sldId="384"/>
            <ac:spMk id="70687" creationId="{24EAEB72-BC0E-4CF0-858C-2FF07C750841}"/>
          </ac:spMkLst>
        </pc:spChg>
        <pc:spChg chg="mod">
          <ac:chgData name="zh frank" userId="f416cd28ba4d9309" providerId="LiveId" clId="{24BDBE35-5E08-4570-B997-53A99398ACF9}" dt="2020-02-12T01:13:19.468" v="116" actId="2711"/>
          <ac:spMkLst>
            <pc:docMk/>
            <pc:sldMk cId="0" sldId="384"/>
            <ac:spMk id="70689" creationId="{BB7DA7B2-9435-476C-8576-42FEF0C9789B}"/>
          </ac:spMkLst>
        </pc:spChg>
        <pc:spChg chg="mod">
          <ac:chgData name="zh frank" userId="f416cd28ba4d9309" providerId="LiveId" clId="{24BDBE35-5E08-4570-B997-53A99398ACF9}" dt="2020-02-12T01:13:19.468" v="116" actId="2711"/>
          <ac:spMkLst>
            <pc:docMk/>
            <pc:sldMk cId="0" sldId="384"/>
            <ac:spMk id="70690" creationId="{6551D10A-2765-4896-B115-A3F5C389C0D9}"/>
          </ac:spMkLst>
        </pc:spChg>
        <pc:spChg chg="mod">
          <ac:chgData name="zh frank" userId="f416cd28ba4d9309" providerId="LiveId" clId="{24BDBE35-5E08-4570-B997-53A99398ACF9}" dt="2020-02-12T01:13:19.468" v="116" actId="2711"/>
          <ac:spMkLst>
            <pc:docMk/>
            <pc:sldMk cId="0" sldId="384"/>
            <ac:spMk id="70691" creationId="{F0B505AF-5406-4665-8483-039C8372D01E}"/>
          </ac:spMkLst>
        </pc:spChg>
        <pc:spChg chg="mod">
          <ac:chgData name="zh frank" userId="f416cd28ba4d9309" providerId="LiveId" clId="{24BDBE35-5E08-4570-B997-53A99398ACF9}" dt="2020-02-12T01:13:19.468" v="116" actId="2711"/>
          <ac:spMkLst>
            <pc:docMk/>
            <pc:sldMk cId="0" sldId="384"/>
            <ac:spMk id="70692" creationId="{A4C97D49-62D5-42C4-A9DB-B9E0AB0B3B1D}"/>
          </ac:spMkLst>
        </pc:spChg>
        <pc:spChg chg="mod">
          <ac:chgData name="zh frank" userId="f416cd28ba4d9309" providerId="LiveId" clId="{24BDBE35-5E08-4570-B997-53A99398ACF9}" dt="2020-02-12T01:13:19.468" v="116" actId="2711"/>
          <ac:spMkLst>
            <pc:docMk/>
            <pc:sldMk cId="0" sldId="384"/>
            <ac:spMk id="70693" creationId="{1E3DF301-4943-46A6-B975-197E9A4C2F08}"/>
          </ac:spMkLst>
        </pc:spChg>
        <pc:spChg chg="mod">
          <ac:chgData name="zh frank" userId="f416cd28ba4d9309" providerId="LiveId" clId="{24BDBE35-5E08-4570-B997-53A99398ACF9}" dt="2020-02-12T01:13:19.468" v="116" actId="2711"/>
          <ac:spMkLst>
            <pc:docMk/>
            <pc:sldMk cId="0" sldId="384"/>
            <ac:spMk id="70694" creationId="{D8A7FA6F-4419-4FDC-A089-2B0E876EC9AF}"/>
          </ac:spMkLst>
        </pc:spChg>
        <pc:spChg chg="mod">
          <ac:chgData name="zh frank" userId="f416cd28ba4d9309" providerId="LiveId" clId="{24BDBE35-5E08-4570-B997-53A99398ACF9}" dt="2020-02-12T01:13:19.468" v="116" actId="2711"/>
          <ac:spMkLst>
            <pc:docMk/>
            <pc:sldMk cId="0" sldId="384"/>
            <ac:spMk id="70695" creationId="{5AB70B12-1D67-42FD-8EF1-B15D341BC994}"/>
          </ac:spMkLst>
        </pc:spChg>
        <pc:spChg chg="mod">
          <ac:chgData name="zh frank" userId="f416cd28ba4d9309" providerId="LiveId" clId="{24BDBE35-5E08-4570-B997-53A99398ACF9}" dt="2020-02-12T01:13:19.468" v="116" actId="2711"/>
          <ac:spMkLst>
            <pc:docMk/>
            <pc:sldMk cId="0" sldId="384"/>
            <ac:spMk id="70696" creationId="{33AE8350-5A86-471D-9EEE-A537250021BD}"/>
          </ac:spMkLst>
        </pc:spChg>
        <pc:spChg chg="mod">
          <ac:chgData name="zh frank" userId="f416cd28ba4d9309" providerId="LiveId" clId="{24BDBE35-5E08-4570-B997-53A99398ACF9}" dt="2020-02-12T01:13:19.468" v="116" actId="2711"/>
          <ac:spMkLst>
            <pc:docMk/>
            <pc:sldMk cId="0" sldId="384"/>
            <ac:spMk id="70704" creationId="{3CA62D0E-914D-443B-8B6A-8E85F002DA44}"/>
          </ac:spMkLst>
        </pc:spChg>
        <pc:spChg chg="mod">
          <ac:chgData name="zh frank" userId="f416cd28ba4d9309" providerId="LiveId" clId="{24BDBE35-5E08-4570-B997-53A99398ACF9}" dt="2020-02-12T01:13:19.468" v="116" actId="2711"/>
          <ac:spMkLst>
            <pc:docMk/>
            <pc:sldMk cId="0" sldId="384"/>
            <ac:spMk id="70705" creationId="{41BBA795-D497-4632-B961-9759F338BE4B}"/>
          </ac:spMkLst>
        </pc:spChg>
        <pc:spChg chg="mod">
          <ac:chgData name="zh frank" userId="f416cd28ba4d9309" providerId="LiveId" clId="{24BDBE35-5E08-4570-B997-53A99398ACF9}" dt="2020-02-12T01:13:19.468" v="116" actId="2711"/>
          <ac:spMkLst>
            <pc:docMk/>
            <pc:sldMk cId="0" sldId="384"/>
            <ac:spMk id="70706" creationId="{D1489691-716F-4361-BD69-FB6D16D8FC42}"/>
          </ac:spMkLst>
        </pc:spChg>
        <pc:spChg chg="mod">
          <ac:chgData name="zh frank" userId="f416cd28ba4d9309" providerId="LiveId" clId="{24BDBE35-5E08-4570-B997-53A99398ACF9}" dt="2020-02-12T01:13:19.468" v="116" actId="2711"/>
          <ac:spMkLst>
            <pc:docMk/>
            <pc:sldMk cId="0" sldId="384"/>
            <ac:spMk id="70707" creationId="{DEB1F0F7-3A96-4C78-8F5D-02B7E508809E}"/>
          </ac:spMkLst>
        </pc:spChg>
        <pc:spChg chg="mod">
          <ac:chgData name="zh frank" userId="f416cd28ba4d9309" providerId="LiveId" clId="{24BDBE35-5E08-4570-B997-53A99398ACF9}" dt="2020-02-12T01:13:19.468" v="116" actId="2711"/>
          <ac:spMkLst>
            <pc:docMk/>
            <pc:sldMk cId="0" sldId="384"/>
            <ac:spMk id="70708" creationId="{B68E1C19-A9FE-484D-A788-BB781D26D13E}"/>
          </ac:spMkLst>
        </pc:spChg>
        <pc:spChg chg="mod">
          <ac:chgData name="zh frank" userId="f416cd28ba4d9309" providerId="LiveId" clId="{24BDBE35-5E08-4570-B997-53A99398ACF9}" dt="2020-02-12T01:13:19.468" v="116" actId="2711"/>
          <ac:spMkLst>
            <pc:docMk/>
            <pc:sldMk cId="0" sldId="384"/>
            <ac:spMk id="70709" creationId="{6D8B7EBC-A34C-4EEA-AA91-C6D8CDCF74FD}"/>
          </ac:spMkLst>
        </pc:spChg>
        <pc:spChg chg="mod">
          <ac:chgData name="zh frank" userId="f416cd28ba4d9309" providerId="LiveId" clId="{24BDBE35-5E08-4570-B997-53A99398ACF9}" dt="2020-02-12T01:13:19.468" v="116" actId="2711"/>
          <ac:spMkLst>
            <pc:docMk/>
            <pc:sldMk cId="0" sldId="384"/>
            <ac:spMk id="70710" creationId="{8CBA6224-C4E0-45B3-A766-C8CC9C1C1952}"/>
          </ac:spMkLst>
        </pc:spChg>
        <pc:spChg chg="mod">
          <ac:chgData name="zh frank" userId="f416cd28ba4d9309" providerId="LiveId" clId="{24BDBE35-5E08-4570-B997-53A99398ACF9}" dt="2020-02-12T01:13:38.842" v="119" actId="1076"/>
          <ac:spMkLst>
            <pc:docMk/>
            <pc:sldMk cId="0" sldId="384"/>
            <ac:spMk id="70711" creationId="{98D87E9D-8701-442A-A401-FEA7402C2495}"/>
          </ac:spMkLst>
        </pc:spChg>
        <pc:spChg chg="mod">
          <ac:chgData name="zh frank" userId="f416cd28ba4d9309" providerId="LiveId" clId="{24BDBE35-5E08-4570-B997-53A99398ACF9}" dt="2020-02-12T01:13:19.468" v="116" actId="2711"/>
          <ac:spMkLst>
            <pc:docMk/>
            <pc:sldMk cId="0" sldId="384"/>
            <ac:spMk id="349187" creationId="{53D5A568-DBCB-4148-B631-B118535C1443}"/>
          </ac:spMkLst>
        </pc:spChg>
        <pc:spChg chg="mod">
          <ac:chgData name="zh frank" userId="f416cd28ba4d9309" providerId="LiveId" clId="{24BDBE35-5E08-4570-B997-53A99398ACF9}" dt="2020-02-12T01:13:19.468" v="116" actId="2711"/>
          <ac:spMkLst>
            <pc:docMk/>
            <pc:sldMk cId="0" sldId="384"/>
            <ac:spMk id="349188" creationId="{DC7F545B-615F-4C99-97A5-39ECCB34865B}"/>
          </ac:spMkLst>
        </pc:spChg>
        <pc:spChg chg="mod">
          <ac:chgData name="zh frank" userId="f416cd28ba4d9309" providerId="LiveId" clId="{24BDBE35-5E08-4570-B997-53A99398ACF9}" dt="2020-02-12T01:13:19.468" v="116" actId="2711"/>
          <ac:spMkLst>
            <pc:docMk/>
            <pc:sldMk cId="0" sldId="384"/>
            <ac:spMk id="349189" creationId="{BF8B7C82-C510-4397-BF45-378F69E9F776}"/>
          </ac:spMkLst>
        </pc:spChg>
        <pc:spChg chg="mod">
          <ac:chgData name="zh frank" userId="f416cd28ba4d9309" providerId="LiveId" clId="{24BDBE35-5E08-4570-B997-53A99398ACF9}" dt="2020-02-12T01:13:19.468" v="116" actId="2711"/>
          <ac:spMkLst>
            <pc:docMk/>
            <pc:sldMk cId="0" sldId="384"/>
            <ac:spMk id="349229" creationId="{52E6C8CF-BEAD-4950-A7DB-3098978C1080}"/>
          </ac:spMkLst>
        </pc:spChg>
        <pc:spChg chg="mod">
          <ac:chgData name="zh frank" userId="f416cd28ba4d9309" providerId="LiveId" clId="{24BDBE35-5E08-4570-B997-53A99398ACF9}" dt="2020-02-12T01:13:19.468" v="116" actId="2711"/>
          <ac:spMkLst>
            <pc:docMk/>
            <pc:sldMk cId="0" sldId="384"/>
            <ac:spMk id="349230" creationId="{0002D655-C535-4507-B543-F96AC689F6A3}"/>
          </ac:spMkLst>
        </pc:spChg>
        <pc:spChg chg="mod">
          <ac:chgData name="zh frank" userId="f416cd28ba4d9309" providerId="LiveId" clId="{24BDBE35-5E08-4570-B997-53A99398ACF9}" dt="2020-02-12T01:13:19.468" v="116" actId="2711"/>
          <ac:spMkLst>
            <pc:docMk/>
            <pc:sldMk cId="0" sldId="384"/>
            <ac:spMk id="349231" creationId="{2D45A4C2-CB00-4992-9FA4-200231E0D510}"/>
          </ac:spMkLst>
        </pc:spChg>
        <pc:spChg chg="mod">
          <ac:chgData name="zh frank" userId="f416cd28ba4d9309" providerId="LiveId" clId="{24BDBE35-5E08-4570-B997-53A99398ACF9}" dt="2020-02-12T01:13:19.468" v="116" actId="2711"/>
          <ac:spMkLst>
            <pc:docMk/>
            <pc:sldMk cId="0" sldId="384"/>
            <ac:spMk id="349232" creationId="{756DABCA-C426-4FBF-9EE2-205FAE5A9B34}"/>
          </ac:spMkLst>
        </pc:spChg>
        <pc:spChg chg="mod">
          <ac:chgData name="zh frank" userId="f416cd28ba4d9309" providerId="LiveId" clId="{24BDBE35-5E08-4570-B997-53A99398ACF9}" dt="2020-02-12T01:13:19.468" v="116" actId="2711"/>
          <ac:spMkLst>
            <pc:docMk/>
            <pc:sldMk cId="0" sldId="384"/>
            <ac:spMk id="349233" creationId="{002F90F8-1D11-4DB1-86C4-9A80FC89C2BD}"/>
          </ac:spMkLst>
        </pc:spChg>
        <pc:spChg chg="mod">
          <ac:chgData name="zh frank" userId="f416cd28ba4d9309" providerId="LiveId" clId="{24BDBE35-5E08-4570-B997-53A99398ACF9}" dt="2020-02-12T01:13:19.468" v="116" actId="2711"/>
          <ac:spMkLst>
            <pc:docMk/>
            <pc:sldMk cId="0" sldId="384"/>
            <ac:spMk id="349234" creationId="{AFA341A7-4E57-4328-BF95-51F9C8097204}"/>
          </ac:spMkLst>
        </pc:spChg>
        <pc:spChg chg="mod">
          <ac:chgData name="zh frank" userId="f416cd28ba4d9309" providerId="LiveId" clId="{24BDBE35-5E08-4570-B997-53A99398ACF9}" dt="2020-02-12T01:13:19.468" v="116" actId="2711"/>
          <ac:spMkLst>
            <pc:docMk/>
            <pc:sldMk cId="0" sldId="384"/>
            <ac:spMk id="349235" creationId="{F247111D-7964-4E72-BCE3-6C57A3A882D2}"/>
          </ac:spMkLst>
        </pc:spChg>
        <pc:spChg chg="mod">
          <ac:chgData name="zh frank" userId="f416cd28ba4d9309" providerId="LiveId" clId="{24BDBE35-5E08-4570-B997-53A99398ACF9}" dt="2020-02-12T01:13:19.468" v="116" actId="2711"/>
          <ac:spMkLst>
            <pc:docMk/>
            <pc:sldMk cId="0" sldId="384"/>
            <ac:spMk id="349251" creationId="{6BFFD22D-21C5-4972-97CC-037DC68021FF}"/>
          </ac:spMkLst>
        </pc:spChg>
        <pc:spChg chg="mod">
          <ac:chgData name="zh frank" userId="f416cd28ba4d9309" providerId="LiveId" clId="{24BDBE35-5E08-4570-B997-53A99398ACF9}" dt="2020-02-12T01:13:19.468" v="116" actId="2711"/>
          <ac:spMkLst>
            <pc:docMk/>
            <pc:sldMk cId="0" sldId="384"/>
            <ac:spMk id="349252" creationId="{60980BCF-7DB9-45BF-ACAF-44089762705B}"/>
          </ac:spMkLst>
        </pc:spChg>
        <pc:spChg chg="mod">
          <ac:chgData name="zh frank" userId="f416cd28ba4d9309" providerId="LiveId" clId="{24BDBE35-5E08-4570-B997-53A99398ACF9}" dt="2020-02-12T01:13:19.468" v="116" actId="2711"/>
          <ac:spMkLst>
            <pc:docMk/>
            <pc:sldMk cId="0" sldId="384"/>
            <ac:spMk id="349253" creationId="{F6927446-42EF-4DA4-BC46-5044990B5DC8}"/>
          </ac:spMkLst>
        </pc:spChg>
        <pc:spChg chg="mod">
          <ac:chgData name="zh frank" userId="f416cd28ba4d9309" providerId="LiveId" clId="{24BDBE35-5E08-4570-B997-53A99398ACF9}" dt="2020-02-12T01:13:19.468" v="116" actId="2711"/>
          <ac:spMkLst>
            <pc:docMk/>
            <pc:sldMk cId="0" sldId="384"/>
            <ac:spMk id="349254" creationId="{CADD2F20-5334-4DD8-A3A8-C7EC52EF0882}"/>
          </ac:spMkLst>
        </pc:spChg>
        <pc:spChg chg="mod">
          <ac:chgData name="zh frank" userId="f416cd28ba4d9309" providerId="LiveId" clId="{24BDBE35-5E08-4570-B997-53A99398ACF9}" dt="2020-02-12T01:13:19.468" v="116" actId="2711"/>
          <ac:spMkLst>
            <pc:docMk/>
            <pc:sldMk cId="0" sldId="384"/>
            <ac:spMk id="349255" creationId="{DB009ED9-F264-4BC1-9550-66A8589F1DE5}"/>
          </ac:spMkLst>
        </pc:spChg>
        <pc:spChg chg="mod">
          <ac:chgData name="zh frank" userId="f416cd28ba4d9309" providerId="LiveId" clId="{24BDBE35-5E08-4570-B997-53A99398ACF9}" dt="2020-02-12T01:13:19.468" v="116" actId="2711"/>
          <ac:spMkLst>
            <pc:docMk/>
            <pc:sldMk cId="0" sldId="384"/>
            <ac:spMk id="349256" creationId="{AB6196E5-E9B1-439D-A0D8-F2ABFCAB3E8E}"/>
          </ac:spMkLst>
        </pc:spChg>
        <pc:spChg chg="mod">
          <ac:chgData name="zh frank" userId="f416cd28ba4d9309" providerId="LiveId" clId="{24BDBE35-5E08-4570-B997-53A99398ACF9}" dt="2020-02-12T01:13:19.468" v="116" actId="2711"/>
          <ac:spMkLst>
            <pc:docMk/>
            <pc:sldMk cId="0" sldId="384"/>
            <ac:spMk id="349257" creationId="{C3E482EE-691C-4945-A837-93BC24615560}"/>
          </ac:spMkLst>
        </pc:spChg>
        <pc:spChg chg="mod">
          <ac:chgData name="zh frank" userId="f416cd28ba4d9309" providerId="LiveId" clId="{24BDBE35-5E08-4570-B997-53A99398ACF9}" dt="2020-02-12T01:13:19.468" v="116" actId="2711"/>
          <ac:spMkLst>
            <pc:docMk/>
            <pc:sldMk cId="0" sldId="384"/>
            <ac:spMk id="349258" creationId="{1BD152C7-2D41-4BD7-BBFB-D16E68F0FD9A}"/>
          </ac:spMkLst>
        </pc:spChg>
        <pc:spChg chg="mod">
          <ac:chgData name="zh frank" userId="f416cd28ba4d9309" providerId="LiveId" clId="{24BDBE35-5E08-4570-B997-53A99398ACF9}" dt="2020-02-12T01:13:19.468" v="116" actId="2711"/>
          <ac:spMkLst>
            <pc:docMk/>
            <pc:sldMk cId="0" sldId="384"/>
            <ac:spMk id="349259" creationId="{42A5867A-1872-45FB-BBA0-731EC3F3391D}"/>
          </ac:spMkLst>
        </pc:spChg>
        <pc:spChg chg="mod">
          <ac:chgData name="zh frank" userId="f416cd28ba4d9309" providerId="LiveId" clId="{24BDBE35-5E08-4570-B997-53A99398ACF9}" dt="2020-02-12T01:13:19.468" v="116" actId="2711"/>
          <ac:spMkLst>
            <pc:docMk/>
            <pc:sldMk cId="0" sldId="384"/>
            <ac:spMk id="349260" creationId="{9FF05BFC-B9B9-47F2-BD15-9AB4B85DAEE6}"/>
          </ac:spMkLst>
        </pc:spChg>
        <pc:spChg chg="mod">
          <ac:chgData name="zh frank" userId="f416cd28ba4d9309" providerId="LiveId" clId="{24BDBE35-5E08-4570-B997-53A99398ACF9}" dt="2020-02-12T01:13:19.468" v="116" actId="2711"/>
          <ac:spMkLst>
            <pc:docMk/>
            <pc:sldMk cId="0" sldId="384"/>
            <ac:spMk id="349261" creationId="{AB168AE1-52BB-4989-94DD-073E77F308E0}"/>
          </ac:spMkLst>
        </pc:spChg>
        <pc:spChg chg="mod">
          <ac:chgData name="zh frank" userId="f416cd28ba4d9309" providerId="LiveId" clId="{24BDBE35-5E08-4570-B997-53A99398ACF9}" dt="2020-02-12T01:13:19.468" v="116" actId="2711"/>
          <ac:spMkLst>
            <pc:docMk/>
            <pc:sldMk cId="0" sldId="384"/>
            <ac:spMk id="349262" creationId="{711C39D6-E5DD-47F0-B4E9-F28CB95AD952}"/>
          </ac:spMkLst>
        </pc:spChg>
        <pc:spChg chg="mod">
          <ac:chgData name="zh frank" userId="f416cd28ba4d9309" providerId="LiveId" clId="{24BDBE35-5E08-4570-B997-53A99398ACF9}" dt="2020-02-12T01:13:01.328" v="115" actId="2711"/>
          <ac:spMkLst>
            <pc:docMk/>
            <pc:sldMk cId="0" sldId="384"/>
            <ac:spMk id="349263" creationId="{DDF5617D-80CF-4849-83BE-A86C435F5CA9}"/>
          </ac:spMkLst>
        </pc:spChg>
      </pc:sldChg>
      <pc:sldChg chg="delSp modSp">
        <pc:chgData name="zh frank" userId="f416cd28ba4d9309" providerId="LiveId" clId="{24BDBE35-5E08-4570-B997-53A99398ACF9}" dt="2020-02-12T01:11:18.488" v="89" actId="2711"/>
        <pc:sldMkLst>
          <pc:docMk/>
          <pc:sldMk cId="0" sldId="385"/>
        </pc:sldMkLst>
        <pc:spChg chg="del mod">
          <ac:chgData name="zh frank" userId="f416cd28ba4d9309" providerId="LiveId" clId="{24BDBE35-5E08-4570-B997-53A99398ACF9}" dt="2020-02-12T01:10:44.958" v="88" actId="478"/>
          <ac:spMkLst>
            <pc:docMk/>
            <pc:sldMk cId="0" sldId="385"/>
            <ac:spMk id="69633" creationId="{82860D10-A601-49D4-8C68-FDCB4A3863F1}"/>
          </ac:spMkLst>
        </pc:spChg>
        <pc:spChg chg="mod">
          <ac:chgData name="zh frank" userId="f416cd28ba4d9309" providerId="LiveId" clId="{24BDBE35-5E08-4570-B997-53A99398ACF9}" dt="2020-02-12T01:11:18.488" v="89" actId="2711"/>
          <ac:spMkLst>
            <pc:docMk/>
            <pc:sldMk cId="0" sldId="385"/>
            <ac:spMk id="69634" creationId="{1D81FE99-C1E5-4F12-B8CB-40A85183DA9D}"/>
          </ac:spMkLst>
        </pc:spChg>
        <pc:spChg chg="mod">
          <ac:chgData name="zh frank" userId="f416cd28ba4d9309" providerId="LiveId" clId="{24BDBE35-5E08-4570-B997-53A99398ACF9}" dt="2020-02-12T01:11:18.488" v="89" actId="2711"/>
          <ac:spMkLst>
            <pc:docMk/>
            <pc:sldMk cId="0" sldId="385"/>
            <ac:spMk id="69635" creationId="{48646F2F-518C-4CFD-BCFE-4D75B9C7AC54}"/>
          </ac:spMkLst>
        </pc:spChg>
        <pc:spChg chg="mod">
          <ac:chgData name="zh frank" userId="f416cd28ba4d9309" providerId="LiveId" clId="{24BDBE35-5E08-4570-B997-53A99398ACF9}" dt="2020-02-12T01:11:18.488" v="89" actId="2711"/>
          <ac:spMkLst>
            <pc:docMk/>
            <pc:sldMk cId="0" sldId="385"/>
            <ac:spMk id="69636" creationId="{06FCBA12-AD10-4E22-9C2C-465D76E1959D}"/>
          </ac:spMkLst>
        </pc:spChg>
        <pc:spChg chg="mod">
          <ac:chgData name="zh frank" userId="f416cd28ba4d9309" providerId="LiveId" clId="{24BDBE35-5E08-4570-B997-53A99398ACF9}" dt="2020-02-12T01:11:18.488" v="89" actId="2711"/>
          <ac:spMkLst>
            <pc:docMk/>
            <pc:sldMk cId="0" sldId="385"/>
            <ac:spMk id="69637" creationId="{CCDD4EF4-8503-4D8F-A577-BA5892FB1DE2}"/>
          </ac:spMkLst>
        </pc:spChg>
        <pc:spChg chg="mod">
          <ac:chgData name="zh frank" userId="f416cd28ba4d9309" providerId="LiveId" clId="{24BDBE35-5E08-4570-B997-53A99398ACF9}" dt="2020-02-12T01:11:18.488" v="89" actId="2711"/>
          <ac:spMkLst>
            <pc:docMk/>
            <pc:sldMk cId="0" sldId="385"/>
            <ac:spMk id="69638" creationId="{2E61F6AF-FFF2-45F9-8140-CBDD8CC24147}"/>
          </ac:spMkLst>
        </pc:spChg>
        <pc:spChg chg="mod">
          <ac:chgData name="zh frank" userId="f416cd28ba4d9309" providerId="LiveId" clId="{24BDBE35-5E08-4570-B997-53A99398ACF9}" dt="2020-02-12T01:11:18.488" v="89" actId="2711"/>
          <ac:spMkLst>
            <pc:docMk/>
            <pc:sldMk cId="0" sldId="385"/>
            <ac:spMk id="69639" creationId="{E98289D8-A871-4956-9B4B-FC5D0F488D28}"/>
          </ac:spMkLst>
        </pc:spChg>
        <pc:spChg chg="mod">
          <ac:chgData name="zh frank" userId="f416cd28ba4d9309" providerId="LiveId" clId="{24BDBE35-5E08-4570-B997-53A99398ACF9}" dt="2020-02-12T01:11:18.488" v="89" actId="2711"/>
          <ac:spMkLst>
            <pc:docMk/>
            <pc:sldMk cId="0" sldId="385"/>
            <ac:spMk id="69640" creationId="{013E0D7D-6254-4F47-A76C-B738AFAF7481}"/>
          </ac:spMkLst>
        </pc:spChg>
        <pc:spChg chg="mod">
          <ac:chgData name="zh frank" userId="f416cd28ba4d9309" providerId="LiveId" clId="{24BDBE35-5E08-4570-B997-53A99398ACF9}" dt="2020-02-12T01:11:18.488" v="89" actId="2711"/>
          <ac:spMkLst>
            <pc:docMk/>
            <pc:sldMk cId="0" sldId="385"/>
            <ac:spMk id="69641" creationId="{DEFCC3E0-18DE-4E2C-A53E-095570F2717B}"/>
          </ac:spMkLst>
        </pc:spChg>
        <pc:spChg chg="mod">
          <ac:chgData name="zh frank" userId="f416cd28ba4d9309" providerId="LiveId" clId="{24BDBE35-5E08-4570-B997-53A99398ACF9}" dt="2020-02-12T01:11:18.488" v="89" actId="2711"/>
          <ac:spMkLst>
            <pc:docMk/>
            <pc:sldMk cId="0" sldId="385"/>
            <ac:spMk id="69642" creationId="{D89A342D-3983-481C-B9B6-92E6584D896E}"/>
          </ac:spMkLst>
        </pc:spChg>
        <pc:spChg chg="mod">
          <ac:chgData name="zh frank" userId="f416cd28ba4d9309" providerId="LiveId" clId="{24BDBE35-5E08-4570-B997-53A99398ACF9}" dt="2020-02-12T01:11:18.488" v="89" actId="2711"/>
          <ac:spMkLst>
            <pc:docMk/>
            <pc:sldMk cId="0" sldId="385"/>
            <ac:spMk id="69643" creationId="{967D5E44-F1F4-40C2-AA7B-C3D47AEAA7B8}"/>
          </ac:spMkLst>
        </pc:spChg>
        <pc:spChg chg="mod">
          <ac:chgData name="zh frank" userId="f416cd28ba4d9309" providerId="LiveId" clId="{24BDBE35-5E08-4570-B997-53A99398ACF9}" dt="2020-02-12T01:11:18.488" v="89" actId="2711"/>
          <ac:spMkLst>
            <pc:docMk/>
            <pc:sldMk cId="0" sldId="385"/>
            <ac:spMk id="69645" creationId="{19C25D86-D98C-4932-9BE7-1E7D356DFAD4}"/>
          </ac:spMkLst>
        </pc:spChg>
        <pc:spChg chg="mod">
          <ac:chgData name="zh frank" userId="f416cd28ba4d9309" providerId="LiveId" clId="{24BDBE35-5E08-4570-B997-53A99398ACF9}" dt="2020-02-12T01:11:18.488" v="89" actId="2711"/>
          <ac:spMkLst>
            <pc:docMk/>
            <pc:sldMk cId="0" sldId="385"/>
            <ac:spMk id="69647" creationId="{5B689D11-6A40-4F4A-9B71-9B1D4354719F}"/>
          </ac:spMkLst>
        </pc:spChg>
        <pc:spChg chg="mod">
          <ac:chgData name="zh frank" userId="f416cd28ba4d9309" providerId="LiveId" clId="{24BDBE35-5E08-4570-B997-53A99398ACF9}" dt="2020-02-12T01:11:18.488" v="89" actId="2711"/>
          <ac:spMkLst>
            <pc:docMk/>
            <pc:sldMk cId="0" sldId="385"/>
            <ac:spMk id="69648" creationId="{9F764760-C810-411F-9937-1CBA84CB8C0A}"/>
          </ac:spMkLst>
        </pc:spChg>
        <pc:spChg chg="mod">
          <ac:chgData name="zh frank" userId="f416cd28ba4d9309" providerId="LiveId" clId="{24BDBE35-5E08-4570-B997-53A99398ACF9}" dt="2020-02-12T01:11:18.488" v="89" actId="2711"/>
          <ac:spMkLst>
            <pc:docMk/>
            <pc:sldMk cId="0" sldId="385"/>
            <ac:spMk id="69649" creationId="{2727EF1E-3FBE-405C-A469-2CA443271012}"/>
          </ac:spMkLst>
        </pc:spChg>
        <pc:spChg chg="mod">
          <ac:chgData name="zh frank" userId="f416cd28ba4d9309" providerId="LiveId" clId="{24BDBE35-5E08-4570-B997-53A99398ACF9}" dt="2020-02-12T01:11:18.488" v="89" actId="2711"/>
          <ac:spMkLst>
            <pc:docMk/>
            <pc:sldMk cId="0" sldId="385"/>
            <ac:spMk id="69650" creationId="{0E413EC8-B0D4-4177-A61F-9E1016639424}"/>
          </ac:spMkLst>
        </pc:spChg>
        <pc:spChg chg="mod">
          <ac:chgData name="zh frank" userId="f416cd28ba4d9309" providerId="LiveId" clId="{24BDBE35-5E08-4570-B997-53A99398ACF9}" dt="2020-02-12T01:11:18.488" v="89" actId="2711"/>
          <ac:spMkLst>
            <pc:docMk/>
            <pc:sldMk cId="0" sldId="385"/>
            <ac:spMk id="69651" creationId="{32624957-08B7-4F94-B4CC-ED9E05AD9526}"/>
          </ac:spMkLst>
        </pc:spChg>
        <pc:spChg chg="mod">
          <ac:chgData name="zh frank" userId="f416cd28ba4d9309" providerId="LiveId" clId="{24BDBE35-5E08-4570-B997-53A99398ACF9}" dt="2020-02-12T01:11:18.488" v="89" actId="2711"/>
          <ac:spMkLst>
            <pc:docMk/>
            <pc:sldMk cId="0" sldId="385"/>
            <ac:spMk id="69652" creationId="{69E13ED4-2351-47F9-9F45-9C63D815361D}"/>
          </ac:spMkLst>
        </pc:spChg>
        <pc:spChg chg="mod">
          <ac:chgData name="zh frank" userId="f416cd28ba4d9309" providerId="LiveId" clId="{24BDBE35-5E08-4570-B997-53A99398ACF9}" dt="2020-02-12T01:11:18.488" v="89" actId="2711"/>
          <ac:spMkLst>
            <pc:docMk/>
            <pc:sldMk cId="0" sldId="385"/>
            <ac:spMk id="69653" creationId="{39804E88-0CFC-48DF-8C93-05195A99EDCF}"/>
          </ac:spMkLst>
        </pc:spChg>
        <pc:spChg chg="mod">
          <ac:chgData name="zh frank" userId="f416cd28ba4d9309" providerId="LiveId" clId="{24BDBE35-5E08-4570-B997-53A99398ACF9}" dt="2020-02-12T01:11:18.488" v="89" actId="2711"/>
          <ac:spMkLst>
            <pc:docMk/>
            <pc:sldMk cId="0" sldId="385"/>
            <ac:spMk id="69654" creationId="{FD7111E7-83AE-4F77-898D-CA28B661395D}"/>
          </ac:spMkLst>
        </pc:spChg>
        <pc:spChg chg="mod">
          <ac:chgData name="zh frank" userId="f416cd28ba4d9309" providerId="LiveId" clId="{24BDBE35-5E08-4570-B997-53A99398ACF9}" dt="2020-02-12T01:11:18.488" v="89" actId="2711"/>
          <ac:spMkLst>
            <pc:docMk/>
            <pc:sldMk cId="0" sldId="385"/>
            <ac:spMk id="69657" creationId="{0690E7D5-F787-424D-8CA8-353DDAE97BF5}"/>
          </ac:spMkLst>
        </pc:spChg>
        <pc:spChg chg="mod">
          <ac:chgData name="zh frank" userId="f416cd28ba4d9309" providerId="LiveId" clId="{24BDBE35-5E08-4570-B997-53A99398ACF9}" dt="2020-02-12T01:11:18.488" v="89" actId="2711"/>
          <ac:spMkLst>
            <pc:docMk/>
            <pc:sldMk cId="0" sldId="385"/>
            <ac:spMk id="69658" creationId="{CB31199F-1C5E-429B-BE57-C8BCF7D817E7}"/>
          </ac:spMkLst>
        </pc:spChg>
        <pc:spChg chg="mod">
          <ac:chgData name="zh frank" userId="f416cd28ba4d9309" providerId="LiveId" clId="{24BDBE35-5E08-4570-B997-53A99398ACF9}" dt="2020-02-12T01:11:18.488" v="89" actId="2711"/>
          <ac:spMkLst>
            <pc:docMk/>
            <pc:sldMk cId="0" sldId="385"/>
            <ac:spMk id="69659" creationId="{397E0D0E-96C6-424C-96BF-BC4476CD8B83}"/>
          </ac:spMkLst>
        </pc:spChg>
        <pc:spChg chg="mod">
          <ac:chgData name="zh frank" userId="f416cd28ba4d9309" providerId="LiveId" clId="{24BDBE35-5E08-4570-B997-53A99398ACF9}" dt="2020-02-12T01:11:18.488" v="89" actId="2711"/>
          <ac:spMkLst>
            <pc:docMk/>
            <pc:sldMk cId="0" sldId="385"/>
            <ac:spMk id="69660" creationId="{D97E4019-B3FC-4F79-9F35-7C1952812AEA}"/>
          </ac:spMkLst>
        </pc:spChg>
        <pc:spChg chg="mod">
          <ac:chgData name="zh frank" userId="f416cd28ba4d9309" providerId="LiveId" clId="{24BDBE35-5E08-4570-B997-53A99398ACF9}" dt="2020-02-12T01:11:18.488" v="89" actId="2711"/>
          <ac:spMkLst>
            <pc:docMk/>
            <pc:sldMk cId="0" sldId="385"/>
            <ac:spMk id="69662" creationId="{D215D977-C497-48B5-92CD-D2095E5D439E}"/>
          </ac:spMkLst>
        </pc:spChg>
        <pc:spChg chg="mod">
          <ac:chgData name="zh frank" userId="f416cd28ba4d9309" providerId="LiveId" clId="{24BDBE35-5E08-4570-B997-53A99398ACF9}" dt="2020-02-12T01:11:18.488" v="89" actId="2711"/>
          <ac:spMkLst>
            <pc:docMk/>
            <pc:sldMk cId="0" sldId="385"/>
            <ac:spMk id="69663" creationId="{C5E5952C-A9D0-47F9-AAEA-10DBC561A6E2}"/>
          </ac:spMkLst>
        </pc:spChg>
        <pc:spChg chg="mod">
          <ac:chgData name="zh frank" userId="f416cd28ba4d9309" providerId="LiveId" clId="{24BDBE35-5E08-4570-B997-53A99398ACF9}" dt="2020-02-12T01:11:18.488" v="89" actId="2711"/>
          <ac:spMkLst>
            <pc:docMk/>
            <pc:sldMk cId="0" sldId="385"/>
            <ac:spMk id="69664" creationId="{0EFF552F-5368-4ECE-B98E-60FA16F562B2}"/>
          </ac:spMkLst>
        </pc:spChg>
        <pc:spChg chg="mod">
          <ac:chgData name="zh frank" userId="f416cd28ba4d9309" providerId="LiveId" clId="{24BDBE35-5E08-4570-B997-53A99398ACF9}" dt="2020-02-12T01:11:18.488" v="89" actId="2711"/>
          <ac:spMkLst>
            <pc:docMk/>
            <pc:sldMk cId="0" sldId="385"/>
            <ac:spMk id="69665" creationId="{C567E088-767A-4A71-BF02-EA52406373F4}"/>
          </ac:spMkLst>
        </pc:spChg>
        <pc:spChg chg="mod">
          <ac:chgData name="zh frank" userId="f416cd28ba4d9309" providerId="LiveId" clId="{24BDBE35-5E08-4570-B997-53A99398ACF9}" dt="2020-02-12T01:11:18.488" v="89" actId="2711"/>
          <ac:spMkLst>
            <pc:docMk/>
            <pc:sldMk cId="0" sldId="385"/>
            <ac:spMk id="69666" creationId="{41845566-806F-4A40-83F8-0F5BB39DC4D8}"/>
          </ac:spMkLst>
        </pc:spChg>
        <pc:spChg chg="mod">
          <ac:chgData name="zh frank" userId="f416cd28ba4d9309" providerId="LiveId" clId="{24BDBE35-5E08-4570-B997-53A99398ACF9}" dt="2020-02-12T01:11:18.488" v="89" actId="2711"/>
          <ac:spMkLst>
            <pc:docMk/>
            <pc:sldMk cId="0" sldId="385"/>
            <ac:spMk id="69667" creationId="{BAA31BD7-CD1F-439D-9482-0C17BEAD7B68}"/>
          </ac:spMkLst>
        </pc:spChg>
        <pc:spChg chg="mod">
          <ac:chgData name="zh frank" userId="f416cd28ba4d9309" providerId="LiveId" clId="{24BDBE35-5E08-4570-B997-53A99398ACF9}" dt="2020-02-12T01:11:18.488" v="89" actId="2711"/>
          <ac:spMkLst>
            <pc:docMk/>
            <pc:sldMk cId="0" sldId="385"/>
            <ac:spMk id="69668" creationId="{724FE811-BF02-4776-AF9C-78F0AFB53226}"/>
          </ac:spMkLst>
        </pc:spChg>
        <pc:spChg chg="mod">
          <ac:chgData name="zh frank" userId="f416cd28ba4d9309" providerId="LiveId" clId="{24BDBE35-5E08-4570-B997-53A99398ACF9}" dt="2020-02-12T01:11:18.488" v="89" actId="2711"/>
          <ac:spMkLst>
            <pc:docMk/>
            <pc:sldMk cId="0" sldId="385"/>
            <ac:spMk id="69669" creationId="{B05F3877-A1D2-4E09-A605-925BCA9CADCE}"/>
          </ac:spMkLst>
        </pc:spChg>
        <pc:spChg chg="mod">
          <ac:chgData name="zh frank" userId="f416cd28ba4d9309" providerId="LiveId" clId="{24BDBE35-5E08-4570-B997-53A99398ACF9}" dt="2020-02-12T01:11:18.488" v="89" actId="2711"/>
          <ac:spMkLst>
            <pc:docMk/>
            <pc:sldMk cId="0" sldId="385"/>
            <ac:spMk id="69670" creationId="{D961A38B-F910-4996-BDED-CEE864EC8B62}"/>
          </ac:spMkLst>
        </pc:spChg>
        <pc:spChg chg="mod">
          <ac:chgData name="zh frank" userId="f416cd28ba4d9309" providerId="LiveId" clId="{24BDBE35-5E08-4570-B997-53A99398ACF9}" dt="2020-02-12T01:11:18.488" v="89" actId="2711"/>
          <ac:spMkLst>
            <pc:docMk/>
            <pc:sldMk cId="0" sldId="385"/>
            <ac:spMk id="69671" creationId="{31C4E749-CC7E-4DB8-BC1F-B5E6A3E7955D}"/>
          </ac:spMkLst>
        </pc:spChg>
        <pc:spChg chg="mod">
          <ac:chgData name="zh frank" userId="f416cd28ba4d9309" providerId="LiveId" clId="{24BDBE35-5E08-4570-B997-53A99398ACF9}" dt="2020-02-12T01:11:18.488" v="89" actId="2711"/>
          <ac:spMkLst>
            <pc:docMk/>
            <pc:sldMk cId="0" sldId="385"/>
            <ac:spMk id="69672" creationId="{293BC36B-5E85-46B7-8182-EE6B2CFF4B3B}"/>
          </ac:spMkLst>
        </pc:spChg>
        <pc:spChg chg="mod">
          <ac:chgData name="zh frank" userId="f416cd28ba4d9309" providerId="LiveId" clId="{24BDBE35-5E08-4570-B997-53A99398ACF9}" dt="2020-02-12T01:11:18.488" v="89" actId="2711"/>
          <ac:spMkLst>
            <pc:docMk/>
            <pc:sldMk cId="0" sldId="385"/>
            <ac:spMk id="69673" creationId="{47522C95-057F-4B69-80D5-DA53E9D24BBA}"/>
          </ac:spMkLst>
        </pc:spChg>
        <pc:spChg chg="mod">
          <ac:chgData name="zh frank" userId="f416cd28ba4d9309" providerId="LiveId" clId="{24BDBE35-5E08-4570-B997-53A99398ACF9}" dt="2020-02-12T01:11:18.488" v="89" actId="2711"/>
          <ac:spMkLst>
            <pc:docMk/>
            <pc:sldMk cId="0" sldId="385"/>
            <ac:spMk id="69674" creationId="{0F83B0DA-DAC9-47BF-BAD3-6901E1D1B8D4}"/>
          </ac:spMkLst>
        </pc:spChg>
        <pc:spChg chg="mod">
          <ac:chgData name="zh frank" userId="f416cd28ba4d9309" providerId="LiveId" clId="{24BDBE35-5E08-4570-B997-53A99398ACF9}" dt="2020-02-12T01:11:18.488" v="89" actId="2711"/>
          <ac:spMkLst>
            <pc:docMk/>
            <pc:sldMk cId="0" sldId="385"/>
            <ac:spMk id="69675" creationId="{1E5D31D5-FCF7-49A3-9B05-EB1AFE67EA6B}"/>
          </ac:spMkLst>
        </pc:spChg>
        <pc:spChg chg="mod">
          <ac:chgData name="zh frank" userId="f416cd28ba4d9309" providerId="LiveId" clId="{24BDBE35-5E08-4570-B997-53A99398ACF9}" dt="2020-02-12T01:11:18.488" v="89" actId="2711"/>
          <ac:spMkLst>
            <pc:docMk/>
            <pc:sldMk cId="0" sldId="385"/>
            <ac:spMk id="69676" creationId="{53FD4943-D96F-4456-A87B-2BE733B394D7}"/>
          </ac:spMkLst>
        </pc:spChg>
        <pc:spChg chg="mod">
          <ac:chgData name="zh frank" userId="f416cd28ba4d9309" providerId="LiveId" clId="{24BDBE35-5E08-4570-B997-53A99398ACF9}" dt="2020-02-12T01:10:31.724" v="86" actId="2711"/>
          <ac:spMkLst>
            <pc:docMk/>
            <pc:sldMk cId="0" sldId="385"/>
            <ac:spMk id="69677" creationId="{AA553C23-63F4-468F-85B1-AEB762C97CD8}"/>
          </ac:spMkLst>
        </pc:spChg>
      </pc:sldChg>
      <pc:sldChg chg="modSp">
        <pc:chgData name="zh frank" userId="f416cd28ba4d9309" providerId="LiveId" clId="{24BDBE35-5E08-4570-B997-53A99398ACF9}" dt="2020-02-12T01:14:52.168" v="123" actId="207"/>
        <pc:sldMkLst>
          <pc:docMk/>
          <pc:sldMk cId="0" sldId="403"/>
        </pc:sldMkLst>
        <pc:spChg chg="mod">
          <ac:chgData name="zh frank" userId="f416cd28ba4d9309" providerId="LiveId" clId="{24BDBE35-5E08-4570-B997-53A99398ACF9}" dt="2020-02-12T01:14:52.168" v="123" actId="207"/>
          <ac:spMkLst>
            <pc:docMk/>
            <pc:sldMk cId="0" sldId="403"/>
            <ac:spMk id="79874" creationId="{603E8C1B-5AD4-4229-A022-D8E1B7D3694B}"/>
          </ac:spMkLst>
        </pc:spChg>
      </pc:sldChg>
      <pc:sldChg chg="modSp">
        <pc:chgData name="zh frank" userId="f416cd28ba4d9309" providerId="LiveId" clId="{24BDBE35-5E08-4570-B997-53A99398ACF9}" dt="2020-02-12T01:15:38.057" v="127" actId="2085"/>
        <pc:sldMkLst>
          <pc:docMk/>
          <pc:sldMk cId="0" sldId="404"/>
        </pc:sldMkLst>
        <pc:spChg chg="mod">
          <ac:chgData name="zh frank" userId="f416cd28ba4d9309" providerId="LiveId" clId="{24BDBE35-5E08-4570-B997-53A99398ACF9}" dt="2020-02-12T01:15:08.605" v="124" actId="1076"/>
          <ac:spMkLst>
            <pc:docMk/>
            <pc:sldMk cId="0" sldId="404"/>
            <ac:spMk id="80898" creationId="{C8E8B51A-1B52-45D6-B279-8121FB50390E}"/>
          </ac:spMkLst>
        </pc:spChg>
        <pc:spChg chg="mod">
          <ac:chgData name="zh frank" userId="f416cd28ba4d9309" providerId="LiveId" clId="{24BDBE35-5E08-4570-B997-53A99398ACF9}" dt="2020-02-12T01:15:38.057" v="127" actId="2085"/>
          <ac:spMkLst>
            <pc:docMk/>
            <pc:sldMk cId="0" sldId="404"/>
            <ac:spMk id="80900" creationId="{F6E221C0-7A4D-4786-A725-46C6EAA7BF67}"/>
          </ac:spMkLst>
        </pc:spChg>
        <pc:spChg chg="mod">
          <ac:chgData name="zh frank" userId="f416cd28ba4d9309" providerId="LiveId" clId="{24BDBE35-5E08-4570-B997-53A99398ACF9}" dt="2020-02-12T01:15:38.057" v="127" actId="2085"/>
          <ac:spMkLst>
            <pc:docMk/>
            <pc:sldMk cId="0" sldId="404"/>
            <ac:spMk id="80901" creationId="{5C7128F4-9725-4623-9E87-1B31CE61C733}"/>
          </ac:spMkLst>
        </pc:spChg>
        <pc:spChg chg="mod">
          <ac:chgData name="zh frank" userId="f416cd28ba4d9309" providerId="LiveId" clId="{24BDBE35-5E08-4570-B997-53A99398ACF9}" dt="2020-02-12T01:15:38.057" v="127" actId="2085"/>
          <ac:spMkLst>
            <pc:docMk/>
            <pc:sldMk cId="0" sldId="404"/>
            <ac:spMk id="80902" creationId="{33B0AB71-F24C-4B88-8455-D778CFA27FEF}"/>
          </ac:spMkLst>
        </pc:spChg>
        <pc:spChg chg="mod">
          <ac:chgData name="zh frank" userId="f416cd28ba4d9309" providerId="LiveId" clId="{24BDBE35-5E08-4570-B997-53A99398ACF9}" dt="2020-02-12T01:15:38.057" v="127" actId="2085"/>
          <ac:spMkLst>
            <pc:docMk/>
            <pc:sldMk cId="0" sldId="404"/>
            <ac:spMk id="80903" creationId="{F485F492-4548-4E4D-82E6-07A292630522}"/>
          </ac:spMkLst>
        </pc:spChg>
        <pc:spChg chg="mod">
          <ac:chgData name="zh frank" userId="f416cd28ba4d9309" providerId="LiveId" clId="{24BDBE35-5E08-4570-B997-53A99398ACF9}" dt="2020-02-12T01:15:38.057" v="127" actId="2085"/>
          <ac:spMkLst>
            <pc:docMk/>
            <pc:sldMk cId="0" sldId="404"/>
            <ac:spMk id="80904" creationId="{07CF245D-A22E-479B-A7B8-696562AFDD21}"/>
          </ac:spMkLst>
        </pc:spChg>
        <pc:spChg chg="mod">
          <ac:chgData name="zh frank" userId="f416cd28ba4d9309" providerId="LiveId" clId="{24BDBE35-5E08-4570-B997-53A99398ACF9}" dt="2020-02-12T01:15:21.073" v="126" actId="2711"/>
          <ac:spMkLst>
            <pc:docMk/>
            <pc:sldMk cId="0" sldId="404"/>
            <ac:spMk id="80905" creationId="{85B7BE57-ECFB-4FA7-8EB8-766ACECB3CD1}"/>
          </ac:spMkLst>
        </pc:spChg>
        <pc:spChg chg="mod">
          <ac:chgData name="zh frank" userId="f416cd28ba4d9309" providerId="LiveId" clId="{24BDBE35-5E08-4570-B997-53A99398ACF9}" dt="2020-02-12T01:15:21.073" v="126" actId="2711"/>
          <ac:spMkLst>
            <pc:docMk/>
            <pc:sldMk cId="0" sldId="404"/>
            <ac:spMk id="80906" creationId="{7E1E83CF-AFAF-4B6D-82E0-004D77D0D13F}"/>
          </ac:spMkLst>
        </pc:spChg>
        <pc:spChg chg="mod">
          <ac:chgData name="zh frank" userId="f416cd28ba4d9309" providerId="LiveId" clId="{24BDBE35-5E08-4570-B997-53A99398ACF9}" dt="2020-02-12T01:15:21.073" v="126" actId="2711"/>
          <ac:spMkLst>
            <pc:docMk/>
            <pc:sldMk cId="0" sldId="404"/>
            <ac:spMk id="80907" creationId="{A9C9A96A-ECA1-44BE-BBB8-8D7EA4AF38D1}"/>
          </ac:spMkLst>
        </pc:spChg>
        <pc:spChg chg="mod">
          <ac:chgData name="zh frank" userId="f416cd28ba4d9309" providerId="LiveId" clId="{24BDBE35-5E08-4570-B997-53A99398ACF9}" dt="2020-02-12T01:15:21.073" v="126" actId="2711"/>
          <ac:spMkLst>
            <pc:docMk/>
            <pc:sldMk cId="0" sldId="404"/>
            <ac:spMk id="80908" creationId="{3683093B-5EF9-4E82-8FCB-26FCAC5305A3}"/>
          </ac:spMkLst>
        </pc:spChg>
        <pc:spChg chg="mod">
          <ac:chgData name="zh frank" userId="f416cd28ba4d9309" providerId="LiveId" clId="{24BDBE35-5E08-4570-B997-53A99398ACF9}" dt="2020-02-12T01:15:21.073" v="126" actId="2711"/>
          <ac:spMkLst>
            <pc:docMk/>
            <pc:sldMk cId="0" sldId="404"/>
            <ac:spMk id="80909" creationId="{15203E4A-237F-4BF3-85BD-A8816039EE45}"/>
          </ac:spMkLst>
        </pc:spChg>
        <pc:spChg chg="mod">
          <ac:chgData name="zh frank" userId="f416cd28ba4d9309" providerId="LiveId" clId="{24BDBE35-5E08-4570-B997-53A99398ACF9}" dt="2020-02-12T01:15:21.073" v="126" actId="2711"/>
          <ac:spMkLst>
            <pc:docMk/>
            <pc:sldMk cId="0" sldId="404"/>
            <ac:spMk id="80911" creationId="{59296A85-9A3D-45B1-9920-AD7E37170455}"/>
          </ac:spMkLst>
        </pc:spChg>
        <pc:spChg chg="mod">
          <ac:chgData name="zh frank" userId="f416cd28ba4d9309" providerId="LiveId" clId="{24BDBE35-5E08-4570-B997-53A99398ACF9}" dt="2020-02-12T01:15:21.073" v="126" actId="2711"/>
          <ac:spMkLst>
            <pc:docMk/>
            <pc:sldMk cId="0" sldId="404"/>
            <ac:spMk id="80912" creationId="{8EBE8C05-67FF-40C4-B60F-459E16C06A83}"/>
          </ac:spMkLst>
        </pc:spChg>
        <pc:spChg chg="mod">
          <ac:chgData name="zh frank" userId="f416cd28ba4d9309" providerId="LiveId" clId="{24BDBE35-5E08-4570-B997-53A99398ACF9}" dt="2020-02-12T01:15:21.073" v="126" actId="2711"/>
          <ac:spMkLst>
            <pc:docMk/>
            <pc:sldMk cId="0" sldId="404"/>
            <ac:spMk id="80913" creationId="{F0020543-A707-4690-8838-8F020C574843}"/>
          </ac:spMkLst>
        </pc:spChg>
        <pc:spChg chg="mod">
          <ac:chgData name="zh frank" userId="f416cd28ba4d9309" providerId="LiveId" clId="{24BDBE35-5E08-4570-B997-53A99398ACF9}" dt="2020-02-12T01:15:21.073" v="126" actId="2711"/>
          <ac:spMkLst>
            <pc:docMk/>
            <pc:sldMk cId="0" sldId="404"/>
            <ac:spMk id="80914" creationId="{2DC33DA2-8554-47D2-9E95-92357D64E39B}"/>
          </ac:spMkLst>
        </pc:spChg>
        <pc:spChg chg="mod">
          <ac:chgData name="zh frank" userId="f416cd28ba4d9309" providerId="LiveId" clId="{24BDBE35-5E08-4570-B997-53A99398ACF9}" dt="2020-02-12T01:15:21.073" v="126" actId="2711"/>
          <ac:spMkLst>
            <pc:docMk/>
            <pc:sldMk cId="0" sldId="404"/>
            <ac:spMk id="80915" creationId="{61F276C5-7157-42DB-9FE3-BBFF792719C5}"/>
          </ac:spMkLst>
        </pc:spChg>
        <pc:spChg chg="mod">
          <ac:chgData name="zh frank" userId="f416cd28ba4d9309" providerId="LiveId" clId="{24BDBE35-5E08-4570-B997-53A99398ACF9}" dt="2020-02-12T01:15:21.073" v="126" actId="2711"/>
          <ac:spMkLst>
            <pc:docMk/>
            <pc:sldMk cId="0" sldId="404"/>
            <ac:spMk id="375823" creationId="{8EC5CA08-E4E4-E946-9C46-42BD54DE4D34}"/>
          </ac:spMkLst>
        </pc:spChg>
      </pc:sldChg>
      <pc:sldChg chg="modSp">
        <pc:chgData name="zh frank" userId="f416cd28ba4d9309" providerId="LiveId" clId="{24BDBE35-5E08-4570-B997-53A99398ACF9}" dt="2020-02-12T01:16:17.930" v="132" actId="2085"/>
        <pc:sldMkLst>
          <pc:docMk/>
          <pc:sldMk cId="0" sldId="407"/>
        </pc:sldMkLst>
        <pc:spChg chg="mod">
          <ac:chgData name="zh frank" userId="f416cd28ba4d9309" providerId="LiveId" clId="{24BDBE35-5E08-4570-B997-53A99398ACF9}" dt="2020-02-12T01:16:17.930" v="132" actId="2085"/>
          <ac:spMkLst>
            <pc:docMk/>
            <pc:sldMk cId="0" sldId="407"/>
            <ac:spMk id="83972" creationId="{C019B3D4-3808-4A2C-8B6A-E7B0707B9AD4}"/>
          </ac:spMkLst>
        </pc:spChg>
        <pc:spChg chg="mod">
          <ac:chgData name="zh frank" userId="f416cd28ba4d9309" providerId="LiveId" clId="{24BDBE35-5E08-4570-B997-53A99398ACF9}" dt="2020-02-12T01:16:17.930" v="132" actId="2085"/>
          <ac:spMkLst>
            <pc:docMk/>
            <pc:sldMk cId="0" sldId="407"/>
            <ac:spMk id="83973" creationId="{32AF2055-E3BB-4C13-A33A-2FEE4B3D9ABA}"/>
          </ac:spMkLst>
        </pc:spChg>
        <pc:spChg chg="mod">
          <ac:chgData name="zh frank" userId="f416cd28ba4d9309" providerId="LiveId" clId="{24BDBE35-5E08-4570-B997-53A99398ACF9}" dt="2020-02-12T01:16:17.930" v="132" actId="2085"/>
          <ac:spMkLst>
            <pc:docMk/>
            <pc:sldMk cId="0" sldId="407"/>
            <ac:spMk id="83974" creationId="{3FDB8E3E-4E15-4798-B32D-CEC0108455F4}"/>
          </ac:spMkLst>
        </pc:spChg>
        <pc:spChg chg="mod">
          <ac:chgData name="zh frank" userId="f416cd28ba4d9309" providerId="LiveId" clId="{24BDBE35-5E08-4570-B997-53A99398ACF9}" dt="2020-02-12T01:16:17.930" v="132" actId="2085"/>
          <ac:spMkLst>
            <pc:docMk/>
            <pc:sldMk cId="0" sldId="407"/>
            <ac:spMk id="83975" creationId="{BB894F7F-12EB-482C-9DAE-B8432C0CAB4A}"/>
          </ac:spMkLst>
        </pc:spChg>
        <pc:spChg chg="mod">
          <ac:chgData name="zh frank" userId="f416cd28ba4d9309" providerId="LiveId" clId="{24BDBE35-5E08-4570-B997-53A99398ACF9}" dt="2020-02-12T01:16:09.243" v="131" actId="2085"/>
          <ac:spMkLst>
            <pc:docMk/>
            <pc:sldMk cId="0" sldId="407"/>
            <ac:spMk id="83976" creationId="{163F67FC-D495-44C3-B1D3-D992C7D39CC1}"/>
          </ac:spMkLst>
        </pc:spChg>
        <pc:spChg chg="mod">
          <ac:chgData name="zh frank" userId="f416cd28ba4d9309" providerId="LiveId" clId="{24BDBE35-5E08-4570-B997-53A99398ACF9}" dt="2020-02-12T01:16:09.243" v="131" actId="2085"/>
          <ac:spMkLst>
            <pc:docMk/>
            <pc:sldMk cId="0" sldId="407"/>
            <ac:spMk id="83977" creationId="{A6B61481-563D-48D1-8877-D60861962D5D}"/>
          </ac:spMkLst>
        </pc:spChg>
        <pc:spChg chg="mod">
          <ac:chgData name="zh frank" userId="f416cd28ba4d9309" providerId="LiveId" clId="{24BDBE35-5E08-4570-B997-53A99398ACF9}" dt="2020-02-12T01:16:09.243" v="131" actId="2085"/>
          <ac:spMkLst>
            <pc:docMk/>
            <pc:sldMk cId="0" sldId="407"/>
            <ac:spMk id="83978" creationId="{7B1F1671-9109-4712-83C5-5C9C4AB01083}"/>
          </ac:spMkLst>
        </pc:spChg>
        <pc:spChg chg="mod">
          <ac:chgData name="zh frank" userId="f416cd28ba4d9309" providerId="LiveId" clId="{24BDBE35-5E08-4570-B997-53A99398ACF9}" dt="2020-02-12T01:16:09.243" v="131" actId="2085"/>
          <ac:spMkLst>
            <pc:docMk/>
            <pc:sldMk cId="0" sldId="407"/>
            <ac:spMk id="83979" creationId="{52B2B97A-4DF6-4351-8135-AECA3C5F5246}"/>
          </ac:spMkLst>
        </pc:spChg>
        <pc:spChg chg="mod">
          <ac:chgData name="zh frank" userId="f416cd28ba4d9309" providerId="LiveId" clId="{24BDBE35-5E08-4570-B997-53A99398ACF9}" dt="2020-02-12T01:16:09.243" v="131" actId="2085"/>
          <ac:spMkLst>
            <pc:docMk/>
            <pc:sldMk cId="0" sldId="407"/>
            <ac:spMk id="83980" creationId="{42708293-A9A1-403A-9E07-50191A2B081C}"/>
          </ac:spMkLst>
        </pc:spChg>
        <pc:spChg chg="mod">
          <ac:chgData name="zh frank" userId="f416cd28ba4d9309" providerId="LiveId" clId="{24BDBE35-5E08-4570-B997-53A99398ACF9}" dt="2020-02-12T01:16:09.243" v="131" actId="2085"/>
          <ac:spMkLst>
            <pc:docMk/>
            <pc:sldMk cId="0" sldId="407"/>
            <ac:spMk id="83981" creationId="{CAC66ABD-EB40-45B1-8B4F-13072B85B3D5}"/>
          </ac:spMkLst>
        </pc:spChg>
        <pc:spChg chg="mod">
          <ac:chgData name="zh frank" userId="f416cd28ba4d9309" providerId="LiveId" clId="{24BDBE35-5E08-4570-B997-53A99398ACF9}" dt="2020-02-12T01:16:09.243" v="131" actId="2085"/>
          <ac:spMkLst>
            <pc:docMk/>
            <pc:sldMk cId="0" sldId="407"/>
            <ac:spMk id="83982" creationId="{FC62886F-5454-4F8A-B714-B6A97C6D4A1A}"/>
          </ac:spMkLst>
        </pc:spChg>
        <pc:spChg chg="mod">
          <ac:chgData name="zh frank" userId="f416cd28ba4d9309" providerId="LiveId" clId="{24BDBE35-5E08-4570-B997-53A99398ACF9}" dt="2020-02-12T01:16:09.243" v="131" actId="2085"/>
          <ac:spMkLst>
            <pc:docMk/>
            <pc:sldMk cId="0" sldId="407"/>
            <ac:spMk id="83983" creationId="{BE876599-8139-4368-96F3-7ABE221C8659}"/>
          </ac:spMkLst>
        </pc:spChg>
        <pc:spChg chg="mod">
          <ac:chgData name="zh frank" userId="f416cd28ba4d9309" providerId="LiveId" clId="{24BDBE35-5E08-4570-B997-53A99398ACF9}" dt="2020-02-12T01:16:09.243" v="131" actId="2085"/>
          <ac:spMkLst>
            <pc:docMk/>
            <pc:sldMk cId="0" sldId="407"/>
            <ac:spMk id="83984" creationId="{5E817B58-20DC-41D6-9C45-C3551BAB096F}"/>
          </ac:spMkLst>
        </pc:spChg>
        <pc:spChg chg="mod">
          <ac:chgData name="zh frank" userId="f416cd28ba4d9309" providerId="LiveId" clId="{24BDBE35-5E08-4570-B997-53A99398ACF9}" dt="2020-02-12T01:16:09.243" v="131" actId="2085"/>
          <ac:spMkLst>
            <pc:docMk/>
            <pc:sldMk cId="0" sldId="407"/>
            <ac:spMk id="83985" creationId="{5464DCBF-CA18-4C91-91F5-BEA31D2AAB5B}"/>
          </ac:spMkLst>
        </pc:spChg>
        <pc:spChg chg="mod">
          <ac:chgData name="zh frank" userId="f416cd28ba4d9309" providerId="LiveId" clId="{24BDBE35-5E08-4570-B997-53A99398ACF9}" dt="2020-02-12T01:16:09.243" v="131" actId="2085"/>
          <ac:spMkLst>
            <pc:docMk/>
            <pc:sldMk cId="0" sldId="407"/>
            <ac:spMk id="83986" creationId="{413B4A66-D510-4EA5-A055-DC688D00605F}"/>
          </ac:spMkLst>
        </pc:spChg>
      </pc:sldChg>
      <pc:sldChg chg="modSp">
        <pc:chgData name="zh frank" userId="f416cd28ba4d9309" providerId="LiveId" clId="{24BDBE35-5E08-4570-B997-53A99398ACF9}" dt="2020-02-12T01:17:37.412" v="141" actId="2711"/>
        <pc:sldMkLst>
          <pc:docMk/>
          <pc:sldMk cId="0" sldId="408"/>
        </pc:sldMkLst>
        <pc:spChg chg="mod">
          <ac:chgData name="zh frank" userId="f416cd28ba4d9309" providerId="LiveId" clId="{24BDBE35-5E08-4570-B997-53A99398ACF9}" dt="2020-02-12T01:17:22.397" v="139" actId="1076"/>
          <ac:spMkLst>
            <pc:docMk/>
            <pc:sldMk cId="0" sldId="408"/>
            <ac:spMk id="87042" creationId="{47E972C8-F9DC-474D-93A2-3BA3DE7A168C}"/>
          </ac:spMkLst>
        </pc:spChg>
        <pc:spChg chg="mod">
          <ac:chgData name="zh frank" userId="f416cd28ba4d9309" providerId="LiveId" clId="{24BDBE35-5E08-4570-B997-53A99398ACF9}" dt="2020-02-12T01:17:37.412" v="141" actId="2711"/>
          <ac:spMkLst>
            <pc:docMk/>
            <pc:sldMk cId="0" sldId="408"/>
            <ac:spMk id="87091" creationId="{B4AA1FDD-8F51-4B97-8AF9-53CCCA9F7A8E}"/>
          </ac:spMkLst>
        </pc:spChg>
        <pc:spChg chg="mod">
          <ac:chgData name="zh frank" userId="f416cd28ba4d9309" providerId="LiveId" clId="{24BDBE35-5E08-4570-B997-53A99398ACF9}" dt="2020-02-12T01:17:37.412" v="141" actId="2711"/>
          <ac:spMkLst>
            <pc:docMk/>
            <pc:sldMk cId="0" sldId="408"/>
            <ac:spMk id="87092" creationId="{0804CBC9-69B7-4DC3-9A90-2475C57A8D2E}"/>
          </ac:spMkLst>
        </pc:spChg>
        <pc:spChg chg="mod">
          <ac:chgData name="zh frank" userId="f416cd28ba4d9309" providerId="LiveId" clId="{24BDBE35-5E08-4570-B997-53A99398ACF9}" dt="2020-02-12T01:17:37.412" v="141" actId="2711"/>
          <ac:spMkLst>
            <pc:docMk/>
            <pc:sldMk cId="0" sldId="408"/>
            <ac:spMk id="87093" creationId="{184A0154-086E-4309-B6C3-15437C7B426C}"/>
          </ac:spMkLst>
        </pc:spChg>
        <pc:spChg chg="mod">
          <ac:chgData name="zh frank" userId="f416cd28ba4d9309" providerId="LiveId" clId="{24BDBE35-5E08-4570-B997-53A99398ACF9}" dt="2020-02-12T01:17:37.412" v="141" actId="2711"/>
          <ac:spMkLst>
            <pc:docMk/>
            <pc:sldMk cId="0" sldId="408"/>
            <ac:spMk id="87094" creationId="{6C334216-661D-42B6-9A03-18A01178BF47}"/>
          </ac:spMkLst>
        </pc:spChg>
        <pc:spChg chg="mod">
          <ac:chgData name="zh frank" userId="f416cd28ba4d9309" providerId="LiveId" clId="{24BDBE35-5E08-4570-B997-53A99398ACF9}" dt="2020-02-12T01:17:37.412" v="141" actId="2711"/>
          <ac:spMkLst>
            <pc:docMk/>
            <pc:sldMk cId="0" sldId="408"/>
            <ac:spMk id="87095" creationId="{2CB1CE85-FCBF-4E10-8EC6-13D079DB1E05}"/>
          </ac:spMkLst>
        </pc:spChg>
        <pc:spChg chg="mod">
          <ac:chgData name="zh frank" userId="f416cd28ba4d9309" providerId="LiveId" clId="{24BDBE35-5E08-4570-B997-53A99398ACF9}" dt="2020-02-12T01:17:37.412" v="141" actId="2711"/>
          <ac:spMkLst>
            <pc:docMk/>
            <pc:sldMk cId="0" sldId="408"/>
            <ac:spMk id="87096" creationId="{83EE16AE-E5FB-4853-B37C-D2CF969DE690}"/>
          </ac:spMkLst>
        </pc:spChg>
        <pc:spChg chg="mod">
          <ac:chgData name="zh frank" userId="f416cd28ba4d9309" providerId="LiveId" clId="{24BDBE35-5E08-4570-B997-53A99398ACF9}" dt="2020-02-12T01:17:37.412" v="141" actId="2711"/>
          <ac:spMkLst>
            <pc:docMk/>
            <pc:sldMk cId="0" sldId="408"/>
            <ac:spMk id="87097" creationId="{D202B3F8-770E-4E2D-9AA0-6AD463E1E695}"/>
          </ac:spMkLst>
        </pc:spChg>
        <pc:spChg chg="mod">
          <ac:chgData name="zh frank" userId="f416cd28ba4d9309" providerId="LiveId" clId="{24BDBE35-5E08-4570-B997-53A99398ACF9}" dt="2020-02-12T01:17:37.412" v="141" actId="2711"/>
          <ac:spMkLst>
            <pc:docMk/>
            <pc:sldMk cId="0" sldId="408"/>
            <ac:spMk id="87098" creationId="{9F9154F1-EDB4-46A2-A360-313D44BB71C2}"/>
          </ac:spMkLst>
        </pc:spChg>
        <pc:spChg chg="mod">
          <ac:chgData name="zh frank" userId="f416cd28ba4d9309" providerId="LiveId" clId="{24BDBE35-5E08-4570-B997-53A99398ACF9}" dt="2020-02-12T01:17:37.412" v="141" actId="2711"/>
          <ac:spMkLst>
            <pc:docMk/>
            <pc:sldMk cId="0" sldId="408"/>
            <ac:spMk id="87099" creationId="{4250BE04-DDF2-4373-97F5-37FD85F05B04}"/>
          </ac:spMkLst>
        </pc:spChg>
        <pc:spChg chg="mod">
          <ac:chgData name="zh frank" userId="f416cd28ba4d9309" providerId="LiveId" clId="{24BDBE35-5E08-4570-B997-53A99398ACF9}" dt="2020-02-12T01:17:37.412" v="141" actId="2711"/>
          <ac:spMkLst>
            <pc:docMk/>
            <pc:sldMk cId="0" sldId="408"/>
            <ac:spMk id="87100" creationId="{ECEC5460-8381-4437-9F4E-F7153D584540}"/>
          </ac:spMkLst>
        </pc:spChg>
        <pc:spChg chg="mod">
          <ac:chgData name="zh frank" userId="f416cd28ba4d9309" providerId="LiveId" clId="{24BDBE35-5E08-4570-B997-53A99398ACF9}" dt="2020-02-12T01:17:37.412" v="141" actId="2711"/>
          <ac:spMkLst>
            <pc:docMk/>
            <pc:sldMk cId="0" sldId="408"/>
            <ac:spMk id="87101" creationId="{2597AB7F-C662-48CC-9620-FA9A2D924424}"/>
          </ac:spMkLst>
        </pc:spChg>
        <pc:spChg chg="mod">
          <ac:chgData name="zh frank" userId="f416cd28ba4d9309" providerId="LiveId" clId="{24BDBE35-5E08-4570-B997-53A99398ACF9}" dt="2020-02-12T01:17:37.412" v="141" actId="2711"/>
          <ac:spMkLst>
            <pc:docMk/>
            <pc:sldMk cId="0" sldId="408"/>
            <ac:spMk id="87102" creationId="{D2AF39F1-4A22-4048-8F7D-05CF3F50E634}"/>
          </ac:spMkLst>
        </pc:spChg>
        <pc:spChg chg="mod">
          <ac:chgData name="zh frank" userId="f416cd28ba4d9309" providerId="LiveId" clId="{24BDBE35-5E08-4570-B997-53A99398ACF9}" dt="2020-02-12T01:17:37.412" v="141" actId="2711"/>
          <ac:spMkLst>
            <pc:docMk/>
            <pc:sldMk cId="0" sldId="408"/>
            <ac:spMk id="87103" creationId="{6E412AC8-A6F7-44FC-AABD-63881E10A320}"/>
          </ac:spMkLst>
        </pc:spChg>
        <pc:spChg chg="mod">
          <ac:chgData name="zh frank" userId="f416cd28ba4d9309" providerId="LiveId" clId="{24BDBE35-5E08-4570-B997-53A99398ACF9}" dt="2020-02-12T01:17:37.412" v="141" actId="2711"/>
          <ac:spMkLst>
            <pc:docMk/>
            <pc:sldMk cId="0" sldId="408"/>
            <ac:spMk id="87104" creationId="{BE71970D-30E0-4FDF-83DF-AE0A4CE0F9CA}"/>
          </ac:spMkLst>
        </pc:spChg>
        <pc:spChg chg="mod">
          <ac:chgData name="zh frank" userId="f416cd28ba4d9309" providerId="LiveId" clId="{24BDBE35-5E08-4570-B997-53A99398ACF9}" dt="2020-02-12T01:17:37.412" v="141" actId="2711"/>
          <ac:spMkLst>
            <pc:docMk/>
            <pc:sldMk cId="0" sldId="408"/>
            <ac:spMk id="87105" creationId="{E8B2AD2F-8D1E-4F98-A114-CA85EF25832E}"/>
          </ac:spMkLst>
        </pc:spChg>
        <pc:spChg chg="mod">
          <ac:chgData name="zh frank" userId="f416cd28ba4d9309" providerId="LiveId" clId="{24BDBE35-5E08-4570-B997-53A99398ACF9}" dt="2020-02-12T01:17:37.412" v="141" actId="2711"/>
          <ac:spMkLst>
            <pc:docMk/>
            <pc:sldMk cId="0" sldId="408"/>
            <ac:spMk id="87106" creationId="{6428C0A8-746B-42A5-A6E0-7FA158A28ECB}"/>
          </ac:spMkLst>
        </pc:spChg>
        <pc:spChg chg="mod">
          <ac:chgData name="zh frank" userId="f416cd28ba4d9309" providerId="LiveId" clId="{24BDBE35-5E08-4570-B997-53A99398ACF9}" dt="2020-02-12T01:17:37.412" v="141" actId="2711"/>
          <ac:spMkLst>
            <pc:docMk/>
            <pc:sldMk cId="0" sldId="408"/>
            <ac:spMk id="87107" creationId="{98FE2D1A-EF52-4319-86FD-34218C8B97EB}"/>
          </ac:spMkLst>
        </pc:spChg>
        <pc:spChg chg="mod">
          <ac:chgData name="zh frank" userId="f416cd28ba4d9309" providerId="LiveId" clId="{24BDBE35-5E08-4570-B997-53A99398ACF9}" dt="2020-02-12T01:17:37.412" v="141" actId="2711"/>
          <ac:spMkLst>
            <pc:docMk/>
            <pc:sldMk cId="0" sldId="408"/>
            <ac:spMk id="87108" creationId="{F87BCCDB-6B47-4453-B94F-4163E7D56AA8}"/>
          </ac:spMkLst>
        </pc:spChg>
        <pc:spChg chg="mod">
          <ac:chgData name="zh frank" userId="f416cd28ba4d9309" providerId="LiveId" clId="{24BDBE35-5E08-4570-B997-53A99398ACF9}" dt="2020-02-12T01:17:37.412" v="141" actId="2711"/>
          <ac:spMkLst>
            <pc:docMk/>
            <pc:sldMk cId="0" sldId="408"/>
            <ac:spMk id="87109" creationId="{79BED522-86D2-4948-8C64-A58663C1D51A}"/>
          </ac:spMkLst>
        </pc:spChg>
        <pc:spChg chg="mod">
          <ac:chgData name="zh frank" userId="f416cd28ba4d9309" providerId="LiveId" clId="{24BDBE35-5E08-4570-B997-53A99398ACF9}" dt="2020-02-12T01:17:37.412" v="141" actId="2711"/>
          <ac:spMkLst>
            <pc:docMk/>
            <pc:sldMk cId="0" sldId="408"/>
            <ac:spMk id="87110" creationId="{EDD6BDEF-04C7-40F1-8160-B7B777B537D6}"/>
          </ac:spMkLst>
        </pc:spChg>
        <pc:graphicFrameChg chg="mod">
          <ac:chgData name="zh frank" userId="f416cd28ba4d9309" providerId="LiveId" clId="{24BDBE35-5E08-4570-B997-53A99398ACF9}" dt="2020-02-12T01:17:13.663" v="138" actId="1036"/>
          <ac:graphicFrameMkLst>
            <pc:docMk/>
            <pc:sldMk cId="0" sldId="408"/>
            <ac:graphicFrameMk id="380015" creationId="{6C154B9B-7D17-AC40-AF04-11747EFBC2C8}"/>
          </ac:graphicFrameMkLst>
        </pc:graphicFrameChg>
      </pc:sldChg>
      <pc:sldChg chg="modSp">
        <pc:chgData name="zh frank" userId="f416cd28ba4d9309" providerId="LiveId" clId="{24BDBE35-5E08-4570-B997-53A99398ACF9}" dt="2020-02-12T01:20:15.110" v="159" actId="14100"/>
        <pc:sldMkLst>
          <pc:docMk/>
          <pc:sldMk cId="0" sldId="409"/>
        </pc:sldMkLst>
        <pc:spChg chg="mod">
          <ac:chgData name="zh frank" userId="f416cd28ba4d9309" providerId="LiveId" clId="{24BDBE35-5E08-4570-B997-53A99398ACF9}" dt="2020-02-12T01:18:16.895" v="144" actId="1076"/>
          <ac:spMkLst>
            <pc:docMk/>
            <pc:sldMk cId="0" sldId="409"/>
            <ac:spMk id="88066" creationId="{BE4AEE55-7BC4-44C6-A3D1-3BBD5780F435}"/>
          </ac:spMkLst>
        </pc:spChg>
        <pc:spChg chg="mod">
          <ac:chgData name="zh frank" userId="f416cd28ba4d9309" providerId="LiveId" clId="{24BDBE35-5E08-4570-B997-53A99398ACF9}" dt="2020-02-12T01:20:15.110" v="159" actId="14100"/>
          <ac:spMkLst>
            <pc:docMk/>
            <pc:sldMk cId="0" sldId="409"/>
            <ac:spMk id="88115" creationId="{47004DE0-3038-41D9-BF62-9C44BAC15304}"/>
          </ac:spMkLst>
        </pc:spChg>
        <pc:spChg chg="mod">
          <ac:chgData name="zh frank" userId="f416cd28ba4d9309" providerId="LiveId" clId="{24BDBE35-5E08-4570-B997-53A99398ACF9}" dt="2020-02-12T01:18:38.097" v="147" actId="1035"/>
          <ac:spMkLst>
            <pc:docMk/>
            <pc:sldMk cId="0" sldId="409"/>
            <ac:spMk id="88116" creationId="{7EEA8225-C40C-41B1-96C1-90444C8087C6}"/>
          </ac:spMkLst>
        </pc:spChg>
        <pc:spChg chg="mod">
          <ac:chgData name="zh frank" userId="f416cd28ba4d9309" providerId="LiveId" clId="{24BDBE35-5E08-4570-B997-53A99398ACF9}" dt="2020-02-12T01:18:38.097" v="147" actId="1035"/>
          <ac:spMkLst>
            <pc:docMk/>
            <pc:sldMk cId="0" sldId="409"/>
            <ac:spMk id="88117" creationId="{5B0E022E-84F3-48A8-A434-D61123DD3734}"/>
          </ac:spMkLst>
        </pc:spChg>
        <pc:spChg chg="mod">
          <ac:chgData name="zh frank" userId="f416cd28ba4d9309" providerId="LiveId" clId="{24BDBE35-5E08-4570-B997-53A99398ACF9}" dt="2020-02-12T01:18:38.097" v="147" actId="1035"/>
          <ac:spMkLst>
            <pc:docMk/>
            <pc:sldMk cId="0" sldId="409"/>
            <ac:spMk id="88118" creationId="{FB88055D-727E-4F18-B12C-D199646373CC}"/>
          </ac:spMkLst>
        </pc:spChg>
        <pc:spChg chg="mod">
          <ac:chgData name="zh frank" userId="f416cd28ba4d9309" providerId="LiveId" clId="{24BDBE35-5E08-4570-B997-53A99398ACF9}" dt="2020-02-12T01:18:38.097" v="147" actId="1035"/>
          <ac:spMkLst>
            <pc:docMk/>
            <pc:sldMk cId="0" sldId="409"/>
            <ac:spMk id="88119" creationId="{7D55EF4F-8016-4C7A-9F45-403C2B537EF9}"/>
          </ac:spMkLst>
        </pc:spChg>
        <pc:spChg chg="mod">
          <ac:chgData name="zh frank" userId="f416cd28ba4d9309" providerId="LiveId" clId="{24BDBE35-5E08-4570-B997-53A99398ACF9}" dt="2020-02-12T01:18:38.097" v="147" actId="1035"/>
          <ac:spMkLst>
            <pc:docMk/>
            <pc:sldMk cId="0" sldId="409"/>
            <ac:spMk id="88120" creationId="{58751191-249B-462E-9167-5EA1EED179E1}"/>
          </ac:spMkLst>
        </pc:spChg>
        <pc:spChg chg="mod">
          <ac:chgData name="zh frank" userId="f416cd28ba4d9309" providerId="LiveId" clId="{24BDBE35-5E08-4570-B997-53A99398ACF9}" dt="2020-02-12T01:18:38.097" v="147" actId="1035"/>
          <ac:spMkLst>
            <pc:docMk/>
            <pc:sldMk cId="0" sldId="409"/>
            <ac:spMk id="88121" creationId="{457AFBB4-E1D9-4CAC-A51E-98C21C552066}"/>
          </ac:spMkLst>
        </pc:spChg>
        <pc:spChg chg="mod">
          <ac:chgData name="zh frank" userId="f416cd28ba4d9309" providerId="LiveId" clId="{24BDBE35-5E08-4570-B997-53A99398ACF9}" dt="2020-02-12T01:18:38.097" v="147" actId="1035"/>
          <ac:spMkLst>
            <pc:docMk/>
            <pc:sldMk cId="0" sldId="409"/>
            <ac:spMk id="88122" creationId="{320640CC-94BC-4009-BB3F-40F6CAB901A3}"/>
          </ac:spMkLst>
        </pc:spChg>
        <pc:spChg chg="mod">
          <ac:chgData name="zh frank" userId="f416cd28ba4d9309" providerId="LiveId" clId="{24BDBE35-5E08-4570-B997-53A99398ACF9}" dt="2020-02-12T01:19:47.829" v="156" actId="1076"/>
          <ac:spMkLst>
            <pc:docMk/>
            <pc:sldMk cId="0" sldId="409"/>
            <ac:spMk id="88123" creationId="{6D1C49A0-7CB8-407D-90B5-325C9D8CE3F5}"/>
          </ac:spMkLst>
        </pc:spChg>
        <pc:spChg chg="mod">
          <ac:chgData name="zh frank" userId="f416cd28ba4d9309" providerId="LiveId" clId="{24BDBE35-5E08-4570-B997-53A99398ACF9}" dt="2020-02-12T01:18:38.097" v="147" actId="1035"/>
          <ac:spMkLst>
            <pc:docMk/>
            <pc:sldMk cId="0" sldId="409"/>
            <ac:spMk id="88124" creationId="{2EEA63AA-BD13-448E-957C-E8F2453FA5D8}"/>
          </ac:spMkLst>
        </pc:spChg>
        <pc:spChg chg="mod">
          <ac:chgData name="zh frank" userId="f416cd28ba4d9309" providerId="LiveId" clId="{24BDBE35-5E08-4570-B997-53A99398ACF9}" dt="2020-02-12T01:18:38.097" v="147" actId="1035"/>
          <ac:spMkLst>
            <pc:docMk/>
            <pc:sldMk cId="0" sldId="409"/>
            <ac:spMk id="88125" creationId="{128CAFC8-B606-428E-8DE2-CF4B98ED869D}"/>
          </ac:spMkLst>
        </pc:spChg>
        <pc:spChg chg="mod">
          <ac:chgData name="zh frank" userId="f416cd28ba4d9309" providerId="LiveId" clId="{24BDBE35-5E08-4570-B997-53A99398ACF9}" dt="2020-02-12T01:18:29.348" v="146" actId="1036"/>
          <ac:spMkLst>
            <pc:docMk/>
            <pc:sldMk cId="0" sldId="409"/>
            <ac:spMk id="88126" creationId="{FBFA3CC1-F3FB-4C58-AEAC-E1A1795DA901}"/>
          </ac:spMkLst>
        </pc:spChg>
        <pc:spChg chg="mod">
          <ac:chgData name="zh frank" userId="f416cd28ba4d9309" providerId="LiveId" clId="{24BDBE35-5E08-4570-B997-53A99398ACF9}" dt="2020-02-12T01:18:38.097" v="147" actId="1035"/>
          <ac:spMkLst>
            <pc:docMk/>
            <pc:sldMk cId="0" sldId="409"/>
            <ac:spMk id="88127" creationId="{FBCAD5E7-3D53-4486-B1A9-6FA3D5DC115B}"/>
          </ac:spMkLst>
        </pc:spChg>
        <pc:spChg chg="mod">
          <ac:chgData name="zh frank" userId="f416cd28ba4d9309" providerId="LiveId" clId="{24BDBE35-5E08-4570-B997-53A99398ACF9}" dt="2020-02-12T01:18:38.097" v="147" actId="1035"/>
          <ac:spMkLst>
            <pc:docMk/>
            <pc:sldMk cId="0" sldId="409"/>
            <ac:spMk id="88128" creationId="{9BBBDC3A-9C36-4E59-BF60-FC560550178B}"/>
          </ac:spMkLst>
        </pc:spChg>
        <pc:spChg chg="mod">
          <ac:chgData name="zh frank" userId="f416cd28ba4d9309" providerId="LiveId" clId="{24BDBE35-5E08-4570-B997-53A99398ACF9}" dt="2020-02-12T01:18:38.097" v="147" actId="1035"/>
          <ac:spMkLst>
            <pc:docMk/>
            <pc:sldMk cId="0" sldId="409"/>
            <ac:spMk id="88129" creationId="{8446980D-7E45-4A9E-9573-35983C0D468C}"/>
          </ac:spMkLst>
        </pc:spChg>
        <pc:spChg chg="mod">
          <ac:chgData name="zh frank" userId="f416cd28ba4d9309" providerId="LiveId" clId="{24BDBE35-5E08-4570-B997-53A99398ACF9}" dt="2020-02-12T01:18:38.097" v="147" actId="1035"/>
          <ac:spMkLst>
            <pc:docMk/>
            <pc:sldMk cId="0" sldId="409"/>
            <ac:spMk id="88130" creationId="{94F73CA1-AA1F-4490-B3D6-8169B3FC7A30}"/>
          </ac:spMkLst>
        </pc:spChg>
        <pc:spChg chg="mod">
          <ac:chgData name="zh frank" userId="f416cd28ba4d9309" providerId="LiveId" clId="{24BDBE35-5E08-4570-B997-53A99398ACF9}" dt="2020-02-12T01:18:38.097" v="147" actId="1035"/>
          <ac:spMkLst>
            <pc:docMk/>
            <pc:sldMk cId="0" sldId="409"/>
            <ac:spMk id="88131" creationId="{8648FF36-60C7-4277-A861-F2278C3A3EA6}"/>
          </ac:spMkLst>
        </pc:spChg>
        <pc:spChg chg="mod">
          <ac:chgData name="zh frank" userId="f416cd28ba4d9309" providerId="LiveId" clId="{24BDBE35-5E08-4570-B997-53A99398ACF9}" dt="2020-02-12T01:18:38.097" v="147" actId="1035"/>
          <ac:spMkLst>
            <pc:docMk/>
            <pc:sldMk cId="0" sldId="409"/>
            <ac:spMk id="88132" creationId="{45E1C15B-3327-4AF8-9213-6ED6D59E515B}"/>
          </ac:spMkLst>
        </pc:spChg>
        <pc:spChg chg="mod">
          <ac:chgData name="zh frank" userId="f416cd28ba4d9309" providerId="LiveId" clId="{24BDBE35-5E08-4570-B997-53A99398ACF9}" dt="2020-02-12T01:18:38.097" v="147" actId="1035"/>
          <ac:spMkLst>
            <pc:docMk/>
            <pc:sldMk cId="0" sldId="409"/>
            <ac:spMk id="88133" creationId="{88DDAB6C-46B6-45CB-9163-0126E517DAC9}"/>
          </ac:spMkLst>
        </pc:spChg>
        <pc:spChg chg="mod">
          <ac:chgData name="zh frank" userId="f416cd28ba4d9309" providerId="LiveId" clId="{24BDBE35-5E08-4570-B997-53A99398ACF9}" dt="2020-02-12T01:18:38.097" v="147" actId="1035"/>
          <ac:spMkLst>
            <pc:docMk/>
            <pc:sldMk cId="0" sldId="409"/>
            <ac:spMk id="88134" creationId="{EA932F63-37C2-4DB5-8D36-E17B3F458FE9}"/>
          </ac:spMkLst>
        </pc:spChg>
        <pc:spChg chg="mod">
          <ac:chgData name="zh frank" userId="f416cd28ba4d9309" providerId="LiveId" clId="{24BDBE35-5E08-4570-B997-53A99398ACF9}" dt="2020-02-12T01:18:38.097" v="147" actId="1035"/>
          <ac:spMkLst>
            <pc:docMk/>
            <pc:sldMk cId="0" sldId="409"/>
            <ac:spMk id="88135" creationId="{AAE6116B-B35B-48D0-A74A-9F428C102BC3}"/>
          </ac:spMkLst>
        </pc:spChg>
        <pc:spChg chg="mod">
          <ac:chgData name="zh frank" userId="f416cd28ba4d9309" providerId="LiveId" clId="{24BDBE35-5E08-4570-B997-53A99398ACF9}" dt="2020-02-12T01:18:38.097" v="147" actId="1035"/>
          <ac:spMkLst>
            <pc:docMk/>
            <pc:sldMk cId="0" sldId="409"/>
            <ac:spMk id="88136" creationId="{8583764A-1DAF-4656-9FEE-59F261A424D7}"/>
          </ac:spMkLst>
        </pc:spChg>
        <pc:spChg chg="mod">
          <ac:chgData name="zh frank" userId="f416cd28ba4d9309" providerId="LiveId" clId="{24BDBE35-5E08-4570-B997-53A99398ACF9}" dt="2020-02-12T01:18:38.097" v="147" actId="1035"/>
          <ac:spMkLst>
            <pc:docMk/>
            <pc:sldMk cId="0" sldId="409"/>
            <ac:spMk id="88137" creationId="{ADD758C0-DA33-4256-B15B-7773E95FFFE4}"/>
          </ac:spMkLst>
        </pc:spChg>
        <pc:spChg chg="mod">
          <ac:chgData name="zh frank" userId="f416cd28ba4d9309" providerId="LiveId" clId="{24BDBE35-5E08-4570-B997-53A99398ACF9}" dt="2020-02-12T01:18:38.097" v="147" actId="1035"/>
          <ac:spMkLst>
            <pc:docMk/>
            <pc:sldMk cId="0" sldId="409"/>
            <ac:spMk id="88138" creationId="{29A30C60-36A4-481B-980F-C54302C47CFF}"/>
          </ac:spMkLst>
        </pc:spChg>
        <pc:spChg chg="mod">
          <ac:chgData name="zh frank" userId="f416cd28ba4d9309" providerId="LiveId" clId="{24BDBE35-5E08-4570-B997-53A99398ACF9}" dt="2020-02-12T01:18:38.097" v="147" actId="1035"/>
          <ac:spMkLst>
            <pc:docMk/>
            <pc:sldMk cId="0" sldId="409"/>
            <ac:spMk id="88139" creationId="{5BD7E7DF-941C-4F08-8E1D-BED06A2B37C3}"/>
          </ac:spMkLst>
        </pc:spChg>
        <pc:spChg chg="mod">
          <ac:chgData name="zh frank" userId="f416cd28ba4d9309" providerId="LiveId" clId="{24BDBE35-5E08-4570-B997-53A99398ACF9}" dt="2020-02-12T01:18:38.097" v="147" actId="1035"/>
          <ac:spMkLst>
            <pc:docMk/>
            <pc:sldMk cId="0" sldId="409"/>
            <ac:spMk id="88140" creationId="{801CCE3C-FC16-41E3-AE2C-D5777212F9E0}"/>
          </ac:spMkLst>
        </pc:spChg>
        <pc:graphicFrameChg chg="mod">
          <ac:chgData name="zh frank" userId="f416cd28ba4d9309" providerId="LiveId" clId="{24BDBE35-5E08-4570-B997-53A99398ACF9}" dt="2020-02-12T01:18:38.097" v="147" actId="1035"/>
          <ac:graphicFrameMkLst>
            <pc:docMk/>
            <pc:sldMk cId="0" sldId="409"/>
            <ac:graphicFrameMk id="382048" creationId="{3E9036BB-5A52-E14A-9C3B-04130FFE3FC9}"/>
          </ac:graphicFrameMkLst>
        </pc:graphicFrameChg>
      </pc:sldChg>
      <pc:sldChg chg="modSp">
        <pc:chgData name="zh frank" userId="f416cd28ba4d9309" providerId="LiveId" clId="{24BDBE35-5E08-4570-B997-53A99398ACF9}" dt="2020-02-12T01:20:43.124" v="170" actId="2711"/>
        <pc:sldMkLst>
          <pc:docMk/>
          <pc:sldMk cId="0" sldId="410"/>
        </pc:sldMkLst>
        <pc:spChg chg="mod">
          <ac:chgData name="zh frank" userId="f416cd28ba4d9309" providerId="LiveId" clId="{24BDBE35-5E08-4570-B997-53A99398ACF9}" dt="2020-02-12T01:20:43.124" v="170" actId="2711"/>
          <ac:spMkLst>
            <pc:docMk/>
            <pc:sldMk cId="0" sldId="410"/>
            <ac:spMk id="91214" creationId="{C975A5B1-C071-498C-8792-39A1C2E08B72}"/>
          </ac:spMkLst>
        </pc:spChg>
        <pc:spChg chg="mod">
          <ac:chgData name="zh frank" userId="f416cd28ba4d9309" providerId="LiveId" clId="{24BDBE35-5E08-4570-B997-53A99398ACF9}" dt="2020-02-12T01:20:43.124" v="170" actId="2711"/>
          <ac:spMkLst>
            <pc:docMk/>
            <pc:sldMk cId="0" sldId="410"/>
            <ac:spMk id="91215" creationId="{7A9D19A7-C37B-4AB6-A31B-FAF1C70D27EC}"/>
          </ac:spMkLst>
        </pc:spChg>
        <pc:spChg chg="mod">
          <ac:chgData name="zh frank" userId="f416cd28ba4d9309" providerId="LiveId" clId="{24BDBE35-5E08-4570-B997-53A99398ACF9}" dt="2020-02-12T01:20:43.124" v="170" actId="2711"/>
          <ac:spMkLst>
            <pc:docMk/>
            <pc:sldMk cId="0" sldId="410"/>
            <ac:spMk id="91216" creationId="{C2B9CAC4-AC8A-48FB-8EDC-948179381174}"/>
          </ac:spMkLst>
        </pc:spChg>
        <pc:spChg chg="mod">
          <ac:chgData name="zh frank" userId="f416cd28ba4d9309" providerId="LiveId" clId="{24BDBE35-5E08-4570-B997-53A99398ACF9}" dt="2020-02-12T01:20:43.124" v="170" actId="2711"/>
          <ac:spMkLst>
            <pc:docMk/>
            <pc:sldMk cId="0" sldId="410"/>
            <ac:spMk id="91217" creationId="{0AF73D33-3F18-4BE8-B7C3-18DA83C1F031}"/>
          </ac:spMkLst>
        </pc:spChg>
        <pc:spChg chg="mod">
          <ac:chgData name="zh frank" userId="f416cd28ba4d9309" providerId="LiveId" clId="{24BDBE35-5E08-4570-B997-53A99398ACF9}" dt="2020-02-12T01:20:43.124" v="170" actId="2711"/>
          <ac:spMkLst>
            <pc:docMk/>
            <pc:sldMk cId="0" sldId="410"/>
            <ac:spMk id="91218" creationId="{98991AF0-AF44-4F1C-B57F-BB55457C39EC}"/>
          </ac:spMkLst>
        </pc:spChg>
        <pc:spChg chg="mod">
          <ac:chgData name="zh frank" userId="f416cd28ba4d9309" providerId="LiveId" clId="{24BDBE35-5E08-4570-B997-53A99398ACF9}" dt="2020-02-12T01:20:43.124" v="170" actId="2711"/>
          <ac:spMkLst>
            <pc:docMk/>
            <pc:sldMk cId="0" sldId="410"/>
            <ac:spMk id="91219" creationId="{DB3E8CB0-CC5D-4904-A665-CB43186C1FFC}"/>
          </ac:spMkLst>
        </pc:spChg>
        <pc:spChg chg="mod">
          <ac:chgData name="zh frank" userId="f416cd28ba4d9309" providerId="LiveId" clId="{24BDBE35-5E08-4570-B997-53A99398ACF9}" dt="2020-02-12T01:20:43.124" v="170" actId="2711"/>
          <ac:spMkLst>
            <pc:docMk/>
            <pc:sldMk cId="0" sldId="410"/>
            <ac:spMk id="91220" creationId="{95EEFF73-4903-4BAC-84BC-C7377CCA8E9D}"/>
          </ac:spMkLst>
        </pc:spChg>
        <pc:spChg chg="mod">
          <ac:chgData name="zh frank" userId="f416cd28ba4d9309" providerId="LiveId" clId="{24BDBE35-5E08-4570-B997-53A99398ACF9}" dt="2020-02-12T01:20:43.124" v="170" actId="2711"/>
          <ac:spMkLst>
            <pc:docMk/>
            <pc:sldMk cId="0" sldId="410"/>
            <ac:spMk id="91221" creationId="{54223638-9541-4792-B12E-519F98AAFF65}"/>
          </ac:spMkLst>
        </pc:spChg>
        <pc:spChg chg="mod">
          <ac:chgData name="zh frank" userId="f416cd28ba4d9309" providerId="LiveId" clId="{24BDBE35-5E08-4570-B997-53A99398ACF9}" dt="2020-02-12T01:20:43.124" v="170" actId="2711"/>
          <ac:spMkLst>
            <pc:docMk/>
            <pc:sldMk cId="0" sldId="410"/>
            <ac:spMk id="91222" creationId="{6F6571C1-ADA3-461B-B7B5-0DA246D7E47C}"/>
          </ac:spMkLst>
        </pc:spChg>
        <pc:spChg chg="mod">
          <ac:chgData name="zh frank" userId="f416cd28ba4d9309" providerId="LiveId" clId="{24BDBE35-5E08-4570-B997-53A99398ACF9}" dt="2020-02-12T01:20:43.124" v="170" actId="2711"/>
          <ac:spMkLst>
            <pc:docMk/>
            <pc:sldMk cId="0" sldId="410"/>
            <ac:spMk id="91223" creationId="{C14526C4-DCD6-41ED-9589-B7BA4F71AF8D}"/>
          </ac:spMkLst>
        </pc:spChg>
        <pc:spChg chg="mod">
          <ac:chgData name="zh frank" userId="f416cd28ba4d9309" providerId="LiveId" clId="{24BDBE35-5E08-4570-B997-53A99398ACF9}" dt="2020-02-12T01:20:43.124" v="170" actId="2711"/>
          <ac:spMkLst>
            <pc:docMk/>
            <pc:sldMk cId="0" sldId="410"/>
            <ac:spMk id="91224" creationId="{F8ADAAF4-14A3-4AF1-BC2C-DF728C23A6A7}"/>
          </ac:spMkLst>
        </pc:spChg>
        <pc:spChg chg="mod">
          <ac:chgData name="zh frank" userId="f416cd28ba4d9309" providerId="LiveId" clId="{24BDBE35-5E08-4570-B997-53A99398ACF9}" dt="2020-02-12T01:20:43.124" v="170" actId="2711"/>
          <ac:spMkLst>
            <pc:docMk/>
            <pc:sldMk cId="0" sldId="410"/>
            <ac:spMk id="91225" creationId="{6B570451-1730-4964-AE55-26B500E42249}"/>
          </ac:spMkLst>
        </pc:spChg>
        <pc:spChg chg="mod">
          <ac:chgData name="zh frank" userId="f416cd28ba4d9309" providerId="LiveId" clId="{24BDBE35-5E08-4570-B997-53A99398ACF9}" dt="2020-02-12T01:20:43.124" v="170" actId="2711"/>
          <ac:spMkLst>
            <pc:docMk/>
            <pc:sldMk cId="0" sldId="410"/>
            <ac:spMk id="91226" creationId="{EDB4D47C-0D9E-4946-823A-5651CEACFE99}"/>
          </ac:spMkLst>
        </pc:spChg>
        <pc:spChg chg="mod">
          <ac:chgData name="zh frank" userId="f416cd28ba4d9309" providerId="LiveId" clId="{24BDBE35-5E08-4570-B997-53A99398ACF9}" dt="2020-02-12T01:20:43.124" v="170" actId="2711"/>
          <ac:spMkLst>
            <pc:docMk/>
            <pc:sldMk cId="0" sldId="410"/>
            <ac:spMk id="91227" creationId="{239203D7-14DD-40AC-BDDF-19A2D1AF89AD}"/>
          </ac:spMkLst>
        </pc:spChg>
        <pc:spChg chg="mod">
          <ac:chgData name="zh frank" userId="f416cd28ba4d9309" providerId="LiveId" clId="{24BDBE35-5E08-4570-B997-53A99398ACF9}" dt="2020-02-12T01:20:43.124" v="170" actId="2711"/>
          <ac:spMkLst>
            <pc:docMk/>
            <pc:sldMk cId="0" sldId="410"/>
            <ac:spMk id="91228" creationId="{11CA80FD-164D-46B1-92B9-4BFE9BD5DEA1}"/>
          </ac:spMkLst>
        </pc:spChg>
        <pc:spChg chg="mod">
          <ac:chgData name="zh frank" userId="f416cd28ba4d9309" providerId="LiveId" clId="{24BDBE35-5E08-4570-B997-53A99398ACF9}" dt="2020-02-12T01:20:43.124" v="170" actId="2711"/>
          <ac:spMkLst>
            <pc:docMk/>
            <pc:sldMk cId="0" sldId="410"/>
            <ac:spMk id="91229" creationId="{4D2FB30C-BE27-4E6A-9ED9-F7030512E941}"/>
          </ac:spMkLst>
        </pc:spChg>
        <pc:spChg chg="mod">
          <ac:chgData name="zh frank" userId="f416cd28ba4d9309" providerId="LiveId" clId="{24BDBE35-5E08-4570-B997-53A99398ACF9}" dt="2020-02-12T01:20:43.124" v="170" actId="2711"/>
          <ac:spMkLst>
            <pc:docMk/>
            <pc:sldMk cId="0" sldId="410"/>
            <ac:spMk id="91230" creationId="{0B0E6151-BA70-4AE9-9F26-91389E939276}"/>
          </ac:spMkLst>
        </pc:spChg>
        <pc:spChg chg="mod">
          <ac:chgData name="zh frank" userId="f416cd28ba4d9309" providerId="LiveId" clId="{24BDBE35-5E08-4570-B997-53A99398ACF9}" dt="2020-02-12T01:20:43.124" v="170" actId="2711"/>
          <ac:spMkLst>
            <pc:docMk/>
            <pc:sldMk cId="0" sldId="410"/>
            <ac:spMk id="91231" creationId="{67963D62-245F-4AE9-8DD6-223D0B4DE585}"/>
          </ac:spMkLst>
        </pc:spChg>
        <pc:spChg chg="mod">
          <ac:chgData name="zh frank" userId="f416cd28ba4d9309" providerId="LiveId" clId="{24BDBE35-5E08-4570-B997-53A99398ACF9}" dt="2020-02-12T01:20:43.124" v="170" actId="2711"/>
          <ac:spMkLst>
            <pc:docMk/>
            <pc:sldMk cId="0" sldId="410"/>
            <ac:spMk id="91232" creationId="{425FBD1E-FDE2-43CF-937F-34CA1DDF3F27}"/>
          </ac:spMkLst>
        </pc:spChg>
        <pc:spChg chg="mod">
          <ac:chgData name="zh frank" userId="f416cd28ba4d9309" providerId="LiveId" clId="{24BDBE35-5E08-4570-B997-53A99398ACF9}" dt="2020-02-12T01:20:43.124" v="170" actId="2711"/>
          <ac:spMkLst>
            <pc:docMk/>
            <pc:sldMk cId="0" sldId="410"/>
            <ac:spMk id="91233" creationId="{D41F5619-5CC8-426C-8C5D-1F8D74A58EEE}"/>
          </ac:spMkLst>
        </pc:spChg>
        <pc:spChg chg="mod">
          <ac:chgData name="zh frank" userId="f416cd28ba4d9309" providerId="LiveId" clId="{24BDBE35-5E08-4570-B997-53A99398ACF9}" dt="2020-02-12T01:20:43.124" v="170" actId="2711"/>
          <ac:spMkLst>
            <pc:docMk/>
            <pc:sldMk cId="0" sldId="410"/>
            <ac:spMk id="91234" creationId="{1D3EE0C6-F246-4488-8147-B2951656A97C}"/>
          </ac:spMkLst>
        </pc:spChg>
        <pc:spChg chg="mod">
          <ac:chgData name="zh frank" userId="f416cd28ba4d9309" providerId="LiveId" clId="{24BDBE35-5E08-4570-B997-53A99398ACF9}" dt="2020-02-12T01:20:43.124" v="170" actId="2711"/>
          <ac:spMkLst>
            <pc:docMk/>
            <pc:sldMk cId="0" sldId="410"/>
            <ac:spMk id="91235" creationId="{A9BA606A-022F-42C8-A5A3-81827E8E3AFB}"/>
          </ac:spMkLst>
        </pc:spChg>
        <pc:spChg chg="mod">
          <ac:chgData name="zh frank" userId="f416cd28ba4d9309" providerId="LiveId" clId="{24BDBE35-5E08-4570-B997-53A99398ACF9}" dt="2020-02-12T01:20:43.124" v="170" actId="2711"/>
          <ac:spMkLst>
            <pc:docMk/>
            <pc:sldMk cId="0" sldId="410"/>
            <ac:spMk id="91236" creationId="{CE151608-3B3F-4B26-B604-5873F46C4100}"/>
          </ac:spMkLst>
        </pc:spChg>
        <pc:spChg chg="mod">
          <ac:chgData name="zh frank" userId="f416cd28ba4d9309" providerId="LiveId" clId="{24BDBE35-5E08-4570-B997-53A99398ACF9}" dt="2020-02-12T01:20:43.124" v="170" actId="2711"/>
          <ac:spMkLst>
            <pc:docMk/>
            <pc:sldMk cId="0" sldId="410"/>
            <ac:spMk id="91237" creationId="{C2C025FD-E6C0-40C5-8D41-D3413CFB9A4E}"/>
          </ac:spMkLst>
        </pc:spChg>
        <pc:spChg chg="mod">
          <ac:chgData name="zh frank" userId="f416cd28ba4d9309" providerId="LiveId" clId="{24BDBE35-5E08-4570-B997-53A99398ACF9}" dt="2020-02-12T01:20:43.124" v="170" actId="2711"/>
          <ac:spMkLst>
            <pc:docMk/>
            <pc:sldMk cId="0" sldId="410"/>
            <ac:spMk id="91238" creationId="{4B814E1B-1958-4664-A67F-FFAF3258B1DF}"/>
          </ac:spMkLst>
        </pc:spChg>
        <pc:spChg chg="mod">
          <ac:chgData name="zh frank" userId="f416cd28ba4d9309" providerId="LiveId" clId="{24BDBE35-5E08-4570-B997-53A99398ACF9}" dt="2020-02-12T01:20:43.124" v="170" actId="2711"/>
          <ac:spMkLst>
            <pc:docMk/>
            <pc:sldMk cId="0" sldId="410"/>
            <ac:spMk id="91239" creationId="{7953AAB2-B16F-43E9-94D8-EDB6CB373D26}"/>
          </ac:spMkLst>
        </pc:spChg>
        <pc:spChg chg="mod">
          <ac:chgData name="zh frank" userId="f416cd28ba4d9309" providerId="LiveId" clId="{24BDBE35-5E08-4570-B997-53A99398ACF9}" dt="2020-02-12T01:20:43.124" v="170" actId="2711"/>
          <ac:spMkLst>
            <pc:docMk/>
            <pc:sldMk cId="0" sldId="410"/>
            <ac:spMk id="91240" creationId="{7BB9FFD7-AA8B-4AE1-B447-ABD2FCD01AB3}"/>
          </ac:spMkLst>
        </pc:spChg>
        <pc:spChg chg="mod">
          <ac:chgData name="zh frank" userId="f416cd28ba4d9309" providerId="LiveId" clId="{24BDBE35-5E08-4570-B997-53A99398ACF9}" dt="2020-02-12T01:20:43.124" v="170" actId="2711"/>
          <ac:spMkLst>
            <pc:docMk/>
            <pc:sldMk cId="0" sldId="410"/>
            <ac:spMk id="91241" creationId="{6F2ADDBF-0F24-4EFF-868E-EF0C5C54296C}"/>
          </ac:spMkLst>
        </pc:spChg>
        <pc:spChg chg="mod">
          <ac:chgData name="zh frank" userId="f416cd28ba4d9309" providerId="LiveId" clId="{24BDBE35-5E08-4570-B997-53A99398ACF9}" dt="2020-02-12T01:20:43.124" v="170" actId="2711"/>
          <ac:spMkLst>
            <pc:docMk/>
            <pc:sldMk cId="0" sldId="410"/>
            <ac:spMk id="91242" creationId="{82A68D79-80CB-4C5A-AC6F-06CCA4F95407}"/>
          </ac:spMkLst>
        </pc:spChg>
        <pc:spChg chg="mod">
          <ac:chgData name="zh frank" userId="f416cd28ba4d9309" providerId="LiveId" clId="{24BDBE35-5E08-4570-B997-53A99398ACF9}" dt="2020-02-12T01:20:43.124" v="170" actId="2711"/>
          <ac:spMkLst>
            <pc:docMk/>
            <pc:sldMk cId="0" sldId="410"/>
            <ac:spMk id="91243" creationId="{5120125D-0D46-44FD-996C-208715C7DA20}"/>
          </ac:spMkLst>
        </pc:spChg>
        <pc:spChg chg="mod">
          <ac:chgData name="zh frank" userId="f416cd28ba4d9309" providerId="LiveId" clId="{24BDBE35-5E08-4570-B997-53A99398ACF9}" dt="2020-02-12T01:20:43.124" v="170" actId="2711"/>
          <ac:spMkLst>
            <pc:docMk/>
            <pc:sldMk cId="0" sldId="410"/>
            <ac:spMk id="91244" creationId="{7DCF9F3B-96EB-4066-B6FB-C795789EFF2C}"/>
          </ac:spMkLst>
        </pc:spChg>
        <pc:spChg chg="mod">
          <ac:chgData name="zh frank" userId="f416cd28ba4d9309" providerId="LiveId" clId="{24BDBE35-5E08-4570-B997-53A99398ACF9}" dt="2020-02-12T01:20:43.124" v="170" actId="2711"/>
          <ac:spMkLst>
            <pc:docMk/>
            <pc:sldMk cId="0" sldId="410"/>
            <ac:spMk id="91245" creationId="{A3B4D224-2B33-4461-BDA4-804B903B7059}"/>
          </ac:spMkLst>
        </pc:spChg>
        <pc:spChg chg="mod">
          <ac:chgData name="zh frank" userId="f416cd28ba4d9309" providerId="LiveId" clId="{24BDBE35-5E08-4570-B997-53A99398ACF9}" dt="2020-02-12T01:20:43.124" v="170" actId="2711"/>
          <ac:spMkLst>
            <pc:docMk/>
            <pc:sldMk cId="0" sldId="410"/>
            <ac:spMk id="91246" creationId="{6DAEB6F5-635A-47A6-A113-C777AA1DCB5A}"/>
          </ac:spMkLst>
        </pc:spChg>
        <pc:spChg chg="mod">
          <ac:chgData name="zh frank" userId="f416cd28ba4d9309" providerId="LiveId" clId="{24BDBE35-5E08-4570-B997-53A99398ACF9}" dt="2020-02-12T01:20:43.124" v="170" actId="2711"/>
          <ac:spMkLst>
            <pc:docMk/>
            <pc:sldMk cId="0" sldId="410"/>
            <ac:spMk id="91247" creationId="{F1785D05-3A6F-4414-B78D-BFE8F21C8A79}"/>
          </ac:spMkLst>
        </pc:spChg>
        <pc:spChg chg="mod">
          <ac:chgData name="zh frank" userId="f416cd28ba4d9309" providerId="LiveId" clId="{24BDBE35-5E08-4570-B997-53A99398ACF9}" dt="2020-02-12T01:20:43.124" v="170" actId="2711"/>
          <ac:spMkLst>
            <pc:docMk/>
            <pc:sldMk cId="0" sldId="410"/>
            <ac:spMk id="91248" creationId="{F70B2916-58B7-4EA0-9031-24210CDA3BDD}"/>
          </ac:spMkLst>
        </pc:spChg>
        <pc:graphicFrameChg chg="mod">
          <ac:chgData name="zh frank" userId="f416cd28ba4d9309" providerId="LiveId" clId="{24BDBE35-5E08-4570-B997-53A99398ACF9}" dt="2020-02-12T01:20:35.203" v="168" actId="1036"/>
          <ac:graphicFrameMkLst>
            <pc:docMk/>
            <pc:sldMk cId="0" sldId="410"/>
            <ac:graphicFrameMk id="383175" creationId="{05143459-4063-554A-B803-4FCE6EC7078F}"/>
          </ac:graphicFrameMkLst>
        </pc:graphicFrameChg>
      </pc:sldChg>
      <pc:sldChg chg="modSp">
        <pc:chgData name="zh frank" userId="f416cd28ba4d9309" providerId="LiveId" clId="{24BDBE35-5E08-4570-B997-53A99398ACF9}" dt="2020-02-12T01:22:10.653" v="179" actId="207"/>
        <pc:sldMkLst>
          <pc:docMk/>
          <pc:sldMk cId="0" sldId="415"/>
        </pc:sldMkLst>
        <pc:spChg chg="mod">
          <ac:chgData name="zh frank" userId="f416cd28ba4d9309" providerId="LiveId" clId="{24BDBE35-5E08-4570-B997-53A99398ACF9}" dt="2020-02-12T01:22:10.653" v="179" actId="207"/>
          <ac:spMkLst>
            <pc:docMk/>
            <pc:sldMk cId="0" sldId="415"/>
            <ac:spMk id="96258" creationId="{5590A3D5-2FD8-4B7B-BFD4-5C1A53E7D163}"/>
          </ac:spMkLst>
        </pc:spChg>
      </pc:sldChg>
      <pc:sldChg chg="modSp">
        <pc:chgData name="zh frank" userId="f416cd28ba4d9309" providerId="LiveId" clId="{24BDBE35-5E08-4570-B997-53A99398ACF9}" dt="2020-02-12T01:25:25.786" v="201" actId="255"/>
        <pc:sldMkLst>
          <pc:docMk/>
          <pc:sldMk cId="0" sldId="418"/>
        </pc:sldMkLst>
        <pc:spChg chg="mod">
          <ac:chgData name="zh frank" userId="f416cd28ba4d9309" providerId="LiveId" clId="{24BDBE35-5E08-4570-B997-53A99398ACF9}" dt="2020-02-12T01:25:25.786" v="201" actId="255"/>
          <ac:spMkLst>
            <pc:docMk/>
            <pc:sldMk cId="0" sldId="418"/>
            <ac:spMk id="104452" creationId="{449B06F9-396E-418A-93AE-0F79D85B8CCD}"/>
          </ac:spMkLst>
        </pc:spChg>
        <pc:spChg chg="mod">
          <ac:chgData name="zh frank" userId="f416cd28ba4d9309" providerId="LiveId" clId="{24BDBE35-5E08-4570-B997-53A99398ACF9}" dt="2020-02-12T01:25:25.786" v="201" actId="255"/>
          <ac:spMkLst>
            <pc:docMk/>
            <pc:sldMk cId="0" sldId="418"/>
            <ac:spMk id="104453" creationId="{00328154-1801-4AF7-B566-16ECC44AD064}"/>
          </ac:spMkLst>
        </pc:spChg>
      </pc:sldChg>
      <pc:sldChg chg="modSp">
        <pc:chgData name="zh frank" userId="f416cd28ba4d9309" providerId="LiveId" clId="{24BDBE35-5E08-4570-B997-53A99398ACF9}" dt="2020-02-12T01:23:05.994" v="186" actId="2711"/>
        <pc:sldMkLst>
          <pc:docMk/>
          <pc:sldMk cId="0" sldId="419"/>
        </pc:sldMkLst>
        <pc:spChg chg="mod">
          <ac:chgData name="zh frank" userId="f416cd28ba4d9309" providerId="LiveId" clId="{24BDBE35-5E08-4570-B997-53A99398ACF9}" dt="2020-02-12T01:22:44.214" v="182" actId="2711"/>
          <ac:spMkLst>
            <pc:docMk/>
            <pc:sldMk cId="0" sldId="419"/>
            <ac:spMk id="393351" creationId="{F65370C7-2E30-48B4-8959-EF6690816C44}"/>
          </ac:spMkLst>
        </pc:spChg>
        <pc:spChg chg="mod">
          <ac:chgData name="zh frank" userId="f416cd28ba4d9309" providerId="LiveId" clId="{24BDBE35-5E08-4570-B997-53A99398ACF9}" dt="2020-02-12T01:22:44.214" v="182" actId="2711"/>
          <ac:spMkLst>
            <pc:docMk/>
            <pc:sldMk cId="0" sldId="419"/>
            <ac:spMk id="393352" creationId="{FC3B8AA6-ABAE-9040-BC16-099017C34550}"/>
          </ac:spMkLst>
        </pc:spChg>
        <pc:graphicFrameChg chg="mod modGraphic">
          <ac:chgData name="zh frank" userId="f416cd28ba4d9309" providerId="LiveId" clId="{24BDBE35-5E08-4570-B997-53A99398ACF9}" dt="2020-02-12T01:23:05.994" v="186" actId="2711"/>
          <ac:graphicFrameMkLst>
            <pc:docMk/>
            <pc:sldMk cId="0" sldId="419"/>
            <ac:graphicFrameMk id="393358" creationId="{65219A17-1BA2-0F49-A7B9-7B4152DBF110}"/>
          </ac:graphicFrameMkLst>
        </pc:graphicFrameChg>
      </pc:sldChg>
      <pc:sldChg chg="modSp">
        <pc:chgData name="zh frank" userId="f416cd28ba4d9309" providerId="LiveId" clId="{24BDBE35-5E08-4570-B997-53A99398ACF9}" dt="2020-02-12T01:23:57.930" v="192" actId="121"/>
        <pc:sldMkLst>
          <pc:docMk/>
          <pc:sldMk cId="0" sldId="420"/>
        </pc:sldMkLst>
        <pc:spChg chg="mod">
          <ac:chgData name="zh frank" userId="f416cd28ba4d9309" providerId="LiveId" clId="{24BDBE35-5E08-4570-B997-53A99398ACF9}" dt="2020-02-12T01:23:37.587" v="188" actId="20577"/>
          <ac:spMkLst>
            <pc:docMk/>
            <pc:sldMk cId="0" sldId="420"/>
            <ac:spMk id="395267" creationId="{C3E3ACE4-956E-4D70-B7AF-F7652014DEDB}"/>
          </ac:spMkLst>
        </pc:spChg>
        <pc:graphicFrameChg chg="mod modGraphic">
          <ac:chgData name="zh frank" userId="f416cd28ba4d9309" providerId="LiveId" clId="{24BDBE35-5E08-4570-B997-53A99398ACF9}" dt="2020-02-12T01:23:57.930" v="192" actId="121"/>
          <ac:graphicFrameMkLst>
            <pc:docMk/>
            <pc:sldMk cId="0" sldId="420"/>
            <ac:graphicFrameMk id="395371" creationId="{681503CD-75FF-CD4A-8F44-3CEF6A53542D}"/>
          </ac:graphicFrameMkLst>
        </pc:graphicFrameChg>
      </pc:sldChg>
      <pc:sldChg chg="modSp">
        <pc:chgData name="zh frank" userId="f416cd28ba4d9309" providerId="LiveId" clId="{24BDBE35-5E08-4570-B997-53A99398ACF9}" dt="2020-02-12T01:26:39.565" v="206" actId="14100"/>
        <pc:sldMkLst>
          <pc:docMk/>
          <pc:sldMk cId="0" sldId="423"/>
        </pc:sldMkLst>
        <pc:spChg chg="mod">
          <ac:chgData name="zh frank" userId="f416cd28ba4d9309" providerId="LiveId" clId="{24BDBE35-5E08-4570-B997-53A99398ACF9}" dt="2020-02-12T01:26:39.565" v="206" actId="14100"/>
          <ac:spMkLst>
            <pc:docMk/>
            <pc:sldMk cId="0" sldId="423"/>
            <ac:spMk id="112642" creationId="{521425CE-05F8-426F-AAC7-A3FB72D9D5BE}"/>
          </ac:spMkLst>
        </pc:spChg>
      </pc:sldChg>
      <pc:sldChg chg="modSp">
        <pc:chgData name="zh frank" userId="f416cd28ba4d9309" providerId="LiveId" clId="{24BDBE35-5E08-4570-B997-53A99398ACF9}" dt="2020-02-12T01:26:51.518" v="207" actId="14100"/>
        <pc:sldMkLst>
          <pc:docMk/>
          <pc:sldMk cId="0" sldId="424"/>
        </pc:sldMkLst>
        <pc:spChg chg="mod">
          <ac:chgData name="zh frank" userId="f416cd28ba4d9309" providerId="LiveId" clId="{24BDBE35-5E08-4570-B997-53A99398ACF9}" dt="2020-02-12T01:26:51.518" v="207" actId="14100"/>
          <ac:spMkLst>
            <pc:docMk/>
            <pc:sldMk cId="0" sldId="424"/>
            <ac:spMk id="114690" creationId="{640DF7CE-7D25-41AD-92F0-A367E9407651}"/>
          </ac:spMkLst>
        </pc:spChg>
      </pc:sldChg>
      <pc:sldChg chg="modSp">
        <pc:chgData name="zh frank" userId="f416cd28ba4d9309" providerId="LiveId" clId="{24BDBE35-5E08-4570-B997-53A99398ACF9}" dt="2020-02-12T01:48:54.735" v="224" actId="120"/>
        <pc:sldMkLst>
          <pc:docMk/>
          <pc:sldMk cId="0" sldId="425"/>
        </pc:sldMkLst>
        <pc:spChg chg="mod">
          <ac:chgData name="zh frank" userId="f416cd28ba4d9309" providerId="LiveId" clId="{24BDBE35-5E08-4570-B997-53A99398ACF9}" dt="2020-02-12T01:48:54.735" v="224" actId="120"/>
          <ac:spMkLst>
            <pc:docMk/>
            <pc:sldMk cId="0" sldId="425"/>
            <ac:spMk id="2" creationId="{42F87183-B4C5-8942-B3F7-1E22612E1C87}"/>
          </ac:spMkLst>
        </pc:spChg>
      </pc:sldChg>
      <pc:sldChg chg="addSp delSp modSp">
        <pc:chgData name="zh frank" userId="f416cd28ba4d9309" providerId="LiveId" clId="{24BDBE35-5E08-4570-B997-53A99398ACF9}" dt="2020-02-12T02:07:04.727" v="281"/>
        <pc:sldMkLst>
          <pc:docMk/>
          <pc:sldMk cId="0" sldId="429"/>
        </pc:sldMkLst>
        <pc:spChg chg="mod">
          <ac:chgData name="zh frank" userId="f416cd28ba4d9309" providerId="LiveId" clId="{24BDBE35-5E08-4570-B997-53A99398ACF9}" dt="2020-02-12T01:50:40.215" v="230" actId="2711"/>
          <ac:spMkLst>
            <pc:docMk/>
            <pc:sldMk cId="0" sldId="429"/>
            <ac:spMk id="138243" creationId="{F5B0F6F6-A549-4DED-B44B-3F3B7B35982F}"/>
          </ac:spMkLst>
        </pc:spChg>
        <pc:spChg chg="mod">
          <ac:chgData name="zh frank" userId="f416cd28ba4d9309" providerId="LiveId" clId="{24BDBE35-5E08-4570-B997-53A99398ACF9}" dt="2020-02-12T01:50:40.215" v="230" actId="2711"/>
          <ac:spMkLst>
            <pc:docMk/>
            <pc:sldMk cId="0" sldId="429"/>
            <ac:spMk id="138244" creationId="{A5AF8897-6E0B-4EA9-82E1-7DEAE13A63B8}"/>
          </ac:spMkLst>
        </pc:spChg>
        <pc:spChg chg="mod">
          <ac:chgData name="zh frank" userId="f416cd28ba4d9309" providerId="LiveId" clId="{24BDBE35-5E08-4570-B997-53A99398ACF9}" dt="2020-02-12T01:50:40.215" v="230" actId="2711"/>
          <ac:spMkLst>
            <pc:docMk/>
            <pc:sldMk cId="0" sldId="429"/>
            <ac:spMk id="138245" creationId="{0B8ADF5B-8968-4FA9-B3C9-770629EDD97C}"/>
          </ac:spMkLst>
        </pc:spChg>
        <pc:spChg chg="mod">
          <ac:chgData name="zh frank" userId="f416cd28ba4d9309" providerId="LiveId" clId="{24BDBE35-5E08-4570-B997-53A99398ACF9}" dt="2020-02-12T01:54:06.861" v="251" actId="2085"/>
          <ac:spMkLst>
            <pc:docMk/>
            <pc:sldMk cId="0" sldId="429"/>
            <ac:spMk id="138246" creationId="{469CBB0E-056B-4AC9-B6CF-0E567F2CFBAB}"/>
          </ac:spMkLst>
        </pc:spChg>
        <pc:spChg chg="mod">
          <ac:chgData name="zh frank" userId="f416cd28ba4d9309" providerId="LiveId" clId="{24BDBE35-5E08-4570-B997-53A99398ACF9}" dt="2020-02-12T01:54:06.861" v="251" actId="2085"/>
          <ac:spMkLst>
            <pc:docMk/>
            <pc:sldMk cId="0" sldId="429"/>
            <ac:spMk id="138247" creationId="{E50EEA7C-5BE5-4F57-8D2F-B5088F8AAAE4}"/>
          </ac:spMkLst>
        </pc:spChg>
        <pc:spChg chg="mod">
          <ac:chgData name="zh frank" userId="f416cd28ba4d9309" providerId="LiveId" clId="{24BDBE35-5E08-4570-B997-53A99398ACF9}" dt="2020-02-12T01:54:06.861" v="251" actId="2085"/>
          <ac:spMkLst>
            <pc:docMk/>
            <pc:sldMk cId="0" sldId="429"/>
            <ac:spMk id="138248" creationId="{7441B61A-18E9-44E4-9163-683E7C9F6E2D}"/>
          </ac:spMkLst>
        </pc:spChg>
        <pc:spChg chg="mod">
          <ac:chgData name="zh frank" userId="f416cd28ba4d9309" providerId="LiveId" clId="{24BDBE35-5E08-4570-B997-53A99398ACF9}" dt="2020-02-12T01:54:06.861" v="251" actId="2085"/>
          <ac:spMkLst>
            <pc:docMk/>
            <pc:sldMk cId="0" sldId="429"/>
            <ac:spMk id="138249" creationId="{FC5A920A-8588-4B8E-AB57-2D437AA824DD}"/>
          </ac:spMkLst>
        </pc:spChg>
        <pc:spChg chg="mod">
          <ac:chgData name="zh frank" userId="f416cd28ba4d9309" providerId="LiveId" clId="{24BDBE35-5E08-4570-B997-53A99398ACF9}" dt="2020-02-12T01:50:40.215" v="230" actId="2711"/>
          <ac:spMkLst>
            <pc:docMk/>
            <pc:sldMk cId="0" sldId="429"/>
            <ac:spMk id="138250" creationId="{27392087-01E1-4D44-81BF-4F205ED175B0}"/>
          </ac:spMkLst>
        </pc:spChg>
        <pc:spChg chg="mod">
          <ac:chgData name="zh frank" userId="f416cd28ba4d9309" providerId="LiveId" clId="{24BDBE35-5E08-4570-B997-53A99398ACF9}" dt="2020-02-12T01:53:11.458" v="250" actId="2085"/>
          <ac:spMkLst>
            <pc:docMk/>
            <pc:sldMk cId="0" sldId="429"/>
            <ac:spMk id="138251" creationId="{79235A28-C0AE-409B-9C9C-4E52534D0D33}"/>
          </ac:spMkLst>
        </pc:spChg>
        <pc:spChg chg="mod">
          <ac:chgData name="zh frank" userId="f416cd28ba4d9309" providerId="LiveId" clId="{24BDBE35-5E08-4570-B997-53A99398ACF9}" dt="2020-02-12T01:53:11.458" v="250" actId="2085"/>
          <ac:spMkLst>
            <pc:docMk/>
            <pc:sldMk cId="0" sldId="429"/>
            <ac:spMk id="138252" creationId="{49BBB5F3-9BCA-4920-8E98-FCA4BF9FA07A}"/>
          </ac:spMkLst>
        </pc:spChg>
        <pc:spChg chg="mod">
          <ac:chgData name="zh frank" userId="f416cd28ba4d9309" providerId="LiveId" clId="{24BDBE35-5E08-4570-B997-53A99398ACF9}" dt="2020-02-12T01:53:11.458" v="250" actId="2085"/>
          <ac:spMkLst>
            <pc:docMk/>
            <pc:sldMk cId="0" sldId="429"/>
            <ac:spMk id="138253" creationId="{C2B335A6-A356-4671-AEF3-5F44301BDBD6}"/>
          </ac:spMkLst>
        </pc:spChg>
        <pc:spChg chg="mod">
          <ac:chgData name="zh frank" userId="f416cd28ba4d9309" providerId="LiveId" clId="{24BDBE35-5E08-4570-B997-53A99398ACF9}" dt="2020-02-12T01:52:56.222" v="249" actId="2085"/>
          <ac:spMkLst>
            <pc:docMk/>
            <pc:sldMk cId="0" sldId="429"/>
            <ac:spMk id="138254" creationId="{AFFEA74A-B096-417C-8C00-A327A21EA95C}"/>
          </ac:spMkLst>
        </pc:spChg>
        <pc:spChg chg="mod">
          <ac:chgData name="zh frank" userId="f416cd28ba4d9309" providerId="LiveId" clId="{24BDBE35-5E08-4570-B997-53A99398ACF9}" dt="2020-02-12T01:53:11.458" v="250" actId="2085"/>
          <ac:spMkLst>
            <pc:docMk/>
            <pc:sldMk cId="0" sldId="429"/>
            <ac:spMk id="138255" creationId="{BBDCB466-F506-4791-87F4-170B6FF69E4E}"/>
          </ac:spMkLst>
        </pc:spChg>
        <pc:spChg chg="mod">
          <ac:chgData name="zh frank" userId="f416cd28ba4d9309" providerId="LiveId" clId="{24BDBE35-5E08-4570-B997-53A99398ACF9}" dt="2020-02-12T01:53:11.458" v="250" actId="2085"/>
          <ac:spMkLst>
            <pc:docMk/>
            <pc:sldMk cId="0" sldId="429"/>
            <ac:spMk id="138256" creationId="{6F14750B-4701-449A-A2C9-305697DDA5D0}"/>
          </ac:spMkLst>
        </pc:spChg>
        <pc:spChg chg="mod">
          <ac:chgData name="zh frank" userId="f416cd28ba4d9309" providerId="LiveId" clId="{24BDBE35-5E08-4570-B997-53A99398ACF9}" dt="2020-02-12T01:52:50.900" v="248" actId="2085"/>
          <ac:spMkLst>
            <pc:docMk/>
            <pc:sldMk cId="0" sldId="429"/>
            <ac:spMk id="138279" creationId="{92693510-3514-4946-AEE9-A4DDBF5114F1}"/>
          </ac:spMkLst>
        </pc:spChg>
        <pc:spChg chg="mod">
          <ac:chgData name="zh frank" userId="f416cd28ba4d9309" providerId="LiveId" clId="{24BDBE35-5E08-4570-B997-53A99398ACF9}" dt="2020-02-12T01:50:40.215" v="230" actId="2711"/>
          <ac:spMkLst>
            <pc:docMk/>
            <pc:sldMk cId="0" sldId="429"/>
            <ac:spMk id="138280" creationId="{1B308D6B-F3DB-4EC4-9213-99390B19E5CE}"/>
          </ac:spMkLst>
        </pc:spChg>
        <pc:spChg chg="mod">
          <ac:chgData name="zh frank" userId="f416cd28ba4d9309" providerId="LiveId" clId="{24BDBE35-5E08-4570-B997-53A99398ACF9}" dt="2020-02-12T01:50:40.215" v="230" actId="2711"/>
          <ac:spMkLst>
            <pc:docMk/>
            <pc:sldMk cId="0" sldId="429"/>
            <ac:spMk id="138281" creationId="{B1BAE1DF-BE7A-4C72-A925-F8B45269B494}"/>
          </ac:spMkLst>
        </pc:spChg>
        <pc:spChg chg="mod">
          <ac:chgData name="zh frank" userId="f416cd28ba4d9309" providerId="LiveId" clId="{24BDBE35-5E08-4570-B997-53A99398ACF9}" dt="2020-02-12T01:50:40.215" v="230" actId="2711"/>
          <ac:spMkLst>
            <pc:docMk/>
            <pc:sldMk cId="0" sldId="429"/>
            <ac:spMk id="138282" creationId="{C466DF98-7E94-4A56-981E-F141597172D7}"/>
          </ac:spMkLst>
        </pc:spChg>
        <pc:spChg chg="mod">
          <ac:chgData name="zh frank" userId="f416cd28ba4d9309" providerId="LiveId" clId="{24BDBE35-5E08-4570-B997-53A99398ACF9}" dt="2020-02-12T01:50:40.215" v="230" actId="2711"/>
          <ac:spMkLst>
            <pc:docMk/>
            <pc:sldMk cId="0" sldId="429"/>
            <ac:spMk id="138283" creationId="{7F21D430-6B3B-41AA-81ED-CE910E8D4DB2}"/>
          </ac:spMkLst>
        </pc:spChg>
        <pc:spChg chg="mod">
          <ac:chgData name="zh frank" userId="f416cd28ba4d9309" providerId="LiveId" clId="{24BDBE35-5E08-4570-B997-53A99398ACF9}" dt="2020-02-12T01:50:40.215" v="230" actId="2711"/>
          <ac:spMkLst>
            <pc:docMk/>
            <pc:sldMk cId="0" sldId="429"/>
            <ac:spMk id="138284" creationId="{24ED0A48-6D84-4340-8060-8774662233F7}"/>
          </ac:spMkLst>
        </pc:spChg>
        <pc:spChg chg="mod">
          <ac:chgData name="zh frank" userId="f416cd28ba4d9309" providerId="LiveId" clId="{24BDBE35-5E08-4570-B997-53A99398ACF9}" dt="2020-02-12T01:50:40.215" v="230" actId="2711"/>
          <ac:spMkLst>
            <pc:docMk/>
            <pc:sldMk cId="0" sldId="429"/>
            <ac:spMk id="138285" creationId="{97F4B282-48DC-40FA-9AD4-790378D09523}"/>
          </ac:spMkLst>
        </pc:spChg>
        <pc:spChg chg="mod">
          <ac:chgData name="zh frank" userId="f416cd28ba4d9309" providerId="LiveId" clId="{24BDBE35-5E08-4570-B997-53A99398ACF9}" dt="2020-02-12T01:50:40.215" v="230" actId="2711"/>
          <ac:spMkLst>
            <pc:docMk/>
            <pc:sldMk cId="0" sldId="429"/>
            <ac:spMk id="138286" creationId="{392F6580-0A88-49CC-9484-6379651F5AE4}"/>
          </ac:spMkLst>
        </pc:spChg>
        <pc:spChg chg="mod">
          <ac:chgData name="zh frank" userId="f416cd28ba4d9309" providerId="LiveId" clId="{24BDBE35-5E08-4570-B997-53A99398ACF9}" dt="2020-02-12T01:50:40.215" v="230" actId="2711"/>
          <ac:spMkLst>
            <pc:docMk/>
            <pc:sldMk cId="0" sldId="429"/>
            <ac:spMk id="138287" creationId="{05D8AD87-16DB-4DEC-B92F-BDDF0AF02991}"/>
          </ac:spMkLst>
        </pc:spChg>
        <pc:spChg chg="mod">
          <ac:chgData name="zh frank" userId="f416cd28ba4d9309" providerId="LiveId" clId="{24BDBE35-5E08-4570-B997-53A99398ACF9}" dt="2020-02-12T01:50:40.215" v="230" actId="2711"/>
          <ac:spMkLst>
            <pc:docMk/>
            <pc:sldMk cId="0" sldId="429"/>
            <ac:spMk id="138288" creationId="{84E6512D-C987-49E6-94A6-989FC9804D23}"/>
          </ac:spMkLst>
        </pc:spChg>
        <pc:spChg chg="mod">
          <ac:chgData name="zh frank" userId="f416cd28ba4d9309" providerId="LiveId" clId="{24BDBE35-5E08-4570-B997-53A99398ACF9}" dt="2020-02-12T01:50:40.215" v="230" actId="2711"/>
          <ac:spMkLst>
            <pc:docMk/>
            <pc:sldMk cId="0" sldId="429"/>
            <ac:spMk id="138289" creationId="{35A921DF-9038-450A-8C57-98310A9696A2}"/>
          </ac:spMkLst>
        </pc:spChg>
        <pc:spChg chg="mod">
          <ac:chgData name="zh frank" userId="f416cd28ba4d9309" providerId="LiveId" clId="{24BDBE35-5E08-4570-B997-53A99398ACF9}" dt="2020-02-12T01:50:40.215" v="230" actId="2711"/>
          <ac:spMkLst>
            <pc:docMk/>
            <pc:sldMk cId="0" sldId="429"/>
            <ac:spMk id="138290" creationId="{96E91090-F58E-4027-9DC4-468C93FA2682}"/>
          </ac:spMkLst>
        </pc:spChg>
        <pc:spChg chg="mod">
          <ac:chgData name="zh frank" userId="f416cd28ba4d9309" providerId="LiveId" clId="{24BDBE35-5E08-4570-B997-53A99398ACF9}" dt="2020-02-12T01:52:44.388" v="247" actId="1076"/>
          <ac:spMkLst>
            <pc:docMk/>
            <pc:sldMk cId="0" sldId="429"/>
            <ac:spMk id="138291" creationId="{F10C0E73-F5BE-480E-92EA-90EEA9ABB01F}"/>
          </ac:spMkLst>
        </pc:spChg>
        <pc:spChg chg="mod">
          <ac:chgData name="zh frank" userId="f416cd28ba4d9309" providerId="LiveId" clId="{24BDBE35-5E08-4570-B997-53A99398ACF9}" dt="2020-02-12T01:49:52.541" v="227" actId="2711"/>
          <ac:spMkLst>
            <pc:docMk/>
            <pc:sldMk cId="0" sldId="429"/>
            <ac:spMk id="138292" creationId="{1E87B6F7-4727-4BDB-9E94-8FD5E8C85D72}"/>
          </ac:spMkLst>
        </pc:spChg>
        <pc:spChg chg="mod">
          <ac:chgData name="zh frank" userId="f416cd28ba4d9309" providerId="LiveId" clId="{24BDBE35-5E08-4570-B997-53A99398ACF9}" dt="2020-02-12T01:49:52.541" v="227" actId="2711"/>
          <ac:spMkLst>
            <pc:docMk/>
            <pc:sldMk cId="0" sldId="429"/>
            <ac:spMk id="138293" creationId="{64E0C32D-C8F4-498A-9343-05A7D15ACBF5}"/>
          </ac:spMkLst>
        </pc:spChg>
        <pc:spChg chg="mod">
          <ac:chgData name="zh frank" userId="f416cd28ba4d9309" providerId="LiveId" clId="{24BDBE35-5E08-4570-B997-53A99398ACF9}" dt="2020-02-12T01:52:15.454" v="240" actId="14100"/>
          <ac:spMkLst>
            <pc:docMk/>
            <pc:sldMk cId="0" sldId="429"/>
            <ac:spMk id="138294" creationId="{C1EBB127-B0E8-4F2C-9A12-1905DA17549D}"/>
          </ac:spMkLst>
        </pc:spChg>
        <pc:spChg chg="mod">
          <ac:chgData name="zh frank" userId="f416cd28ba4d9309" providerId="LiveId" clId="{24BDBE35-5E08-4570-B997-53A99398ACF9}" dt="2020-02-12T01:49:52.541" v="227" actId="2711"/>
          <ac:spMkLst>
            <pc:docMk/>
            <pc:sldMk cId="0" sldId="429"/>
            <ac:spMk id="138295" creationId="{2327298A-531E-4B40-8A9F-DF7CAAADD571}"/>
          </ac:spMkLst>
        </pc:spChg>
        <pc:spChg chg="mod">
          <ac:chgData name="zh frank" userId="f416cd28ba4d9309" providerId="LiveId" clId="{24BDBE35-5E08-4570-B997-53A99398ACF9}" dt="2020-02-12T01:52:40.308" v="246" actId="1076"/>
          <ac:spMkLst>
            <pc:docMk/>
            <pc:sldMk cId="0" sldId="429"/>
            <ac:spMk id="138296" creationId="{38D5A690-D962-46E2-992D-BEC2F97B7943}"/>
          </ac:spMkLst>
        </pc:spChg>
        <pc:spChg chg="mod">
          <ac:chgData name="zh frank" userId="f416cd28ba4d9309" providerId="LiveId" clId="{24BDBE35-5E08-4570-B997-53A99398ACF9}" dt="2020-02-12T01:51:44.511" v="233" actId="14100"/>
          <ac:spMkLst>
            <pc:docMk/>
            <pc:sldMk cId="0" sldId="429"/>
            <ac:spMk id="138297" creationId="{D3B7B4A3-286D-40BA-8C77-C7F8F8B04F54}"/>
          </ac:spMkLst>
        </pc:spChg>
        <pc:spChg chg="mod">
          <ac:chgData name="zh frank" userId="f416cd28ba4d9309" providerId="LiveId" clId="{24BDBE35-5E08-4570-B997-53A99398ACF9}" dt="2020-02-12T01:49:52.541" v="227" actId="2711"/>
          <ac:spMkLst>
            <pc:docMk/>
            <pc:sldMk cId="0" sldId="429"/>
            <ac:spMk id="138298" creationId="{F93DDF16-5499-4E24-A6CC-689D9DB7FFD1}"/>
          </ac:spMkLst>
        </pc:spChg>
        <pc:spChg chg="mod">
          <ac:chgData name="zh frank" userId="f416cd28ba4d9309" providerId="LiveId" clId="{24BDBE35-5E08-4570-B997-53A99398ACF9}" dt="2020-02-12T01:49:52.541" v="227" actId="2711"/>
          <ac:spMkLst>
            <pc:docMk/>
            <pc:sldMk cId="0" sldId="429"/>
            <ac:spMk id="138299" creationId="{9DF1473D-2B04-4A50-B43C-7A847A6AB926}"/>
          </ac:spMkLst>
        </pc:spChg>
        <pc:spChg chg="mod">
          <ac:chgData name="zh frank" userId="f416cd28ba4d9309" providerId="LiveId" clId="{24BDBE35-5E08-4570-B997-53A99398ACF9}" dt="2020-02-12T01:50:40.215" v="230" actId="2711"/>
          <ac:spMkLst>
            <pc:docMk/>
            <pc:sldMk cId="0" sldId="429"/>
            <ac:spMk id="138300" creationId="{9866280D-967A-43AC-BB48-2FA2313BC95A}"/>
          </ac:spMkLst>
        </pc:spChg>
        <pc:spChg chg="mod">
          <ac:chgData name="zh frank" userId="f416cd28ba4d9309" providerId="LiveId" clId="{24BDBE35-5E08-4570-B997-53A99398ACF9}" dt="2020-02-12T01:50:40.215" v="230" actId="2711"/>
          <ac:spMkLst>
            <pc:docMk/>
            <pc:sldMk cId="0" sldId="429"/>
            <ac:spMk id="138301" creationId="{A6318C90-4103-4B62-B5FD-20FE99FE495E}"/>
          </ac:spMkLst>
        </pc:spChg>
        <pc:spChg chg="mod">
          <ac:chgData name="zh frank" userId="f416cd28ba4d9309" providerId="LiveId" clId="{24BDBE35-5E08-4570-B997-53A99398ACF9}" dt="2020-02-12T01:50:40.215" v="230" actId="2711"/>
          <ac:spMkLst>
            <pc:docMk/>
            <pc:sldMk cId="0" sldId="429"/>
            <ac:spMk id="138302" creationId="{BAAC70CD-156F-46B4-877C-EFBA7670FD1B}"/>
          </ac:spMkLst>
        </pc:spChg>
        <pc:spChg chg="mod">
          <ac:chgData name="zh frank" userId="f416cd28ba4d9309" providerId="LiveId" clId="{24BDBE35-5E08-4570-B997-53A99398ACF9}" dt="2020-02-12T01:50:40.215" v="230" actId="2711"/>
          <ac:spMkLst>
            <pc:docMk/>
            <pc:sldMk cId="0" sldId="429"/>
            <ac:spMk id="138303" creationId="{8D416C8A-7967-4232-96E8-1725F7632ACF}"/>
          </ac:spMkLst>
        </pc:spChg>
        <pc:spChg chg="mod">
          <ac:chgData name="zh frank" userId="f416cd28ba4d9309" providerId="LiveId" clId="{24BDBE35-5E08-4570-B997-53A99398ACF9}" dt="2020-02-12T01:49:52.541" v="227" actId="2711"/>
          <ac:spMkLst>
            <pc:docMk/>
            <pc:sldMk cId="0" sldId="429"/>
            <ac:spMk id="138304" creationId="{132C909C-568C-421D-A94D-2905B33391C4}"/>
          </ac:spMkLst>
        </pc:spChg>
        <pc:spChg chg="mod">
          <ac:chgData name="zh frank" userId="f416cd28ba4d9309" providerId="LiveId" clId="{24BDBE35-5E08-4570-B997-53A99398ACF9}" dt="2020-02-12T01:49:52.541" v="227" actId="2711"/>
          <ac:spMkLst>
            <pc:docMk/>
            <pc:sldMk cId="0" sldId="429"/>
            <ac:spMk id="138305" creationId="{7579BE90-F0BA-476C-B784-EF5ADC47BFF4}"/>
          </ac:spMkLst>
        </pc:spChg>
        <pc:spChg chg="mod">
          <ac:chgData name="zh frank" userId="f416cd28ba4d9309" providerId="LiveId" clId="{24BDBE35-5E08-4570-B997-53A99398ACF9}" dt="2020-02-12T01:49:43.273" v="226" actId="2711"/>
          <ac:spMkLst>
            <pc:docMk/>
            <pc:sldMk cId="0" sldId="429"/>
            <ac:spMk id="405623" creationId="{D8617B24-AD96-4476-B032-F73B05822747}"/>
          </ac:spMkLst>
        </pc:spChg>
        <pc:graphicFrameChg chg="add del mod">
          <ac:chgData name="zh frank" userId="f416cd28ba4d9309" providerId="LiveId" clId="{24BDBE35-5E08-4570-B997-53A99398ACF9}" dt="2020-02-12T02:00:05.493" v="260" actId="478"/>
          <ac:graphicFrameMkLst>
            <pc:docMk/>
            <pc:sldMk cId="0" sldId="429"/>
            <ac:graphicFrameMk id="2" creationId="{09553236-6057-466A-9139-37A2F43CC83F}"/>
          </ac:graphicFrameMkLst>
        </pc:graphicFrameChg>
        <pc:graphicFrameChg chg="add del mod modGraphic">
          <ac:chgData name="zh frank" userId="f416cd28ba4d9309" providerId="LiveId" clId="{24BDBE35-5E08-4570-B997-53A99398ACF9}" dt="2020-02-12T02:00:59.593" v="267" actId="478"/>
          <ac:graphicFrameMkLst>
            <pc:docMk/>
            <pc:sldMk cId="0" sldId="429"/>
            <ac:graphicFrameMk id="3" creationId="{1D283B98-60CB-4A43-97E7-4B739BFE4B36}"/>
          </ac:graphicFrameMkLst>
        </pc:graphicFrameChg>
        <pc:graphicFrameChg chg="mod modGraphic">
          <ac:chgData name="zh frank" userId="f416cd28ba4d9309" providerId="LiveId" clId="{24BDBE35-5E08-4570-B997-53A99398ACF9}" dt="2020-02-12T02:04:44.733" v="278" actId="14861"/>
          <ac:graphicFrameMkLst>
            <pc:docMk/>
            <pc:sldMk cId="0" sldId="429"/>
            <ac:graphicFrameMk id="405592" creationId="{066C9611-FEA6-4C60-A91F-CE8C62C557EC}"/>
          </ac:graphicFrameMkLst>
        </pc:graphicFrameChg>
        <pc:graphicFrameChg chg="mod">
          <ac:chgData name="zh frank" userId="f416cd28ba4d9309" providerId="LiveId" clId="{24BDBE35-5E08-4570-B997-53A99398ACF9}" dt="2020-02-12T02:07:04.727" v="281"/>
          <ac:graphicFrameMkLst>
            <pc:docMk/>
            <pc:sldMk cId="0" sldId="429"/>
            <ac:graphicFrameMk id="405594" creationId="{D2A34026-714A-5F4D-8893-F83FDA62D7B2}"/>
          </ac:graphicFrameMkLst>
        </pc:graphicFrameChg>
      </pc:sldChg>
      <pc:sldChg chg="modSp">
        <pc:chgData name="zh frank" userId="f416cd28ba4d9309" providerId="LiveId" clId="{24BDBE35-5E08-4570-B997-53A99398ACF9}" dt="2020-02-12T02:07:57.446" v="283" actId="2711"/>
        <pc:sldMkLst>
          <pc:docMk/>
          <pc:sldMk cId="0" sldId="431"/>
        </pc:sldMkLst>
        <pc:spChg chg="mod">
          <ac:chgData name="zh frank" userId="f416cd28ba4d9309" providerId="LiveId" clId="{24BDBE35-5E08-4570-B997-53A99398ACF9}" dt="2020-02-12T02:07:57.446" v="283" actId="2711"/>
          <ac:spMkLst>
            <pc:docMk/>
            <pc:sldMk cId="0" sldId="431"/>
            <ac:spMk id="141349" creationId="{7DE21C98-EDE6-4AEE-832A-EFACAFFEE073}"/>
          </ac:spMkLst>
        </pc:spChg>
        <pc:spChg chg="mod">
          <ac:chgData name="zh frank" userId="f416cd28ba4d9309" providerId="LiveId" clId="{24BDBE35-5E08-4570-B997-53A99398ACF9}" dt="2020-02-12T02:07:57.446" v="283" actId="2711"/>
          <ac:spMkLst>
            <pc:docMk/>
            <pc:sldMk cId="0" sldId="431"/>
            <ac:spMk id="141350" creationId="{6BCA8DDE-C8D6-4DF9-9157-3648BE4F090C}"/>
          </ac:spMkLst>
        </pc:spChg>
        <pc:spChg chg="mod">
          <ac:chgData name="zh frank" userId="f416cd28ba4d9309" providerId="LiveId" clId="{24BDBE35-5E08-4570-B997-53A99398ACF9}" dt="2020-02-12T02:07:57.446" v="283" actId="2711"/>
          <ac:spMkLst>
            <pc:docMk/>
            <pc:sldMk cId="0" sldId="431"/>
            <ac:spMk id="141351" creationId="{2261AEEE-3019-4C16-B98B-2ED7B08E466A}"/>
          </ac:spMkLst>
        </pc:spChg>
        <pc:spChg chg="mod">
          <ac:chgData name="zh frank" userId="f416cd28ba4d9309" providerId="LiveId" clId="{24BDBE35-5E08-4570-B997-53A99398ACF9}" dt="2020-02-12T02:07:57.446" v="283" actId="2711"/>
          <ac:spMkLst>
            <pc:docMk/>
            <pc:sldMk cId="0" sldId="431"/>
            <ac:spMk id="141352" creationId="{F1D06899-3E2C-43BC-8D55-678A7C1A9BDA}"/>
          </ac:spMkLst>
        </pc:spChg>
        <pc:spChg chg="mod">
          <ac:chgData name="zh frank" userId="f416cd28ba4d9309" providerId="LiveId" clId="{24BDBE35-5E08-4570-B997-53A99398ACF9}" dt="2020-02-12T02:07:57.446" v="283" actId="2711"/>
          <ac:spMkLst>
            <pc:docMk/>
            <pc:sldMk cId="0" sldId="431"/>
            <ac:spMk id="141353" creationId="{EB8F4174-4624-4F1A-A595-50C99A713DB0}"/>
          </ac:spMkLst>
        </pc:spChg>
        <pc:spChg chg="mod">
          <ac:chgData name="zh frank" userId="f416cd28ba4d9309" providerId="LiveId" clId="{24BDBE35-5E08-4570-B997-53A99398ACF9}" dt="2020-02-12T02:07:57.446" v="283" actId="2711"/>
          <ac:spMkLst>
            <pc:docMk/>
            <pc:sldMk cId="0" sldId="431"/>
            <ac:spMk id="141354" creationId="{4A63CDB8-BB74-473E-A390-291B94AF2964}"/>
          </ac:spMkLst>
        </pc:spChg>
        <pc:spChg chg="mod">
          <ac:chgData name="zh frank" userId="f416cd28ba4d9309" providerId="LiveId" clId="{24BDBE35-5E08-4570-B997-53A99398ACF9}" dt="2020-02-12T02:07:57.446" v="283" actId="2711"/>
          <ac:spMkLst>
            <pc:docMk/>
            <pc:sldMk cId="0" sldId="431"/>
            <ac:spMk id="141355" creationId="{DA81C366-47DE-467F-92D3-D09D896FD346}"/>
          </ac:spMkLst>
        </pc:spChg>
        <pc:spChg chg="mod">
          <ac:chgData name="zh frank" userId="f416cd28ba4d9309" providerId="LiveId" clId="{24BDBE35-5E08-4570-B997-53A99398ACF9}" dt="2020-02-12T02:07:57.446" v="283" actId="2711"/>
          <ac:spMkLst>
            <pc:docMk/>
            <pc:sldMk cId="0" sldId="431"/>
            <ac:spMk id="141356" creationId="{F9907F86-83C5-4043-81B3-6138D0C77FB2}"/>
          </ac:spMkLst>
        </pc:spChg>
        <pc:spChg chg="mod">
          <ac:chgData name="zh frank" userId="f416cd28ba4d9309" providerId="LiveId" clId="{24BDBE35-5E08-4570-B997-53A99398ACF9}" dt="2020-02-12T02:07:57.446" v="283" actId="2711"/>
          <ac:spMkLst>
            <pc:docMk/>
            <pc:sldMk cId="0" sldId="431"/>
            <ac:spMk id="141357" creationId="{8926DBAC-C33A-483F-9D22-684342B08C58}"/>
          </ac:spMkLst>
        </pc:spChg>
        <pc:spChg chg="mod">
          <ac:chgData name="zh frank" userId="f416cd28ba4d9309" providerId="LiveId" clId="{24BDBE35-5E08-4570-B997-53A99398ACF9}" dt="2020-02-12T02:07:57.446" v="283" actId="2711"/>
          <ac:spMkLst>
            <pc:docMk/>
            <pc:sldMk cId="0" sldId="431"/>
            <ac:spMk id="141358" creationId="{A075BDF0-1647-403C-9590-E7DFCDB3E68C}"/>
          </ac:spMkLst>
        </pc:spChg>
        <pc:spChg chg="mod">
          <ac:chgData name="zh frank" userId="f416cd28ba4d9309" providerId="LiveId" clId="{24BDBE35-5E08-4570-B997-53A99398ACF9}" dt="2020-02-12T02:07:57.446" v="283" actId="2711"/>
          <ac:spMkLst>
            <pc:docMk/>
            <pc:sldMk cId="0" sldId="431"/>
            <ac:spMk id="141359" creationId="{3BFC5FE6-DE84-4DC6-930C-114FA8A4A0E6}"/>
          </ac:spMkLst>
        </pc:spChg>
        <pc:spChg chg="mod">
          <ac:chgData name="zh frank" userId="f416cd28ba4d9309" providerId="LiveId" clId="{24BDBE35-5E08-4570-B997-53A99398ACF9}" dt="2020-02-12T02:07:57.446" v="283" actId="2711"/>
          <ac:spMkLst>
            <pc:docMk/>
            <pc:sldMk cId="0" sldId="431"/>
            <ac:spMk id="141360" creationId="{E324D60F-653C-49E9-9C1A-FE8B9E255B90}"/>
          </ac:spMkLst>
        </pc:spChg>
        <pc:spChg chg="mod">
          <ac:chgData name="zh frank" userId="f416cd28ba4d9309" providerId="LiveId" clId="{24BDBE35-5E08-4570-B997-53A99398ACF9}" dt="2020-02-12T02:07:57.446" v="283" actId="2711"/>
          <ac:spMkLst>
            <pc:docMk/>
            <pc:sldMk cId="0" sldId="431"/>
            <ac:spMk id="141361" creationId="{C233F70C-D355-444C-9DD5-AD3583A3461A}"/>
          </ac:spMkLst>
        </pc:spChg>
        <pc:spChg chg="mod">
          <ac:chgData name="zh frank" userId="f416cd28ba4d9309" providerId="LiveId" clId="{24BDBE35-5E08-4570-B997-53A99398ACF9}" dt="2020-02-12T02:07:57.446" v="283" actId="2711"/>
          <ac:spMkLst>
            <pc:docMk/>
            <pc:sldMk cId="0" sldId="431"/>
            <ac:spMk id="141362" creationId="{957119A6-1E02-4C61-AA47-AABB0C5FA130}"/>
          </ac:spMkLst>
        </pc:spChg>
        <pc:spChg chg="mod">
          <ac:chgData name="zh frank" userId="f416cd28ba4d9309" providerId="LiveId" clId="{24BDBE35-5E08-4570-B997-53A99398ACF9}" dt="2020-02-12T02:07:57.446" v="283" actId="2711"/>
          <ac:spMkLst>
            <pc:docMk/>
            <pc:sldMk cId="0" sldId="431"/>
            <ac:spMk id="141363" creationId="{7C63DB16-2D1B-4ED3-8046-A00EEC9063A3}"/>
          </ac:spMkLst>
        </pc:spChg>
        <pc:spChg chg="mod">
          <ac:chgData name="zh frank" userId="f416cd28ba4d9309" providerId="LiveId" clId="{24BDBE35-5E08-4570-B997-53A99398ACF9}" dt="2020-02-12T02:07:57.446" v="283" actId="2711"/>
          <ac:spMkLst>
            <pc:docMk/>
            <pc:sldMk cId="0" sldId="431"/>
            <ac:spMk id="141364" creationId="{9A7CFC2D-AB62-4342-A520-444F16B4E3B8}"/>
          </ac:spMkLst>
        </pc:spChg>
        <pc:spChg chg="mod">
          <ac:chgData name="zh frank" userId="f416cd28ba4d9309" providerId="LiveId" clId="{24BDBE35-5E08-4570-B997-53A99398ACF9}" dt="2020-02-12T02:07:57.446" v="283" actId="2711"/>
          <ac:spMkLst>
            <pc:docMk/>
            <pc:sldMk cId="0" sldId="431"/>
            <ac:spMk id="141365" creationId="{9AEFFBFA-08FB-4AF5-9E1E-C79FF627E827}"/>
          </ac:spMkLst>
        </pc:spChg>
        <pc:spChg chg="mod">
          <ac:chgData name="zh frank" userId="f416cd28ba4d9309" providerId="LiveId" clId="{24BDBE35-5E08-4570-B997-53A99398ACF9}" dt="2020-02-12T02:07:57.446" v="283" actId="2711"/>
          <ac:spMkLst>
            <pc:docMk/>
            <pc:sldMk cId="0" sldId="431"/>
            <ac:spMk id="141366" creationId="{8ABD7A4E-E436-49E2-B199-12EB3F5F9E82}"/>
          </ac:spMkLst>
        </pc:spChg>
      </pc:sldChg>
      <pc:sldChg chg="modSp">
        <pc:chgData name="zh frank" userId="f416cd28ba4d9309" providerId="LiveId" clId="{24BDBE35-5E08-4570-B997-53A99398ACF9}" dt="2020-02-12T02:09:04.165" v="286" actId="2711"/>
        <pc:sldMkLst>
          <pc:docMk/>
          <pc:sldMk cId="0" sldId="432"/>
        </pc:sldMkLst>
        <pc:spChg chg="mod">
          <ac:chgData name="zh frank" userId="f416cd28ba4d9309" providerId="LiveId" clId="{24BDBE35-5E08-4570-B997-53A99398ACF9}" dt="2020-02-12T02:09:04.165" v="286" actId="2711"/>
          <ac:spMkLst>
            <pc:docMk/>
            <pc:sldMk cId="0" sldId="432"/>
            <ac:spMk id="143365" creationId="{C5C5824A-8204-4622-A859-05948F4A0F34}"/>
          </ac:spMkLst>
        </pc:spChg>
        <pc:spChg chg="mod">
          <ac:chgData name="zh frank" userId="f416cd28ba4d9309" providerId="LiveId" clId="{24BDBE35-5E08-4570-B997-53A99398ACF9}" dt="2020-02-12T02:09:04.165" v="286" actId="2711"/>
          <ac:spMkLst>
            <pc:docMk/>
            <pc:sldMk cId="0" sldId="432"/>
            <ac:spMk id="143366" creationId="{B572A0E6-4F7E-4F5F-AACA-58EC990A1C78}"/>
          </ac:spMkLst>
        </pc:spChg>
        <pc:spChg chg="mod">
          <ac:chgData name="zh frank" userId="f416cd28ba4d9309" providerId="LiveId" clId="{24BDBE35-5E08-4570-B997-53A99398ACF9}" dt="2020-02-12T02:09:04.165" v="286" actId="2711"/>
          <ac:spMkLst>
            <pc:docMk/>
            <pc:sldMk cId="0" sldId="432"/>
            <ac:spMk id="143396" creationId="{16A27D10-B14C-4E77-8EFB-A8486388351A}"/>
          </ac:spMkLst>
        </pc:spChg>
        <pc:spChg chg="mod">
          <ac:chgData name="zh frank" userId="f416cd28ba4d9309" providerId="LiveId" clId="{24BDBE35-5E08-4570-B997-53A99398ACF9}" dt="2020-02-12T02:09:04.165" v="286" actId="2711"/>
          <ac:spMkLst>
            <pc:docMk/>
            <pc:sldMk cId="0" sldId="432"/>
            <ac:spMk id="143397" creationId="{638506C6-6065-421F-8854-4ED30327FE2C}"/>
          </ac:spMkLst>
        </pc:spChg>
        <pc:spChg chg="mod">
          <ac:chgData name="zh frank" userId="f416cd28ba4d9309" providerId="LiveId" clId="{24BDBE35-5E08-4570-B997-53A99398ACF9}" dt="2020-02-12T02:09:04.165" v="286" actId="2711"/>
          <ac:spMkLst>
            <pc:docMk/>
            <pc:sldMk cId="0" sldId="432"/>
            <ac:spMk id="143398" creationId="{1CD58050-7A86-45D6-A76E-0D1DFA5BFAFC}"/>
          </ac:spMkLst>
        </pc:spChg>
        <pc:spChg chg="mod">
          <ac:chgData name="zh frank" userId="f416cd28ba4d9309" providerId="LiveId" clId="{24BDBE35-5E08-4570-B997-53A99398ACF9}" dt="2020-02-12T02:09:04.165" v="286" actId="2711"/>
          <ac:spMkLst>
            <pc:docMk/>
            <pc:sldMk cId="0" sldId="432"/>
            <ac:spMk id="143399" creationId="{59E727F9-CE49-4F8C-9505-ECA4B9347773}"/>
          </ac:spMkLst>
        </pc:spChg>
        <pc:spChg chg="mod">
          <ac:chgData name="zh frank" userId="f416cd28ba4d9309" providerId="LiveId" clId="{24BDBE35-5E08-4570-B997-53A99398ACF9}" dt="2020-02-12T02:09:04.165" v="286" actId="2711"/>
          <ac:spMkLst>
            <pc:docMk/>
            <pc:sldMk cId="0" sldId="432"/>
            <ac:spMk id="143400" creationId="{B159975F-46D2-425D-BAD5-2DAB14127D7A}"/>
          </ac:spMkLst>
        </pc:spChg>
        <pc:spChg chg="mod">
          <ac:chgData name="zh frank" userId="f416cd28ba4d9309" providerId="LiveId" clId="{24BDBE35-5E08-4570-B997-53A99398ACF9}" dt="2020-02-12T02:09:04.165" v="286" actId="2711"/>
          <ac:spMkLst>
            <pc:docMk/>
            <pc:sldMk cId="0" sldId="432"/>
            <ac:spMk id="143401" creationId="{05E8CCD2-BA9C-48AF-BAD8-ACD570F5A961}"/>
          </ac:spMkLst>
        </pc:spChg>
        <pc:spChg chg="mod">
          <ac:chgData name="zh frank" userId="f416cd28ba4d9309" providerId="LiveId" clId="{24BDBE35-5E08-4570-B997-53A99398ACF9}" dt="2020-02-12T02:09:04.165" v="286" actId="2711"/>
          <ac:spMkLst>
            <pc:docMk/>
            <pc:sldMk cId="0" sldId="432"/>
            <ac:spMk id="143402" creationId="{C72EF94D-6DE1-4638-BB14-C2EE473B19DD}"/>
          </ac:spMkLst>
        </pc:spChg>
        <pc:spChg chg="mod">
          <ac:chgData name="zh frank" userId="f416cd28ba4d9309" providerId="LiveId" clId="{24BDBE35-5E08-4570-B997-53A99398ACF9}" dt="2020-02-12T02:09:04.165" v="286" actId="2711"/>
          <ac:spMkLst>
            <pc:docMk/>
            <pc:sldMk cId="0" sldId="432"/>
            <ac:spMk id="143403" creationId="{BD499C45-C3A6-4D37-AC12-4F9AE19312FD}"/>
          </ac:spMkLst>
        </pc:spChg>
        <pc:spChg chg="mod">
          <ac:chgData name="zh frank" userId="f416cd28ba4d9309" providerId="LiveId" clId="{24BDBE35-5E08-4570-B997-53A99398ACF9}" dt="2020-02-12T02:09:04.165" v="286" actId="2711"/>
          <ac:spMkLst>
            <pc:docMk/>
            <pc:sldMk cId="0" sldId="432"/>
            <ac:spMk id="143404" creationId="{BE910A96-282D-4319-97CA-892FE96AE602}"/>
          </ac:spMkLst>
        </pc:spChg>
        <pc:spChg chg="mod">
          <ac:chgData name="zh frank" userId="f416cd28ba4d9309" providerId="LiveId" clId="{24BDBE35-5E08-4570-B997-53A99398ACF9}" dt="2020-02-12T02:09:04.165" v="286" actId="2711"/>
          <ac:spMkLst>
            <pc:docMk/>
            <pc:sldMk cId="0" sldId="432"/>
            <ac:spMk id="143405" creationId="{B0E49F58-C233-401D-9B23-4E0DBEE1AF0F}"/>
          </ac:spMkLst>
        </pc:spChg>
        <pc:spChg chg="mod">
          <ac:chgData name="zh frank" userId="f416cd28ba4d9309" providerId="LiveId" clId="{24BDBE35-5E08-4570-B997-53A99398ACF9}" dt="2020-02-12T02:09:04.165" v="286" actId="2711"/>
          <ac:spMkLst>
            <pc:docMk/>
            <pc:sldMk cId="0" sldId="432"/>
            <ac:spMk id="143406" creationId="{314ADF10-C776-4726-9CEE-A610C38F069D}"/>
          </ac:spMkLst>
        </pc:spChg>
        <pc:spChg chg="mod">
          <ac:chgData name="zh frank" userId="f416cd28ba4d9309" providerId="LiveId" clId="{24BDBE35-5E08-4570-B997-53A99398ACF9}" dt="2020-02-12T02:09:04.165" v="286" actId="2711"/>
          <ac:spMkLst>
            <pc:docMk/>
            <pc:sldMk cId="0" sldId="432"/>
            <ac:spMk id="143407" creationId="{721493A5-EECC-4FD4-820C-9ED221C38EB2}"/>
          </ac:spMkLst>
        </pc:spChg>
        <pc:spChg chg="mod">
          <ac:chgData name="zh frank" userId="f416cd28ba4d9309" providerId="LiveId" clId="{24BDBE35-5E08-4570-B997-53A99398ACF9}" dt="2020-02-12T02:09:04.165" v="286" actId="2711"/>
          <ac:spMkLst>
            <pc:docMk/>
            <pc:sldMk cId="0" sldId="432"/>
            <ac:spMk id="143408" creationId="{9093FF60-E4E9-427E-ABA7-0EA59A59A00F}"/>
          </ac:spMkLst>
        </pc:spChg>
        <pc:spChg chg="mod">
          <ac:chgData name="zh frank" userId="f416cd28ba4d9309" providerId="LiveId" clId="{24BDBE35-5E08-4570-B997-53A99398ACF9}" dt="2020-02-12T02:09:04.165" v="286" actId="2711"/>
          <ac:spMkLst>
            <pc:docMk/>
            <pc:sldMk cId="0" sldId="432"/>
            <ac:spMk id="143409" creationId="{EF62D169-63F2-459A-B681-D72E93584727}"/>
          </ac:spMkLst>
        </pc:spChg>
      </pc:sldChg>
      <pc:sldChg chg="modSp">
        <pc:chgData name="zh frank" userId="f416cd28ba4d9309" providerId="LiveId" clId="{24BDBE35-5E08-4570-B997-53A99398ACF9}" dt="2020-02-12T02:09:17.620" v="287" actId="1076"/>
        <pc:sldMkLst>
          <pc:docMk/>
          <pc:sldMk cId="0" sldId="434"/>
        </pc:sldMkLst>
        <pc:spChg chg="mod">
          <ac:chgData name="zh frank" userId="f416cd28ba4d9309" providerId="LiveId" clId="{24BDBE35-5E08-4570-B997-53A99398ACF9}" dt="2020-02-12T02:09:17.620" v="287" actId="1076"/>
          <ac:spMkLst>
            <pc:docMk/>
            <pc:sldMk cId="0" sldId="434"/>
            <ac:spMk id="144386" creationId="{1CE2E41B-8666-46B3-9AE2-4164A26E5539}"/>
          </ac:spMkLst>
        </pc:spChg>
      </pc:sldChg>
      <pc:sldChg chg="modSp">
        <pc:chgData name="zh frank" userId="f416cd28ba4d9309" providerId="LiveId" clId="{24BDBE35-5E08-4570-B997-53A99398ACF9}" dt="2020-02-12T02:09:31.103" v="289" actId="1076"/>
        <pc:sldMkLst>
          <pc:docMk/>
          <pc:sldMk cId="0" sldId="437"/>
        </pc:sldMkLst>
        <pc:spChg chg="mod">
          <ac:chgData name="zh frank" userId="f416cd28ba4d9309" providerId="LiveId" clId="{24BDBE35-5E08-4570-B997-53A99398ACF9}" dt="2020-02-12T02:09:31.103" v="289" actId="1076"/>
          <ac:spMkLst>
            <pc:docMk/>
            <pc:sldMk cId="0" sldId="437"/>
            <ac:spMk id="147458" creationId="{7638EB26-455E-4AD9-97F4-D436647C71E9}"/>
          </ac:spMkLst>
        </pc:spChg>
      </pc:sldChg>
      <pc:sldChg chg="del">
        <pc:chgData name="zh frank" userId="f416cd28ba4d9309" providerId="LiveId" clId="{24BDBE35-5E08-4570-B997-53A99398ACF9}" dt="2020-02-12T00:53:18.135" v="3" actId="2696"/>
        <pc:sldMkLst>
          <pc:docMk/>
          <pc:sldMk cId="0" sldId="446"/>
        </pc:sldMkLst>
      </pc:sldChg>
      <pc:sldChg chg="del">
        <pc:chgData name="zh frank" userId="f416cd28ba4d9309" providerId="LiveId" clId="{24BDBE35-5E08-4570-B997-53A99398ACF9}" dt="2020-02-12T00:59:15.466" v="45" actId="2696"/>
        <pc:sldMkLst>
          <pc:docMk/>
          <pc:sldMk cId="0" sldId="447"/>
        </pc:sldMkLst>
      </pc:sldChg>
      <pc:sldChg chg="del">
        <pc:chgData name="zh frank" userId="f416cd28ba4d9309" providerId="LiveId" clId="{24BDBE35-5E08-4570-B997-53A99398ACF9}" dt="2020-02-12T00:59:48.231" v="48" actId="2696"/>
        <pc:sldMkLst>
          <pc:docMk/>
          <pc:sldMk cId="0" sldId="451"/>
        </pc:sldMkLst>
      </pc:sldChg>
      <pc:sldChg chg="modSp">
        <pc:chgData name="zh frank" userId="f416cd28ba4d9309" providerId="LiveId" clId="{24BDBE35-5E08-4570-B997-53A99398ACF9}" dt="2020-02-12T02:09:23.697" v="288" actId="1076"/>
        <pc:sldMkLst>
          <pc:docMk/>
          <pc:sldMk cId="0" sldId="453"/>
        </pc:sldMkLst>
        <pc:spChg chg="mod">
          <ac:chgData name="zh frank" userId="f416cd28ba4d9309" providerId="LiveId" clId="{24BDBE35-5E08-4570-B997-53A99398ACF9}" dt="2020-02-12T02:09:23.697" v="288" actId="1076"/>
          <ac:spMkLst>
            <pc:docMk/>
            <pc:sldMk cId="0" sldId="453"/>
            <ac:spMk id="145410" creationId="{A541021A-C100-405A-832F-968671A664B0}"/>
          </ac:spMkLst>
        </pc:spChg>
      </pc:sldChg>
      <pc:sldChg chg="modSp">
        <pc:chgData name="zh frank" userId="f416cd28ba4d9309" providerId="LiveId" clId="{24BDBE35-5E08-4570-B997-53A99398ACF9}" dt="2020-02-12T01:07:01.637" v="68" actId="2711"/>
        <pc:sldMkLst>
          <pc:docMk/>
          <pc:sldMk cId="0" sldId="457"/>
        </pc:sldMkLst>
        <pc:spChg chg="mod">
          <ac:chgData name="zh frank" userId="f416cd28ba4d9309" providerId="LiveId" clId="{24BDBE35-5E08-4570-B997-53A99398ACF9}" dt="2020-02-12T01:07:01.637" v="68" actId="2711"/>
          <ac:spMkLst>
            <pc:docMk/>
            <pc:sldMk cId="0" sldId="457"/>
            <ac:spMk id="59396" creationId="{956D5CDF-234E-4DA6-89F8-88E8FD0DE38D}"/>
          </ac:spMkLst>
        </pc:spChg>
        <pc:spChg chg="mod">
          <ac:chgData name="zh frank" userId="f416cd28ba4d9309" providerId="LiveId" clId="{24BDBE35-5E08-4570-B997-53A99398ACF9}" dt="2020-02-12T01:07:01.637" v="68" actId="2711"/>
          <ac:spMkLst>
            <pc:docMk/>
            <pc:sldMk cId="0" sldId="457"/>
            <ac:spMk id="59397" creationId="{B9B5629B-C989-451C-A302-F908663183CF}"/>
          </ac:spMkLst>
        </pc:spChg>
        <pc:spChg chg="mod">
          <ac:chgData name="zh frank" userId="f416cd28ba4d9309" providerId="LiveId" clId="{24BDBE35-5E08-4570-B997-53A99398ACF9}" dt="2020-02-12T01:07:01.637" v="68" actId="2711"/>
          <ac:spMkLst>
            <pc:docMk/>
            <pc:sldMk cId="0" sldId="457"/>
            <ac:spMk id="59398" creationId="{A4704E26-77A9-4EDF-BC5E-AC1069AA96DC}"/>
          </ac:spMkLst>
        </pc:spChg>
        <pc:spChg chg="mod">
          <ac:chgData name="zh frank" userId="f416cd28ba4d9309" providerId="LiveId" clId="{24BDBE35-5E08-4570-B997-53A99398ACF9}" dt="2020-02-12T01:07:01.637" v="68" actId="2711"/>
          <ac:spMkLst>
            <pc:docMk/>
            <pc:sldMk cId="0" sldId="457"/>
            <ac:spMk id="59399" creationId="{AC955C62-5E2D-4FD7-9071-D82F4EFA4112}"/>
          </ac:spMkLst>
        </pc:spChg>
        <pc:spChg chg="mod">
          <ac:chgData name="zh frank" userId="f416cd28ba4d9309" providerId="LiveId" clId="{24BDBE35-5E08-4570-B997-53A99398ACF9}" dt="2020-02-12T01:07:01.637" v="68" actId="2711"/>
          <ac:spMkLst>
            <pc:docMk/>
            <pc:sldMk cId="0" sldId="457"/>
            <ac:spMk id="59400" creationId="{B744C393-D956-41A2-BF75-035D025848A3}"/>
          </ac:spMkLst>
        </pc:spChg>
        <pc:spChg chg="mod">
          <ac:chgData name="zh frank" userId="f416cd28ba4d9309" providerId="LiveId" clId="{24BDBE35-5E08-4570-B997-53A99398ACF9}" dt="2020-02-12T01:07:01.637" v="68" actId="2711"/>
          <ac:spMkLst>
            <pc:docMk/>
            <pc:sldMk cId="0" sldId="457"/>
            <ac:spMk id="59401" creationId="{5A85A9AD-24DF-48F9-98D2-9157779C38DA}"/>
          </ac:spMkLst>
        </pc:spChg>
        <pc:spChg chg="mod">
          <ac:chgData name="zh frank" userId="f416cd28ba4d9309" providerId="LiveId" clId="{24BDBE35-5E08-4570-B997-53A99398ACF9}" dt="2020-02-12T01:07:01.637" v="68" actId="2711"/>
          <ac:spMkLst>
            <pc:docMk/>
            <pc:sldMk cId="0" sldId="457"/>
            <ac:spMk id="59402" creationId="{7D700412-0C41-4CA9-8940-174A2FD5176E}"/>
          </ac:spMkLst>
        </pc:spChg>
        <pc:spChg chg="mod">
          <ac:chgData name="zh frank" userId="f416cd28ba4d9309" providerId="LiveId" clId="{24BDBE35-5E08-4570-B997-53A99398ACF9}" dt="2020-02-12T01:07:01.637" v="68" actId="2711"/>
          <ac:spMkLst>
            <pc:docMk/>
            <pc:sldMk cId="0" sldId="457"/>
            <ac:spMk id="59403" creationId="{B4B082A7-0CD8-4BD9-90BA-89E571C205ED}"/>
          </ac:spMkLst>
        </pc:spChg>
        <pc:spChg chg="mod">
          <ac:chgData name="zh frank" userId="f416cd28ba4d9309" providerId="LiveId" clId="{24BDBE35-5E08-4570-B997-53A99398ACF9}" dt="2020-02-12T01:07:01.637" v="68" actId="2711"/>
          <ac:spMkLst>
            <pc:docMk/>
            <pc:sldMk cId="0" sldId="457"/>
            <ac:spMk id="59404" creationId="{2EEE958B-D331-4C5B-B847-85B231086C59}"/>
          </ac:spMkLst>
        </pc:spChg>
        <pc:spChg chg="mod">
          <ac:chgData name="zh frank" userId="f416cd28ba4d9309" providerId="LiveId" clId="{24BDBE35-5E08-4570-B997-53A99398ACF9}" dt="2020-02-12T01:07:01.637" v="68" actId="2711"/>
          <ac:spMkLst>
            <pc:docMk/>
            <pc:sldMk cId="0" sldId="457"/>
            <ac:spMk id="59405" creationId="{4A0F9BC3-813C-4B5E-83D4-AE2B0B1484A3}"/>
          </ac:spMkLst>
        </pc:spChg>
        <pc:spChg chg="mod">
          <ac:chgData name="zh frank" userId="f416cd28ba4d9309" providerId="LiveId" clId="{24BDBE35-5E08-4570-B997-53A99398ACF9}" dt="2020-02-12T01:07:01.637" v="68" actId="2711"/>
          <ac:spMkLst>
            <pc:docMk/>
            <pc:sldMk cId="0" sldId="457"/>
            <ac:spMk id="59406" creationId="{D36D2FA9-FA0F-4BED-8D27-A7A32FE15704}"/>
          </ac:spMkLst>
        </pc:spChg>
        <pc:spChg chg="mod">
          <ac:chgData name="zh frank" userId="f416cd28ba4d9309" providerId="LiveId" clId="{24BDBE35-5E08-4570-B997-53A99398ACF9}" dt="2020-02-12T01:07:01.637" v="68" actId="2711"/>
          <ac:spMkLst>
            <pc:docMk/>
            <pc:sldMk cId="0" sldId="457"/>
            <ac:spMk id="59407" creationId="{53697420-3724-4123-99BA-35528D75A5D6}"/>
          </ac:spMkLst>
        </pc:spChg>
        <pc:spChg chg="mod">
          <ac:chgData name="zh frank" userId="f416cd28ba4d9309" providerId="LiveId" clId="{24BDBE35-5E08-4570-B997-53A99398ACF9}" dt="2020-02-12T01:07:01.637" v="68" actId="2711"/>
          <ac:spMkLst>
            <pc:docMk/>
            <pc:sldMk cId="0" sldId="457"/>
            <ac:spMk id="59408" creationId="{9D70AA8B-EF78-4D0D-8A2E-742E8DAFC293}"/>
          </ac:spMkLst>
        </pc:spChg>
        <pc:spChg chg="mod">
          <ac:chgData name="zh frank" userId="f416cd28ba4d9309" providerId="LiveId" clId="{24BDBE35-5E08-4570-B997-53A99398ACF9}" dt="2020-02-12T01:07:01.637" v="68" actId="2711"/>
          <ac:spMkLst>
            <pc:docMk/>
            <pc:sldMk cId="0" sldId="457"/>
            <ac:spMk id="59409" creationId="{FDACD6DA-5B1F-4604-9D29-B712BA0EFC39}"/>
          </ac:spMkLst>
        </pc:spChg>
        <pc:spChg chg="mod">
          <ac:chgData name="zh frank" userId="f416cd28ba4d9309" providerId="LiveId" clId="{24BDBE35-5E08-4570-B997-53A99398ACF9}" dt="2020-02-12T01:07:01.637" v="68" actId="2711"/>
          <ac:spMkLst>
            <pc:docMk/>
            <pc:sldMk cId="0" sldId="457"/>
            <ac:spMk id="59410" creationId="{ACEF3F63-C14C-47C3-BD57-53DD87DEEECE}"/>
          </ac:spMkLst>
        </pc:spChg>
        <pc:spChg chg="mod">
          <ac:chgData name="zh frank" userId="f416cd28ba4d9309" providerId="LiveId" clId="{24BDBE35-5E08-4570-B997-53A99398ACF9}" dt="2020-02-12T01:07:01.637" v="68" actId="2711"/>
          <ac:spMkLst>
            <pc:docMk/>
            <pc:sldMk cId="0" sldId="457"/>
            <ac:spMk id="59411" creationId="{FFDC762C-5D44-4EE3-BB35-FE17A7D08AE1}"/>
          </ac:spMkLst>
        </pc:spChg>
        <pc:spChg chg="mod">
          <ac:chgData name="zh frank" userId="f416cd28ba4d9309" providerId="LiveId" clId="{24BDBE35-5E08-4570-B997-53A99398ACF9}" dt="2020-02-12T01:07:01.637" v="68" actId="2711"/>
          <ac:spMkLst>
            <pc:docMk/>
            <pc:sldMk cId="0" sldId="457"/>
            <ac:spMk id="59412" creationId="{FCE8922F-6A4A-4F75-BE04-F3E8E891FBA7}"/>
          </ac:spMkLst>
        </pc:spChg>
        <pc:spChg chg="mod">
          <ac:chgData name="zh frank" userId="f416cd28ba4d9309" providerId="LiveId" clId="{24BDBE35-5E08-4570-B997-53A99398ACF9}" dt="2020-02-12T01:07:01.637" v="68" actId="2711"/>
          <ac:spMkLst>
            <pc:docMk/>
            <pc:sldMk cId="0" sldId="457"/>
            <ac:spMk id="59413" creationId="{99BA8C77-FEAB-4854-A51B-E92B77C53789}"/>
          </ac:spMkLst>
        </pc:spChg>
        <pc:spChg chg="mod">
          <ac:chgData name="zh frank" userId="f416cd28ba4d9309" providerId="LiveId" clId="{24BDBE35-5E08-4570-B997-53A99398ACF9}" dt="2020-02-12T01:07:01.637" v="68" actId="2711"/>
          <ac:spMkLst>
            <pc:docMk/>
            <pc:sldMk cId="0" sldId="457"/>
            <ac:spMk id="59414" creationId="{D64F87D9-9902-4D78-B2A7-CF106ADD2F14}"/>
          </ac:spMkLst>
        </pc:spChg>
        <pc:spChg chg="mod">
          <ac:chgData name="zh frank" userId="f416cd28ba4d9309" providerId="LiveId" clId="{24BDBE35-5E08-4570-B997-53A99398ACF9}" dt="2020-02-12T01:07:01.637" v="68" actId="2711"/>
          <ac:spMkLst>
            <pc:docMk/>
            <pc:sldMk cId="0" sldId="457"/>
            <ac:spMk id="59415" creationId="{70819CA3-0FC1-4997-9F21-E9421BC9F445}"/>
          </ac:spMkLst>
        </pc:spChg>
        <pc:spChg chg="mod">
          <ac:chgData name="zh frank" userId="f416cd28ba4d9309" providerId="LiveId" clId="{24BDBE35-5E08-4570-B997-53A99398ACF9}" dt="2020-02-12T01:07:01.637" v="68" actId="2711"/>
          <ac:spMkLst>
            <pc:docMk/>
            <pc:sldMk cId="0" sldId="457"/>
            <ac:spMk id="59416" creationId="{AA9FD339-6AB4-45BA-B8BC-54FE7CFB28A4}"/>
          </ac:spMkLst>
        </pc:spChg>
        <pc:spChg chg="mod">
          <ac:chgData name="zh frank" userId="f416cd28ba4d9309" providerId="LiveId" clId="{24BDBE35-5E08-4570-B997-53A99398ACF9}" dt="2020-02-12T01:07:01.637" v="68" actId="2711"/>
          <ac:spMkLst>
            <pc:docMk/>
            <pc:sldMk cId="0" sldId="457"/>
            <ac:spMk id="59417" creationId="{E90ECDF2-4BCA-4BAA-A0DA-9027511F29C5}"/>
          </ac:spMkLst>
        </pc:spChg>
        <pc:spChg chg="mod">
          <ac:chgData name="zh frank" userId="f416cd28ba4d9309" providerId="LiveId" clId="{24BDBE35-5E08-4570-B997-53A99398ACF9}" dt="2020-02-12T01:07:01.637" v="68" actId="2711"/>
          <ac:spMkLst>
            <pc:docMk/>
            <pc:sldMk cId="0" sldId="457"/>
            <ac:spMk id="59418" creationId="{29ACC43D-A77D-42BF-80B6-334601005809}"/>
          </ac:spMkLst>
        </pc:spChg>
        <pc:spChg chg="mod">
          <ac:chgData name="zh frank" userId="f416cd28ba4d9309" providerId="LiveId" clId="{24BDBE35-5E08-4570-B997-53A99398ACF9}" dt="2020-02-12T01:07:01.637" v="68" actId="2711"/>
          <ac:spMkLst>
            <pc:docMk/>
            <pc:sldMk cId="0" sldId="457"/>
            <ac:spMk id="59419" creationId="{4AED2DFF-E1FA-483C-98A9-B67545BAB2D8}"/>
          </ac:spMkLst>
        </pc:spChg>
        <pc:spChg chg="mod">
          <ac:chgData name="zh frank" userId="f416cd28ba4d9309" providerId="LiveId" clId="{24BDBE35-5E08-4570-B997-53A99398ACF9}" dt="2020-02-12T01:07:01.637" v="68" actId="2711"/>
          <ac:spMkLst>
            <pc:docMk/>
            <pc:sldMk cId="0" sldId="457"/>
            <ac:spMk id="59420" creationId="{4674B5A8-D923-4312-885A-84723E9B1DAD}"/>
          </ac:spMkLst>
        </pc:spChg>
        <pc:spChg chg="mod">
          <ac:chgData name="zh frank" userId="f416cd28ba4d9309" providerId="LiveId" clId="{24BDBE35-5E08-4570-B997-53A99398ACF9}" dt="2020-02-12T01:07:01.637" v="68" actId="2711"/>
          <ac:spMkLst>
            <pc:docMk/>
            <pc:sldMk cId="0" sldId="457"/>
            <ac:spMk id="59421" creationId="{E7FF1EAA-AD2E-4060-B59F-DD918E060503}"/>
          </ac:spMkLst>
        </pc:spChg>
        <pc:spChg chg="mod">
          <ac:chgData name="zh frank" userId="f416cd28ba4d9309" providerId="LiveId" clId="{24BDBE35-5E08-4570-B997-53A99398ACF9}" dt="2020-02-12T01:07:01.637" v="68" actId="2711"/>
          <ac:spMkLst>
            <pc:docMk/>
            <pc:sldMk cId="0" sldId="457"/>
            <ac:spMk id="59422" creationId="{17EA6998-1A04-4A9A-A903-29270BD7A489}"/>
          </ac:spMkLst>
        </pc:spChg>
        <pc:spChg chg="mod">
          <ac:chgData name="zh frank" userId="f416cd28ba4d9309" providerId="LiveId" clId="{24BDBE35-5E08-4570-B997-53A99398ACF9}" dt="2020-02-12T01:07:01.637" v="68" actId="2711"/>
          <ac:spMkLst>
            <pc:docMk/>
            <pc:sldMk cId="0" sldId="457"/>
            <ac:spMk id="59423" creationId="{38ADE5D8-D43D-406D-9EBC-0436A6444B41}"/>
          </ac:spMkLst>
        </pc:spChg>
        <pc:spChg chg="mod">
          <ac:chgData name="zh frank" userId="f416cd28ba4d9309" providerId="LiveId" clId="{24BDBE35-5E08-4570-B997-53A99398ACF9}" dt="2020-02-12T01:07:01.637" v="68" actId="2711"/>
          <ac:spMkLst>
            <pc:docMk/>
            <pc:sldMk cId="0" sldId="457"/>
            <ac:spMk id="59424" creationId="{8366A2F0-D481-4F22-9945-4A08C55CE6A7}"/>
          </ac:spMkLst>
        </pc:spChg>
        <pc:spChg chg="mod">
          <ac:chgData name="zh frank" userId="f416cd28ba4d9309" providerId="LiveId" clId="{24BDBE35-5E08-4570-B997-53A99398ACF9}" dt="2020-02-12T01:07:01.637" v="68" actId="2711"/>
          <ac:spMkLst>
            <pc:docMk/>
            <pc:sldMk cId="0" sldId="457"/>
            <ac:spMk id="59425" creationId="{B984D5D6-DD7D-42C8-9E6D-E62B3A3A5E90}"/>
          </ac:spMkLst>
        </pc:spChg>
        <pc:spChg chg="mod">
          <ac:chgData name="zh frank" userId="f416cd28ba4d9309" providerId="LiveId" clId="{24BDBE35-5E08-4570-B997-53A99398ACF9}" dt="2020-02-12T01:07:01.637" v="68" actId="2711"/>
          <ac:spMkLst>
            <pc:docMk/>
            <pc:sldMk cId="0" sldId="457"/>
            <ac:spMk id="59426" creationId="{C09180EA-54BD-4DD0-A338-49116000A368}"/>
          </ac:spMkLst>
        </pc:spChg>
        <pc:spChg chg="mod">
          <ac:chgData name="zh frank" userId="f416cd28ba4d9309" providerId="LiveId" clId="{24BDBE35-5E08-4570-B997-53A99398ACF9}" dt="2020-02-12T01:07:01.637" v="68" actId="2711"/>
          <ac:spMkLst>
            <pc:docMk/>
            <pc:sldMk cId="0" sldId="457"/>
            <ac:spMk id="59427" creationId="{BCBC1819-5853-4589-810D-6A99E7C6014C}"/>
          </ac:spMkLst>
        </pc:spChg>
        <pc:spChg chg="mod">
          <ac:chgData name="zh frank" userId="f416cd28ba4d9309" providerId="LiveId" clId="{24BDBE35-5E08-4570-B997-53A99398ACF9}" dt="2020-02-12T01:07:01.637" v="68" actId="2711"/>
          <ac:spMkLst>
            <pc:docMk/>
            <pc:sldMk cId="0" sldId="457"/>
            <ac:spMk id="59428" creationId="{CB6A716E-2DDD-422C-848B-9F1A10AB09A2}"/>
          </ac:spMkLst>
        </pc:spChg>
        <pc:spChg chg="mod">
          <ac:chgData name="zh frank" userId="f416cd28ba4d9309" providerId="LiveId" clId="{24BDBE35-5E08-4570-B997-53A99398ACF9}" dt="2020-02-12T01:07:01.637" v="68" actId="2711"/>
          <ac:spMkLst>
            <pc:docMk/>
            <pc:sldMk cId="0" sldId="457"/>
            <ac:spMk id="59429" creationId="{1C25BC66-4B84-49D7-BE28-E52A0D8AF5F1}"/>
          </ac:spMkLst>
        </pc:spChg>
        <pc:spChg chg="mod">
          <ac:chgData name="zh frank" userId="f416cd28ba4d9309" providerId="LiveId" clId="{24BDBE35-5E08-4570-B997-53A99398ACF9}" dt="2020-02-12T01:07:01.637" v="68" actId="2711"/>
          <ac:spMkLst>
            <pc:docMk/>
            <pc:sldMk cId="0" sldId="457"/>
            <ac:spMk id="59430" creationId="{A63021A7-EE0A-4D53-BEA1-95D8DA1F309E}"/>
          </ac:spMkLst>
        </pc:spChg>
        <pc:spChg chg="mod">
          <ac:chgData name="zh frank" userId="f416cd28ba4d9309" providerId="LiveId" clId="{24BDBE35-5E08-4570-B997-53A99398ACF9}" dt="2020-02-12T01:07:01.637" v="68" actId="2711"/>
          <ac:spMkLst>
            <pc:docMk/>
            <pc:sldMk cId="0" sldId="457"/>
            <ac:spMk id="59431" creationId="{22D1523E-9886-470C-ACC6-66C3F4515F3A}"/>
          </ac:spMkLst>
        </pc:spChg>
        <pc:spChg chg="mod">
          <ac:chgData name="zh frank" userId="f416cd28ba4d9309" providerId="LiveId" clId="{24BDBE35-5E08-4570-B997-53A99398ACF9}" dt="2020-02-12T01:07:01.637" v="68" actId="2711"/>
          <ac:spMkLst>
            <pc:docMk/>
            <pc:sldMk cId="0" sldId="457"/>
            <ac:spMk id="59432" creationId="{490EB9D5-1616-4B37-8A7B-D8EC7B9C76C2}"/>
          </ac:spMkLst>
        </pc:spChg>
        <pc:spChg chg="mod">
          <ac:chgData name="zh frank" userId="f416cd28ba4d9309" providerId="LiveId" clId="{24BDBE35-5E08-4570-B997-53A99398ACF9}" dt="2020-02-12T01:07:01.637" v="68" actId="2711"/>
          <ac:spMkLst>
            <pc:docMk/>
            <pc:sldMk cId="0" sldId="457"/>
            <ac:spMk id="59433" creationId="{8BE48932-7141-4940-BC91-EDB4FADA913A}"/>
          </ac:spMkLst>
        </pc:spChg>
        <pc:spChg chg="mod">
          <ac:chgData name="zh frank" userId="f416cd28ba4d9309" providerId="LiveId" clId="{24BDBE35-5E08-4570-B997-53A99398ACF9}" dt="2020-02-12T01:07:01.637" v="68" actId="2711"/>
          <ac:spMkLst>
            <pc:docMk/>
            <pc:sldMk cId="0" sldId="457"/>
            <ac:spMk id="59435" creationId="{237F7F91-7DED-4357-8B83-49AD78DD701A}"/>
          </ac:spMkLst>
        </pc:spChg>
        <pc:spChg chg="mod">
          <ac:chgData name="zh frank" userId="f416cd28ba4d9309" providerId="LiveId" clId="{24BDBE35-5E08-4570-B997-53A99398ACF9}" dt="2020-02-12T01:07:01.637" v="68" actId="2711"/>
          <ac:spMkLst>
            <pc:docMk/>
            <pc:sldMk cId="0" sldId="457"/>
            <ac:spMk id="59436" creationId="{95793D1D-5BC6-4EAC-88F4-E1AD2C282E94}"/>
          </ac:spMkLst>
        </pc:spChg>
        <pc:spChg chg="mod">
          <ac:chgData name="zh frank" userId="f416cd28ba4d9309" providerId="LiveId" clId="{24BDBE35-5E08-4570-B997-53A99398ACF9}" dt="2020-02-12T01:07:01.637" v="68" actId="2711"/>
          <ac:spMkLst>
            <pc:docMk/>
            <pc:sldMk cId="0" sldId="457"/>
            <ac:spMk id="59437" creationId="{90C2ED99-B5D6-438A-8EA3-7C7654DFC5B8}"/>
          </ac:spMkLst>
        </pc:spChg>
        <pc:spChg chg="mod">
          <ac:chgData name="zh frank" userId="f416cd28ba4d9309" providerId="LiveId" clId="{24BDBE35-5E08-4570-B997-53A99398ACF9}" dt="2020-02-12T01:07:01.637" v="68" actId="2711"/>
          <ac:spMkLst>
            <pc:docMk/>
            <pc:sldMk cId="0" sldId="457"/>
            <ac:spMk id="59438" creationId="{CEEF23BF-D2F6-435C-8059-10785A164104}"/>
          </ac:spMkLst>
        </pc:spChg>
        <pc:spChg chg="mod">
          <ac:chgData name="zh frank" userId="f416cd28ba4d9309" providerId="LiveId" clId="{24BDBE35-5E08-4570-B997-53A99398ACF9}" dt="2020-02-12T01:07:01.637" v="68" actId="2711"/>
          <ac:spMkLst>
            <pc:docMk/>
            <pc:sldMk cId="0" sldId="457"/>
            <ac:spMk id="59439" creationId="{A99653B0-A82C-4317-9768-E68B7FC30D90}"/>
          </ac:spMkLst>
        </pc:spChg>
        <pc:spChg chg="mod">
          <ac:chgData name="zh frank" userId="f416cd28ba4d9309" providerId="LiveId" clId="{24BDBE35-5E08-4570-B997-53A99398ACF9}" dt="2020-02-12T01:07:01.637" v="68" actId="2711"/>
          <ac:spMkLst>
            <pc:docMk/>
            <pc:sldMk cId="0" sldId="457"/>
            <ac:spMk id="59440" creationId="{84B1AFA0-D431-4228-874A-2E65874326C2}"/>
          </ac:spMkLst>
        </pc:spChg>
        <pc:spChg chg="mod">
          <ac:chgData name="zh frank" userId="f416cd28ba4d9309" providerId="LiveId" clId="{24BDBE35-5E08-4570-B997-53A99398ACF9}" dt="2020-02-12T01:07:01.637" v="68" actId="2711"/>
          <ac:spMkLst>
            <pc:docMk/>
            <pc:sldMk cId="0" sldId="457"/>
            <ac:spMk id="59441" creationId="{79A1EA1E-C9D0-4DEB-A809-3E0FAEA8E880}"/>
          </ac:spMkLst>
        </pc:spChg>
        <pc:spChg chg="mod">
          <ac:chgData name="zh frank" userId="f416cd28ba4d9309" providerId="LiveId" clId="{24BDBE35-5E08-4570-B997-53A99398ACF9}" dt="2020-02-12T01:07:01.637" v="68" actId="2711"/>
          <ac:spMkLst>
            <pc:docMk/>
            <pc:sldMk cId="0" sldId="457"/>
            <ac:spMk id="59442" creationId="{9B83E58F-2005-4E91-82E3-0A3112D7EE2F}"/>
          </ac:spMkLst>
        </pc:spChg>
        <pc:spChg chg="mod">
          <ac:chgData name="zh frank" userId="f416cd28ba4d9309" providerId="LiveId" clId="{24BDBE35-5E08-4570-B997-53A99398ACF9}" dt="2020-02-12T01:07:01.637" v="68" actId="2711"/>
          <ac:spMkLst>
            <pc:docMk/>
            <pc:sldMk cId="0" sldId="457"/>
            <ac:spMk id="59443" creationId="{7D3E69FE-9F7A-405A-A8B0-87A98F842789}"/>
          </ac:spMkLst>
        </pc:spChg>
        <pc:spChg chg="mod">
          <ac:chgData name="zh frank" userId="f416cd28ba4d9309" providerId="LiveId" clId="{24BDBE35-5E08-4570-B997-53A99398ACF9}" dt="2020-02-12T01:07:01.637" v="68" actId="2711"/>
          <ac:spMkLst>
            <pc:docMk/>
            <pc:sldMk cId="0" sldId="457"/>
            <ac:spMk id="59444" creationId="{4E9171C0-138E-4736-AA32-21F8FF38BBB5}"/>
          </ac:spMkLst>
        </pc:spChg>
        <pc:spChg chg="mod">
          <ac:chgData name="zh frank" userId="f416cd28ba4d9309" providerId="LiveId" clId="{24BDBE35-5E08-4570-B997-53A99398ACF9}" dt="2020-02-12T01:07:01.637" v="68" actId="2711"/>
          <ac:spMkLst>
            <pc:docMk/>
            <pc:sldMk cId="0" sldId="457"/>
            <ac:spMk id="59445" creationId="{6810E580-58C5-431C-9FFB-5B382AD0F9C0}"/>
          </ac:spMkLst>
        </pc:spChg>
        <pc:spChg chg="mod">
          <ac:chgData name="zh frank" userId="f416cd28ba4d9309" providerId="LiveId" clId="{24BDBE35-5E08-4570-B997-53A99398ACF9}" dt="2020-02-12T01:07:01.637" v="68" actId="2711"/>
          <ac:spMkLst>
            <pc:docMk/>
            <pc:sldMk cId="0" sldId="457"/>
            <ac:spMk id="59446" creationId="{2ED52641-6188-4B8F-8375-13AD60059532}"/>
          </ac:spMkLst>
        </pc:spChg>
        <pc:spChg chg="mod">
          <ac:chgData name="zh frank" userId="f416cd28ba4d9309" providerId="LiveId" clId="{24BDBE35-5E08-4570-B997-53A99398ACF9}" dt="2020-02-12T01:07:01.637" v="68" actId="2711"/>
          <ac:spMkLst>
            <pc:docMk/>
            <pc:sldMk cId="0" sldId="457"/>
            <ac:spMk id="59447" creationId="{80A40335-B08D-4BC7-B6E3-001B7592E452}"/>
          </ac:spMkLst>
        </pc:spChg>
        <pc:spChg chg="mod">
          <ac:chgData name="zh frank" userId="f416cd28ba4d9309" providerId="LiveId" clId="{24BDBE35-5E08-4570-B997-53A99398ACF9}" dt="2020-02-12T01:07:01.637" v="68" actId="2711"/>
          <ac:spMkLst>
            <pc:docMk/>
            <pc:sldMk cId="0" sldId="457"/>
            <ac:spMk id="59448" creationId="{ADEA3F72-F984-45F5-8331-B13A717E1058}"/>
          </ac:spMkLst>
        </pc:spChg>
        <pc:spChg chg="mod">
          <ac:chgData name="zh frank" userId="f416cd28ba4d9309" providerId="LiveId" clId="{24BDBE35-5E08-4570-B997-53A99398ACF9}" dt="2020-02-12T01:07:01.637" v="68" actId="2711"/>
          <ac:spMkLst>
            <pc:docMk/>
            <pc:sldMk cId="0" sldId="457"/>
            <ac:spMk id="59449" creationId="{1D8CB1BB-03FE-4AD0-9D0D-0B48C363F15B}"/>
          </ac:spMkLst>
        </pc:spChg>
        <pc:spChg chg="mod">
          <ac:chgData name="zh frank" userId="f416cd28ba4d9309" providerId="LiveId" clId="{24BDBE35-5E08-4570-B997-53A99398ACF9}" dt="2020-02-12T01:07:01.637" v="68" actId="2711"/>
          <ac:spMkLst>
            <pc:docMk/>
            <pc:sldMk cId="0" sldId="457"/>
            <ac:spMk id="59450" creationId="{0E06B381-F56F-4A63-B6F9-45CAB0045679}"/>
          </ac:spMkLst>
        </pc:spChg>
        <pc:spChg chg="mod">
          <ac:chgData name="zh frank" userId="f416cd28ba4d9309" providerId="LiveId" clId="{24BDBE35-5E08-4570-B997-53A99398ACF9}" dt="2020-02-12T01:07:01.637" v="68" actId="2711"/>
          <ac:spMkLst>
            <pc:docMk/>
            <pc:sldMk cId="0" sldId="457"/>
            <ac:spMk id="59451" creationId="{BDC4AE88-AB63-45B2-A071-5A29786D0437}"/>
          </ac:spMkLst>
        </pc:spChg>
        <pc:spChg chg="mod">
          <ac:chgData name="zh frank" userId="f416cd28ba4d9309" providerId="LiveId" clId="{24BDBE35-5E08-4570-B997-53A99398ACF9}" dt="2020-02-12T01:07:01.637" v="68" actId="2711"/>
          <ac:spMkLst>
            <pc:docMk/>
            <pc:sldMk cId="0" sldId="457"/>
            <ac:spMk id="59452" creationId="{6C1F2344-4FD8-430F-AFA1-AE719C237E9A}"/>
          </ac:spMkLst>
        </pc:spChg>
        <pc:spChg chg="mod">
          <ac:chgData name="zh frank" userId="f416cd28ba4d9309" providerId="LiveId" clId="{24BDBE35-5E08-4570-B997-53A99398ACF9}" dt="2020-02-12T01:07:01.637" v="68" actId="2711"/>
          <ac:spMkLst>
            <pc:docMk/>
            <pc:sldMk cId="0" sldId="457"/>
            <ac:spMk id="59453" creationId="{D17332E5-5A4F-46B4-809C-21F902095354}"/>
          </ac:spMkLst>
        </pc:spChg>
        <pc:spChg chg="mod">
          <ac:chgData name="zh frank" userId="f416cd28ba4d9309" providerId="LiveId" clId="{24BDBE35-5E08-4570-B997-53A99398ACF9}" dt="2020-02-12T01:07:01.637" v="68" actId="2711"/>
          <ac:spMkLst>
            <pc:docMk/>
            <pc:sldMk cId="0" sldId="457"/>
            <ac:spMk id="59454" creationId="{14A59F59-5566-4FFE-8AE3-710B5F27297E}"/>
          </ac:spMkLst>
        </pc:spChg>
        <pc:spChg chg="mod">
          <ac:chgData name="zh frank" userId="f416cd28ba4d9309" providerId="LiveId" clId="{24BDBE35-5E08-4570-B997-53A99398ACF9}" dt="2020-02-12T01:07:01.637" v="68" actId="2711"/>
          <ac:spMkLst>
            <pc:docMk/>
            <pc:sldMk cId="0" sldId="457"/>
            <ac:spMk id="59455" creationId="{B3617518-0FE3-4C9D-B961-7F2F493AC2B2}"/>
          </ac:spMkLst>
        </pc:spChg>
        <pc:spChg chg="mod">
          <ac:chgData name="zh frank" userId="f416cd28ba4d9309" providerId="LiveId" clId="{24BDBE35-5E08-4570-B997-53A99398ACF9}" dt="2020-02-12T01:07:01.637" v="68" actId="2711"/>
          <ac:spMkLst>
            <pc:docMk/>
            <pc:sldMk cId="0" sldId="457"/>
            <ac:spMk id="59456" creationId="{8CD6D6A4-D529-4FE1-BABB-723189991F22}"/>
          </ac:spMkLst>
        </pc:spChg>
        <pc:spChg chg="mod">
          <ac:chgData name="zh frank" userId="f416cd28ba4d9309" providerId="LiveId" clId="{24BDBE35-5E08-4570-B997-53A99398ACF9}" dt="2020-02-12T01:07:01.637" v="68" actId="2711"/>
          <ac:spMkLst>
            <pc:docMk/>
            <pc:sldMk cId="0" sldId="457"/>
            <ac:spMk id="59457" creationId="{6E4C1B45-0B5D-459C-9AAC-2792805C7F1D}"/>
          </ac:spMkLst>
        </pc:spChg>
        <pc:spChg chg="mod">
          <ac:chgData name="zh frank" userId="f416cd28ba4d9309" providerId="LiveId" clId="{24BDBE35-5E08-4570-B997-53A99398ACF9}" dt="2020-02-12T01:07:01.637" v="68" actId="2711"/>
          <ac:spMkLst>
            <pc:docMk/>
            <pc:sldMk cId="0" sldId="457"/>
            <ac:spMk id="59458" creationId="{2D158FF6-9B76-405A-936D-25D45BC8C322}"/>
          </ac:spMkLst>
        </pc:spChg>
        <pc:spChg chg="mod">
          <ac:chgData name="zh frank" userId="f416cd28ba4d9309" providerId="LiveId" clId="{24BDBE35-5E08-4570-B997-53A99398ACF9}" dt="2020-02-12T01:07:01.637" v="68" actId="2711"/>
          <ac:spMkLst>
            <pc:docMk/>
            <pc:sldMk cId="0" sldId="457"/>
            <ac:spMk id="59459" creationId="{FB56378A-AA67-47D1-ABCC-9101114E5754}"/>
          </ac:spMkLst>
        </pc:spChg>
        <pc:spChg chg="mod">
          <ac:chgData name="zh frank" userId="f416cd28ba4d9309" providerId="LiveId" clId="{24BDBE35-5E08-4570-B997-53A99398ACF9}" dt="2020-02-12T01:07:01.637" v="68" actId="2711"/>
          <ac:spMkLst>
            <pc:docMk/>
            <pc:sldMk cId="0" sldId="457"/>
            <ac:spMk id="59460" creationId="{6E0881BB-14C2-4065-881F-25F5FEE78096}"/>
          </ac:spMkLst>
        </pc:spChg>
        <pc:spChg chg="mod">
          <ac:chgData name="zh frank" userId="f416cd28ba4d9309" providerId="LiveId" clId="{24BDBE35-5E08-4570-B997-53A99398ACF9}" dt="2020-02-12T01:07:01.637" v="68" actId="2711"/>
          <ac:spMkLst>
            <pc:docMk/>
            <pc:sldMk cId="0" sldId="457"/>
            <ac:spMk id="59461" creationId="{28D57709-F9E1-4232-A7FD-90A5F84A531C}"/>
          </ac:spMkLst>
        </pc:spChg>
        <pc:spChg chg="mod">
          <ac:chgData name="zh frank" userId="f416cd28ba4d9309" providerId="LiveId" clId="{24BDBE35-5E08-4570-B997-53A99398ACF9}" dt="2020-02-12T01:07:01.637" v="68" actId="2711"/>
          <ac:spMkLst>
            <pc:docMk/>
            <pc:sldMk cId="0" sldId="457"/>
            <ac:spMk id="59462" creationId="{AFA78297-6F1D-4984-A8AA-530D67FF0E77}"/>
          </ac:spMkLst>
        </pc:spChg>
        <pc:spChg chg="mod">
          <ac:chgData name="zh frank" userId="f416cd28ba4d9309" providerId="LiveId" clId="{24BDBE35-5E08-4570-B997-53A99398ACF9}" dt="2020-02-12T01:07:01.637" v="68" actId="2711"/>
          <ac:spMkLst>
            <pc:docMk/>
            <pc:sldMk cId="0" sldId="457"/>
            <ac:spMk id="59463" creationId="{161B8FA7-3F8E-432F-800C-0DB3D72CD2E5}"/>
          </ac:spMkLst>
        </pc:spChg>
        <pc:spChg chg="mod">
          <ac:chgData name="zh frank" userId="f416cd28ba4d9309" providerId="LiveId" clId="{24BDBE35-5E08-4570-B997-53A99398ACF9}" dt="2020-02-12T01:07:01.637" v="68" actId="2711"/>
          <ac:spMkLst>
            <pc:docMk/>
            <pc:sldMk cId="0" sldId="457"/>
            <ac:spMk id="59464" creationId="{006DBE91-B451-435E-B565-02C0780C0446}"/>
          </ac:spMkLst>
        </pc:spChg>
        <pc:spChg chg="mod">
          <ac:chgData name="zh frank" userId="f416cd28ba4d9309" providerId="LiveId" clId="{24BDBE35-5E08-4570-B997-53A99398ACF9}" dt="2020-02-12T01:07:01.637" v="68" actId="2711"/>
          <ac:spMkLst>
            <pc:docMk/>
            <pc:sldMk cId="0" sldId="457"/>
            <ac:spMk id="59465" creationId="{53E71545-91E7-484D-BDAA-F5A375122C6F}"/>
          </ac:spMkLst>
        </pc:spChg>
        <pc:spChg chg="mod">
          <ac:chgData name="zh frank" userId="f416cd28ba4d9309" providerId="LiveId" clId="{24BDBE35-5E08-4570-B997-53A99398ACF9}" dt="2020-02-12T01:07:01.637" v="68" actId="2711"/>
          <ac:spMkLst>
            <pc:docMk/>
            <pc:sldMk cId="0" sldId="457"/>
            <ac:spMk id="59466" creationId="{15177B02-8DBC-40C0-AE2E-78A2D54560C1}"/>
          </ac:spMkLst>
        </pc:spChg>
        <pc:spChg chg="mod">
          <ac:chgData name="zh frank" userId="f416cd28ba4d9309" providerId="LiveId" clId="{24BDBE35-5E08-4570-B997-53A99398ACF9}" dt="2020-02-12T01:07:01.637" v="68" actId="2711"/>
          <ac:spMkLst>
            <pc:docMk/>
            <pc:sldMk cId="0" sldId="457"/>
            <ac:spMk id="59467" creationId="{1D165C36-372D-4699-BB3D-7E29805B8279}"/>
          </ac:spMkLst>
        </pc:spChg>
        <pc:spChg chg="mod">
          <ac:chgData name="zh frank" userId="f416cd28ba4d9309" providerId="LiveId" clId="{24BDBE35-5E08-4570-B997-53A99398ACF9}" dt="2020-02-12T01:07:01.637" v="68" actId="2711"/>
          <ac:spMkLst>
            <pc:docMk/>
            <pc:sldMk cId="0" sldId="457"/>
            <ac:spMk id="444420" creationId="{4533221C-0D53-8E48-A524-3D531974918D}"/>
          </ac:spMkLst>
        </pc:spChg>
        <pc:spChg chg="mod">
          <ac:chgData name="zh frank" userId="f416cd28ba4d9309" providerId="LiveId" clId="{24BDBE35-5E08-4570-B997-53A99398ACF9}" dt="2020-02-12T01:07:01.637" v="68" actId="2711"/>
          <ac:spMkLst>
            <pc:docMk/>
            <pc:sldMk cId="0" sldId="457"/>
            <ac:spMk id="444462" creationId="{17AC1E7F-11A9-7749-BF8B-EB61A9140892}"/>
          </ac:spMkLst>
        </pc:spChg>
      </pc:sldChg>
      <pc:sldChg chg="modSp">
        <pc:chgData name="zh frank" userId="f416cd28ba4d9309" providerId="LiveId" clId="{24BDBE35-5E08-4570-B997-53A99398ACF9}" dt="2020-02-12T02:13:24.843" v="301" actId="1076"/>
        <pc:sldMkLst>
          <pc:docMk/>
          <pc:sldMk cId="0" sldId="464"/>
        </pc:sldMkLst>
        <pc:spChg chg="mod">
          <ac:chgData name="zh frank" userId="f416cd28ba4d9309" providerId="LiveId" clId="{24BDBE35-5E08-4570-B997-53A99398ACF9}" dt="2020-02-12T02:13:00.454" v="299" actId="255"/>
          <ac:spMkLst>
            <pc:docMk/>
            <pc:sldMk cId="0" sldId="464"/>
            <ac:spMk id="149517" creationId="{215DA1EC-D258-4CDC-AF70-88B265805731}"/>
          </ac:spMkLst>
        </pc:spChg>
        <pc:spChg chg="mod">
          <ac:chgData name="zh frank" userId="f416cd28ba4d9309" providerId="LiveId" clId="{24BDBE35-5E08-4570-B997-53A99398ACF9}" dt="2020-02-12T02:11:05.859" v="294" actId="113"/>
          <ac:spMkLst>
            <pc:docMk/>
            <pc:sldMk cId="0" sldId="464"/>
            <ac:spMk id="149518" creationId="{DB624B53-EF4A-4A76-BF66-9C8618031C7F}"/>
          </ac:spMkLst>
        </pc:spChg>
        <pc:spChg chg="mod">
          <ac:chgData name="zh frank" userId="f416cd28ba4d9309" providerId="LiveId" clId="{24BDBE35-5E08-4570-B997-53A99398ACF9}" dt="2020-02-12T02:11:05.859" v="294" actId="113"/>
          <ac:spMkLst>
            <pc:docMk/>
            <pc:sldMk cId="0" sldId="464"/>
            <ac:spMk id="149520" creationId="{79C548F5-FDB4-4C0D-A4DF-BBC57484AEEC}"/>
          </ac:spMkLst>
        </pc:spChg>
        <pc:spChg chg="mod">
          <ac:chgData name="zh frank" userId="f416cd28ba4d9309" providerId="LiveId" clId="{24BDBE35-5E08-4570-B997-53A99398ACF9}" dt="2020-02-12T02:13:00.454" v="299" actId="255"/>
          <ac:spMkLst>
            <pc:docMk/>
            <pc:sldMk cId="0" sldId="464"/>
            <ac:spMk id="149521" creationId="{BDE70C71-7045-41C0-8ABC-B26738254788}"/>
          </ac:spMkLst>
        </pc:spChg>
        <pc:spChg chg="mod">
          <ac:chgData name="zh frank" userId="f416cd28ba4d9309" providerId="LiveId" clId="{24BDBE35-5E08-4570-B997-53A99398ACF9}" dt="2020-02-12T02:13:00.454" v="299" actId="255"/>
          <ac:spMkLst>
            <pc:docMk/>
            <pc:sldMk cId="0" sldId="464"/>
            <ac:spMk id="149522" creationId="{67893C89-E9B3-4020-98FC-AA49DDC45C37}"/>
          </ac:spMkLst>
        </pc:spChg>
        <pc:spChg chg="mod">
          <ac:chgData name="zh frank" userId="f416cd28ba4d9309" providerId="LiveId" clId="{24BDBE35-5E08-4570-B997-53A99398ACF9}" dt="2020-02-12T02:11:05.859" v="294" actId="113"/>
          <ac:spMkLst>
            <pc:docMk/>
            <pc:sldMk cId="0" sldId="464"/>
            <ac:spMk id="149524" creationId="{30C76FA5-B7E3-4D33-98D5-8B2BACACD3EB}"/>
          </ac:spMkLst>
        </pc:spChg>
        <pc:spChg chg="mod">
          <ac:chgData name="zh frank" userId="f416cd28ba4d9309" providerId="LiveId" clId="{24BDBE35-5E08-4570-B997-53A99398ACF9}" dt="2020-02-12T02:13:00.454" v="299" actId="255"/>
          <ac:spMkLst>
            <pc:docMk/>
            <pc:sldMk cId="0" sldId="464"/>
            <ac:spMk id="149525" creationId="{847681DF-BCA2-4D5A-B4A6-E45306381CAC}"/>
          </ac:spMkLst>
        </pc:spChg>
        <pc:spChg chg="mod">
          <ac:chgData name="zh frank" userId="f416cd28ba4d9309" providerId="LiveId" clId="{24BDBE35-5E08-4570-B997-53A99398ACF9}" dt="2020-02-12T02:11:05.859" v="294" actId="113"/>
          <ac:spMkLst>
            <pc:docMk/>
            <pc:sldMk cId="0" sldId="464"/>
            <ac:spMk id="149526" creationId="{0CE17CAB-A393-4948-95C7-DA2E83BA707C}"/>
          </ac:spMkLst>
        </pc:spChg>
        <pc:spChg chg="mod">
          <ac:chgData name="zh frank" userId="f416cd28ba4d9309" providerId="LiveId" clId="{24BDBE35-5E08-4570-B997-53A99398ACF9}" dt="2020-02-12T02:11:56.861" v="295" actId="207"/>
          <ac:spMkLst>
            <pc:docMk/>
            <pc:sldMk cId="0" sldId="464"/>
            <ac:spMk id="149555" creationId="{D5E7B873-EBD3-46AE-A3D1-477D76720D2E}"/>
          </ac:spMkLst>
        </pc:spChg>
        <pc:spChg chg="mod">
          <ac:chgData name="zh frank" userId="f416cd28ba4d9309" providerId="LiveId" clId="{24BDBE35-5E08-4570-B997-53A99398ACF9}" dt="2020-02-12T02:11:05.859" v="294" actId="113"/>
          <ac:spMkLst>
            <pc:docMk/>
            <pc:sldMk cId="0" sldId="464"/>
            <ac:spMk id="149583" creationId="{4237ECD2-3274-4F10-84D5-43DE8E73409D}"/>
          </ac:spMkLst>
        </pc:spChg>
        <pc:spChg chg="mod">
          <ac:chgData name="zh frank" userId="f416cd28ba4d9309" providerId="LiveId" clId="{24BDBE35-5E08-4570-B997-53A99398ACF9}" dt="2020-02-12T02:13:18.130" v="300" actId="692"/>
          <ac:spMkLst>
            <pc:docMk/>
            <pc:sldMk cId="0" sldId="464"/>
            <ac:spMk id="149591" creationId="{3AA77517-D4AA-4769-A08C-F558067A426A}"/>
          </ac:spMkLst>
        </pc:spChg>
        <pc:spChg chg="mod">
          <ac:chgData name="zh frank" userId="f416cd28ba4d9309" providerId="LiveId" clId="{24BDBE35-5E08-4570-B997-53A99398ACF9}" dt="2020-02-12T02:13:18.130" v="300" actId="692"/>
          <ac:spMkLst>
            <pc:docMk/>
            <pc:sldMk cId="0" sldId="464"/>
            <ac:spMk id="149592" creationId="{01A7A07B-6D3B-44E6-A716-FDC82B0DE2C0}"/>
          </ac:spMkLst>
        </pc:spChg>
        <pc:spChg chg="mod">
          <ac:chgData name="zh frank" userId="f416cd28ba4d9309" providerId="LiveId" clId="{24BDBE35-5E08-4570-B997-53A99398ACF9}" dt="2020-02-12T02:13:18.130" v="300" actId="692"/>
          <ac:spMkLst>
            <pc:docMk/>
            <pc:sldMk cId="0" sldId="464"/>
            <ac:spMk id="149593" creationId="{BF7B5B12-68D5-46F4-8AB6-5CDC32684FF4}"/>
          </ac:spMkLst>
        </pc:spChg>
        <pc:spChg chg="mod">
          <ac:chgData name="zh frank" userId="f416cd28ba4d9309" providerId="LiveId" clId="{24BDBE35-5E08-4570-B997-53A99398ACF9}" dt="2020-02-12T02:13:18.130" v="300" actId="692"/>
          <ac:spMkLst>
            <pc:docMk/>
            <pc:sldMk cId="0" sldId="464"/>
            <ac:spMk id="149594" creationId="{D2C3B54D-6949-47FB-92D6-E56A8F184B62}"/>
          </ac:spMkLst>
        </pc:spChg>
        <pc:spChg chg="mod">
          <ac:chgData name="zh frank" userId="f416cd28ba4d9309" providerId="LiveId" clId="{24BDBE35-5E08-4570-B997-53A99398ACF9}" dt="2020-02-12T02:13:18.130" v="300" actId="692"/>
          <ac:spMkLst>
            <pc:docMk/>
            <pc:sldMk cId="0" sldId="464"/>
            <ac:spMk id="149595" creationId="{126D5C02-2D7F-4497-81FF-25A95D8366F2}"/>
          </ac:spMkLst>
        </pc:spChg>
        <pc:spChg chg="mod">
          <ac:chgData name="zh frank" userId="f416cd28ba4d9309" providerId="LiveId" clId="{24BDBE35-5E08-4570-B997-53A99398ACF9}" dt="2020-02-12T02:11:05.859" v="294" actId="113"/>
          <ac:spMkLst>
            <pc:docMk/>
            <pc:sldMk cId="0" sldId="464"/>
            <ac:spMk id="149597" creationId="{EAFE7601-45B8-4AF8-A26F-B64C497D55D5}"/>
          </ac:spMkLst>
        </pc:spChg>
        <pc:spChg chg="mod">
          <ac:chgData name="zh frank" userId="f416cd28ba4d9309" providerId="LiveId" clId="{24BDBE35-5E08-4570-B997-53A99398ACF9}" dt="2020-02-12T02:11:05.859" v="294" actId="113"/>
          <ac:spMkLst>
            <pc:docMk/>
            <pc:sldMk cId="0" sldId="464"/>
            <ac:spMk id="149598" creationId="{5E2A6B3D-F1D9-4618-955D-CC72F169F693}"/>
          </ac:spMkLst>
        </pc:spChg>
        <pc:spChg chg="mod">
          <ac:chgData name="zh frank" userId="f416cd28ba4d9309" providerId="LiveId" clId="{24BDBE35-5E08-4570-B997-53A99398ACF9}" dt="2020-02-12T02:11:05.859" v="294" actId="113"/>
          <ac:spMkLst>
            <pc:docMk/>
            <pc:sldMk cId="0" sldId="464"/>
            <ac:spMk id="149599" creationId="{ABBFECFF-4516-4168-B585-6B99D26ADAEB}"/>
          </ac:spMkLst>
        </pc:spChg>
        <pc:spChg chg="mod">
          <ac:chgData name="zh frank" userId="f416cd28ba4d9309" providerId="LiveId" clId="{24BDBE35-5E08-4570-B997-53A99398ACF9}" dt="2020-02-12T02:11:05.859" v="294" actId="113"/>
          <ac:spMkLst>
            <pc:docMk/>
            <pc:sldMk cId="0" sldId="464"/>
            <ac:spMk id="149600" creationId="{50F268C6-D3D7-4657-9B2E-9F44DC2A8003}"/>
          </ac:spMkLst>
        </pc:spChg>
        <pc:spChg chg="mod">
          <ac:chgData name="zh frank" userId="f416cd28ba4d9309" providerId="LiveId" clId="{24BDBE35-5E08-4570-B997-53A99398ACF9}" dt="2020-02-12T02:13:24.843" v="301" actId="1076"/>
          <ac:spMkLst>
            <pc:docMk/>
            <pc:sldMk cId="0" sldId="464"/>
            <ac:spMk id="457730" creationId="{4BF99F75-DAB0-8B40-B235-60FD38D4CE27}"/>
          </ac:spMkLst>
        </pc:spChg>
        <pc:grpChg chg="mod">
          <ac:chgData name="zh frank" userId="f416cd28ba4d9309" providerId="LiveId" clId="{24BDBE35-5E08-4570-B997-53A99398ACF9}" dt="2020-02-12T02:11:01.658" v="293" actId="207"/>
          <ac:grpSpMkLst>
            <pc:docMk/>
            <pc:sldMk cId="0" sldId="464"/>
            <ac:grpSpMk id="149516" creationId="{E7859B55-69DC-422D-88F9-78918DA68E99}"/>
          </ac:grpSpMkLst>
        </pc:grpChg>
        <pc:grpChg chg="mod">
          <ac:chgData name="zh frank" userId="f416cd28ba4d9309" providerId="LiveId" clId="{24BDBE35-5E08-4570-B997-53A99398ACF9}" dt="2020-02-12T02:11:01.658" v="293" actId="207"/>
          <ac:grpSpMkLst>
            <pc:docMk/>
            <pc:sldMk cId="0" sldId="464"/>
            <ac:grpSpMk id="149527" creationId="{23740A52-54B3-4BA1-9B9B-9D53D0F65A00}"/>
          </ac:grpSpMkLst>
        </pc:grpChg>
      </pc:sldChg>
      <pc:sldChg chg="modSp">
        <pc:chgData name="zh frank" userId="f416cd28ba4d9309" providerId="LiveId" clId="{24BDBE35-5E08-4570-B997-53A99398ACF9}" dt="2020-02-12T01:22:20.402" v="180" actId="207"/>
        <pc:sldMkLst>
          <pc:docMk/>
          <pc:sldMk cId="0" sldId="472"/>
        </pc:sldMkLst>
        <pc:spChg chg="mod">
          <ac:chgData name="zh frank" userId="f416cd28ba4d9309" providerId="LiveId" clId="{24BDBE35-5E08-4570-B997-53A99398ACF9}" dt="2020-02-12T01:22:20.402" v="180" actId="207"/>
          <ac:spMkLst>
            <pc:docMk/>
            <pc:sldMk cId="0" sldId="472"/>
            <ac:spMk id="95234" creationId="{2D7B4CE6-7DBE-4FA6-8108-21E4349E06B0}"/>
          </ac:spMkLst>
        </pc:spChg>
      </pc:sldChg>
      <pc:sldChg chg="modSp">
        <pc:chgData name="zh frank" userId="f416cd28ba4d9309" providerId="LiveId" clId="{24BDBE35-5E08-4570-B997-53A99398ACF9}" dt="2020-02-12T01:20:59.280" v="171" actId="14100"/>
        <pc:sldMkLst>
          <pc:docMk/>
          <pc:sldMk cId="0" sldId="474"/>
        </pc:sldMkLst>
        <pc:spChg chg="mod">
          <ac:chgData name="zh frank" userId="f416cd28ba4d9309" providerId="LiveId" clId="{24BDBE35-5E08-4570-B997-53A99398ACF9}" dt="2020-02-12T01:20:59.280" v="171" actId="14100"/>
          <ac:spMkLst>
            <pc:docMk/>
            <pc:sldMk cId="0" sldId="474"/>
            <ac:spMk id="93185" creationId="{F9ECDB36-31AD-4C9D-A8AE-3A8BB2D98CB1}"/>
          </ac:spMkLst>
        </pc:spChg>
      </pc:sldChg>
      <pc:sldChg chg="modSp">
        <pc:chgData name="zh frank" userId="f416cd28ba4d9309" providerId="LiveId" clId="{24BDBE35-5E08-4570-B997-53A99398ACF9}" dt="2020-02-12T01:16:58.367" v="135" actId="179"/>
        <pc:sldMkLst>
          <pc:docMk/>
          <pc:sldMk cId="0" sldId="476"/>
        </pc:sldMkLst>
        <pc:spChg chg="mod">
          <ac:chgData name="zh frank" userId="f416cd28ba4d9309" providerId="LiveId" clId="{24BDBE35-5E08-4570-B997-53A99398ACF9}" dt="2020-02-12T01:16:58.367" v="135" actId="179"/>
          <ac:spMkLst>
            <pc:docMk/>
            <pc:sldMk cId="0" sldId="476"/>
            <ac:spMk id="84994" creationId="{527DA29E-CBE6-49AD-8D23-826D6090D94C}"/>
          </ac:spMkLst>
        </pc:spChg>
      </pc:sldChg>
      <pc:sldChg chg="modSp">
        <pc:chgData name="zh frank" userId="f416cd28ba4d9309" providerId="LiveId" clId="{24BDBE35-5E08-4570-B997-53A99398ACF9}" dt="2020-02-12T01:28:56.373" v="221" actId="1036"/>
        <pc:sldMkLst>
          <pc:docMk/>
          <pc:sldMk cId="0" sldId="477"/>
        </pc:sldMkLst>
        <pc:spChg chg="mod">
          <ac:chgData name="zh frank" userId="f416cd28ba4d9309" providerId="LiveId" clId="{24BDBE35-5E08-4570-B997-53A99398ACF9}" dt="2020-02-12T01:27:50.375" v="216" actId="1076"/>
          <ac:spMkLst>
            <pc:docMk/>
            <pc:sldMk cId="0" sldId="477"/>
            <ac:spMk id="119822" creationId="{62B2563F-51C0-4765-AAF9-FC14DA1158C1}"/>
          </ac:spMkLst>
        </pc:spChg>
        <pc:spChg chg="mod">
          <ac:chgData name="zh frank" userId="f416cd28ba4d9309" providerId="LiveId" clId="{24BDBE35-5E08-4570-B997-53A99398ACF9}" dt="2020-02-12T01:27:54.766" v="217" actId="1076"/>
          <ac:spMkLst>
            <pc:docMk/>
            <pc:sldMk cId="0" sldId="477"/>
            <ac:spMk id="119823" creationId="{61088FA4-842D-4F0D-A909-CF699469B15A}"/>
          </ac:spMkLst>
        </pc:spChg>
        <pc:spChg chg="mod">
          <ac:chgData name="zh frank" userId="f416cd28ba4d9309" providerId="LiveId" clId="{24BDBE35-5E08-4570-B997-53A99398ACF9}" dt="2020-02-12T01:27:58.734" v="218" actId="1076"/>
          <ac:spMkLst>
            <pc:docMk/>
            <pc:sldMk cId="0" sldId="477"/>
            <ac:spMk id="119824" creationId="{5F63545C-FE07-4C00-8538-560370275471}"/>
          </ac:spMkLst>
        </pc:spChg>
        <pc:spChg chg="mod">
          <ac:chgData name="zh frank" userId="f416cd28ba4d9309" providerId="LiveId" clId="{24BDBE35-5E08-4570-B997-53A99398ACF9}" dt="2020-02-12T01:27:32.985" v="213" actId="14100"/>
          <ac:spMkLst>
            <pc:docMk/>
            <pc:sldMk cId="0" sldId="477"/>
            <ac:spMk id="476162" creationId="{9F872312-2AA3-7C42-8E6E-846BA968DE97}"/>
          </ac:spMkLst>
        </pc:spChg>
        <pc:spChg chg="mod">
          <ac:chgData name="zh frank" userId="f416cd28ba4d9309" providerId="LiveId" clId="{24BDBE35-5E08-4570-B997-53A99398ACF9}" dt="2020-02-12T01:28:25.468" v="219" actId="2711"/>
          <ac:spMkLst>
            <pc:docMk/>
            <pc:sldMk cId="0" sldId="477"/>
            <ac:spMk id="476166" creationId="{AFE7BC16-8D30-45EC-B2D8-69EEE546B18F}"/>
          </ac:spMkLst>
        </pc:spChg>
        <pc:spChg chg="mod">
          <ac:chgData name="zh frank" userId="f416cd28ba4d9309" providerId="LiveId" clId="{24BDBE35-5E08-4570-B997-53A99398ACF9}" dt="2020-02-12T01:28:25.468" v="219" actId="2711"/>
          <ac:spMkLst>
            <pc:docMk/>
            <pc:sldMk cId="0" sldId="477"/>
            <ac:spMk id="476167" creationId="{63241299-A858-4C78-B5D4-46E295D3F38D}"/>
          </ac:spMkLst>
        </pc:spChg>
        <pc:spChg chg="mod">
          <ac:chgData name="zh frank" userId="f416cd28ba4d9309" providerId="LiveId" clId="{24BDBE35-5E08-4570-B997-53A99398ACF9}" dt="2020-02-12T01:28:56.373" v="221" actId="1036"/>
          <ac:spMkLst>
            <pc:docMk/>
            <pc:sldMk cId="0" sldId="477"/>
            <ac:spMk id="476168" creationId="{C6CD1E29-B34A-4847-9971-85BA3AEFAE32}"/>
          </ac:spMkLst>
        </pc:spChg>
        <pc:spChg chg="mod">
          <ac:chgData name="zh frank" userId="f416cd28ba4d9309" providerId="LiveId" clId="{24BDBE35-5E08-4570-B997-53A99398ACF9}" dt="2020-02-12T01:28:56.373" v="221" actId="1036"/>
          <ac:spMkLst>
            <pc:docMk/>
            <pc:sldMk cId="0" sldId="477"/>
            <ac:spMk id="476169" creationId="{16588601-FA6B-4FEE-9419-8E1538BACA41}"/>
          </ac:spMkLst>
        </pc:spChg>
        <pc:spChg chg="mod">
          <ac:chgData name="zh frank" userId="f416cd28ba4d9309" providerId="LiveId" clId="{24BDBE35-5E08-4570-B997-53A99398ACF9}" dt="2020-02-12T01:28:56.373" v="221" actId="1036"/>
          <ac:spMkLst>
            <pc:docMk/>
            <pc:sldMk cId="0" sldId="477"/>
            <ac:spMk id="476170" creationId="{3D009915-3AED-41A3-8CFB-41E550133E2D}"/>
          </ac:spMkLst>
        </pc:spChg>
        <pc:spChg chg="mod">
          <ac:chgData name="zh frank" userId="f416cd28ba4d9309" providerId="LiveId" clId="{24BDBE35-5E08-4570-B997-53A99398ACF9}" dt="2020-02-12T01:28:56.373" v="221" actId="1036"/>
          <ac:spMkLst>
            <pc:docMk/>
            <pc:sldMk cId="0" sldId="477"/>
            <ac:spMk id="476171" creationId="{F1CB7F84-100C-43DF-802A-46C54229DDA7}"/>
          </ac:spMkLst>
        </pc:spChg>
        <pc:spChg chg="mod">
          <ac:chgData name="zh frank" userId="f416cd28ba4d9309" providerId="LiveId" clId="{24BDBE35-5E08-4570-B997-53A99398ACF9}" dt="2020-02-12T01:28:56.373" v="221" actId="1036"/>
          <ac:spMkLst>
            <pc:docMk/>
            <pc:sldMk cId="0" sldId="477"/>
            <ac:spMk id="476172" creationId="{2384F25C-D848-4AA7-B8D6-C6DBDA16B35B}"/>
          </ac:spMkLst>
        </pc:spChg>
        <pc:spChg chg="mod">
          <ac:chgData name="zh frank" userId="f416cd28ba4d9309" providerId="LiveId" clId="{24BDBE35-5E08-4570-B997-53A99398ACF9}" dt="2020-02-12T01:28:56.373" v="221" actId="1036"/>
          <ac:spMkLst>
            <pc:docMk/>
            <pc:sldMk cId="0" sldId="477"/>
            <ac:spMk id="476173" creationId="{3DE09D2E-8DD8-456F-9749-F5DA4CD64F27}"/>
          </ac:spMkLst>
        </pc:spChg>
        <pc:spChg chg="mod">
          <ac:chgData name="zh frank" userId="f416cd28ba4d9309" providerId="LiveId" clId="{24BDBE35-5E08-4570-B997-53A99398ACF9}" dt="2020-02-12T01:28:56.373" v="221" actId="1036"/>
          <ac:spMkLst>
            <pc:docMk/>
            <pc:sldMk cId="0" sldId="477"/>
            <ac:spMk id="476174" creationId="{AFAC67EB-30AF-481F-BE9B-10BD2DEAB67F}"/>
          </ac:spMkLst>
        </pc:spChg>
        <pc:spChg chg="mod">
          <ac:chgData name="zh frank" userId="f416cd28ba4d9309" providerId="LiveId" clId="{24BDBE35-5E08-4570-B997-53A99398ACF9}" dt="2020-02-12T01:28:56.373" v="221" actId="1036"/>
          <ac:spMkLst>
            <pc:docMk/>
            <pc:sldMk cId="0" sldId="477"/>
            <ac:spMk id="476178" creationId="{0707EF75-0297-47D0-8FBD-47CB926AD020}"/>
          </ac:spMkLst>
        </pc:spChg>
        <pc:spChg chg="mod">
          <ac:chgData name="zh frank" userId="f416cd28ba4d9309" providerId="LiveId" clId="{24BDBE35-5E08-4570-B997-53A99398ACF9}" dt="2020-02-12T01:28:56.373" v="221" actId="1036"/>
          <ac:spMkLst>
            <pc:docMk/>
            <pc:sldMk cId="0" sldId="477"/>
            <ac:spMk id="476179" creationId="{CABB4157-43F4-4C3E-B668-C967D139DA24}"/>
          </ac:spMkLst>
        </pc:spChg>
        <pc:spChg chg="mod">
          <ac:chgData name="zh frank" userId="f416cd28ba4d9309" providerId="LiveId" clId="{24BDBE35-5E08-4570-B997-53A99398ACF9}" dt="2020-02-12T01:28:56.373" v="221" actId="1036"/>
          <ac:spMkLst>
            <pc:docMk/>
            <pc:sldMk cId="0" sldId="477"/>
            <ac:spMk id="476180" creationId="{7A49D2EC-0F17-4D9D-9A34-41A717C01780}"/>
          </ac:spMkLst>
        </pc:spChg>
        <pc:spChg chg="mod">
          <ac:chgData name="zh frank" userId="f416cd28ba4d9309" providerId="LiveId" clId="{24BDBE35-5E08-4570-B997-53A99398ACF9}" dt="2020-02-12T01:28:56.373" v="221" actId="1036"/>
          <ac:spMkLst>
            <pc:docMk/>
            <pc:sldMk cId="0" sldId="477"/>
            <ac:spMk id="476181" creationId="{6ECE0F82-8DAA-4D7F-966C-4BBDA1608140}"/>
          </ac:spMkLst>
        </pc:spChg>
        <pc:picChg chg="mod">
          <ac:chgData name="zh frank" userId="f416cd28ba4d9309" providerId="LiveId" clId="{24BDBE35-5E08-4570-B997-53A99398ACF9}" dt="2020-02-12T01:27:43.188" v="215" actId="1036"/>
          <ac:picMkLst>
            <pc:docMk/>
            <pc:sldMk cId="0" sldId="477"/>
            <ac:picMk id="119812" creationId="{2A24197F-7004-4DBA-A65E-2B9430F251BA}"/>
          </ac:picMkLst>
        </pc:picChg>
      </pc:sldChg>
      <pc:sldChg chg="modSp">
        <pc:chgData name="zh frank" userId="f416cd28ba4d9309" providerId="LiveId" clId="{24BDBE35-5E08-4570-B997-53A99398ACF9}" dt="2020-02-12T01:29:34.324" v="222" actId="2711"/>
        <pc:sldMkLst>
          <pc:docMk/>
          <pc:sldMk cId="0" sldId="478"/>
        </pc:sldMkLst>
        <pc:spChg chg="mod">
          <ac:chgData name="zh frank" userId="f416cd28ba4d9309" providerId="LiveId" clId="{24BDBE35-5E08-4570-B997-53A99398ACF9}" dt="2020-02-12T01:29:34.324" v="222" actId="2711"/>
          <ac:spMkLst>
            <pc:docMk/>
            <pc:sldMk cId="0" sldId="478"/>
            <ac:spMk id="120834" creationId="{27066C22-C5D0-4721-9D24-81A80FCB5B32}"/>
          </ac:spMkLst>
        </pc:spChg>
      </pc:sldChg>
      <pc:sldChg chg="del">
        <pc:chgData name="zh frank" userId="f416cd28ba4d9309" providerId="LiveId" clId="{24BDBE35-5E08-4570-B997-53A99398ACF9}" dt="2020-02-12T00:53:15.947" v="2" actId="2696"/>
        <pc:sldMkLst>
          <pc:docMk/>
          <pc:sldMk cId="0" sldId="479"/>
        </pc:sldMkLst>
      </pc:sldChg>
      <pc:sldChg chg="modSp">
        <pc:chgData name="zh frank" userId="f416cd28ba4d9309" providerId="LiveId" clId="{24BDBE35-5E08-4570-B997-53A99398ACF9}" dt="2020-02-12T01:29:47.262" v="223" actId="2711"/>
        <pc:sldMkLst>
          <pc:docMk/>
          <pc:sldMk cId="0" sldId="484"/>
        </pc:sldMkLst>
        <pc:spChg chg="mod">
          <ac:chgData name="zh frank" userId="f416cd28ba4d9309" providerId="LiveId" clId="{24BDBE35-5E08-4570-B997-53A99398ACF9}" dt="2020-02-12T01:29:47.262" v="223" actId="2711"/>
          <ac:spMkLst>
            <pc:docMk/>
            <pc:sldMk cId="0" sldId="484"/>
            <ac:spMk id="121858" creationId="{AD7640EE-ABA6-4444-B5F6-BABB91E9E8EB}"/>
          </ac:spMkLst>
        </pc:spChg>
      </pc:sldChg>
      <pc:sldChg chg="del">
        <pc:chgData name="zh frank" userId="f416cd28ba4d9309" providerId="LiveId" clId="{24BDBE35-5E08-4570-B997-53A99398ACF9}" dt="2020-02-12T01:06:19.608" v="65" actId="2696"/>
        <pc:sldMkLst>
          <pc:docMk/>
          <pc:sldMk cId="0" sldId="485"/>
        </pc:sldMkLst>
      </pc:sldChg>
      <pc:sldChg chg="modSp">
        <pc:chgData name="zh frank" userId="f416cd28ba4d9309" providerId="LiveId" clId="{24BDBE35-5E08-4570-B997-53A99398ACF9}" dt="2020-02-12T00:58:29.390" v="41" actId="14100"/>
        <pc:sldMkLst>
          <pc:docMk/>
          <pc:sldMk cId="0" sldId="491"/>
        </pc:sldMkLst>
        <pc:spChg chg="mod">
          <ac:chgData name="zh frank" userId="f416cd28ba4d9309" providerId="LiveId" clId="{24BDBE35-5E08-4570-B997-53A99398ACF9}" dt="2020-02-12T00:58:29.390" v="41" actId="14100"/>
          <ac:spMkLst>
            <pc:docMk/>
            <pc:sldMk cId="0" sldId="491"/>
            <ac:spMk id="51202" creationId="{D6721572-88A7-4BB4-B54E-8576E21B21EA}"/>
          </ac:spMkLst>
        </pc:spChg>
      </pc:sldChg>
      <pc:sldChg chg="modSp">
        <pc:chgData name="zh frank" userId="f416cd28ba4d9309" providerId="LiveId" clId="{24BDBE35-5E08-4570-B997-53A99398ACF9}" dt="2020-02-12T00:58:36.124" v="42" actId="14100"/>
        <pc:sldMkLst>
          <pc:docMk/>
          <pc:sldMk cId="0" sldId="493"/>
        </pc:sldMkLst>
        <pc:spChg chg="mod">
          <ac:chgData name="zh frank" userId="f416cd28ba4d9309" providerId="LiveId" clId="{24BDBE35-5E08-4570-B997-53A99398ACF9}" dt="2020-02-12T00:58:36.124" v="42" actId="14100"/>
          <ac:spMkLst>
            <pc:docMk/>
            <pc:sldMk cId="0" sldId="493"/>
            <ac:spMk id="74755" creationId="{722EB1A8-2531-44CC-A055-486FAD472F06}"/>
          </ac:spMkLst>
        </pc:spChg>
      </pc:sldChg>
      <pc:sldChg chg="modSp">
        <pc:chgData name="zh frank" userId="f416cd28ba4d9309" providerId="LiveId" clId="{24BDBE35-5E08-4570-B997-53A99398ACF9}" dt="2020-02-12T01:27:01.877" v="208" actId="1076"/>
        <pc:sldMkLst>
          <pc:docMk/>
          <pc:sldMk cId="0" sldId="496"/>
        </pc:sldMkLst>
        <pc:picChg chg="mod">
          <ac:chgData name="zh frank" userId="f416cd28ba4d9309" providerId="LiveId" clId="{24BDBE35-5E08-4570-B997-53A99398ACF9}" dt="2020-02-12T01:27:01.877" v="208" actId="1076"/>
          <ac:picMkLst>
            <pc:docMk/>
            <pc:sldMk cId="0" sldId="496"/>
            <ac:picMk id="118788" creationId="{AB5AE01B-0EDA-481B-AC76-40DE69781B22}"/>
          </ac:picMkLst>
        </pc:picChg>
      </pc:sldChg>
      <pc:sldChg chg="modSp">
        <pc:chgData name="zh frank" userId="f416cd28ba4d9309" providerId="LiveId" clId="{24BDBE35-5E08-4570-B997-53A99398ACF9}" dt="2020-02-12T00:52:49.776" v="0"/>
        <pc:sldMkLst>
          <pc:docMk/>
          <pc:sldMk cId="24876539" sldId="497"/>
        </pc:sldMkLst>
        <pc:spChg chg="mod">
          <ac:chgData name="zh frank" userId="f416cd28ba4d9309" providerId="LiveId" clId="{24BDBE35-5E08-4570-B997-53A99398ACF9}" dt="2020-02-12T00:52:49.776" v="0"/>
          <ac:spMkLst>
            <pc:docMk/>
            <pc:sldMk cId="24876539" sldId="497"/>
            <ac:spMk id="3" creationId="{D1D9BE91-EFF0-4860-AA3F-CFA1A85EBDE0}"/>
          </ac:spMkLst>
        </pc:spChg>
      </pc:sldChg>
      <pc:sldChg chg="modSp">
        <pc:chgData name="zh frank" userId="f416cd28ba4d9309" providerId="LiveId" clId="{24BDBE35-5E08-4570-B997-53A99398ACF9}" dt="2020-02-12T02:09:40.076" v="290" actId="1076"/>
        <pc:sldMkLst>
          <pc:docMk/>
          <pc:sldMk cId="0" sldId="504"/>
        </pc:sldMkLst>
        <pc:picChg chg="mod">
          <ac:chgData name="zh frank" userId="f416cd28ba4d9309" providerId="LiveId" clId="{24BDBE35-5E08-4570-B997-53A99398ACF9}" dt="2020-02-12T02:09:40.076" v="290" actId="1076"/>
          <ac:picMkLst>
            <pc:docMk/>
            <pc:sldMk cId="0" sldId="504"/>
            <ac:picMk id="148482" creationId="{346673DE-2BB2-49AF-8E1A-7913C02159FE}"/>
          </ac:picMkLst>
        </pc:picChg>
      </pc:sldChg>
      <pc:sldChg chg="modSp">
        <pc:chgData name="zh frank" userId="f416cd28ba4d9309" providerId="LiveId" clId="{24BDBE35-5E08-4570-B997-53A99398ACF9}" dt="2020-02-12T01:21:18.373" v="173" actId="1076"/>
        <pc:sldMkLst>
          <pc:docMk/>
          <pc:sldMk cId="0" sldId="506"/>
        </pc:sldMkLst>
        <pc:picChg chg="mod">
          <ac:chgData name="zh frank" userId="f416cd28ba4d9309" providerId="LiveId" clId="{24BDBE35-5E08-4570-B997-53A99398ACF9}" dt="2020-02-12T01:21:18.373" v="173" actId="1076"/>
          <ac:picMkLst>
            <pc:docMk/>
            <pc:sldMk cId="0" sldId="506"/>
            <ac:picMk id="94212" creationId="{7CDC3FDB-6281-4B1A-A5CD-AF279B676051}"/>
          </ac:picMkLst>
        </pc:picChg>
      </pc:sldChg>
      <pc:sldChg chg="modSp">
        <pc:chgData name="zh frank" userId="f416cd28ba4d9309" providerId="LiveId" clId="{24BDBE35-5E08-4570-B997-53A99398ACF9}" dt="2020-02-12T01:24:53.537" v="199" actId="1076"/>
        <pc:sldMkLst>
          <pc:docMk/>
          <pc:sldMk cId="0" sldId="507"/>
        </pc:sldMkLst>
        <pc:spChg chg="mod">
          <ac:chgData name="zh frank" userId="f416cd28ba4d9309" providerId="LiveId" clId="{24BDBE35-5E08-4570-B997-53A99398ACF9}" dt="2020-02-12T01:24:53.537" v="199" actId="1076"/>
          <ac:spMkLst>
            <pc:docMk/>
            <pc:sldMk cId="0" sldId="507"/>
            <ac:spMk id="101378" creationId="{0EDBE8B7-9E85-49B4-BDD6-0F38A5262593}"/>
          </ac:spMkLst>
        </pc:spChg>
        <pc:picChg chg="mod">
          <ac:chgData name="zh frank" userId="f416cd28ba4d9309" providerId="LiveId" clId="{24BDBE35-5E08-4570-B997-53A99398ACF9}" dt="2020-02-12T01:24:28.663" v="196" actId="14100"/>
          <ac:picMkLst>
            <pc:docMk/>
            <pc:sldMk cId="0" sldId="507"/>
            <ac:picMk id="101380" creationId="{9178DCDF-47EC-4CEC-9D88-E3E4DBB88440}"/>
          </ac:picMkLst>
        </pc:picChg>
      </pc:sldChg>
      <pc:sldChg chg="modSp">
        <pc:chgData name="zh frank" userId="f416cd28ba4d9309" providerId="LiveId" clId="{24BDBE35-5E08-4570-B997-53A99398ACF9}" dt="2020-02-12T01:25:06.943" v="200" actId="1076"/>
        <pc:sldMkLst>
          <pc:docMk/>
          <pc:sldMk cId="0" sldId="508"/>
        </pc:sldMkLst>
        <pc:picChg chg="mod">
          <ac:chgData name="zh frank" userId="f416cd28ba4d9309" providerId="LiveId" clId="{24BDBE35-5E08-4570-B997-53A99398ACF9}" dt="2020-02-12T01:25:06.943" v="200" actId="1076"/>
          <ac:picMkLst>
            <pc:docMk/>
            <pc:sldMk cId="0" sldId="508"/>
            <ac:picMk id="103427" creationId="{B332745C-60EE-4A4A-8026-740412394FF4}"/>
          </ac:picMkLst>
        </pc:picChg>
      </pc:sldChg>
      <pc:sldChg chg="modSp">
        <pc:chgData name="zh frank" userId="f416cd28ba4d9309" providerId="LiveId" clId="{24BDBE35-5E08-4570-B997-53A99398ACF9}" dt="2020-02-12T00:53:10.651" v="1"/>
        <pc:sldMkLst>
          <pc:docMk/>
          <pc:sldMk cId="2911608184" sldId="670"/>
        </pc:sldMkLst>
        <pc:spChg chg="mod">
          <ac:chgData name="zh frank" userId="f416cd28ba4d9309" providerId="LiveId" clId="{24BDBE35-5E08-4570-B997-53A99398ACF9}" dt="2020-02-12T00:53:10.651" v="1"/>
          <ac:spMkLst>
            <pc:docMk/>
            <pc:sldMk cId="2911608184" sldId="670"/>
            <ac:spMk id="3" creationId="{D1D9BE91-EFF0-4860-AA3F-CFA1A85EBDE0}"/>
          </ac:spMkLst>
        </pc:spChg>
      </pc:sldChg>
      <pc:sldChg chg="modSp add">
        <pc:chgData name="zh frank" userId="f416cd28ba4d9309" providerId="LiveId" clId="{24BDBE35-5E08-4570-B997-53A99398ACF9}" dt="2020-02-12T00:59:07.091" v="44"/>
        <pc:sldMkLst>
          <pc:docMk/>
          <pc:sldMk cId="1270246388" sldId="672"/>
        </pc:sldMkLst>
        <pc:spChg chg="mod">
          <ac:chgData name="zh frank" userId="f416cd28ba4d9309" providerId="LiveId" clId="{24BDBE35-5E08-4570-B997-53A99398ACF9}" dt="2020-02-12T00:59:07.091" v="44"/>
          <ac:spMkLst>
            <pc:docMk/>
            <pc:sldMk cId="1270246388" sldId="672"/>
            <ac:spMk id="3" creationId="{D1D9BE91-EFF0-4860-AA3F-CFA1A85EBDE0}"/>
          </ac:spMkLst>
        </pc:spChg>
      </pc:sldChg>
      <pc:sldChg chg="modSp add">
        <pc:chgData name="zh frank" userId="f416cd28ba4d9309" providerId="LiveId" clId="{24BDBE35-5E08-4570-B997-53A99398ACF9}" dt="2020-02-12T00:59:42.668" v="47"/>
        <pc:sldMkLst>
          <pc:docMk/>
          <pc:sldMk cId="3345289247" sldId="673"/>
        </pc:sldMkLst>
        <pc:spChg chg="mod">
          <ac:chgData name="zh frank" userId="f416cd28ba4d9309" providerId="LiveId" clId="{24BDBE35-5E08-4570-B997-53A99398ACF9}" dt="2020-02-12T00:59:42.668" v="47"/>
          <ac:spMkLst>
            <pc:docMk/>
            <pc:sldMk cId="3345289247" sldId="673"/>
            <ac:spMk id="3" creationId="{D1D9BE91-EFF0-4860-AA3F-CFA1A85EBDE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vl1pPr>
          </a:lstStyle>
          <a:p>
            <a:fld id="{C79C02A0-2CB8-F64C-87A7-A5563D28AA9B}" type="datetimeFigureOut">
              <a:rPr lang="en-US" smtClean="0"/>
              <a:pPr/>
              <a:t>2/19/2021</a:t>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vl1pPr>
          </a:lstStyle>
          <a:p>
            <a:fld id="{D8885E4B-77DA-1E4C-9EDA-713D746B9077}" type="slidenum">
              <a:rPr lang="en-US" smtClean="0"/>
              <a:pPr/>
              <a:t>‹#›</a:t>
            </a:fld>
            <a:endParaRPr lang="en-US"/>
          </a:p>
        </p:txBody>
      </p:sp>
    </p:spTree>
    <p:extLst>
      <p:ext uri="{BB962C8B-B14F-4D97-AF65-F5344CB8AC3E}">
        <p14:creationId xmlns:p14="http://schemas.microsoft.com/office/powerpoint/2010/main" val="343792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995363" y="768350"/>
            <a:ext cx="5113337" cy="3836988"/>
          </a:xfrm>
          <a:prstGeom prst="rect">
            <a:avLst/>
          </a:prstGeom>
          <a:noFill/>
          <a:ln w="9525">
            <a:solidFill>
              <a:srgbClr val="000000"/>
            </a:solidFill>
            <a:miter lim="800000"/>
            <a:headEnd/>
            <a:tailEnd/>
          </a:ln>
          <a:effectLst/>
        </p:spPr>
      </p:sp>
      <p:sp>
        <p:nvSpPr>
          <p:cNvPr id="13314" name="Rectangle 2"/>
          <p:cNvSpPr>
            <a:spLocks noGrp="1" noChangeArrowheads="1"/>
          </p:cNvSpPr>
          <p:nvPr>
            <p:ph type="body" sz="quarter" idx="1"/>
          </p:nvPr>
        </p:nvSpPr>
        <p:spPr bwMode="auto">
          <a:xfrm>
            <a:off x="710407" y="4861441"/>
            <a:ext cx="5683250" cy="4605576"/>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1872219"/>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Gill Sans" charset="0"/>
        <a:ea typeface="+mn-ea"/>
        <a:cs typeface="+mn-cs"/>
      </a:defRPr>
    </a:lvl1pPr>
    <a:lvl2pPr marL="457200" algn="l" rtl="0" fontAlgn="base">
      <a:spcBef>
        <a:spcPct val="0"/>
      </a:spcBef>
      <a:spcAft>
        <a:spcPct val="0"/>
      </a:spcAft>
      <a:defRPr sz="1200" kern="1200">
        <a:solidFill>
          <a:schemeClr val="tx1"/>
        </a:solidFill>
        <a:latin typeface="Gill Sans" charset="0"/>
        <a:ea typeface="+mn-ea"/>
        <a:cs typeface="+mn-cs"/>
      </a:defRPr>
    </a:lvl2pPr>
    <a:lvl3pPr marL="914400" algn="l" rtl="0" fontAlgn="base">
      <a:spcBef>
        <a:spcPct val="0"/>
      </a:spcBef>
      <a:spcAft>
        <a:spcPct val="0"/>
      </a:spcAft>
      <a:defRPr sz="1200" kern="1200">
        <a:solidFill>
          <a:schemeClr val="tx1"/>
        </a:solidFill>
        <a:latin typeface="Gill Sans" charset="0"/>
        <a:ea typeface="+mn-ea"/>
        <a:cs typeface="+mn-cs"/>
      </a:defRPr>
    </a:lvl3pPr>
    <a:lvl4pPr marL="1371600" algn="l" rtl="0" fontAlgn="base">
      <a:spcBef>
        <a:spcPct val="0"/>
      </a:spcBef>
      <a:spcAft>
        <a:spcPct val="0"/>
      </a:spcAft>
      <a:defRPr sz="1200" kern="1200">
        <a:solidFill>
          <a:schemeClr val="tx1"/>
        </a:solidFill>
        <a:latin typeface="Gill Sans" charset="0"/>
        <a:ea typeface="+mn-ea"/>
        <a:cs typeface="+mn-cs"/>
      </a:defRPr>
    </a:lvl4pPr>
    <a:lvl5pPr marL="1828800" algn="l" rtl="0" fontAlgn="base">
      <a:spcBef>
        <a:spcPct val="0"/>
      </a:spcBef>
      <a:spcAft>
        <a:spcPct val="0"/>
      </a:spcAft>
      <a:defRPr sz="1200" kern="1200">
        <a:solidFill>
          <a:schemeClr val="tx1"/>
        </a:solidFill>
        <a:latin typeface="Gill San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a:extLst>
              <a:ext uri="{FF2B5EF4-FFF2-40B4-BE49-F238E27FC236}">
                <a16:creationId xmlns:a16="http://schemas.microsoft.com/office/drawing/2014/main" id="{F4BBD039-575D-4330-8068-900DC1508663}"/>
              </a:ext>
            </a:extLst>
          </p:cNvPr>
          <p:cNvSpPr>
            <a:spLocks noGrp="1" noRot="1" noChangeAspect="1" noChangeArrowheads="1" noTextEdit="1"/>
          </p:cNvSpPr>
          <p:nvPr>
            <p:ph type="sldImg"/>
          </p:nvPr>
        </p:nvSpPr>
        <p:spPr>
          <a:ln/>
        </p:spPr>
      </p:sp>
      <p:sp>
        <p:nvSpPr>
          <p:cNvPr id="40962" name="备注占位符 2">
            <a:extLst>
              <a:ext uri="{FF2B5EF4-FFF2-40B4-BE49-F238E27FC236}">
                <a16:creationId xmlns:a16="http://schemas.microsoft.com/office/drawing/2014/main" id="{C63EDDD6-D3C1-4359-B3DE-186FF59A573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3" name="灯片编号占位符 3">
            <a:extLst>
              <a:ext uri="{FF2B5EF4-FFF2-40B4-BE49-F238E27FC236}">
                <a16:creationId xmlns:a16="http://schemas.microsoft.com/office/drawing/2014/main" id="{A4D01703-BC52-4E64-A889-6B8763866F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0CD4862-671A-4A69-A826-5B95BBB36A92}" type="slidenum">
              <a:rPr kumimoji="0" lang="zh-CN" altLang="en-US" sz="1300" smtClean="0">
                <a:ea typeface="宋体" panose="02010600030101010101" pitchFamily="2" charset="-122"/>
              </a:rPr>
              <a:pPr/>
              <a:t>13</a:t>
            </a:fld>
            <a:endParaRPr kumimoji="0" lang="en-US" altLang="zh-CN" sz="13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幻灯片图像占位符 1">
            <a:extLst>
              <a:ext uri="{FF2B5EF4-FFF2-40B4-BE49-F238E27FC236}">
                <a16:creationId xmlns:a16="http://schemas.microsoft.com/office/drawing/2014/main" id="{D16E17D0-1D50-4BC6-8002-4E45D9D8CE9F}"/>
              </a:ext>
            </a:extLst>
          </p:cNvPr>
          <p:cNvSpPr>
            <a:spLocks noGrp="1" noRot="1" noChangeAspect="1" noChangeArrowheads="1" noTextEdit="1"/>
          </p:cNvSpPr>
          <p:nvPr>
            <p:ph type="sldImg"/>
          </p:nvPr>
        </p:nvSpPr>
        <p:spPr>
          <a:ln/>
        </p:spPr>
      </p:sp>
      <p:sp>
        <p:nvSpPr>
          <p:cNvPr id="46082" name="备注占位符 2">
            <a:extLst>
              <a:ext uri="{FF2B5EF4-FFF2-40B4-BE49-F238E27FC236}">
                <a16:creationId xmlns:a16="http://schemas.microsoft.com/office/drawing/2014/main" id="{C3E23026-11F1-4897-A0A7-AB8B36D515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6083" name="灯片编号占位符 3">
            <a:extLst>
              <a:ext uri="{FF2B5EF4-FFF2-40B4-BE49-F238E27FC236}">
                <a16:creationId xmlns:a16="http://schemas.microsoft.com/office/drawing/2014/main" id="{DD239BCA-5DC8-4329-88D7-DC1DF58A43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C60006DC-A73B-474B-983C-34A8D339F215}" type="slidenum">
              <a:rPr kumimoji="0" lang="zh-CN" altLang="en-US" sz="1300" smtClean="0">
                <a:ea typeface="宋体" panose="02010600030101010101" pitchFamily="2" charset="-122"/>
              </a:rPr>
              <a:pPr/>
              <a:t>17</a:t>
            </a:fld>
            <a:endParaRPr kumimoji="0" lang="en-US" altLang="zh-CN" sz="130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a:extLst>
              <a:ext uri="{FF2B5EF4-FFF2-40B4-BE49-F238E27FC236}">
                <a16:creationId xmlns:a16="http://schemas.microsoft.com/office/drawing/2014/main" id="{3F99420B-A65A-4BBA-B048-019C0AF2363C}"/>
              </a:ext>
            </a:extLst>
          </p:cNvPr>
          <p:cNvSpPr>
            <a:spLocks noGrp="1" noRot="1" noChangeAspect="1" noChangeArrowheads="1" noTextEdit="1"/>
          </p:cNvSpPr>
          <p:nvPr>
            <p:ph type="sldImg"/>
          </p:nvPr>
        </p:nvSpPr>
        <p:spPr>
          <a:ln/>
        </p:spPr>
      </p:sp>
      <p:sp>
        <p:nvSpPr>
          <p:cNvPr id="52226" name="备注占位符 2">
            <a:extLst>
              <a:ext uri="{FF2B5EF4-FFF2-40B4-BE49-F238E27FC236}">
                <a16:creationId xmlns:a16="http://schemas.microsoft.com/office/drawing/2014/main" id="{D300E538-D66E-40F1-8157-7731C46C2F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52227" name="灯片编号占位符 3">
            <a:extLst>
              <a:ext uri="{FF2B5EF4-FFF2-40B4-BE49-F238E27FC236}">
                <a16:creationId xmlns:a16="http://schemas.microsoft.com/office/drawing/2014/main" id="{232E4399-33F1-4B8A-856E-2AD9A76720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353E3CE6-6D49-460E-9FDF-4802D6783C71}" type="slidenum">
              <a:rPr lang="zh-CN" altLang="en-US" sz="1200" smtClean="0">
                <a:solidFill>
                  <a:srgbClr val="000000"/>
                </a:solidFill>
              </a:rPr>
              <a:pPr/>
              <a:t>22</a:t>
            </a:fld>
            <a:endParaRPr lang="zh-CN" altLang="en-US" sz="1200">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a:extLst>
              <a:ext uri="{FF2B5EF4-FFF2-40B4-BE49-F238E27FC236}">
                <a16:creationId xmlns:a16="http://schemas.microsoft.com/office/drawing/2014/main" id="{BDEAB566-70D0-4DBC-9566-C4B5B1B2EDB4}"/>
              </a:ext>
            </a:extLst>
          </p:cNvPr>
          <p:cNvSpPr>
            <a:spLocks noGrp="1" noRot="1" noChangeAspect="1" noChangeArrowheads="1" noTextEdit="1"/>
          </p:cNvSpPr>
          <p:nvPr>
            <p:ph type="sldImg"/>
          </p:nvPr>
        </p:nvSpPr>
        <p:spPr>
          <a:ln/>
        </p:spPr>
      </p:sp>
      <p:sp>
        <p:nvSpPr>
          <p:cNvPr id="54274" name="备注占位符 2">
            <a:extLst>
              <a:ext uri="{FF2B5EF4-FFF2-40B4-BE49-F238E27FC236}">
                <a16:creationId xmlns:a16="http://schemas.microsoft.com/office/drawing/2014/main" id="{9F76F28E-400A-414D-BC46-5AD3E47097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ea typeface="宋体" panose="02010600030101010101" pitchFamily="2" charset="-122"/>
            </a:endParaRPr>
          </a:p>
        </p:txBody>
      </p:sp>
      <p:sp>
        <p:nvSpPr>
          <p:cNvPr id="54275" name="灯片编号占位符 3">
            <a:extLst>
              <a:ext uri="{FF2B5EF4-FFF2-40B4-BE49-F238E27FC236}">
                <a16:creationId xmlns:a16="http://schemas.microsoft.com/office/drawing/2014/main" id="{CD41930F-BCD2-4B1D-9519-0BB25224DA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812EB5BD-983F-43D5-B439-3C8DA4EDCA2A}" type="slidenum">
              <a:rPr lang="zh-CN" altLang="en-US" sz="1200" smtClean="0">
                <a:solidFill>
                  <a:srgbClr val="000000"/>
                </a:solidFill>
              </a:rPr>
              <a:pPr/>
              <a:t>23</a:t>
            </a:fld>
            <a:endParaRPr lang="zh-CN" altLang="en-US" sz="1200">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幻灯片图像占位符 1">
            <a:extLst>
              <a:ext uri="{FF2B5EF4-FFF2-40B4-BE49-F238E27FC236}">
                <a16:creationId xmlns:a16="http://schemas.microsoft.com/office/drawing/2014/main" id="{B2E3EDF4-7C81-43CB-989B-1367F260B0F0}"/>
              </a:ext>
            </a:extLst>
          </p:cNvPr>
          <p:cNvSpPr>
            <a:spLocks noGrp="1" noRot="1" noChangeAspect="1" noChangeArrowheads="1" noTextEdit="1"/>
          </p:cNvSpPr>
          <p:nvPr>
            <p:ph type="sldImg"/>
          </p:nvPr>
        </p:nvSpPr>
        <p:spPr>
          <a:ln/>
        </p:spPr>
      </p:sp>
      <p:sp>
        <p:nvSpPr>
          <p:cNvPr id="74754" name="备注占位符 2">
            <a:extLst>
              <a:ext uri="{FF2B5EF4-FFF2-40B4-BE49-F238E27FC236}">
                <a16:creationId xmlns:a16="http://schemas.microsoft.com/office/drawing/2014/main" id="{B1792F8F-4488-4FBE-8098-AAA039F3D9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74755" name="灯片编号占位符 3">
            <a:extLst>
              <a:ext uri="{FF2B5EF4-FFF2-40B4-BE49-F238E27FC236}">
                <a16:creationId xmlns:a16="http://schemas.microsoft.com/office/drawing/2014/main" id="{6C2B9DF5-30B9-4741-B3A6-816E93FC94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D2F52A07-9593-4254-B6C9-7E5F35DA38A4}" type="slidenum">
              <a:rPr lang="zh-CN" altLang="en-US" sz="1200" smtClean="0">
                <a:solidFill>
                  <a:srgbClr val="000000"/>
                </a:solidFill>
              </a:rPr>
              <a:pPr/>
              <a:t>42</a:t>
            </a:fld>
            <a:endParaRPr lang="zh-CN" altLang="en-US" sz="1200">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幻灯片图像占位符 1">
            <a:extLst>
              <a:ext uri="{FF2B5EF4-FFF2-40B4-BE49-F238E27FC236}">
                <a16:creationId xmlns:a16="http://schemas.microsoft.com/office/drawing/2014/main" id="{AFEE0921-3221-43AB-9C2C-BEF6F390497A}"/>
              </a:ext>
            </a:extLst>
          </p:cNvPr>
          <p:cNvSpPr>
            <a:spLocks noGrp="1" noRot="1" noChangeAspect="1" noChangeArrowheads="1" noTextEdit="1"/>
          </p:cNvSpPr>
          <p:nvPr>
            <p:ph type="sldImg"/>
          </p:nvPr>
        </p:nvSpPr>
        <p:spPr>
          <a:ln/>
        </p:spPr>
      </p:sp>
      <p:sp>
        <p:nvSpPr>
          <p:cNvPr id="81922" name="备注占位符 2">
            <a:extLst>
              <a:ext uri="{FF2B5EF4-FFF2-40B4-BE49-F238E27FC236}">
                <a16:creationId xmlns:a16="http://schemas.microsoft.com/office/drawing/2014/main" id="{5D2C13E2-66BC-412C-8043-8348713E2A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23" name="灯片编号占位符 3">
            <a:extLst>
              <a:ext uri="{FF2B5EF4-FFF2-40B4-BE49-F238E27FC236}">
                <a16:creationId xmlns:a16="http://schemas.microsoft.com/office/drawing/2014/main" id="{AE5329AE-0257-467E-A040-526F2024B2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A4EC0087-957E-4376-9793-2EAF4A43F7D9}" type="slidenum">
              <a:rPr kumimoji="0" lang="zh-CN" altLang="en-US" sz="1300" smtClean="0">
                <a:ea typeface="宋体" panose="02010600030101010101" pitchFamily="2" charset="-122"/>
              </a:rPr>
              <a:pPr/>
              <a:t>47</a:t>
            </a:fld>
            <a:endParaRPr kumimoji="0" lang="en-US" altLang="zh-CN" sz="130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a:extLst>
              <a:ext uri="{FF2B5EF4-FFF2-40B4-BE49-F238E27FC236}">
                <a16:creationId xmlns:a16="http://schemas.microsoft.com/office/drawing/2014/main" id="{6EFFC4D2-04AE-4F72-9ABC-29EEE7C2C982}"/>
              </a:ext>
            </a:extLst>
          </p:cNvPr>
          <p:cNvSpPr>
            <a:spLocks noGrp="1" noRot="1" noChangeAspect="1" noChangeArrowheads="1" noTextEdit="1"/>
          </p:cNvSpPr>
          <p:nvPr>
            <p:ph type="sldImg"/>
          </p:nvPr>
        </p:nvSpPr>
        <p:spPr>
          <a:ln/>
        </p:spPr>
      </p:sp>
      <p:sp>
        <p:nvSpPr>
          <p:cNvPr id="86018" name="备注占位符 2">
            <a:extLst>
              <a:ext uri="{FF2B5EF4-FFF2-40B4-BE49-F238E27FC236}">
                <a16:creationId xmlns:a16="http://schemas.microsoft.com/office/drawing/2014/main" id="{7E219340-13E3-4E55-876C-745693FCD3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9" name="灯片编号占位符 3">
            <a:extLst>
              <a:ext uri="{FF2B5EF4-FFF2-40B4-BE49-F238E27FC236}">
                <a16:creationId xmlns:a16="http://schemas.microsoft.com/office/drawing/2014/main" id="{6D0CD23F-ACB9-4894-9077-6CA631EBC24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A4A244DA-C27F-4314-8B03-1E3F0393BEFB}" type="slidenum">
              <a:rPr kumimoji="0" lang="zh-CN" altLang="en-US" sz="1300" smtClean="0">
                <a:ea typeface="宋体" panose="02010600030101010101" pitchFamily="2" charset="-122"/>
              </a:rPr>
              <a:pPr/>
              <a:t>50</a:t>
            </a:fld>
            <a:endParaRPr kumimoji="0" lang="en-US" altLang="zh-CN" sz="130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a:extLst>
              <a:ext uri="{FF2B5EF4-FFF2-40B4-BE49-F238E27FC236}">
                <a16:creationId xmlns:a16="http://schemas.microsoft.com/office/drawing/2014/main" id="{D40C0730-7CAE-4445-A126-C05B3E68A1E9}"/>
              </a:ext>
            </a:extLst>
          </p:cNvPr>
          <p:cNvSpPr>
            <a:spLocks noGrp="1" noRot="1" noChangeAspect="1" noChangeArrowheads="1" noTextEdit="1"/>
          </p:cNvSpPr>
          <p:nvPr>
            <p:ph type="sldImg"/>
          </p:nvPr>
        </p:nvSpPr>
        <p:spPr>
          <a:ln/>
        </p:spPr>
      </p:sp>
      <p:sp>
        <p:nvSpPr>
          <p:cNvPr id="97282" name="备注占位符 2">
            <a:extLst>
              <a:ext uri="{FF2B5EF4-FFF2-40B4-BE49-F238E27FC236}">
                <a16:creationId xmlns:a16="http://schemas.microsoft.com/office/drawing/2014/main" id="{17F50B6B-1F22-4496-8EED-6E8383EC653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sp>
        <p:nvSpPr>
          <p:cNvPr id="97283" name="灯片编号占位符 3">
            <a:extLst>
              <a:ext uri="{FF2B5EF4-FFF2-40B4-BE49-F238E27FC236}">
                <a16:creationId xmlns:a16="http://schemas.microsoft.com/office/drawing/2014/main" id="{B0BBA6AD-BFAE-4679-926B-8A64DCA0042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D6B3D710-CAF4-4331-A2FD-E2BFFCA027D7}" type="slidenum">
              <a:rPr kumimoji="0" lang="zh-CN" altLang="en-US" sz="1300" smtClean="0">
                <a:ea typeface="宋体" panose="02010600030101010101" pitchFamily="2" charset="-122"/>
              </a:rPr>
              <a:pPr/>
              <a:t>60</a:t>
            </a:fld>
            <a:endParaRPr kumimoji="0" lang="en-US" altLang="zh-CN" sz="130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幻灯片图像占位符 1">
            <a:extLst>
              <a:ext uri="{FF2B5EF4-FFF2-40B4-BE49-F238E27FC236}">
                <a16:creationId xmlns:a16="http://schemas.microsoft.com/office/drawing/2014/main" id="{EBE93ACA-93B2-4616-9BB9-9071E8A2D9C9}"/>
              </a:ext>
            </a:extLst>
          </p:cNvPr>
          <p:cNvSpPr>
            <a:spLocks noGrp="1" noRot="1" noChangeAspect="1" noChangeArrowheads="1" noTextEdit="1"/>
          </p:cNvSpPr>
          <p:nvPr>
            <p:ph type="sldImg"/>
          </p:nvPr>
        </p:nvSpPr>
        <p:spPr>
          <a:ln/>
        </p:spPr>
      </p:sp>
      <p:sp>
        <p:nvSpPr>
          <p:cNvPr id="99330" name="备注占位符 2">
            <a:extLst>
              <a:ext uri="{FF2B5EF4-FFF2-40B4-BE49-F238E27FC236}">
                <a16:creationId xmlns:a16="http://schemas.microsoft.com/office/drawing/2014/main" id="{6AAE5215-D5A6-488D-B034-5CEC19F68F0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9331" name="灯片编号占位符 3">
            <a:extLst>
              <a:ext uri="{FF2B5EF4-FFF2-40B4-BE49-F238E27FC236}">
                <a16:creationId xmlns:a16="http://schemas.microsoft.com/office/drawing/2014/main" id="{BF3F9CB2-2E03-48C8-8797-ECB158365BC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796BB7BD-C908-4A3A-BF0D-6D6073EE7327}" type="slidenum">
              <a:rPr kumimoji="0" lang="zh-CN" altLang="en-US" sz="1300" smtClean="0">
                <a:ea typeface="宋体" panose="02010600030101010101" pitchFamily="2" charset="-122"/>
              </a:rPr>
              <a:pPr/>
              <a:t>61</a:t>
            </a:fld>
            <a:endParaRPr kumimoji="0" lang="en-US" altLang="zh-CN" sz="130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幻灯片图像占位符 1">
            <a:extLst>
              <a:ext uri="{FF2B5EF4-FFF2-40B4-BE49-F238E27FC236}">
                <a16:creationId xmlns:a16="http://schemas.microsoft.com/office/drawing/2014/main" id="{8B542711-2488-4420-9827-28BC4109AB1B}"/>
              </a:ext>
            </a:extLst>
          </p:cNvPr>
          <p:cNvSpPr>
            <a:spLocks noGrp="1" noRot="1" noChangeAspect="1" noChangeArrowheads="1" noTextEdit="1"/>
          </p:cNvSpPr>
          <p:nvPr>
            <p:ph type="sldImg"/>
          </p:nvPr>
        </p:nvSpPr>
        <p:spPr>
          <a:ln/>
        </p:spPr>
      </p:sp>
      <p:sp>
        <p:nvSpPr>
          <p:cNvPr id="102402" name="备注占位符 2">
            <a:extLst>
              <a:ext uri="{FF2B5EF4-FFF2-40B4-BE49-F238E27FC236}">
                <a16:creationId xmlns:a16="http://schemas.microsoft.com/office/drawing/2014/main" id="{BBBA3682-288B-4FBC-A21E-6FE228C313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03" name="灯片编号占位符 3">
            <a:extLst>
              <a:ext uri="{FF2B5EF4-FFF2-40B4-BE49-F238E27FC236}">
                <a16:creationId xmlns:a16="http://schemas.microsoft.com/office/drawing/2014/main" id="{E5CDE2CD-2963-4117-ACA6-8EEFA83C4C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7CB39ED3-772D-4852-A43A-F5C78BA1FCAA}" type="slidenum">
              <a:rPr kumimoji="0" lang="zh-CN" altLang="en-US" sz="1300" smtClean="0">
                <a:ea typeface="宋体" panose="02010600030101010101" pitchFamily="2" charset="-122"/>
              </a:rPr>
              <a:pPr/>
              <a:t>63</a:t>
            </a:fld>
            <a:endParaRPr kumimoji="0" lang="en-US" altLang="zh-CN" sz="130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幻灯片图像占位符 1">
            <a:extLst>
              <a:ext uri="{FF2B5EF4-FFF2-40B4-BE49-F238E27FC236}">
                <a16:creationId xmlns:a16="http://schemas.microsoft.com/office/drawing/2014/main" id="{202A11FE-751D-435C-98D0-84972B365679}"/>
              </a:ext>
            </a:extLst>
          </p:cNvPr>
          <p:cNvSpPr>
            <a:spLocks noGrp="1" noRot="1" noChangeAspect="1" noChangeArrowheads="1" noTextEdit="1"/>
          </p:cNvSpPr>
          <p:nvPr>
            <p:ph type="sldImg"/>
          </p:nvPr>
        </p:nvSpPr>
        <p:spPr>
          <a:ln/>
        </p:spPr>
      </p:sp>
      <p:sp>
        <p:nvSpPr>
          <p:cNvPr id="106498" name="备注占位符 2">
            <a:extLst>
              <a:ext uri="{FF2B5EF4-FFF2-40B4-BE49-F238E27FC236}">
                <a16:creationId xmlns:a16="http://schemas.microsoft.com/office/drawing/2014/main" id="{F91933F8-18C9-492A-878C-A1D35D1EF3A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499" name="灯片编号占位符 3">
            <a:extLst>
              <a:ext uri="{FF2B5EF4-FFF2-40B4-BE49-F238E27FC236}">
                <a16:creationId xmlns:a16="http://schemas.microsoft.com/office/drawing/2014/main" id="{91CFEEDC-60DD-47ED-8B3D-30D2BECBED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6B4143C-F310-4CE3-B8BC-97D25496D719}" type="slidenum">
              <a:rPr kumimoji="0" lang="zh-CN" altLang="en-US" sz="1300" smtClean="0">
                <a:ea typeface="宋体" panose="02010600030101010101" pitchFamily="2" charset="-122"/>
              </a:rPr>
              <a:pPr/>
              <a:t>66</a:t>
            </a:fld>
            <a:endParaRPr kumimoji="0" lang="en-US" altLang="zh-CN" sz="130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a:extLst>
              <a:ext uri="{FF2B5EF4-FFF2-40B4-BE49-F238E27FC236}">
                <a16:creationId xmlns:a16="http://schemas.microsoft.com/office/drawing/2014/main" id="{076C5043-8EB5-49D3-9E54-D719B9C3E583}"/>
              </a:ext>
            </a:extLst>
          </p:cNvPr>
          <p:cNvSpPr>
            <a:spLocks noGrp="1" noRot="1" noChangeAspect="1" noChangeArrowheads="1" noTextEdit="1"/>
          </p:cNvSpPr>
          <p:nvPr>
            <p:ph type="sldImg"/>
          </p:nvPr>
        </p:nvSpPr>
        <p:spPr>
          <a:ln/>
        </p:spPr>
      </p:sp>
      <p:sp>
        <p:nvSpPr>
          <p:cNvPr id="109570" name="备注占位符 2">
            <a:extLst>
              <a:ext uri="{FF2B5EF4-FFF2-40B4-BE49-F238E27FC236}">
                <a16:creationId xmlns:a16="http://schemas.microsoft.com/office/drawing/2014/main" id="{2712227C-A2E9-49F7-A948-1C2C45A2A3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9571" name="灯片编号占位符 3">
            <a:extLst>
              <a:ext uri="{FF2B5EF4-FFF2-40B4-BE49-F238E27FC236}">
                <a16:creationId xmlns:a16="http://schemas.microsoft.com/office/drawing/2014/main" id="{697FFD0E-17B1-48BD-96C2-6669B49AAE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0F425E5-AE7E-4828-B104-13EF83684D2B}" type="slidenum">
              <a:rPr kumimoji="0" lang="zh-CN" altLang="en-US" sz="1300" smtClean="0">
                <a:ea typeface="宋体" panose="02010600030101010101" pitchFamily="2" charset="-122"/>
              </a:rPr>
              <a:pPr/>
              <a:t>68</a:t>
            </a:fld>
            <a:endParaRPr kumimoji="0" lang="en-US" altLang="zh-CN" sz="130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幻灯片图像占位符 1">
            <a:extLst>
              <a:ext uri="{FF2B5EF4-FFF2-40B4-BE49-F238E27FC236}">
                <a16:creationId xmlns:a16="http://schemas.microsoft.com/office/drawing/2014/main" id="{00B2025D-9E59-46DE-AD9B-E4E129D67B00}"/>
              </a:ext>
            </a:extLst>
          </p:cNvPr>
          <p:cNvSpPr>
            <a:spLocks noGrp="1" noRot="1" noChangeAspect="1" noChangeArrowheads="1" noTextEdit="1"/>
          </p:cNvSpPr>
          <p:nvPr>
            <p:ph type="sldImg"/>
          </p:nvPr>
        </p:nvSpPr>
        <p:spPr>
          <a:ln/>
        </p:spPr>
      </p:sp>
      <p:sp>
        <p:nvSpPr>
          <p:cNvPr id="111618" name="备注占位符 2">
            <a:extLst>
              <a:ext uri="{FF2B5EF4-FFF2-40B4-BE49-F238E27FC236}">
                <a16:creationId xmlns:a16="http://schemas.microsoft.com/office/drawing/2014/main" id="{744A58E1-94BB-495E-8876-0E810617429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1619" name="灯片编号占位符 3">
            <a:extLst>
              <a:ext uri="{FF2B5EF4-FFF2-40B4-BE49-F238E27FC236}">
                <a16:creationId xmlns:a16="http://schemas.microsoft.com/office/drawing/2014/main" id="{715A840F-D5AA-4DAE-9054-C4AABEF62E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D9B3A86-811A-4600-BED3-ED572D888E8C}" type="slidenum">
              <a:rPr kumimoji="0" lang="zh-CN" altLang="en-US" sz="1300" smtClean="0">
                <a:ea typeface="宋体" panose="02010600030101010101" pitchFamily="2" charset="-122"/>
              </a:rPr>
              <a:pPr/>
              <a:t>69</a:t>
            </a:fld>
            <a:endParaRPr kumimoji="0" lang="en-US" altLang="zh-CN" sz="130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幻灯片图像占位符 1">
            <a:extLst>
              <a:ext uri="{FF2B5EF4-FFF2-40B4-BE49-F238E27FC236}">
                <a16:creationId xmlns:a16="http://schemas.microsoft.com/office/drawing/2014/main" id="{E0FE2A25-C401-4C1C-992E-60DE1A55BBA1}"/>
              </a:ext>
            </a:extLst>
          </p:cNvPr>
          <p:cNvSpPr>
            <a:spLocks noGrp="1" noRot="1" noChangeAspect="1" noChangeArrowheads="1" noTextEdit="1"/>
          </p:cNvSpPr>
          <p:nvPr>
            <p:ph type="sldImg"/>
          </p:nvPr>
        </p:nvSpPr>
        <p:spPr>
          <a:ln/>
        </p:spPr>
      </p:sp>
      <p:sp>
        <p:nvSpPr>
          <p:cNvPr id="113666" name="备注占位符 2">
            <a:extLst>
              <a:ext uri="{FF2B5EF4-FFF2-40B4-BE49-F238E27FC236}">
                <a16:creationId xmlns:a16="http://schemas.microsoft.com/office/drawing/2014/main" id="{D25A78C1-12BB-4D8E-9804-B07BF340F54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7" name="灯片编号占位符 3">
            <a:extLst>
              <a:ext uri="{FF2B5EF4-FFF2-40B4-BE49-F238E27FC236}">
                <a16:creationId xmlns:a16="http://schemas.microsoft.com/office/drawing/2014/main" id="{8E5068CA-A627-4426-BD8E-50684FEF1D5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10FCE6E5-1DB3-46BE-B586-1AABC1450221}" type="slidenum">
              <a:rPr kumimoji="0" lang="zh-CN" altLang="en-US" sz="1300" smtClean="0">
                <a:ea typeface="宋体" panose="02010600030101010101" pitchFamily="2" charset="-122"/>
              </a:rPr>
              <a:pPr/>
              <a:t>70</a:t>
            </a:fld>
            <a:endParaRPr kumimoji="0" lang="en-US" altLang="zh-CN" sz="130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幻灯片图像占位符 1">
            <a:extLst>
              <a:ext uri="{FF2B5EF4-FFF2-40B4-BE49-F238E27FC236}">
                <a16:creationId xmlns:a16="http://schemas.microsoft.com/office/drawing/2014/main" id="{922C5AAB-6683-4816-9B3F-C9990B30417E}"/>
              </a:ext>
            </a:extLst>
          </p:cNvPr>
          <p:cNvSpPr>
            <a:spLocks noGrp="1" noRot="1" noChangeAspect="1" noChangeArrowheads="1" noTextEdit="1"/>
          </p:cNvSpPr>
          <p:nvPr>
            <p:ph type="sldImg"/>
          </p:nvPr>
        </p:nvSpPr>
        <p:spPr>
          <a:ln/>
        </p:spPr>
      </p:sp>
      <p:sp>
        <p:nvSpPr>
          <p:cNvPr id="115714" name="备注占位符 2">
            <a:extLst>
              <a:ext uri="{FF2B5EF4-FFF2-40B4-BE49-F238E27FC236}">
                <a16:creationId xmlns:a16="http://schemas.microsoft.com/office/drawing/2014/main" id="{C0BEE4BB-E2EE-47EC-ACB4-72CDCE8C9FF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5715" name="灯片编号占位符 3">
            <a:extLst>
              <a:ext uri="{FF2B5EF4-FFF2-40B4-BE49-F238E27FC236}">
                <a16:creationId xmlns:a16="http://schemas.microsoft.com/office/drawing/2014/main" id="{6B149CB3-9916-41CD-B784-0CB3D498487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4BBA131-8691-465C-A815-81661F8C7B66}" type="slidenum">
              <a:rPr kumimoji="0" lang="zh-CN" altLang="en-US" sz="1300" smtClean="0">
                <a:ea typeface="宋体" panose="02010600030101010101" pitchFamily="2" charset="-122"/>
              </a:rPr>
              <a:pPr/>
              <a:t>71</a:t>
            </a:fld>
            <a:endParaRPr kumimoji="0" lang="en-US" altLang="zh-CN" sz="130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a:extLst>
              <a:ext uri="{FF2B5EF4-FFF2-40B4-BE49-F238E27FC236}">
                <a16:creationId xmlns:a16="http://schemas.microsoft.com/office/drawing/2014/main" id="{F92E1C3D-5E89-4D4B-87F5-537F2CD46403}"/>
              </a:ext>
            </a:extLst>
          </p:cNvPr>
          <p:cNvSpPr>
            <a:spLocks noGrp="1" noRot="1" noChangeAspect="1" noChangeArrowheads="1" noTextEdit="1"/>
          </p:cNvSpPr>
          <p:nvPr>
            <p:ph type="sldImg"/>
          </p:nvPr>
        </p:nvSpPr>
        <p:spPr>
          <a:ln/>
        </p:spPr>
      </p:sp>
      <p:sp>
        <p:nvSpPr>
          <p:cNvPr id="117762" name="备注占位符 2">
            <a:extLst>
              <a:ext uri="{FF2B5EF4-FFF2-40B4-BE49-F238E27FC236}">
                <a16:creationId xmlns:a16="http://schemas.microsoft.com/office/drawing/2014/main" id="{300A0910-587F-4DA1-A013-BFBD88BEAC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3" name="灯片编号占位符 3">
            <a:extLst>
              <a:ext uri="{FF2B5EF4-FFF2-40B4-BE49-F238E27FC236}">
                <a16:creationId xmlns:a16="http://schemas.microsoft.com/office/drawing/2014/main" id="{E9419794-8777-49A7-A28D-38707586B0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C66C3B2-80EA-4149-8AEB-063D976A6463}" type="slidenum">
              <a:rPr kumimoji="0" lang="zh-CN" altLang="en-US" sz="1300" smtClean="0">
                <a:ea typeface="宋体" panose="02010600030101010101" pitchFamily="2" charset="-122"/>
              </a:rPr>
              <a:pPr/>
              <a:t>72</a:t>
            </a:fld>
            <a:endParaRPr kumimoji="0" lang="en-US" altLang="zh-CN" sz="130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幻灯片图像占位符 1">
            <a:extLst>
              <a:ext uri="{FF2B5EF4-FFF2-40B4-BE49-F238E27FC236}">
                <a16:creationId xmlns:a16="http://schemas.microsoft.com/office/drawing/2014/main" id="{13CB0C05-EC61-4214-BBB1-27E4C726E190}"/>
              </a:ext>
            </a:extLst>
          </p:cNvPr>
          <p:cNvSpPr>
            <a:spLocks noGrp="1" noRot="1" noChangeAspect="1" noChangeArrowheads="1" noTextEdit="1"/>
          </p:cNvSpPr>
          <p:nvPr>
            <p:ph type="sldImg"/>
          </p:nvPr>
        </p:nvSpPr>
        <p:spPr>
          <a:ln/>
        </p:spPr>
      </p:sp>
      <p:sp>
        <p:nvSpPr>
          <p:cNvPr id="154626" name="备注占位符 2">
            <a:extLst>
              <a:ext uri="{FF2B5EF4-FFF2-40B4-BE49-F238E27FC236}">
                <a16:creationId xmlns:a16="http://schemas.microsoft.com/office/drawing/2014/main" id="{40FAB80F-D56C-4AE0-9852-F4FB34F845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ea typeface="宋体" panose="02010600030101010101" pitchFamily="2" charset="-122"/>
            </a:endParaRPr>
          </a:p>
        </p:txBody>
      </p:sp>
      <p:sp>
        <p:nvSpPr>
          <p:cNvPr id="154627" name="灯片编号占位符 3">
            <a:extLst>
              <a:ext uri="{FF2B5EF4-FFF2-40B4-BE49-F238E27FC236}">
                <a16:creationId xmlns:a16="http://schemas.microsoft.com/office/drawing/2014/main" id="{9ACAAEBE-B443-4C95-B495-5A363524EA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35362EE8-4EB0-4FB8-80E6-D20465925995}" type="slidenum">
              <a:rPr kumimoji="0" lang="zh-CN" altLang="en-US" sz="1300" smtClean="0">
                <a:ea typeface="宋体" panose="02010600030101010101" pitchFamily="2" charset="-122"/>
              </a:rPr>
              <a:pPr/>
              <a:t>75</a:t>
            </a:fld>
            <a:endParaRPr kumimoji="0" lang="en-US" altLang="zh-CN" sz="130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幻灯片图像占位符 1">
            <a:extLst>
              <a:ext uri="{FF2B5EF4-FFF2-40B4-BE49-F238E27FC236}">
                <a16:creationId xmlns:a16="http://schemas.microsoft.com/office/drawing/2014/main" id="{D6D951D2-F60D-4F7A-A0E2-6CDF13AD24ED}"/>
              </a:ext>
            </a:extLst>
          </p:cNvPr>
          <p:cNvSpPr>
            <a:spLocks noGrp="1" noRot="1" noChangeAspect="1" noChangeArrowheads="1" noTextEdit="1"/>
          </p:cNvSpPr>
          <p:nvPr>
            <p:ph type="sldImg"/>
          </p:nvPr>
        </p:nvSpPr>
        <p:spPr>
          <a:ln/>
        </p:spPr>
      </p:sp>
      <p:sp>
        <p:nvSpPr>
          <p:cNvPr id="155650" name="备注占位符 2">
            <a:extLst>
              <a:ext uri="{FF2B5EF4-FFF2-40B4-BE49-F238E27FC236}">
                <a16:creationId xmlns:a16="http://schemas.microsoft.com/office/drawing/2014/main" id="{47B87AB5-5153-4CC5-9A5E-1A6541EAEC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5651" name="灯片编号占位符 3">
            <a:extLst>
              <a:ext uri="{FF2B5EF4-FFF2-40B4-BE49-F238E27FC236}">
                <a16:creationId xmlns:a16="http://schemas.microsoft.com/office/drawing/2014/main" id="{9E65843E-9683-482B-ADBE-794E8999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3DDD7492-7BC7-410E-B8FA-27E8A841DEBE}" type="slidenum">
              <a:rPr kumimoji="0" lang="zh-CN" altLang="en-US" sz="1300" smtClean="0">
                <a:ea typeface="宋体" panose="02010600030101010101" pitchFamily="2" charset="-122"/>
              </a:rPr>
              <a:pPr/>
              <a:t>76</a:t>
            </a:fld>
            <a:endParaRPr kumimoji="0" lang="en-US" altLang="zh-CN" sz="130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幻灯片图像占位符 1">
            <a:extLst>
              <a:ext uri="{FF2B5EF4-FFF2-40B4-BE49-F238E27FC236}">
                <a16:creationId xmlns:a16="http://schemas.microsoft.com/office/drawing/2014/main" id="{D65E5EB0-E9D7-450A-BC8B-7601B3AA8C13}"/>
              </a:ext>
            </a:extLst>
          </p:cNvPr>
          <p:cNvSpPr>
            <a:spLocks noGrp="1" noRot="1" noChangeAspect="1" noChangeArrowheads="1" noTextEdit="1"/>
          </p:cNvSpPr>
          <p:nvPr>
            <p:ph type="sldImg"/>
          </p:nvPr>
        </p:nvSpPr>
        <p:spPr>
          <a:ln/>
        </p:spPr>
      </p:sp>
      <p:sp>
        <p:nvSpPr>
          <p:cNvPr id="123906" name="备注占位符 2">
            <a:extLst>
              <a:ext uri="{FF2B5EF4-FFF2-40B4-BE49-F238E27FC236}">
                <a16:creationId xmlns:a16="http://schemas.microsoft.com/office/drawing/2014/main" id="{CC0A4CC4-21B1-41D5-9278-9F4970E65E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3907" name="灯片编号占位符 3">
            <a:extLst>
              <a:ext uri="{FF2B5EF4-FFF2-40B4-BE49-F238E27FC236}">
                <a16:creationId xmlns:a16="http://schemas.microsoft.com/office/drawing/2014/main" id="{E288BB29-E194-4D7A-9441-183B671A85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7A7087C-D40C-42AF-A8B4-44ADD175DDC3}" type="slidenum">
              <a:rPr kumimoji="0" lang="zh-CN" altLang="en-US" sz="1300" smtClean="0">
                <a:ea typeface="宋体" panose="02010600030101010101" pitchFamily="2" charset="-122"/>
              </a:rPr>
              <a:pPr/>
              <a:t>77</a:t>
            </a:fld>
            <a:endParaRPr kumimoji="0" lang="en-US" altLang="zh-CN" sz="130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幻灯片图像占位符 1">
            <a:extLst>
              <a:ext uri="{FF2B5EF4-FFF2-40B4-BE49-F238E27FC236}">
                <a16:creationId xmlns:a16="http://schemas.microsoft.com/office/drawing/2014/main" id="{70962198-DBBD-4604-A3BF-883A2A37DBA3}"/>
              </a:ext>
            </a:extLst>
          </p:cNvPr>
          <p:cNvSpPr>
            <a:spLocks noGrp="1" noRot="1" noChangeAspect="1" noChangeArrowheads="1" noTextEdit="1"/>
          </p:cNvSpPr>
          <p:nvPr>
            <p:ph type="sldImg"/>
          </p:nvPr>
        </p:nvSpPr>
        <p:spPr>
          <a:ln/>
        </p:spPr>
      </p:sp>
      <p:sp>
        <p:nvSpPr>
          <p:cNvPr id="125954" name="备注占位符 2">
            <a:extLst>
              <a:ext uri="{FF2B5EF4-FFF2-40B4-BE49-F238E27FC236}">
                <a16:creationId xmlns:a16="http://schemas.microsoft.com/office/drawing/2014/main" id="{9362B1C9-6B5B-4D7D-AE71-418687DFB3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5955" name="灯片编号占位符 3">
            <a:extLst>
              <a:ext uri="{FF2B5EF4-FFF2-40B4-BE49-F238E27FC236}">
                <a16:creationId xmlns:a16="http://schemas.microsoft.com/office/drawing/2014/main" id="{429FEE89-A33C-421E-9492-822A6348BAD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67ABA14-1177-4F47-BA42-2D17F273007F}" type="slidenum">
              <a:rPr kumimoji="0" lang="zh-CN" altLang="en-US" sz="1300" smtClean="0">
                <a:solidFill>
                  <a:srgbClr val="000000"/>
                </a:solidFill>
                <a:ea typeface="宋体" panose="02010600030101010101" pitchFamily="2" charset="-122"/>
              </a:rPr>
              <a:pPr/>
              <a:t>78</a:t>
            </a:fld>
            <a:endParaRPr kumimoji="0" lang="en-US" altLang="zh-CN" sz="1300">
              <a:solidFill>
                <a:srgbClr val="000000"/>
              </a:solidFill>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幻灯片图像占位符 1">
            <a:extLst>
              <a:ext uri="{FF2B5EF4-FFF2-40B4-BE49-F238E27FC236}">
                <a16:creationId xmlns:a16="http://schemas.microsoft.com/office/drawing/2014/main" id="{ED048144-86F7-48D9-8558-977E05E875DF}"/>
              </a:ext>
            </a:extLst>
          </p:cNvPr>
          <p:cNvSpPr>
            <a:spLocks noGrp="1" noRot="1" noChangeAspect="1" noChangeArrowheads="1" noTextEdit="1"/>
          </p:cNvSpPr>
          <p:nvPr>
            <p:ph type="sldImg"/>
          </p:nvPr>
        </p:nvSpPr>
        <p:spPr>
          <a:ln/>
        </p:spPr>
      </p:sp>
      <p:sp>
        <p:nvSpPr>
          <p:cNvPr id="156674" name="备注占位符 2">
            <a:extLst>
              <a:ext uri="{FF2B5EF4-FFF2-40B4-BE49-F238E27FC236}">
                <a16:creationId xmlns:a16="http://schemas.microsoft.com/office/drawing/2014/main" id="{3E394DB8-672D-45DA-9BE4-15E5295923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6675" name="灯片编号占位符 3">
            <a:extLst>
              <a:ext uri="{FF2B5EF4-FFF2-40B4-BE49-F238E27FC236}">
                <a16:creationId xmlns:a16="http://schemas.microsoft.com/office/drawing/2014/main" id="{12A8D283-EA33-49ED-A113-776E7E99D4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BF5070B-9C11-4616-B815-980493287810}" type="slidenum">
              <a:rPr kumimoji="0" lang="zh-CN" altLang="en-US" sz="1300" smtClean="0">
                <a:ea typeface="宋体" panose="02010600030101010101" pitchFamily="2" charset="-122"/>
              </a:rPr>
              <a:pPr/>
              <a:t>84</a:t>
            </a:fld>
            <a:endParaRPr kumimoji="0" lang="en-US" altLang="zh-CN" sz="130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幻灯片图像占位符 1">
            <a:extLst>
              <a:ext uri="{FF2B5EF4-FFF2-40B4-BE49-F238E27FC236}">
                <a16:creationId xmlns:a16="http://schemas.microsoft.com/office/drawing/2014/main" id="{A2793371-C73F-4706-81F6-E347682713F7}"/>
              </a:ext>
            </a:extLst>
          </p:cNvPr>
          <p:cNvSpPr>
            <a:spLocks noGrp="1" noRot="1" noChangeAspect="1" noChangeArrowheads="1" noTextEdit="1"/>
          </p:cNvSpPr>
          <p:nvPr>
            <p:ph type="sldImg"/>
          </p:nvPr>
        </p:nvSpPr>
        <p:spPr>
          <a:ln/>
        </p:spPr>
      </p:sp>
      <p:sp>
        <p:nvSpPr>
          <p:cNvPr id="157698" name="备注占位符 2">
            <a:extLst>
              <a:ext uri="{FF2B5EF4-FFF2-40B4-BE49-F238E27FC236}">
                <a16:creationId xmlns:a16="http://schemas.microsoft.com/office/drawing/2014/main" id="{25EE840D-1667-4321-B164-B73838A62E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7699" name="灯片编号占位符 3">
            <a:extLst>
              <a:ext uri="{FF2B5EF4-FFF2-40B4-BE49-F238E27FC236}">
                <a16:creationId xmlns:a16="http://schemas.microsoft.com/office/drawing/2014/main" id="{D119D9DB-8055-419D-AD43-4613029086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39FF0780-4A8B-46D5-B453-9DBC290DC0A2}" type="slidenum">
              <a:rPr kumimoji="0" lang="zh-CN" altLang="en-US" sz="1300" smtClean="0">
                <a:ea typeface="宋体" panose="02010600030101010101" pitchFamily="2" charset="-122"/>
              </a:rPr>
              <a:pPr/>
              <a:t>86</a:t>
            </a:fld>
            <a:endParaRPr kumimoji="0" lang="en-US" altLang="zh-CN" sz="130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幻灯片图像占位符 1">
            <a:extLst>
              <a:ext uri="{FF2B5EF4-FFF2-40B4-BE49-F238E27FC236}">
                <a16:creationId xmlns:a16="http://schemas.microsoft.com/office/drawing/2014/main" id="{6635E0DD-E0AA-49BF-9902-2981D9CDCB41}"/>
              </a:ext>
            </a:extLst>
          </p:cNvPr>
          <p:cNvSpPr>
            <a:spLocks noGrp="1" noRot="1" noChangeAspect="1" noChangeArrowheads="1" noTextEdit="1"/>
          </p:cNvSpPr>
          <p:nvPr>
            <p:ph type="sldImg"/>
          </p:nvPr>
        </p:nvSpPr>
        <p:spPr>
          <a:ln/>
        </p:spPr>
      </p:sp>
      <p:sp>
        <p:nvSpPr>
          <p:cNvPr id="139266" name="备注占位符 2">
            <a:extLst>
              <a:ext uri="{FF2B5EF4-FFF2-40B4-BE49-F238E27FC236}">
                <a16:creationId xmlns:a16="http://schemas.microsoft.com/office/drawing/2014/main" id="{6BD2E1B3-C16D-4BE2-8764-FFDF18B359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9267" name="灯片编号占位符 3">
            <a:extLst>
              <a:ext uri="{FF2B5EF4-FFF2-40B4-BE49-F238E27FC236}">
                <a16:creationId xmlns:a16="http://schemas.microsoft.com/office/drawing/2014/main" id="{8540A53B-CB6A-42B6-BB16-3A45F44063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00B83EC-59CF-4999-825D-E1DE649D2559}" type="slidenum">
              <a:rPr kumimoji="0" lang="zh-CN" altLang="en-US" sz="1300" smtClean="0">
                <a:ea typeface="宋体" panose="02010600030101010101" pitchFamily="2" charset="-122"/>
              </a:rPr>
              <a:pPr/>
              <a:t>90</a:t>
            </a:fld>
            <a:endParaRPr kumimoji="0" lang="en-US" altLang="zh-CN" sz="130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幻灯片图像占位符 1">
            <a:extLst>
              <a:ext uri="{FF2B5EF4-FFF2-40B4-BE49-F238E27FC236}">
                <a16:creationId xmlns:a16="http://schemas.microsoft.com/office/drawing/2014/main" id="{811EFF60-CC95-4F92-B9D1-9B5D36AB8401}"/>
              </a:ext>
            </a:extLst>
          </p:cNvPr>
          <p:cNvSpPr>
            <a:spLocks noGrp="1" noRot="1" noChangeAspect="1" noChangeArrowheads="1" noTextEdit="1"/>
          </p:cNvSpPr>
          <p:nvPr>
            <p:ph type="sldImg"/>
          </p:nvPr>
        </p:nvSpPr>
        <p:spPr>
          <a:ln/>
        </p:spPr>
      </p:sp>
      <p:sp>
        <p:nvSpPr>
          <p:cNvPr id="146434" name="备注占位符 2">
            <a:extLst>
              <a:ext uri="{FF2B5EF4-FFF2-40B4-BE49-F238E27FC236}">
                <a16:creationId xmlns:a16="http://schemas.microsoft.com/office/drawing/2014/main" id="{F012DD40-4F15-4766-86B8-AA8450DE66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6435" name="灯片编号占位符 3">
            <a:extLst>
              <a:ext uri="{FF2B5EF4-FFF2-40B4-BE49-F238E27FC236}">
                <a16:creationId xmlns:a16="http://schemas.microsoft.com/office/drawing/2014/main" id="{5E14162A-45F0-4833-832F-CEC64A606AA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D5BE547E-2C80-4211-B2C1-07AE72C4CF9F}" type="slidenum">
              <a:rPr kumimoji="0" lang="zh-CN" altLang="en-US" sz="1300" smtClean="0">
                <a:ea typeface="宋体" panose="02010600030101010101" pitchFamily="2" charset="-122"/>
              </a:rPr>
              <a:pPr/>
              <a:t>96</a:t>
            </a:fld>
            <a:endParaRPr kumimoji="0" lang="en-US" altLang="zh-CN" sz="130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7">
            <a:extLst>
              <a:ext uri="{FF2B5EF4-FFF2-40B4-BE49-F238E27FC236}">
                <a16:creationId xmlns:a16="http://schemas.microsoft.com/office/drawing/2014/main" id="{10E6B0AB-B97F-4287-AEF4-3B4122DF29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67423BA-A235-4427-A56A-E0D12CB02869}" type="slidenum">
              <a:rPr lang="zh-CN" altLang="en-US" sz="1300" smtClean="0"/>
              <a:pPr>
                <a:spcBef>
                  <a:spcPct val="0"/>
                </a:spcBef>
              </a:pPr>
              <a:t>99</a:t>
            </a:fld>
            <a:endParaRPr lang="en-US" altLang="zh-CN" sz="1300"/>
          </a:p>
        </p:txBody>
      </p:sp>
      <p:sp>
        <p:nvSpPr>
          <p:cNvPr id="150530" name="Rectangle 2">
            <a:extLst>
              <a:ext uri="{FF2B5EF4-FFF2-40B4-BE49-F238E27FC236}">
                <a16:creationId xmlns:a16="http://schemas.microsoft.com/office/drawing/2014/main" id="{BD6708AF-43CC-48FA-BE43-D48F3D6D19B4}"/>
              </a:ext>
            </a:extLst>
          </p:cNvPr>
          <p:cNvSpPr>
            <a:spLocks noGrp="1" noChangeArrowheads="1"/>
          </p:cNvSpPr>
          <p:nvPr>
            <p:ph type="body" idx="1"/>
          </p:nvPr>
        </p:nvSpPr>
        <p:spPr>
          <a:xfrm>
            <a:off x="946150" y="4860925"/>
            <a:ext cx="5211763" cy="46085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048" tIns="48163" rIns="98048" bIns="48163"/>
          <a:lstStyle/>
          <a:p>
            <a:pPr eaLnBrk="1" hangingPunct="1"/>
            <a:endParaRPr lang="zh-CN" altLang="en-US"/>
          </a:p>
        </p:txBody>
      </p:sp>
      <p:sp>
        <p:nvSpPr>
          <p:cNvPr id="150531" name="Rectangle 3">
            <a:extLst>
              <a:ext uri="{FF2B5EF4-FFF2-40B4-BE49-F238E27FC236}">
                <a16:creationId xmlns:a16="http://schemas.microsoft.com/office/drawing/2014/main" id="{120A88AA-B3E1-43F3-B8A8-D3A5F116EF5C}"/>
              </a:ext>
            </a:extLst>
          </p:cNvPr>
          <p:cNvSpPr>
            <a:spLocks noGrp="1" noRot="1" noChangeAspect="1" noChangeArrowheads="1" noTextEdit="1"/>
          </p:cNvSpPr>
          <p:nvPr>
            <p:ph type="sldImg"/>
          </p:nvPr>
        </p:nvSpPr>
        <p:spPr>
          <a:xfrm>
            <a:off x="992188" y="765175"/>
            <a:ext cx="5121275" cy="3840163"/>
          </a:xfrm>
          <a:ln w="12700" cap="flat">
            <a:solidFill>
              <a:schemeClr val="tx1"/>
            </a:solid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5" name="标题 4">
            <a:extLst>
              <a:ext uri="{FF2B5EF4-FFF2-40B4-BE49-F238E27FC236}">
                <a16:creationId xmlns:a16="http://schemas.microsoft.com/office/drawing/2014/main" id="{90F341F0-C5D0-4113-A763-7745C10E1D62}"/>
              </a:ext>
            </a:extLst>
          </p:cNvPr>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176215"/>
            <a:ext cx="8382000" cy="5435600"/>
          </a:xfrm>
        </p:spPr>
        <p:txBody>
          <a:bodyPr/>
          <a:lstStyle>
            <a:lvl1pPr marL="254000" indent="-254000">
              <a:buClr>
                <a:srgbClr val="CC3300"/>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9900CC"/>
              </a:buClr>
              <a:buSzPct val="70000"/>
              <a:buFont typeface="Wingdings" panose="05000000000000000000" pitchFamily="2" charset="2"/>
              <a:buChar char="p"/>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标题 3">
            <a:extLst>
              <a:ext uri="{FF2B5EF4-FFF2-40B4-BE49-F238E27FC236}">
                <a16:creationId xmlns:a16="http://schemas.microsoft.com/office/drawing/2014/main" id="{7FEBFC5E-9E13-46F0-8633-BDB317132D79}"/>
              </a:ext>
            </a:extLst>
          </p:cNvPr>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81000"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标题 4">
            <a:extLst>
              <a:ext uri="{FF2B5EF4-FFF2-40B4-BE49-F238E27FC236}">
                <a16:creationId xmlns:a16="http://schemas.microsoft.com/office/drawing/2014/main" id="{9597F0C3-A318-4553-B8BD-ED7E6FB91E5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
        <p:nvSpPr>
          <p:cNvPr id="7" name="Content Placeholder 2">
            <a:extLst>
              <a:ext uri="{FF2B5EF4-FFF2-40B4-BE49-F238E27FC236}">
                <a16:creationId xmlns:a16="http://schemas.microsoft.com/office/drawing/2014/main" id="{B944CF63-DA67-46B4-8F87-CA4DEAD3C484}"/>
              </a:ext>
            </a:extLst>
          </p:cNvPr>
          <p:cNvSpPr>
            <a:spLocks noGrp="1"/>
          </p:cNvSpPr>
          <p:nvPr>
            <p:ph sz="half" idx="10" hasCustomPrompt="1"/>
          </p:nvPr>
        </p:nvSpPr>
        <p:spPr>
          <a:xfrm>
            <a:off x="4648202"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1016"/>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457200" y="1814961"/>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3"/>
          </p:nvPr>
        </p:nvSpPr>
        <p:spPr>
          <a:xfrm>
            <a:off x="4645025" y="1141016"/>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4645025" y="1814961"/>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标题 6">
            <a:extLst>
              <a:ext uri="{FF2B5EF4-FFF2-40B4-BE49-F238E27FC236}">
                <a16:creationId xmlns:a16="http://schemas.microsoft.com/office/drawing/2014/main" id="{DB40FF33-5231-42C5-90B8-C122EBA1E486}"/>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EF578A-1D69-45F6-BF33-CD682E4B9B0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spcBef>
                <a:spcPts val="600"/>
              </a:spcBef>
              <a:defRPr>
                <a:latin typeface="Times New Roman" panose="02020603050405020304" pitchFamily="18" charset="0"/>
                <a:cs typeface="Times New Roman" panose="02020603050405020304" pitchFamily="18" charset="0"/>
              </a:defRPr>
            </a:lvl2pPr>
            <a:lvl3pPr>
              <a:spcBef>
                <a:spcPts val="600"/>
              </a:spcBef>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106799473"/>
      </p:ext>
    </p:extLst>
  </p:cSld>
  <p:clrMapOvr>
    <a:masterClrMapping/>
  </p:clrMapOvr>
  <p:transition spd="med">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FD3EC086-B315-4F77-A58A-D9BA1622EB37}"/>
              </a:ext>
            </a:extLst>
          </p:cNvPr>
          <p:cNvSpPr>
            <a:spLocks noChangeArrowheads="1"/>
          </p:cNvSpPr>
          <p:nvPr/>
        </p:nvSpPr>
        <p:spPr bwMode="auto">
          <a:xfrm>
            <a:off x="7772400" y="6570663"/>
            <a:ext cx="1143000" cy="254000"/>
          </a:xfrm>
          <a:prstGeom prst="rect">
            <a:avLst/>
          </a:prstGeom>
          <a:noFill/>
          <a:ln w="12700">
            <a:noFill/>
            <a:miter lim="800000"/>
            <a:headEnd/>
            <a:tailEnd/>
          </a:ln>
          <a:effectLst/>
        </p:spPr>
        <p:txBody>
          <a:bodyPr lIns="90488" tIns="44450" rIns="90488" bIns="44450">
            <a:spAutoFit/>
          </a:bodyPr>
          <a:lstStyle>
            <a:lvl1pPr defTabSz="403225"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defTabSz="403225"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defTabSz="403225"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defTabSz="403225"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defTabSz="403225"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algn="ctr" defTabSz="403225"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6pPr>
            <a:lvl7pPr marL="2971800" indent="-228600" algn="ctr" defTabSz="403225"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7pPr>
            <a:lvl8pPr marL="3429000" indent="-228600" algn="ctr" defTabSz="403225"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8pPr>
            <a:lvl9pPr marL="3886200" indent="-228600" algn="ctr" defTabSz="403225"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0000"/>
              </a:lnSpc>
              <a:defRPr/>
            </a:pPr>
            <a:r>
              <a:rPr kumimoji="0" lang="en-US" altLang="zh-CN" sz="1200">
                <a:effectLst>
                  <a:outerShdw blurRad="38100" dist="38100" dir="2700000" algn="tl">
                    <a:srgbClr val="C0C0C0"/>
                  </a:outerShdw>
                </a:effectLst>
                <a:latin typeface="Arial" panose="020B0604020202020204" pitchFamily="34" charset="0"/>
                <a:ea typeface="宋体" panose="02010600030101010101" pitchFamily="2" charset="-122"/>
              </a:rPr>
              <a:t> </a:t>
            </a:r>
            <a:fld id="{184C5EA9-9D4F-4584-8274-2D98B706BBFA}" type="slidenum">
              <a:rPr kumimoji="0" lang="en-US" altLang="zh-CN" sz="1200" smtClean="0">
                <a:latin typeface="Rotis Sans Serif for Nokia" pitchFamily="2" charset="0"/>
                <a:ea typeface="宋体" panose="02010600030101010101" pitchFamily="2" charset="-122"/>
              </a:rPr>
              <a:pPr algn="ctr">
                <a:lnSpc>
                  <a:spcPct val="90000"/>
                </a:lnSpc>
                <a:defRPr/>
              </a:pPr>
              <a:t>‹#›</a:t>
            </a:fld>
            <a:endParaRPr kumimoji="0" lang="en-US" altLang="zh-CN" sz="1200">
              <a:latin typeface="Rotis Sans Serif for Nokia" pitchFamily="2" charset="0"/>
              <a:ea typeface="宋体" panose="02010600030101010101" pitchFamily="2" charset="-122"/>
            </a:endParaRPr>
          </a:p>
        </p:txBody>
      </p:sp>
      <p:pic>
        <p:nvPicPr>
          <p:cNvPr id="5" name="Picture 5" descr="BUPTicon">
            <a:extLst>
              <a:ext uri="{FF2B5EF4-FFF2-40B4-BE49-F238E27FC236}">
                <a16:creationId xmlns:a16="http://schemas.microsoft.com/office/drawing/2014/main" id="{25C6AAD4-66AC-4914-A413-1A138C376E6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21650" y="115888"/>
            <a:ext cx="95885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bupt">
            <a:extLst>
              <a:ext uri="{FF2B5EF4-FFF2-40B4-BE49-F238E27FC236}">
                <a16:creationId xmlns:a16="http://schemas.microsoft.com/office/drawing/2014/main" id="{BE68EF21-5B8B-48D2-866D-8AFFAB388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3063" y="9525"/>
            <a:ext cx="1116012"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02" name="Rectangle 2"/>
          <p:cNvSpPr>
            <a:spLocks noGrp="1" noChangeArrowheads="1"/>
          </p:cNvSpPr>
          <p:nvPr>
            <p:ph type="subTitle" idx="1"/>
          </p:nvPr>
        </p:nvSpPr>
        <p:spPr>
          <a:xfrm>
            <a:off x="1371600" y="3386126"/>
            <a:ext cx="6400800" cy="1752600"/>
          </a:xfrm>
        </p:spPr>
        <p:txBody>
          <a:bodyPr/>
          <a:lstStyle>
            <a:lvl1pPr marL="0" indent="0" algn="ctr">
              <a:buFont typeface="Wingdings 2" pitchFamily="18" charset="2"/>
              <a:buNone/>
              <a:defRPr/>
            </a:lvl1pPr>
          </a:lstStyle>
          <a:p>
            <a:r>
              <a:rPr lang="zh-CN" altLang="en-US"/>
              <a:t>单击此处编辑母版副标题样式</a:t>
            </a:r>
          </a:p>
        </p:txBody>
      </p:sp>
      <p:sp>
        <p:nvSpPr>
          <p:cNvPr id="307203" name="Rectangle 3"/>
          <p:cNvSpPr>
            <a:spLocks noGrp="1" noChangeArrowheads="1"/>
          </p:cNvSpPr>
          <p:nvPr>
            <p:ph type="ctrTitle"/>
          </p:nvPr>
        </p:nvSpPr>
        <p:spPr>
          <a:xfrm>
            <a:off x="685800" y="1785926"/>
            <a:ext cx="7772400" cy="1143000"/>
          </a:xfrm>
        </p:spPr>
        <p:txBody>
          <a:bodyPr/>
          <a:lstStyle>
            <a:lvl1pPr algn="l">
              <a:defRPr/>
            </a:lvl1pPr>
          </a:lstStyle>
          <a:p>
            <a:r>
              <a:rPr lang="zh-CN" altLang="en-US"/>
              <a:t>单击此处编辑母版标题样式</a:t>
            </a:r>
          </a:p>
        </p:txBody>
      </p:sp>
    </p:spTree>
    <p:extLst>
      <p:ext uri="{BB962C8B-B14F-4D97-AF65-F5344CB8AC3E}">
        <p14:creationId xmlns:p14="http://schemas.microsoft.com/office/powerpoint/2010/main" val="1788727040"/>
      </p:ext>
    </p:extLst>
  </p:cSld>
  <p:clrMapOvr>
    <a:masterClrMapping/>
  </p:clrMapOvr>
  <p:transition spd="med">
    <p:pull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981075"/>
            <a:ext cx="4316412"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81075"/>
            <a:ext cx="4316413"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a:extLst>
              <a:ext uri="{FF2B5EF4-FFF2-40B4-BE49-F238E27FC236}">
                <a16:creationId xmlns:a16="http://schemas.microsoft.com/office/drawing/2014/main" id="{C0B6E73C-D7A9-4456-8475-0072E6667615}"/>
              </a:ext>
            </a:extLst>
          </p:cNvPr>
          <p:cNvSpPr>
            <a:spLocks noGrp="1"/>
          </p:cNvSpPr>
          <p:nvPr>
            <p:ph type="ftr" sz="quarter" idx="10"/>
          </p:nvPr>
        </p:nvSpPr>
        <p:spPr>
          <a:xfrm>
            <a:off x="2209800" y="6453188"/>
            <a:ext cx="4724400" cy="346075"/>
          </a:xfrm>
          <a:prstGeom prst="rect">
            <a:avLst/>
          </a:prstGeom>
        </p:spPr>
        <p:txBody>
          <a:bodyPr/>
          <a:lstStyle>
            <a:lvl1pPr>
              <a:defRPr/>
            </a:lvl1pPr>
          </a:lstStyle>
          <a:p>
            <a:r>
              <a:rPr lang="zh-CN" altLang="en-US"/>
              <a:t>计算机学院 体系结构中心</a:t>
            </a:r>
          </a:p>
        </p:txBody>
      </p:sp>
    </p:spTree>
    <p:extLst>
      <p:ext uri="{BB962C8B-B14F-4D97-AF65-F5344CB8AC3E}">
        <p14:creationId xmlns:p14="http://schemas.microsoft.com/office/powerpoint/2010/main" val="1465382298"/>
      </p:ext>
    </p:extLst>
  </p:cSld>
  <p:clrMapOvr>
    <a:masterClrMapping/>
  </p:clrMapOvr>
  <p:transition spd="med">
    <p:pull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5" name="标题 4">
            <a:extLst>
              <a:ext uri="{FF2B5EF4-FFF2-40B4-BE49-F238E27FC236}">
                <a16:creationId xmlns:a16="http://schemas.microsoft.com/office/drawing/2014/main" id="{90F341F0-C5D0-4113-A763-7745C10E1D62}"/>
              </a:ext>
            </a:extLst>
          </p:cNvPr>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extLst>
      <p:ext uri="{BB962C8B-B14F-4D97-AF65-F5344CB8AC3E}">
        <p14:creationId xmlns:p14="http://schemas.microsoft.com/office/powerpoint/2010/main" val="335961988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176215"/>
            <a:ext cx="8382000" cy="5435600"/>
          </a:xfrm>
        </p:spPr>
        <p:txBody>
          <a:bodyPr/>
          <a:lstStyle>
            <a:lvl1pPr marL="254000" indent="-254000">
              <a:buClr>
                <a:srgbClr val="003399"/>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003399"/>
              </a:buClr>
              <a:buSzPct val="70000"/>
              <a:buFont typeface="Wingdings" panose="05000000000000000000" pitchFamily="2" charset="2"/>
              <a:buChar char="p"/>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标题 3">
            <a:extLst>
              <a:ext uri="{FF2B5EF4-FFF2-40B4-BE49-F238E27FC236}">
                <a16:creationId xmlns:a16="http://schemas.microsoft.com/office/drawing/2014/main" id="{7FEBFC5E-9E13-46F0-8633-BDB317132D79}"/>
              </a:ext>
            </a:extLst>
          </p:cNvPr>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extLst>
      <p:ext uri="{BB962C8B-B14F-4D97-AF65-F5344CB8AC3E}">
        <p14:creationId xmlns:p14="http://schemas.microsoft.com/office/powerpoint/2010/main" val="212278339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3009033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81000"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标题 4">
            <a:extLst>
              <a:ext uri="{FF2B5EF4-FFF2-40B4-BE49-F238E27FC236}">
                <a16:creationId xmlns:a16="http://schemas.microsoft.com/office/drawing/2014/main" id="{9597F0C3-A318-4553-B8BD-ED7E6FB91E5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
        <p:nvSpPr>
          <p:cNvPr id="6" name="Content Placeholder 2">
            <a:extLst>
              <a:ext uri="{FF2B5EF4-FFF2-40B4-BE49-F238E27FC236}">
                <a16:creationId xmlns:a16="http://schemas.microsoft.com/office/drawing/2014/main" id="{902AEB10-BE87-4EE6-8A34-2BDAC8542DF3}"/>
              </a:ext>
            </a:extLst>
          </p:cNvPr>
          <p:cNvSpPr>
            <a:spLocks noGrp="1"/>
          </p:cNvSpPr>
          <p:nvPr>
            <p:ph sz="half" idx="10" hasCustomPrompt="1"/>
          </p:nvPr>
        </p:nvSpPr>
        <p:spPr>
          <a:xfrm>
            <a:off x="4648202"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6769871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1523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457200" y="185499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3"/>
          </p:nvPr>
        </p:nvSpPr>
        <p:spPr>
          <a:xfrm>
            <a:off x="4645025" y="121523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hasCustomPrompt="1"/>
          </p:nvPr>
        </p:nvSpPr>
        <p:spPr>
          <a:xfrm>
            <a:off x="4645025" y="1854994"/>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标题 6">
            <a:extLst>
              <a:ext uri="{FF2B5EF4-FFF2-40B4-BE49-F238E27FC236}">
                <a16:creationId xmlns:a16="http://schemas.microsoft.com/office/drawing/2014/main" id="{DB40FF33-5231-42C5-90B8-C122EBA1E486}"/>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extLst>
      <p:ext uri="{BB962C8B-B14F-4D97-AF65-F5344CB8AC3E}">
        <p14:creationId xmlns:p14="http://schemas.microsoft.com/office/powerpoint/2010/main" val="208841507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EF578A-1D69-45F6-BF33-CD682E4B9B0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extLst>
      <p:ext uri="{BB962C8B-B14F-4D97-AF65-F5344CB8AC3E}">
        <p14:creationId xmlns:p14="http://schemas.microsoft.com/office/powerpoint/2010/main" val="350506905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091684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4985102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72732816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173490032"/>
      </p:ext>
    </p:extLst>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jpe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dirty="0">
                <a:sym typeface="Calibri Bold" charset="0"/>
              </a:rPr>
              <a:t>Click to edit title style</a:t>
            </a: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headEnd/>
            <a:tailEnd/>
          </a:ln>
          <a:effectLst/>
        </p:spPr>
        <p:txBody>
          <a:bodyPr vert="horz" wrap="square" lIns="38100" tIns="38100" rIns="38100" bIns="38100" numCol="1" anchor="t" anchorCtr="0" compatLnSpc="1">
            <a:prstTxWarp prst="textNoShape">
              <a:avLst/>
            </a:prstTxWarp>
          </a:bodyPr>
          <a:lstStyle/>
          <a:p>
            <a:pPr lvl="0"/>
            <a:r>
              <a:rPr lang="en-US" dirty="0">
                <a:sym typeface="Calibri Bold" charset="0"/>
              </a:rPr>
              <a:t>Click to edit Master text styles</a:t>
            </a:r>
          </a:p>
          <a:p>
            <a:pPr lvl="1"/>
            <a:r>
              <a:rPr lang="en-US" dirty="0">
                <a:sym typeface="Calibri" charset="0"/>
              </a:rPr>
              <a:t>Second level</a:t>
            </a:r>
          </a:p>
          <a:p>
            <a:pPr lvl="2"/>
            <a:r>
              <a:rPr lang="en-US" dirty="0">
                <a:sym typeface="Calibri" charset="0"/>
              </a:rPr>
              <a:t>Third level</a:t>
            </a:r>
          </a:p>
          <a:p>
            <a:pPr lvl="3"/>
            <a:r>
              <a:rPr lang="en-US" dirty="0">
                <a:sym typeface="Calibri" charset="0"/>
              </a:rPr>
              <a:t>Fourth level</a:t>
            </a:r>
          </a:p>
        </p:txBody>
      </p:sp>
      <p:sp>
        <p:nvSpPr>
          <p:cNvPr id="4" name="Rectangle 3"/>
          <p:cNvSpPr/>
          <p:nvPr userDrawn="1"/>
        </p:nvSpPr>
        <p:spPr>
          <a:xfrm>
            <a:off x="8818144" y="6611779"/>
            <a:ext cx="338555"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mj-lt"/>
                <a:ea typeface="ＭＳ Ｐゴシック" pitchFamily="-96" charset="-128"/>
                <a:cs typeface="ＭＳ Ｐゴシック" pitchFamily="-96" charset="-128"/>
              </a:rPr>
              <a:pPr/>
              <a:t>‹#›</a:t>
            </a:fld>
            <a:endParaRPr lang="en-US" sz="1000" dirty="0">
              <a:latin typeface="+mj-lt"/>
            </a:endParaRP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endParaRPr lang="en-US"/>
          </a:p>
        </p:txBody>
      </p:sp>
      <p:sp>
        <p:nvSpPr>
          <p:cNvPr id="7" name="Text Box 32"/>
          <p:cNvSpPr txBox="1">
            <a:spLocks noChangeArrowheads="1"/>
          </p:cNvSpPr>
          <p:nvPr userDrawn="1"/>
        </p:nvSpPr>
        <p:spPr bwMode="auto">
          <a:xfrm>
            <a:off x="7111399" y="-22999"/>
            <a:ext cx="2025363" cy="276999"/>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25400">
                <a:solidFill>
                  <a:srgbClr val="CC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eaLnBrk="0" hangingPunct="0"/>
            <a:r>
              <a:rPr lang="en-US" altLang="en-US" sz="1200" b="1" dirty="0">
                <a:solidFill>
                  <a:srgbClr val="FFFFFF"/>
                </a:solidFill>
                <a:latin typeface="Times New Roman" pitchFamily="18" charset="0"/>
                <a:ea typeface="+mn-ea"/>
                <a:cs typeface="+mn-cs"/>
              </a:rPr>
              <a:t>School of Computer Science</a:t>
            </a:r>
          </a:p>
        </p:txBody>
      </p:sp>
      <p:pic>
        <p:nvPicPr>
          <p:cNvPr id="3" name="图片 2">
            <a:extLst>
              <a:ext uri="{FF2B5EF4-FFF2-40B4-BE49-F238E27FC236}">
                <a16:creationId xmlns:a16="http://schemas.microsoft.com/office/drawing/2014/main" id="{46C066EF-FA58-4E12-8EDB-8814C5AA69E9}"/>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pic>
        <p:nvPicPr>
          <p:cNvPr id="9" name="图片 8">
            <a:extLst>
              <a:ext uri="{FF2B5EF4-FFF2-40B4-BE49-F238E27FC236}">
                <a16:creationId xmlns:a16="http://schemas.microsoft.com/office/drawing/2014/main" id="{1B3B2342-1FE3-4F59-8CA3-7F4B24967CD7}"/>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6330014"/>
            <a:ext cx="503426" cy="520207"/>
          </a:xfrm>
          <a:prstGeom prst="rect">
            <a:avLst/>
          </a:prstGeom>
        </p:spPr>
      </p:pic>
      <p:sp>
        <p:nvSpPr>
          <p:cNvPr id="10" name="TextBox 4">
            <a:extLst>
              <a:ext uri="{FF2B5EF4-FFF2-40B4-BE49-F238E27FC236}">
                <a16:creationId xmlns:a16="http://schemas.microsoft.com/office/drawing/2014/main" id="{C9EFAE65-0CCB-4027-B00E-28603B0872C4}"/>
              </a:ext>
            </a:extLst>
          </p:cNvPr>
          <p:cNvSpPr txBox="1"/>
          <p:nvPr userDrawn="1"/>
        </p:nvSpPr>
        <p:spPr>
          <a:xfrm>
            <a:off x="503426" y="6585945"/>
            <a:ext cx="2340705" cy="261610"/>
          </a:xfrm>
          <a:prstGeom prst="rect">
            <a:avLst/>
          </a:prstGeom>
          <a:noFill/>
        </p:spPr>
        <p:txBody>
          <a:bodyPr wrap="none" rtlCol="0">
            <a:spAutoFit/>
          </a:bodyPr>
          <a:lstStyle/>
          <a:p>
            <a:r>
              <a:rPr lang="en-US" sz="1100" b="1" i="0" dirty="0">
                <a:solidFill>
                  <a:srgbClr val="326AC6"/>
                </a:solidFill>
                <a:effectLst/>
                <a:latin typeface="Calibri" pitchFamily="34" charset="0"/>
              </a:rPr>
              <a:t>Principles of Computer Organization </a:t>
            </a: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98" r:id="rId10"/>
    <p:sldLayoutId id="2147483710" r:id="rId11"/>
    <p:sldLayoutId id="2147483711" r:id="rId12"/>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CC3300"/>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600"/>
        </a:spcBef>
        <a:spcAft>
          <a:spcPct val="0"/>
        </a:spcAft>
        <a:buClr>
          <a:srgbClr val="008000"/>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2pPr>
      <a:lvl3pPr marL="800100" indent="-203200" algn="l" rtl="0" fontAlgn="base">
        <a:spcBef>
          <a:spcPts val="600"/>
        </a:spcBef>
        <a:spcAft>
          <a:spcPct val="0"/>
        </a:spcAft>
        <a:buClr>
          <a:srgbClr val="9900CC"/>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3pPr>
      <a:lvl4pPr marL="1143000" indent="-228600" algn="l" rtl="0" fontAlgn="base">
        <a:spcBef>
          <a:spcPts val="600"/>
        </a:spcBef>
        <a:spcAft>
          <a:spcPct val="0"/>
        </a:spcAft>
        <a:buClr>
          <a:srgbClr val="000000"/>
        </a:buClr>
        <a:buSzPct val="100000"/>
        <a:buFont typeface="Calibri" charset="0"/>
        <a:buChar char="–"/>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4pPr>
      <a:lvl5pPr marL="1231900" indent="0" algn="l" rtl="0" fontAlgn="base">
        <a:spcBef>
          <a:spcPts val="500"/>
        </a:spcBef>
        <a:spcAft>
          <a:spcPct val="0"/>
        </a:spcAft>
        <a:buClr>
          <a:srgbClr val="000000"/>
        </a:buClr>
        <a:buSzPct val="100000"/>
        <a:buFont typeface="Calibri" charset="0"/>
        <a:buNone/>
        <a:defRPr sz="2000">
          <a:solidFill>
            <a:schemeClr val="tx1"/>
          </a:solidFill>
          <a:latin typeface="Calibri" charset="0"/>
          <a:ea typeface="ヒラギノ角ゴ ProN W3" charset="0"/>
          <a:cs typeface="ヒラギノ角ゴ ProN W3" charset="0"/>
          <a:sym typeface="Calibri" charset="0"/>
        </a:defRPr>
      </a:lvl5pPr>
      <a:lvl6pPr marL="19177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3749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28321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2893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81000" y="254000"/>
            <a:ext cx="8382000" cy="11430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a:sym typeface="Calibri Bold" charset="0"/>
              </a:rPr>
              <a:t>Click to edit Master title style</a:t>
            </a:r>
          </a:p>
        </p:txBody>
      </p:sp>
      <p:sp>
        <p:nvSpPr>
          <p:cNvPr id="5" name="TextBox 4"/>
          <p:cNvSpPr txBox="1"/>
          <p:nvPr userDrawn="1"/>
        </p:nvSpPr>
        <p:spPr>
          <a:xfrm>
            <a:off x="0" y="6611779"/>
            <a:ext cx="2959464" cy="246221"/>
          </a:xfrm>
          <a:prstGeom prst="rect">
            <a:avLst/>
          </a:prstGeom>
          <a:noFill/>
        </p:spPr>
        <p:txBody>
          <a:bodyPr wrap="none" rtlCol="0">
            <a:spAutoFit/>
          </a:bodyPr>
          <a:lstStyle/>
          <a:p>
            <a:r>
              <a:rPr lang="en-US" sz="1000" b="0" i="0" dirty="0">
                <a:latin typeface="Calibri" pitchFamily="34" charset="0"/>
              </a:rPr>
              <a:t>Principles and Interface Technique of Microcomputer</a:t>
            </a: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endParaRPr lang="en-US"/>
          </a:p>
        </p:txBody>
      </p:sp>
      <p:sp>
        <p:nvSpPr>
          <p:cNvPr id="7" name="Text Box 32"/>
          <p:cNvSpPr txBox="1">
            <a:spLocks noChangeArrowheads="1"/>
          </p:cNvSpPr>
          <p:nvPr userDrawn="1"/>
        </p:nvSpPr>
        <p:spPr bwMode="auto">
          <a:xfrm>
            <a:off x="7163575" y="-39607"/>
            <a:ext cx="2025363" cy="276999"/>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25400">
                <a:solidFill>
                  <a:srgbClr val="CC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eaLnBrk="0" hangingPunct="0"/>
            <a:r>
              <a:rPr lang="en-US" altLang="zh-CN" sz="1200" b="1" dirty="0">
                <a:solidFill>
                  <a:srgbClr val="FFFFFF"/>
                </a:solidFill>
                <a:latin typeface="Times New Roman" pitchFamily="18" charset="0"/>
                <a:ea typeface="+mn-ea"/>
                <a:cs typeface="+mn-cs"/>
              </a:rPr>
              <a:t>School of Computer Science</a:t>
            </a:r>
            <a:endParaRPr lang="en-US" altLang="en-US" sz="1200" b="1" dirty="0">
              <a:solidFill>
                <a:srgbClr val="FFFFFF"/>
              </a:solidFill>
              <a:latin typeface="Times New Roman"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Lst>
  <p:transition/>
  <p:txStyles>
    <p:titleStyle>
      <a:lvl1pPr algn="l" rtl="0" fontAlgn="base">
        <a:spcBef>
          <a:spcPct val="0"/>
        </a:spcBef>
        <a:spcAft>
          <a:spcPct val="0"/>
        </a:spcAft>
        <a:defRPr sz="3600">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342900" indent="-342900" algn="l" rtl="0" fontAlgn="base">
        <a:spcBef>
          <a:spcPts val="600"/>
        </a:spcBef>
        <a:spcAft>
          <a:spcPct val="0"/>
        </a:spcAft>
        <a:buClr>
          <a:srgbClr val="990000"/>
        </a:buClr>
        <a:buSzPct val="60000"/>
        <a:buFont typeface="Wingdings 2"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charset="2"/>
        <a:buChar char="§"/>
        <a:defRPr sz="2000">
          <a:solidFill>
            <a:schemeClr val="tx1"/>
          </a:solidFill>
          <a:latin typeface="Calibri" charset="0"/>
          <a:ea typeface="ヒラギノ角ゴ ProN W3" charset="0"/>
          <a:cs typeface="ヒラギノ角ゴ ProN W3" charset="0"/>
          <a:sym typeface="Calibri" charset="0"/>
        </a:defRPr>
      </a:lvl2pPr>
      <a:lvl3pPr marL="1143000" indent="-228600" algn="l" rtl="0" fontAlgn="base">
        <a:spcBef>
          <a:spcPts val="500"/>
        </a:spcBef>
        <a:spcAft>
          <a:spcPct val="0"/>
        </a:spcAft>
        <a:buClr>
          <a:srgbClr val="000000"/>
        </a:buClr>
        <a:buSzPct val="80000"/>
        <a:buFont typeface="Wingdings" charset="2"/>
        <a:buChar char="§"/>
        <a:defRPr sz="2000">
          <a:solidFill>
            <a:schemeClr val="tx1"/>
          </a:solidFill>
          <a:latin typeface="Calibri" charset="0"/>
          <a:ea typeface="ヒラギノ角ゴ ProN W3" charset="0"/>
          <a:cs typeface="ヒラギノ角ゴ ProN W3" charset="0"/>
          <a:sym typeface="Calibri" charset="0"/>
        </a:defRPr>
      </a:lvl3pPr>
      <a:lvl4pPr marL="16002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20574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5pPr>
      <a:lvl6pPr marL="25146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9718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3429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8862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dirty="0">
                <a:sym typeface="Calibri Bold" charset="0"/>
              </a:rPr>
              <a:t>Click to edit title style</a:t>
            </a: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headEnd/>
            <a:tailEnd/>
          </a:ln>
          <a:effectLst/>
        </p:spPr>
        <p:txBody>
          <a:bodyPr vert="horz" wrap="square" lIns="38100" tIns="38100" rIns="38100" bIns="38100" numCol="1" anchor="t" anchorCtr="0" compatLnSpc="1">
            <a:prstTxWarp prst="textNoShape">
              <a:avLst/>
            </a:prstTxWarp>
          </a:bodyPr>
          <a:lstStyle/>
          <a:p>
            <a:pPr lvl="0"/>
            <a:r>
              <a:rPr lang="en-US" dirty="0">
                <a:sym typeface="Calibri Bold" charset="0"/>
              </a:rPr>
              <a:t>Click to edit Master text styles</a:t>
            </a:r>
          </a:p>
          <a:p>
            <a:pPr lvl="1"/>
            <a:r>
              <a:rPr lang="en-US" dirty="0">
                <a:sym typeface="Calibri" charset="0"/>
              </a:rPr>
              <a:t>Second level</a:t>
            </a:r>
          </a:p>
          <a:p>
            <a:pPr lvl="2"/>
            <a:r>
              <a:rPr lang="en-US" dirty="0">
                <a:sym typeface="Calibri" charset="0"/>
              </a:rPr>
              <a:t>Third level</a:t>
            </a:r>
          </a:p>
          <a:p>
            <a:pPr lvl="3"/>
            <a:r>
              <a:rPr lang="en-US" dirty="0">
                <a:sym typeface="Calibri" charset="0"/>
              </a:rPr>
              <a:t>Fourth level</a:t>
            </a:r>
          </a:p>
        </p:txBody>
      </p:sp>
      <p:sp>
        <p:nvSpPr>
          <p:cNvPr id="4" name="Rectangle 3"/>
          <p:cNvSpPr/>
          <p:nvPr userDrawn="1"/>
        </p:nvSpPr>
        <p:spPr>
          <a:xfrm>
            <a:off x="8818144" y="6611779"/>
            <a:ext cx="338555" cy="246221"/>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Bold"/>
                <a:ea typeface="ＭＳ Ｐゴシック" pitchFamily="-96" charset="-128"/>
                <a:cs typeface="ＭＳ Ｐゴシック" pitchFamily="-96" charset="-128"/>
                <a:sym typeface="Gill Sans"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rgbClr val="000000"/>
              </a:solidFill>
              <a:effectLst/>
              <a:uLnTx/>
              <a:uFillTx/>
              <a:latin typeface="Calibri Bold"/>
              <a:sym typeface="Gill Sans" charset="0"/>
            </a:endParaRPr>
          </a:p>
        </p:txBody>
      </p:sp>
      <p:sp>
        <p:nvSpPr>
          <p:cNvPr id="5" name="TextBox 4"/>
          <p:cNvSpPr txBox="1"/>
          <p:nvPr userDrawn="1"/>
        </p:nvSpPr>
        <p:spPr>
          <a:xfrm>
            <a:off x="0" y="6604000"/>
            <a:ext cx="29594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sym typeface="Gill Sans" charset="0"/>
              </a:rPr>
              <a:t>Principles and Interface Technique of Microcomputer</a:t>
            </a: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7" name="Text Box 32"/>
          <p:cNvSpPr txBox="1">
            <a:spLocks noChangeArrowheads="1"/>
          </p:cNvSpPr>
          <p:nvPr userDrawn="1"/>
        </p:nvSpPr>
        <p:spPr bwMode="auto">
          <a:xfrm>
            <a:off x="7111399" y="-22999"/>
            <a:ext cx="2025363" cy="276999"/>
          </a:xfrm>
          <a:prstGeom prst="rect">
            <a:avLst/>
          </a:prstGeom>
          <a:noFill/>
          <a:ln>
            <a:noFill/>
          </a:ln>
          <a:effectLst/>
          <a:extLst>
            <a:ext uri="{909E8E84-426E-40dd-AFC4-6F175D3DCCD1}">
              <a14:hiddenFill xmlns="" xmlns:a14="http://schemas.microsoft.com/office/drawing/2010/main">
                <a:solidFill>
                  <a:schemeClr val="tx1"/>
                </a:solidFill>
              </a14:hiddenFill>
            </a:ext>
            <a:ext uri="{91240B29-F687-4f45-9708-019B960494DF}">
              <a14:hiddenLine xmlns="" xmlns:a14="http://schemas.microsoft.com/office/drawing/2010/main" w="25400">
                <a:solidFill>
                  <a:srgbClr val="CC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solidFill>
                  <a:srgbClr val="FFFFFF"/>
                </a:solidFill>
                <a:effectLst/>
                <a:uLnTx/>
                <a:uFillTx/>
                <a:latin typeface="Times New Roman" pitchFamily="18" charset="0"/>
                <a:ea typeface="+mn-ea"/>
                <a:cs typeface="+mn-cs"/>
                <a:sym typeface="Gill Sans" charset="0"/>
              </a:rPr>
              <a:t>School of Computer Science</a:t>
            </a:r>
          </a:p>
        </p:txBody>
      </p:sp>
      <p:pic>
        <p:nvPicPr>
          <p:cNvPr id="3" name="图片 2">
            <a:extLst>
              <a:ext uri="{FF2B5EF4-FFF2-40B4-BE49-F238E27FC236}">
                <a16:creationId xmlns:a16="http://schemas.microsoft.com/office/drawing/2014/main" id="{46C066EF-FA58-4E12-8EDB-8814C5AA69E9}"/>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spTree>
    <p:extLst>
      <p:ext uri="{BB962C8B-B14F-4D97-AF65-F5344CB8AC3E}">
        <p14:creationId xmlns:p14="http://schemas.microsoft.com/office/powerpoint/2010/main" val="201777522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003399"/>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3399"/>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2pPr>
      <a:lvl3pPr marL="800100" indent="-203200" algn="l" rtl="0" fontAlgn="base">
        <a:spcBef>
          <a:spcPts val="500"/>
        </a:spcBef>
        <a:spcAft>
          <a:spcPct val="0"/>
        </a:spcAft>
        <a:buClr>
          <a:srgbClr val="003399"/>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3pPr>
      <a:lvl4pPr marL="1143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1231900" indent="0" algn="l" rtl="0" fontAlgn="base">
        <a:spcBef>
          <a:spcPts val="500"/>
        </a:spcBef>
        <a:spcAft>
          <a:spcPct val="0"/>
        </a:spcAft>
        <a:buClr>
          <a:srgbClr val="000000"/>
        </a:buClr>
        <a:buSzPct val="100000"/>
        <a:buFont typeface="Calibri" charset="0"/>
        <a:buNone/>
        <a:defRPr sz="2000">
          <a:solidFill>
            <a:schemeClr val="tx1"/>
          </a:solidFill>
          <a:latin typeface="Calibri" charset="0"/>
          <a:ea typeface="ヒラギノ角ゴ ProN W3" charset="0"/>
          <a:cs typeface="ヒラギノ角ゴ ProN W3" charset="0"/>
          <a:sym typeface="Calibri" charset="0"/>
        </a:defRPr>
      </a:lvl5pPr>
      <a:lvl6pPr marL="19177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3749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28321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2893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zh-CN" altLang="en-US" dirty="0"/>
              <a:t>第</a:t>
            </a:r>
            <a:r>
              <a:rPr lang="en-US" altLang="zh-CN" dirty="0"/>
              <a:t>5</a:t>
            </a:r>
            <a:r>
              <a:rPr lang="zh-CN" altLang="en-US" dirty="0"/>
              <a:t>章 </a:t>
            </a:r>
            <a:r>
              <a:rPr lang="zh-CN" altLang="en-US" dirty="0">
                <a:latin typeface="黑体" panose="02010609060101010101" pitchFamily="49" charset="-122"/>
              </a:rPr>
              <a:t>中央处理器</a:t>
            </a:r>
            <a:r>
              <a:rPr lang="en-US" altLang="zh-CN" dirty="0">
                <a:latin typeface="黑体" panose="02010609060101010101" pitchFamily="49" charset="-122"/>
              </a:rPr>
              <a:t>2</a:t>
            </a:r>
            <a:endParaRPr lang="zh-CN" altLang="en-US" dirty="0"/>
          </a:p>
        </p:txBody>
      </p:sp>
    </p:spTree>
    <p:extLst>
      <p:ext uri="{BB962C8B-B14F-4D97-AF65-F5344CB8AC3E}">
        <p14:creationId xmlns:p14="http://schemas.microsoft.com/office/powerpoint/2010/main" val="2487653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en-US" altLang="zh-CN" dirty="0"/>
              <a:t>5.4.2  </a:t>
            </a:r>
            <a:r>
              <a:rPr lang="zh-CN" altLang="en-US" dirty="0"/>
              <a:t>微程序设计技术</a:t>
            </a:r>
          </a:p>
        </p:txBody>
      </p:sp>
    </p:spTree>
    <p:extLst>
      <p:ext uri="{BB962C8B-B14F-4D97-AF65-F5344CB8AC3E}">
        <p14:creationId xmlns:p14="http://schemas.microsoft.com/office/powerpoint/2010/main" val="291160818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a:extLst>
              <a:ext uri="{FF2B5EF4-FFF2-40B4-BE49-F238E27FC236}">
                <a16:creationId xmlns:a16="http://schemas.microsoft.com/office/drawing/2014/main" id="{0C3BF29C-F3FA-7D43-A490-C8D8A71A3088}"/>
              </a:ext>
            </a:extLst>
          </p:cNvPr>
          <p:cNvSpPr>
            <a:spLocks noGrp="1" noChangeArrowheads="1"/>
          </p:cNvSpPr>
          <p:nvPr>
            <p:ph type="title"/>
          </p:nvPr>
        </p:nvSpPr>
        <p:spPr/>
        <p:txBody>
          <a:bodyPr/>
          <a:lstStyle/>
          <a:p>
            <a:pPr eaLnBrk="1" hangingPunct="1"/>
            <a:r>
              <a:rPr lang="en-US" altLang="zh-CN"/>
              <a:t>1. </a:t>
            </a:r>
            <a:r>
              <a:rPr lang="zh-CN" altLang="en-US"/>
              <a:t>微命令编码</a:t>
            </a:r>
          </a:p>
        </p:txBody>
      </p:sp>
      <p:sp>
        <p:nvSpPr>
          <p:cNvPr id="29698" name="Rectangle 3">
            <a:extLst>
              <a:ext uri="{FF2B5EF4-FFF2-40B4-BE49-F238E27FC236}">
                <a16:creationId xmlns:a16="http://schemas.microsoft.com/office/drawing/2014/main" id="{391E4327-7CB5-4DC5-928B-46AC9FB7E82F}"/>
              </a:ext>
            </a:extLst>
          </p:cNvPr>
          <p:cNvSpPr>
            <a:spLocks noGrp="1" noChangeArrowheads="1"/>
          </p:cNvSpPr>
          <p:nvPr>
            <p:ph idx="1"/>
          </p:nvPr>
        </p:nvSpPr>
        <p:spPr/>
        <p:txBody>
          <a:bodyPr/>
          <a:lstStyle/>
          <a:p>
            <a:pPr eaLnBrk="1" hangingPunct="1"/>
            <a:r>
              <a:rPr lang="zh-CN" altLang="en-US" dirty="0"/>
              <a:t>微指令操作控制字段的微命令表示方法可分为</a:t>
            </a:r>
            <a:r>
              <a:rPr lang="en-US" altLang="zh-CN" dirty="0"/>
              <a:t>3</a:t>
            </a:r>
            <a:r>
              <a:rPr lang="zh-CN" altLang="en-US" dirty="0"/>
              <a:t>类</a:t>
            </a:r>
          </a:p>
          <a:p>
            <a:pPr lvl="1" eaLnBrk="1" hangingPunct="1"/>
            <a:r>
              <a:rPr lang="zh-CN" altLang="en-US" dirty="0"/>
              <a:t>直接表示法</a:t>
            </a:r>
          </a:p>
          <a:p>
            <a:pPr lvl="1" eaLnBrk="1" hangingPunct="1"/>
            <a:r>
              <a:rPr lang="zh-CN" altLang="en-US" dirty="0"/>
              <a:t>编码表示法</a:t>
            </a:r>
          </a:p>
          <a:p>
            <a:pPr lvl="1" eaLnBrk="1" hangingPunct="1"/>
            <a:r>
              <a:rPr lang="zh-CN" altLang="en-US" dirty="0"/>
              <a:t>混合表示法</a:t>
            </a:r>
          </a:p>
          <a:p>
            <a:pPr eaLnBrk="1" hangingPunct="1"/>
            <a:r>
              <a:rPr lang="zh-CN" altLang="en-US" dirty="0"/>
              <a:t>在微指令中还可附设一个常数字段</a:t>
            </a:r>
          </a:p>
          <a:p>
            <a:pPr lvl="1" eaLnBrk="1" hangingPunct="1"/>
            <a:r>
              <a:rPr lang="zh-CN" altLang="en-US" dirty="0"/>
              <a:t>可作为操作数送入</a:t>
            </a:r>
            <a:r>
              <a:rPr lang="en-US" altLang="zh-CN" dirty="0"/>
              <a:t>ALU</a:t>
            </a:r>
            <a:r>
              <a:rPr lang="zh-CN" altLang="en-US" dirty="0"/>
              <a:t>运算</a:t>
            </a:r>
          </a:p>
          <a:p>
            <a:pPr lvl="1" eaLnBrk="1" hangingPunct="1"/>
            <a:r>
              <a:rPr lang="zh-CN" altLang="en-US" dirty="0"/>
              <a:t>也可作为计数器初值用来控制微程序循环次数</a:t>
            </a:r>
          </a:p>
        </p:txBody>
      </p:sp>
    </p:spTree>
  </p:cSld>
  <p:clrMapOvr>
    <a:masterClrMapping/>
  </p:clrMapOvr>
  <p:transition spd="med">
    <p:pull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AF8765CF-2B2D-A04C-9306-17FB37A7B8B0}"/>
              </a:ext>
            </a:extLst>
          </p:cNvPr>
          <p:cNvSpPr>
            <a:spLocks noGrp="1" noChangeArrowheads="1"/>
          </p:cNvSpPr>
          <p:nvPr>
            <p:ph type="title"/>
          </p:nvPr>
        </p:nvSpPr>
        <p:spPr/>
        <p:txBody>
          <a:bodyPr/>
          <a:lstStyle/>
          <a:p>
            <a:pPr eaLnBrk="1" hangingPunct="1">
              <a:defRPr/>
            </a:pPr>
            <a:r>
              <a:rPr lang="zh-CN" altLang="en-US"/>
              <a:t>直接表示法</a:t>
            </a:r>
          </a:p>
        </p:txBody>
      </p:sp>
      <p:sp>
        <p:nvSpPr>
          <p:cNvPr id="30722" name="Rectangle 3">
            <a:extLst>
              <a:ext uri="{FF2B5EF4-FFF2-40B4-BE49-F238E27FC236}">
                <a16:creationId xmlns:a16="http://schemas.microsoft.com/office/drawing/2014/main" id="{6FB879E6-F9B7-459B-8998-7F88A9D9E334}"/>
              </a:ext>
            </a:extLst>
          </p:cNvPr>
          <p:cNvSpPr>
            <a:spLocks noGrp="1" noChangeArrowheads="1"/>
          </p:cNvSpPr>
          <p:nvPr>
            <p:ph idx="1"/>
          </p:nvPr>
        </p:nvSpPr>
        <p:spPr/>
        <p:txBody>
          <a:bodyPr/>
          <a:lstStyle/>
          <a:p>
            <a:pPr eaLnBrk="1" hangingPunct="1"/>
            <a:r>
              <a:rPr lang="zh-CN" altLang="en-US"/>
              <a:t>其特点是操作控制字段中的每一位代表一个微命令</a:t>
            </a:r>
          </a:p>
          <a:p>
            <a:pPr eaLnBrk="1" hangingPunct="1"/>
            <a:r>
              <a:rPr lang="zh-CN" altLang="en-US"/>
              <a:t>优点：简单直观，其输出直接用于控制</a:t>
            </a:r>
          </a:p>
          <a:p>
            <a:pPr eaLnBrk="1" hangingPunct="1"/>
            <a:r>
              <a:rPr lang="zh-CN" altLang="en-US"/>
              <a:t>缺点：微指令字较长，因而使控制存储器容量较大</a:t>
            </a:r>
          </a:p>
        </p:txBody>
      </p:sp>
      <p:graphicFrame>
        <p:nvGraphicFramePr>
          <p:cNvPr id="307204" name="Group 4">
            <a:extLst>
              <a:ext uri="{FF2B5EF4-FFF2-40B4-BE49-F238E27FC236}">
                <a16:creationId xmlns:a16="http://schemas.microsoft.com/office/drawing/2014/main" id="{9E2B28AF-9FE9-4148-B34B-66F19757F439}"/>
              </a:ext>
            </a:extLst>
          </p:cNvPr>
          <p:cNvGraphicFramePr>
            <a:graphicFrameLocks noGrp="1"/>
          </p:cNvGraphicFramePr>
          <p:nvPr>
            <p:extLst>
              <p:ext uri="{D42A27DB-BD31-4B8C-83A1-F6EECF244321}">
                <p14:modId xmlns:p14="http://schemas.microsoft.com/office/powerpoint/2010/main" val="311227024"/>
              </p:ext>
            </p:extLst>
          </p:nvPr>
        </p:nvGraphicFramePr>
        <p:xfrm>
          <a:off x="538163" y="4041775"/>
          <a:ext cx="8253412" cy="1122362"/>
        </p:xfrm>
        <a:graphic>
          <a:graphicData uri="http://schemas.openxmlformats.org/drawingml/2006/table">
            <a:tbl>
              <a:tblPr/>
              <a:tblGrid>
                <a:gridCol w="358775">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58775">
                  <a:extLst>
                    <a:ext uri="{9D8B030D-6E8A-4147-A177-3AD203B41FA5}">
                      <a16:colId xmlns:a16="http://schemas.microsoft.com/office/drawing/2014/main" val="20002"/>
                    </a:ext>
                  </a:extLst>
                </a:gridCol>
                <a:gridCol w="358775">
                  <a:extLst>
                    <a:ext uri="{9D8B030D-6E8A-4147-A177-3AD203B41FA5}">
                      <a16:colId xmlns:a16="http://schemas.microsoft.com/office/drawing/2014/main" val="20003"/>
                    </a:ext>
                  </a:extLst>
                </a:gridCol>
                <a:gridCol w="360362">
                  <a:extLst>
                    <a:ext uri="{9D8B030D-6E8A-4147-A177-3AD203B41FA5}">
                      <a16:colId xmlns:a16="http://schemas.microsoft.com/office/drawing/2014/main" val="20004"/>
                    </a:ext>
                  </a:extLst>
                </a:gridCol>
                <a:gridCol w="358775">
                  <a:extLst>
                    <a:ext uri="{9D8B030D-6E8A-4147-A177-3AD203B41FA5}">
                      <a16:colId xmlns:a16="http://schemas.microsoft.com/office/drawing/2014/main" val="20005"/>
                    </a:ext>
                  </a:extLst>
                </a:gridCol>
                <a:gridCol w="358775">
                  <a:extLst>
                    <a:ext uri="{9D8B030D-6E8A-4147-A177-3AD203B41FA5}">
                      <a16:colId xmlns:a16="http://schemas.microsoft.com/office/drawing/2014/main" val="20006"/>
                    </a:ext>
                  </a:extLst>
                </a:gridCol>
                <a:gridCol w="358775">
                  <a:extLst>
                    <a:ext uri="{9D8B030D-6E8A-4147-A177-3AD203B41FA5}">
                      <a16:colId xmlns:a16="http://schemas.microsoft.com/office/drawing/2014/main" val="20007"/>
                    </a:ext>
                  </a:extLst>
                </a:gridCol>
                <a:gridCol w="358775">
                  <a:extLst>
                    <a:ext uri="{9D8B030D-6E8A-4147-A177-3AD203B41FA5}">
                      <a16:colId xmlns:a16="http://schemas.microsoft.com/office/drawing/2014/main" val="20008"/>
                    </a:ext>
                  </a:extLst>
                </a:gridCol>
                <a:gridCol w="358775">
                  <a:extLst>
                    <a:ext uri="{9D8B030D-6E8A-4147-A177-3AD203B41FA5}">
                      <a16:colId xmlns:a16="http://schemas.microsoft.com/office/drawing/2014/main" val="20009"/>
                    </a:ext>
                  </a:extLst>
                </a:gridCol>
                <a:gridCol w="358775">
                  <a:extLst>
                    <a:ext uri="{9D8B030D-6E8A-4147-A177-3AD203B41FA5}">
                      <a16:colId xmlns:a16="http://schemas.microsoft.com/office/drawing/2014/main" val="20010"/>
                    </a:ext>
                  </a:extLst>
                </a:gridCol>
                <a:gridCol w="357188">
                  <a:extLst>
                    <a:ext uri="{9D8B030D-6E8A-4147-A177-3AD203B41FA5}">
                      <a16:colId xmlns:a16="http://schemas.microsoft.com/office/drawing/2014/main" val="20011"/>
                    </a:ext>
                  </a:extLst>
                </a:gridCol>
                <a:gridCol w="358775">
                  <a:extLst>
                    <a:ext uri="{9D8B030D-6E8A-4147-A177-3AD203B41FA5}">
                      <a16:colId xmlns:a16="http://schemas.microsoft.com/office/drawing/2014/main" val="20012"/>
                    </a:ext>
                  </a:extLst>
                </a:gridCol>
                <a:gridCol w="358775">
                  <a:extLst>
                    <a:ext uri="{9D8B030D-6E8A-4147-A177-3AD203B41FA5}">
                      <a16:colId xmlns:a16="http://schemas.microsoft.com/office/drawing/2014/main" val="20013"/>
                    </a:ext>
                  </a:extLst>
                </a:gridCol>
                <a:gridCol w="358775">
                  <a:extLst>
                    <a:ext uri="{9D8B030D-6E8A-4147-A177-3AD203B41FA5}">
                      <a16:colId xmlns:a16="http://schemas.microsoft.com/office/drawing/2014/main" val="20014"/>
                    </a:ext>
                  </a:extLst>
                </a:gridCol>
                <a:gridCol w="358775">
                  <a:extLst>
                    <a:ext uri="{9D8B030D-6E8A-4147-A177-3AD203B41FA5}">
                      <a16:colId xmlns:a16="http://schemas.microsoft.com/office/drawing/2014/main" val="20015"/>
                    </a:ext>
                  </a:extLst>
                </a:gridCol>
                <a:gridCol w="358775">
                  <a:extLst>
                    <a:ext uri="{9D8B030D-6E8A-4147-A177-3AD203B41FA5}">
                      <a16:colId xmlns:a16="http://schemas.microsoft.com/office/drawing/2014/main" val="20016"/>
                    </a:ext>
                  </a:extLst>
                </a:gridCol>
                <a:gridCol w="358775">
                  <a:extLst>
                    <a:ext uri="{9D8B030D-6E8A-4147-A177-3AD203B41FA5}">
                      <a16:colId xmlns:a16="http://schemas.microsoft.com/office/drawing/2014/main" val="20017"/>
                    </a:ext>
                  </a:extLst>
                </a:gridCol>
                <a:gridCol w="360362">
                  <a:extLst>
                    <a:ext uri="{9D8B030D-6E8A-4147-A177-3AD203B41FA5}">
                      <a16:colId xmlns:a16="http://schemas.microsoft.com/office/drawing/2014/main" val="20018"/>
                    </a:ext>
                  </a:extLst>
                </a:gridCol>
                <a:gridCol w="358775">
                  <a:extLst>
                    <a:ext uri="{9D8B030D-6E8A-4147-A177-3AD203B41FA5}">
                      <a16:colId xmlns:a16="http://schemas.microsoft.com/office/drawing/2014/main" val="20019"/>
                    </a:ext>
                  </a:extLst>
                </a:gridCol>
                <a:gridCol w="358775">
                  <a:extLst>
                    <a:ext uri="{9D8B030D-6E8A-4147-A177-3AD203B41FA5}">
                      <a16:colId xmlns:a16="http://schemas.microsoft.com/office/drawing/2014/main" val="20020"/>
                    </a:ext>
                  </a:extLst>
                </a:gridCol>
                <a:gridCol w="358775">
                  <a:extLst>
                    <a:ext uri="{9D8B030D-6E8A-4147-A177-3AD203B41FA5}">
                      <a16:colId xmlns:a16="http://schemas.microsoft.com/office/drawing/2014/main" val="20021"/>
                    </a:ext>
                  </a:extLst>
                </a:gridCol>
                <a:gridCol w="358775">
                  <a:extLst>
                    <a:ext uri="{9D8B030D-6E8A-4147-A177-3AD203B41FA5}">
                      <a16:colId xmlns:a16="http://schemas.microsoft.com/office/drawing/2014/main" val="20022"/>
                    </a:ext>
                  </a:extLst>
                </a:gridCol>
              </a:tblGrid>
              <a:tr h="398422">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723940">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a:t>
                      </a: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2</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3</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4</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5</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6</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7</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8</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9</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10</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11</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12</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13</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14</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15</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16</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17</a:t>
                      </a: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18</a:t>
                      </a: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19</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20</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21</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22</a:t>
                      </a: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itchFamily="18" charset="0"/>
                          <a:ea typeface="楷体_GB2312" pitchFamily="49" charset="-122"/>
                        </a:rPr>
                        <a:t>23</a:t>
                      </a: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307304" name="Group 104">
            <a:extLst>
              <a:ext uri="{FF2B5EF4-FFF2-40B4-BE49-F238E27FC236}">
                <a16:creationId xmlns:a16="http://schemas.microsoft.com/office/drawing/2014/main" id="{E61CEEF8-EB98-604D-8082-3C3EA086E22A}"/>
              </a:ext>
            </a:extLst>
          </p:cNvPr>
          <p:cNvGraphicFramePr>
            <a:graphicFrameLocks noGrp="1"/>
          </p:cNvGraphicFramePr>
          <p:nvPr>
            <p:extLst>
              <p:ext uri="{D42A27DB-BD31-4B8C-83A1-F6EECF244321}">
                <p14:modId xmlns:p14="http://schemas.microsoft.com/office/powerpoint/2010/main" val="2852825517"/>
              </p:ext>
            </p:extLst>
          </p:nvPr>
        </p:nvGraphicFramePr>
        <p:xfrm>
          <a:off x="566738" y="4067175"/>
          <a:ext cx="8196262" cy="331787"/>
        </p:xfrm>
        <a:graphic>
          <a:graphicData uri="http://schemas.openxmlformats.org/drawingml/2006/table">
            <a:tbl>
              <a:tblPr/>
              <a:tblGrid>
                <a:gridCol w="355600">
                  <a:extLst>
                    <a:ext uri="{9D8B030D-6E8A-4147-A177-3AD203B41FA5}">
                      <a16:colId xmlns:a16="http://schemas.microsoft.com/office/drawing/2014/main" val="20000"/>
                    </a:ext>
                  </a:extLst>
                </a:gridCol>
                <a:gridCol w="357187">
                  <a:extLst>
                    <a:ext uri="{9D8B030D-6E8A-4147-A177-3AD203B41FA5}">
                      <a16:colId xmlns:a16="http://schemas.microsoft.com/office/drawing/2014/main" val="20001"/>
                    </a:ext>
                  </a:extLst>
                </a:gridCol>
                <a:gridCol w="355600">
                  <a:extLst>
                    <a:ext uri="{9D8B030D-6E8A-4147-A177-3AD203B41FA5}">
                      <a16:colId xmlns:a16="http://schemas.microsoft.com/office/drawing/2014/main" val="20002"/>
                    </a:ext>
                  </a:extLst>
                </a:gridCol>
                <a:gridCol w="357188">
                  <a:extLst>
                    <a:ext uri="{9D8B030D-6E8A-4147-A177-3AD203B41FA5}">
                      <a16:colId xmlns:a16="http://schemas.microsoft.com/office/drawing/2014/main" val="20003"/>
                    </a:ext>
                  </a:extLst>
                </a:gridCol>
                <a:gridCol w="355600">
                  <a:extLst>
                    <a:ext uri="{9D8B030D-6E8A-4147-A177-3AD203B41FA5}">
                      <a16:colId xmlns:a16="http://schemas.microsoft.com/office/drawing/2014/main" val="20004"/>
                    </a:ext>
                  </a:extLst>
                </a:gridCol>
                <a:gridCol w="357187">
                  <a:extLst>
                    <a:ext uri="{9D8B030D-6E8A-4147-A177-3AD203B41FA5}">
                      <a16:colId xmlns:a16="http://schemas.microsoft.com/office/drawing/2014/main" val="20005"/>
                    </a:ext>
                  </a:extLst>
                </a:gridCol>
                <a:gridCol w="355600">
                  <a:extLst>
                    <a:ext uri="{9D8B030D-6E8A-4147-A177-3AD203B41FA5}">
                      <a16:colId xmlns:a16="http://schemas.microsoft.com/office/drawing/2014/main" val="20006"/>
                    </a:ext>
                  </a:extLst>
                </a:gridCol>
                <a:gridCol w="357188">
                  <a:extLst>
                    <a:ext uri="{9D8B030D-6E8A-4147-A177-3AD203B41FA5}">
                      <a16:colId xmlns:a16="http://schemas.microsoft.com/office/drawing/2014/main" val="20007"/>
                    </a:ext>
                  </a:extLst>
                </a:gridCol>
                <a:gridCol w="355600">
                  <a:extLst>
                    <a:ext uri="{9D8B030D-6E8A-4147-A177-3AD203B41FA5}">
                      <a16:colId xmlns:a16="http://schemas.microsoft.com/office/drawing/2014/main" val="20008"/>
                    </a:ext>
                  </a:extLst>
                </a:gridCol>
                <a:gridCol w="357187">
                  <a:extLst>
                    <a:ext uri="{9D8B030D-6E8A-4147-A177-3AD203B41FA5}">
                      <a16:colId xmlns:a16="http://schemas.microsoft.com/office/drawing/2014/main" val="20009"/>
                    </a:ext>
                  </a:extLst>
                </a:gridCol>
                <a:gridCol w="355600">
                  <a:extLst>
                    <a:ext uri="{9D8B030D-6E8A-4147-A177-3AD203B41FA5}">
                      <a16:colId xmlns:a16="http://schemas.microsoft.com/office/drawing/2014/main" val="20010"/>
                    </a:ext>
                  </a:extLst>
                </a:gridCol>
                <a:gridCol w="357188">
                  <a:extLst>
                    <a:ext uri="{9D8B030D-6E8A-4147-A177-3AD203B41FA5}">
                      <a16:colId xmlns:a16="http://schemas.microsoft.com/office/drawing/2014/main" val="20011"/>
                    </a:ext>
                  </a:extLst>
                </a:gridCol>
                <a:gridCol w="355600">
                  <a:extLst>
                    <a:ext uri="{9D8B030D-6E8A-4147-A177-3AD203B41FA5}">
                      <a16:colId xmlns:a16="http://schemas.microsoft.com/office/drawing/2014/main" val="20012"/>
                    </a:ext>
                  </a:extLst>
                </a:gridCol>
                <a:gridCol w="357187">
                  <a:extLst>
                    <a:ext uri="{9D8B030D-6E8A-4147-A177-3AD203B41FA5}">
                      <a16:colId xmlns:a16="http://schemas.microsoft.com/office/drawing/2014/main" val="20013"/>
                    </a:ext>
                  </a:extLst>
                </a:gridCol>
                <a:gridCol w="355600">
                  <a:extLst>
                    <a:ext uri="{9D8B030D-6E8A-4147-A177-3AD203B41FA5}">
                      <a16:colId xmlns:a16="http://schemas.microsoft.com/office/drawing/2014/main" val="20014"/>
                    </a:ext>
                  </a:extLst>
                </a:gridCol>
                <a:gridCol w="357188">
                  <a:extLst>
                    <a:ext uri="{9D8B030D-6E8A-4147-A177-3AD203B41FA5}">
                      <a16:colId xmlns:a16="http://schemas.microsoft.com/office/drawing/2014/main" val="20015"/>
                    </a:ext>
                  </a:extLst>
                </a:gridCol>
                <a:gridCol w="355600">
                  <a:extLst>
                    <a:ext uri="{9D8B030D-6E8A-4147-A177-3AD203B41FA5}">
                      <a16:colId xmlns:a16="http://schemas.microsoft.com/office/drawing/2014/main" val="20016"/>
                    </a:ext>
                  </a:extLst>
                </a:gridCol>
                <a:gridCol w="357187">
                  <a:extLst>
                    <a:ext uri="{9D8B030D-6E8A-4147-A177-3AD203B41FA5}">
                      <a16:colId xmlns:a16="http://schemas.microsoft.com/office/drawing/2014/main" val="20017"/>
                    </a:ext>
                  </a:extLst>
                </a:gridCol>
                <a:gridCol w="355600">
                  <a:extLst>
                    <a:ext uri="{9D8B030D-6E8A-4147-A177-3AD203B41FA5}">
                      <a16:colId xmlns:a16="http://schemas.microsoft.com/office/drawing/2014/main" val="20018"/>
                    </a:ext>
                  </a:extLst>
                </a:gridCol>
                <a:gridCol w="357188">
                  <a:extLst>
                    <a:ext uri="{9D8B030D-6E8A-4147-A177-3AD203B41FA5}">
                      <a16:colId xmlns:a16="http://schemas.microsoft.com/office/drawing/2014/main" val="20019"/>
                    </a:ext>
                  </a:extLst>
                </a:gridCol>
                <a:gridCol w="355600">
                  <a:extLst>
                    <a:ext uri="{9D8B030D-6E8A-4147-A177-3AD203B41FA5}">
                      <a16:colId xmlns:a16="http://schemas.microsoft.com/office/drawing/2014/main" val="20020"/>
                    </a:ext>
                  </a:extLst>
                </a:gridCol>
                <a:gridCol w="357187">
                  <a:extLst>
                    <a:ext uri="{9D8B030D-6E8A-4147-A177-3AD203B41FA5}">
                      <a16:colId xmlns:a16="http://schemas.microsoft.com/office/drawing/2014/main" val="20021"/>
                    </a:ext>
                  </a:extLst>
                </a:gridCol>
                <a:gridCol w="355600">
                  <a:extLst>
                    <a:ext uri="{9D8B030D-6E8A-4147-A177-3AD203B41FA5}">
                      <a16:colId xmlns:a16="http://schemas.microsoft.com/office/drawing/2014/main" val="20022"/>
                    </a:ext>
                  </a:extLst>
                </a:gridCol>
              </a:tblGrid>
              <a:tr h="331787">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p>
                  </a:txBody>
                  <a:tcPr marL="90000" marR="90000" marT="0" marB="0" horzOverflow="overflow">
                    <a:lnL cap="flat">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a:t>
                      </a:r>
                      <a:endParaRPr kumimoji="1" lang="zh-CN" altLang="en-US" sz="2000" b="0"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endParaRPr>
                    </a:p>
                  </a:txBody>
                  <a:tcPr marL="90000" marR="90000" marT="0" marB="0" horzOverflow="overflow">
                    <a:lnL>
                      <a:noFill/>
                    </a:lnL>
                    <a:lnR cap="flat">
                      <a:noFill/>
                    </a:lnR>
                    <a:lnT cap="flat">
                      <a:noFill/>
                    </a:lnT>
                    <a:lnB cap="flat">
                      <a:noFill/>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30821" name="Line 176">
            <a:extLst>
              <a:ext uri="{FF2B5EF4-FFF2-40B4-BE49-F238E27FC236}">
                <a16:creationId xmlns:a16="http://schemas.microsoft.com/office/drawing/2014/main" id="{1983A277-9B59-4B7F-8B56-4DF79C9FEADD}"/>
              </a:ext>
            </a:extLst>
          </p:cNvPr>
          <p:cNvSpPr>
            <a:spLocks noChangeShapeType="1"/>
          </p:cNvSpPr>
          <p:nvPr/>
        </p:nvSpPr>
        <p:spPr bwMode="auto">
          <a:xfrm>
            <a:off x="6638925" y="4041775"/>
            <a:ext cx="0" cy="600075"/>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22" name="Line 177">
            <a:extLst>
              <a:ext uri="{FF2B5EF4-FFF2-40B4-BE49-F238E27FC236}">
                <a16:creationId xmlns:a16="http://schemas.microsoft.com/office/drawing/2014/main" id="{372C14EA-2D86-452D-8798-DF3393F30ADF}"/>
              </a:ext>
            </a:extLst>
          </p:cNvPr>
          <p:cNvSpPr>
            <a:spLocks noChangeShapeType="1"/>
          </p:cNvSpPr>
          <p:nvPr/>
        </p:nvSpPr>
        <p:spPr bwMode="auto">
          <a:xfrm>
            <a:off x="700088" y="3298825"/>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23" name="Line 178">
            <a:extLst>
              <a:ext uri="{FF2B5EF4-FFF2-40B4-BE49-F238E27FC236}">
                <a16:creationId xmlns:a16="http://schemas.microsoft.com/office/drawing/2014/main" id="{3F3FEEE5-177C-4B41-92B3-2E612E9C624C}"/>
              </a:ext>
            </a:extLst>
          </p:cNvPr>
          <p:cNvSpPr>
            <a:spLocks noChangeShapeType="1"/>
          </p:cNvSpPr>
          <p:nvPr/>
        </p:nvSpPr>
        <p:spPr bwMode="auto">
          <a:xfrm>
            <a:off x="1085850" y="3713162"/>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7379" name="Text Box 179">
            <a:extLst>
              <a:ext uri="{FF2B5EF4-FFF2-40B4-BE49-F238E27FC236}">
                <a16:creationId xmlns:a16="http://schemas.microsoft.com/office/drawing/2014/main" id="{24938662-020A-A745-BF1A-B5E765D44EB7}"/>
              </a:ext>
            </a:extLst>
          </p:cNvPr>
          <p:cNvSpPr txBox="1">
            <a:spLocks noChangeArrowheads="1"/>
          </p:cNvSpPr>
          <p:nvPr/>
        </p:nvSpPr>
        <p:spPr bwMode="auto">
          <a:xfrm>
            <a:off x="222250" y="2973387"/>
            <a:ext cx="881063"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LDR</a:t>
            </a:r>
            <a:r>
              <a:rPr kumimoji="0" lang="en-US" altLang="zh-CN" sz="2000" b="1" baseline="-25000">
                <a:effectLst>
                  <a:outerShdw blurRad="38100" dist="38100" dir="2700000" algn="tl">
                    <a:srgbClr val="C0C0C0"/>
                  </a:outerShdw>
                </a:effectLst>
                <a:latin typeface="Tahoma" pitchFamily="34" charset="0"/>
                <a:ea typeface="宋体" charset="-122"/>
              </a:rPr>
              <a:t>1</a:t>
            </a:r>
            <a:r>
              <a:rPr kumimoji="0" lang="en-US" altLang="zh-CN" sz="2000" b="1">
                <a:effectLst>
                  <a:outerShdw blurRad="38100" dist="38100" dir="2700000" algn="tl">
                    <a:srgbClr val="C0C0C0"/>
                  </a:outerShdw>
                </a:effectLst>
                <a:latin typeface="Tahoma" pitchFamily="34" charset="0"/>
                <a:ea typeface="宋体" charset="-122"/>
              </a:rPr>
              <a:t>’</a:t>
            </a:r>
          </a:p>
        </p:txBody>
      </p:sp>
      <p:sp>
        <p:nvSpPr>
          <p:cNvPr id="307380" name="Text Box 180">
            <a:extLst>
              <a:ext uri="{FF2B5EF4-FFF2-40B4-BE49-F238E27FC236}">
                <a16:creationId xmlns:a16="http://schemas.microsoft.com/office/drawing/2014/main" id="{235F1109-4537-5F40-91A0-B7CBC90CD8AF}"/>
              </a:ext>
            </a:extLst>
          </p:cNvPr>
          <p:cNvSpPr txBox="1">
            <a:spLocks noChangeArrowheads="1"/>
          </p:cNvSpPr>
          <p:nvPr/>
        </p:nvSpPr>
        <p:spPr bwMode="auto">
          <a:xfrm>
            <a:off x="636588" y="3387725"/>
            <a:ext cx="881062"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LDR</a:t>
            </a:r>
            <a:r>
              <a:rPr kumimoji="0" lang="en-US" altLang="zh-CN" sz="2000" b="1" baseline="-25000">
                <a:effectLst>
                  <a:outerShdw blurRad="38100" dist="38100" dir="2700000" algn="tl">
                    <a:srgbClr val="C0C0C0"/>
                  </a:outerShdw>
                </a:effectLst>
                <a:latin typeface="Tahoma" pitchFamily="34" charset="0"/>
                <a:ea typeface="宋体" charset="-122"/>
              </a:rPr>
              <a:t>2</a:t>
            </a:r>
            <a:r>
              <a:rPr kumimoji="0" lang="en-US" altLang="zh-CN" sz="2000" b="1">
                <a:effectLst>
                  <a:outerShdw blurRad="38100" dist="38100" dir="2700000" algn="tl">
                    <a:srgbClr val="C0C0C0"/>
                  </a:outerShdw>
                </a:effectLst>
                <a:latin typeface="Tahoma" pitchFamily="34" charset="0"/>
                <a:ea typeface="宋体" charset="-122"/>
              </a:rPr>
              <a:t>’</a:t>
            </a:r>
          </a:p>
        </p:txBody>
      </p:sp>
      <p:sp>
        <p:nvSpPr>
          <p:cNvPr id="30826" name="Line 181">
            <a:extLst>
              <a:ext uri="{FF2B5EF4-FFF2-40B4-BE49-F238E27FC236}">
                <a16:creationId xmlns:a16="http://schemas.microsoft.com/office/drawing/2014/main" id="{CFD1262D-D8A0-49CF-8BE1-D99B66D26430}"/>
              </a:ext>
            </a:extLst>
          </p:cNvPr>
          <p:cNvSpPr>
            <a:spLocks noChangeShapeType="1"/>
          </p:cNvSpPr>
          <p:nvPr/>
        </p:nvSpPr>
        <p:spPr bwMode="auto">
          <a:xfrm>
            <a:off x="1457325" y="3298825"/>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7382" name="Text Box 182">
            <a:extLst>
              <a:ext uri="{FF2B5EF4-FFF2-40B4-BE49-F238E27FC236}">
                <a16:creationId xmlns:a16="http://schemas.microsoft.com/office/drawing/2014/main" id="{5DACCFDB-1CF2-5F49-B7CD-5DA3BB72AC39}"/>
              </a:ext>
            </a:extLst>
          </p:cNvPr>
          <p:cNvSpPr txBox="1">
            <a:spLocks noChangeArrowheads="1"/>
          </p:cNvSpPr>
          <p:nvPr/>
        </p:nvSpPr>
        <p:spPr bwMode="auto">
          <a:xfrm>
            <a:off x="993775" y="2973387"/>
            <a:ext cx="881063"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LDR</a:t>
            </a:r>
            <a:r>
              <a:rPr kumimoji="0" lang="en-US" altLang="zh-CN" sz="2000" b="1" baseline="-25000">
                <a:effectLst>
                  <a:outerShdw blurRad="38100" dist="38100" dir="2700000" algn="tl">
                    <a:srgbClr val="C0C0C0"/>
                  </a:outerShdw>
                </a:effectLst>
                <a:latin typeface="Tahoma" pitchFamily="34" charset="0"/>
                <a:ea typeface="宋体" charset="-122"/>
              </a:rPr>
              <a:t>3</a:t>
            </a:r>
            <a:r>
              <a:rPr kumimoji="0" lang="en-US" altLang="zh-CN" sz="2000" b="1">
                <a:effectLst>
                  <a:outerShdw blurRad="38100" dist="38100" dir="2700000" algn="tl">
                    <a:srgbClr val="C0C0C0"/>
                  </a:outerShdw>
                </a:effectLst>
                <a:latin typeface="Tahoma" pitchFamily="34" charset="0"/>
                <a:ea typeface="宋体" charset="-122"/>
              </a:rPr>
              <a:t>’</a:t>
            </a:r>
          </a:p>
        </p:txBody>
      </p:sp>
      <p:sp>
        <p:nvSpPr>
          <p:cNvPr id="30828" name="Line 183">
            <a:extLst>
              <a:ext uri="{FF2B5EF4-FFF2-40B4-BE49-F238E27FC236}">
                <a16:creationId xmlns:a16="http://schemas.microsoft.com/office/drawing/2014/main" id="{5249D47C-6CA1-4031-8A93-1A19A341AF4D}"/>
              </a:ext>
            </a:extLst>
          </p:cNvPr>
          <p:cNvSpPr>
            <a:spLocks noChangeShapeType="1"/>
          </p:cNvSpPr>
          <p:nvPr/>
        </p:nvSpPr>
        <p:spPr bwMode="auto">
          <a:xfrm>
            <a:off x="1800225" y="3713162"/>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7384" name="Text Box 184">
            <a:extLst>
              <a:ext uri="{FF2B5EF4-FFF2-40B4-BE49-F238E27FC236}">
                <a16:creationId xmlns:a16="http://schemas.microsoft.com/office/drawing/2014/main" id="{EBAC4E05-D5C5-1B49-8BC0-F86B46067275}"/>
              </a:ext>
            </a:extLst>
          </p:cNvPr>
          <p:cNvSpPr txBox="1">
            <a:spLocks noChangeArrowheads="1"/>
          </p:cNvSpPr>
          <p:nvPr/>
        </p:nvSpPr>
        <p:spPr bwMode="auto">
          <a:xfrm>
            <a:off x="1422400" y="3371850"/>
            <a:ext cx="695325"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R</a:t>
            </a:r>
            <a:r>
              <a:rPr kumimoji="0" lang="en-US" altLang="zh-CN" sz="2000" b="1" baseline="-25000">
                <a:effectLst>
                  <a:outerShdw blurRad="38100" dist="38100" dir="2700000" algn="tl">
                    <a:srgbClr val="C0C0C0"/>
                  </a:outerShdw>
                </a:effectLst>
                <a:latin typeface="Tahoma" pitchFamily="34" charset="0"/>
                <a:ea typeface="宋体" charset="-122"/>
              </a:rPr>
              <a:t>1 </a:t>
            </a:r>
            <a:r>
              <a:rPr kumimoji="0" lang="en-US" altLang="zh-CN" sz="2000" b="1">
                <a:effectLst>
                  <a:outerShdw blurRad="38100" dist="38100" dir="2700000" algn="tl">
                    <a:srgbClr val="C0C0C0"/>
                  </a:outerShdw>
                </a:effectLst>
                <a:latin typeface="Tahoma" pitchFamily="34" charset="0"/>
                <a:ea typeface="宋体" charset="-122"/>
              </a:rPr>
              <a:t>X</a:t>
            </a:r>
          </a:p>
        </p:txBody>
      </p:sp>
      <p:sp>
        <p:nvSpPr>
          <p:cNvPr id="30830" name="Line 185">
            <a:extLst>
              <a:ext uri="{FF2B5EF4-FFF2-40B4-BE49-F238E27FC236}">
                <a16:creationId xmlns:a16="http://schemas.microsoft.com/office/drawing/2014/main" id="{52916C04-46E7-4555-83F7-6CBE4FDAF6C2}"/>
              </a:ext>
            </a:extLst>
          </p:cNvPr>
          <p:cNvSpPr>
            <a:spLocks noChangeShapeType="1"/>
          </p:cNvSpPr>
          <p:nvPr/>
        </p:nvSpPr>
        <p:spPr bwMode="auto">
          <a:xfrm>
            <a:off x="1743075" y="3570287"/>
            <a:ext cx="157163" cy="0"/>
          </a:xfrm>
          <a:prstGeom prst="line">
            <a:avLst/>
          </a:prstGeom>
          <a:noFill/>
          <a:ln w="19050">
            <a:solidFill>
              <a:schemeClr val="tx1"/>
            </a:solidFill>
            <a:round/>
            <a:headEnd/>
            <a:tailEnd type="arrow" w="lg" len="med"/>
          </a:ln>
          <a:extLst>
            <a:ext uri="{909E8E84-426E-40DD-AFC4-6F175D3DCCD1}">
              <a14:hiddenFill xmlns:a14="http://schemas.microsoft.com/office/drawing/2010/main">
                <a:noFill/>
              </a14:hiddenFill>
            </a:ext>
          </a:extLst>
        </p:spPr>
        <p:txBody>
          <a:bodyPr/>
          <a:lstStyle/>
          <a:p>
            <a:endParaRPr lang="zh-CN" altLang="en-US"/>
          </a:p>
        </p:txBody>
      </p:sp>
      <p:sp>
        <p:nvSpPr>
          <p:cNvPr id="30831" name="Line 186">
            <a:extLst>
              <a:ext uri="{FF2B5EF4-FFF2-40B4-BE49-F238E27FC236}">
                <a16:creationId xmlns:a16="http://schemas.microsoft.com/office/drawing/2014/main" id="{0B62DFC4-0025-4F6C-8C34-3E114A94FF8E}"/>
              </a:ext>
            </a:extLst>
          </p:cNvPr>
          <p:cNvSpPr>
            <a:spLocks noChangeShapeType="1"/>
          </p:cNvSpPr>
          <p:nvPr/>
        </p:nvSpPr>
        <p:spPr bwMode="auto">
          <a:xfrm>
            <a:off x="2157413" y="3313112"/>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30832" name="Group 187">
            <a:extLst>
              <a:ext uri="{FF2B5EF4-FFF2-40B4-BE49-F238E27FC236}">
                <a16:creationId xmlns:a16="http://schemas.microsoft.com/office/drawing/2014/main" id="{F6410018-A647-477D-B227-6030F5493FAB}"/>
              </a:ext>
            </a:extLst>
          </p:cNvPr>
          <p:cNvGrpSpPr>
            <a:grpSpLocks/>
          </p:cNvGrpSpPr>
          <p:nvPr/>
        </p:nvGrpSpPr>
        <p:grpSpPr bwMode="auto">
          <a:xfrm>
            <a:off x="1822450" y="2971800"/>
            <a:ext cx="690563" cy="396875"/>
            <a:chOff x="1121" y="2395"/>
            <a:chExt cx="435" cy="250"/>
          </a:xfrm>
        </p:grpSpPr>
        <p:sp>
          <p:nvSpPr>
            <p:cNvPr id="307388" name="Text Box 188">
              <a:extLst>
                <a:ext uri="{FF2B5EF4-FFF2-40B4-BE49-F238E27FC236}">
                  <a16:creationId xmlns:a16="http://schemas.microsoft.com/office/drawing/2014/main" id="{ED1E81F7-29D5-E44F-A689-B15958B61CB5}"/>
                </a:ext>
              </a:extLst>
            </p:cNvPr>
            <p:cNvSpPr txBox="1">
              <a:spLocks noChangeArrowheads="1"/>
            </p:cNvSpPr>
            <p:nvPr/>
          </p:nvSpPr>
          <p:spPr bwMode="auto">
            <a:xfrm>
              <a:off x="1121" y="2395"/>
              <a:ext cx="435" cy="250"/>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R</a:t>
              </a:r>
              <a:r>
                <a:rPr kumimoji="0" lang="en-US" altLang="zh-CN" sz="2000" b="1" baseline="-25000">
                  <a:effectLst>
                    <a:outerShdw blurRad="38100" dist="38100" dir="2700000" algn="tl">
                      <a:srgbClr val="C0C0C0"/>
                    </a:outerShdw>
                  </a:effectLst>
                  <a:latin typeface="Tahoma" pitchFamily="34" charset="0"/>
                  <a:ea typeface="宋体" charset="-122"/>
                </a:rPr>
                <a:t>1 </a:t>
              </a:r>
              <a:r>
                <a:rPr kumimoji="0" lang="en-US" altLang="zh-CN" sz="2000" b="1">
                  <a:effectLst>
                    <a:outerShdw blurRad="38100" dist="38100" dir="2700000" algn="tl">
                      <a:srgbClr val="C0C0C0"/>
                    </a:outerShdw>
                  </a:effectLst>
                  <a:latin typeface="Tahoma" pitchFamily="34" charset="0"/>
                  <a:ea typeface="宋体" charset="-122"/>
                </a:rPr>
                <a:t>Y</a:t>
              </a:r>
            </a:p>
          </p:txBody>
        </p:sp>
        <p:sp>
          <p:nvSpPr>
            <p:cNvPr id="30880" name="Line 189">
              <a:extLst>
                <a:ext uri="{FF2B5EF4-FFF2-40B4-BE49-F238E27FC236}">
                  <a16:creationId xmlns:a16="http://schemas.microsoft.com/office/drawing/2014/main" id="{775D9896-0D6D-41ED-9D82-F0533ECA8B75}"/>
                </a:ext>
              </a:extLst>
            </p:cNvPr>
            <p:cNvSpPr>
              <a:spLocks noChangeShapeType="1"/>
            </p:cNvSpPr>
            <p:nvPr/>
          </p:nvSpPr>
          <p:spPr bwMode="auto">
            <a:xfrm>
              <a:off x="1323" y="2520"/>
              <a:ext cx="99" cy="0"/>
            </a:xfrm>
            <a:prstGeom prst="line">
              <a:avLst/>
            </a:prstGeom>
            <a:noFill/>
            <a:ln w="19050">
              <a:solidFill>
                <a:schemeClr val="tx1"/>
              </a:solidFill>
              <a:round/>
              <a:headE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30833" name="Line 190">
            <a:extLst>
              <a:ext uri="{FF2B5EF4-FFF2-40B4-BE49-F238E27FC236}">
                <a16:creationId xmlns:a16="http://schemas.microsoft.com/office/drawing/2014/main" id="{8D177F18-D0EE-4EA1-8970-52DB658DEC40}"/>
              </a:ext>
            </a:extLst>
          </p:cNvPr>
          <p:cNvSpPr>
            <a:spLocks noChangeShapeType="1"/>
          </p:cNvSpPr>
          <p:nvPr/>
        </p:nvSpPr>
        <p:spPr bwMode="auto">
          <a:xfrm>
            <a:off x="2500313" y="3713162"/>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30834" name="Group 191">
            <a:extLst>
              <a:ext uri="{FF2B5EF4-FFF2-40B4-BE49-F238E27FC236}">
                <a16:creationId xmlns:a16="http://schemas.microsoft.com/office/drawing/2014/main" id="{83CA9453-108A-4000-AC0E-145DBACCA2BB}"/>
              </a:ext>
            </a:extLst>
          </p:cNvPr>
          <p:cNvGrpSpPr>
            <a:grpSpLocks/>
          </p:cNvGrpSpPr>
          <p:nvPr/>
        </p:nvGrpSpPr>
        <p:grpSpPr bwMode="auto">
          <a:xfrm>
            <a:off x="2859088" y="3314700"/>
            <a:ext cx="1042987" cy="728662"/>
            <a:chOff x="1774" y="2638"/>
            <a:chExt cx="657" cy="459"/>
          </a:xfrm>
        </p:grpSpPr>
        <p:sp>
          <p:nvSpPr>
            <p:cNvPr id="30875" name="Line 192">
              <a:extLst>
                <a:ext uri="{FF2B5EF4-FFF2-40B4-BE49-F238E27FC236}">
                  <a16:creationId xmlns:a16="http://schemas.microsoft.com/office/drawing/2014/main" id="{4D74BDB8-DB50-470F-ADC2-C508CB67AB7F}"/>
                </a:ext>
              </a:extLst>
            </p:cNvPr>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76" name="Line 193">
              <a:extLst>
                <a:ext uri="{FF2B5EF4-FFF2-40B4-BE49-F238E27FC236}">
                  <a16:creationId xmlns:a16="http://schemas.microsoft.com/office/drawing/2014/main" id="{55170EF0-1E66-4CA9-9065-B44FB4E6F290}"/>
                </a:ext>
              </a:extLst>
            </p:cNvPr>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77" name="Line 194">
              <a:extLst>
                <a:ext uri="{FF2B5EF4-FFF2-40B4-BE49-F238E27FC236}">
                  <a16:creationId xmlns:a16="http://schemas.microsoft.com/office/drawing/2014/main" id="{61E7715C-36A4-4135-BACD-79FCAEEF55EC}"/>
                </a:ext>
              </a:extLst>
            </p:cNvPr>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78" name="Line 195">
              <a:extLst>
                <a:ext uri="{FF2B5EF4-FFF2-40B4-BE49-F238E27FC236}">
                  <a16:creationId xmlns:a16="http://schemas.microsoft.com/office/drawing/2014/main" id="{D659089D-04CD-4C42-B5B8-7911EFF95F73}"/>
                </a:ext>
              </a:extLst>
            </p:cNvPr>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0835" name="Group 196">
            <a:extLst>
              <a:ext uri="{FF2B5EF4-FFF2-40B4-BE49-F238E27FC236}">
                <a16:creationId xmlns:a16="http://schemas.microsoft.com/office/drawing/2014/main" id="{C025DFEE-F7FD-4EB0-8CAE-0CF147DB4B76}"/>
              </a:ext>
            </a:extLst>
          </p:cNvPr>
          <p:cNvGrpSpPr>
            <a:grpSpLocks/>
          </p:cNvGrpSpPr>
          <p:nvPr/>
        </p:nvGrpSpPr>
        <p:grpSpPr bwMode="auto">
          <a:xfrm>
            <a:off x="4302125" y="3314700"/>
            <a:ext cx="1042988" cy="728662"/>
            <a:chOff x="1774" y="2638"/>
            <a:chExt cx="657" cy="459"/>
          </a:xfrm>
        </p:grpSpPr>
        <p:sp>
          <p:nvSpPr>
            <p:cNvPr id="30871" name="Line 197">
              <a:extLst>
                <a:ext uri="{FF2B5EF4-FFF2-40B4-BE49-F238E27FC236}">
                  <a16:creationId xmlns:a16="http://schemas.microsoft.com/office/drawing/2014/main" id="{D1A4476B-709D-4C53-B7A8-052E65BE5D9E}"/>
                </a:ext>
              </a:extLst>
            </p:cNvPr>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72" name="Line 198">
              <a:extLst>
                <a:ext uri="{FF2B5EF4-FFF2-40B4-BE49-F238E27FC236}">
                  <a16:creationId xmlns:a16="http://schemas.microsoft.com/office/drawing/2014/main" id="{48C1206D-9C8D-4D2C-9869-CF723522E07D}"/>
                </a:ext>
              </a:extLst>
            </p:cNvPr>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73" name="Line 199">
              <a:extLst>
                <a:ext uri="{FF2B5EF4-FFF2-40B4-BE49-F238E27FC236}">
                  <a16:creationId xmlns:a16="http://schemas.microsoft.com/office/drawing/2014/main" id="{D6EDFD16-822D-4AA0-833E-F6A32CEE9C68}"/>
                </a:ext>
              </a:extLst>
            </p:cNvPr>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74" name="Line 200">
              <a:extLst>
                <a:ext uri="{FF2B5EF4-FFF2-40B4-BE49-F238E27FC236}">
                  <a16:creationId xmlns:a16="http://schemas.microsoft.com/office/drawing/2014/main" id="{2147DE20-7830-4AA9-AB20-E2AA420BB040}"/>
                </a:ext>
              </a:extLst>
            </p:cNvPr>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0836" name="Group 201">
            <a:extLst>
              <a:ext uri="{FF2B5EF4-FFF2-40B4-BE49-F238E27FC236}">
                <a16:creationId xmlns:a16="http://schemas.microsoft.com/office/drawing/2014/main" id="{3A8569C1-0329-4ED8-8135-1E47AC39115B}"/>
              </a:ext>
            </a:extLst>
          </p:cNvPr>
          <p:cNvGrpSpPr>
            <a:grpSpLocks/>
          </p:cNvGrpSpPr>
          <p:nvPr/>
        </p:nvGrpSpPr>
        <p:grpSpPr bwMode="auto">
          <a:xfrm>
            <a:off x="5730875" y="3314700"/>
            <a:ext cx="1042988" cy="728662"/>
            <a:chOff x="1774" y="2638"/>
            <a:chExt cx="657" cy="459"/>
          </a:xfrm>
        </p:grpSpPr>
        <p:sp>
          <p:nvSpPr>
            <p:cNvPr id="30867" name="Line 202">
              <a:extLst>
                <a:ext uri="{FF2B5EF4-FFF2-40B4-BE49-F238E27FC236}">
                  <a16:creationId xmlns:a16="http://schemas.microsoft.com/office/drawing/2014/main" id="{9F482A9E-9873-458E-A663-CA3FDA0D45E4}"/>
                </a:ext>
              </a:extLst>
            </p:cNvPr>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68" name="Line 203">
              <a:extLst>
                <a:ext uri="{FF2B5EF4-FFF2-40B4-BE49-F238E27FC236}">
                  <a16:creationId xmlns:a16="http://schemas.microsoft.com/office/drawing/2014/main" id="{45EB973D-D6F9-4089-AD3D-D6FF69E9162D}"/>
                </a:ext>
              </a:extLst>
            </p:cNvPr>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69" name="Line 204">
              <a:extLst>
                <a:ext uri="{FF2B5EF4-FFF2-40B4-BE49-F238E27FC236}">
                  <a16:creationId xmlns:a16="http://schemas.microsoft.com/office/drawing/2014/main" id="{0BB200E3-90F1-4CAA-B5F1-AD66DEDDED7A}"/>
                </a:ext>
              </a:extLst>
            </p:cNvPr>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70" name="Line 205">
              <a:extLst>
                <a:ext uri="{FF2B5EF4-FFF2-40B4-BE49-F238E27FC236}">
                  <a16:creationId xmlns:a16="http://schemas.microsoft.com/office/drawing/2014/main" id="{74BC68EF-7870-4EF0-BFF0-732B47975977}"/>
                </a:ext>
              </a:extLst>
            </p:cNvPr>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30837" name="Line 206">
            <a:extLst>
              <a:ext uri="{FF2B5EF4-FFF2-40B4-BE49-F238E27FC236}">
                <a16:creationId xmlns:a16="http://schemas.microsoft.com/office/drawing/2014/main" id="{A30C35A0-8810-49E1-90B5-E859A7886C97}"/>
              </a:ext>
            </a:extLst>
          </p:cNvPr>
          <p:cNvSpPr>
            <a:spLocks noChangeShapeType="1"/>
          </p:cNvSpPr>
          <p:nvPr/>
        </p:nvSpPr>
        <p:spPr bwMode="auto">
          <a:xfrm>
            <a:off x="7159625" y="3314700"/>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38" name="Line 207">
            <a:extLst>
              <a:ext uri="{FF2B5EF4-FFF2-40B4-BE49-F238E27FC236}">
                <a16:creationId xmlns:a16="http://schemas.microsoft.com/office/drawing/2014/main" id="{1D1D375E-AA9F-4B63-B6BC-9066E8720A5C}"/>
              </a:ext>
            </a:extLst>
          </p:cNvPr>
          <p:cNvSpPr>
            <a:spLocks noChangeShapeType="1"/>
          </p:cNvSpPr>
          <p:nvPr/>
        </p:nvSpPr>
        <p:spPr bwMode="auto">
          <a:xfrm>
            <a:off x="7502525" y="37147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39" name="Line 208">
            <a:extLst>
              <a:ext uri="{FF2B5EF4-FFF2-40B4-BE49-F238E27FC236}">
                <a16:creationId xmlns:a16="http://schemas.microsoft.com/office/drawing/2014/main" id="{CCA655FE-9E94-4100-98F4-2B0F6CDAF5DB}"/>
              </a:ext>
            </a:extLst>
          </p:cNvPr>
          <p:cNvSpPr>
            <a:spLocks noChangeShapeType="1"/>
          </p:cNvSpPr>
          <p:nvPr/>
        </p:nvSpPr>
        <p:spPr bwMode="auto">
          <a:xfrm>
            <a:off x="7859713" y="3714750"/>
            <a:ext cx="0" cy="32861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40" name="Line 209">
            <a:extLst>
              <a:ext uri="{FF2B5EF4-FFF2-40B4-BE49-F238E27FC236}">
                <a16:creationId xmlns:a16="http://schemas.microsoft.com/office/drawing/2014/main" id="{495958E1-59A2-4387-9657-63FA7D39CFDE}"/>
              </a:ext>
            </a:extLst>
          </p:cNvPr>
          <p:cNvSpPr>
            <a:spLocks noChangeShapeType="1"/>
          </p:cNvSpPr>
          <p:nvPr/>
        </p:nvSpPr>
        <p:spPr bwMode="auto">
          <a:xfrm>
            <a:off x="8202613" y="37147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841" name="Line 210">
            <a:extLst>
              <a:ext uri="{FF2B5EF4-FFF2-40B4-BE49-F238E27FC236}">
                <a16:creationId xmlns:a16="http://schemas.microsoft.com/office/drawing/2014/main" id="{32C7C7D3-C080-43A6-9E97-4F82C35515D0}"/>
              </a:ext>
            </a:extLst>
          </p:cNvPr>
          <p:cNvSpPr>
            <a:spLocks noChangeShapeType="1"/>
          </p:cNvSpPr>
          <p:nvPr/>
        </p:nvSpPr>
        <p:spPr bwMode="auto">
          <a:xfrm>
            <a:off x="8572500" y="3713162"/>
            <a:ext cx="0" cy="32861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07411" name="Text Box 211">
            <a:extLst>
              <a:ext uri="{FF2B5EF4-FFF2-40B4-BE49-F238E27FC236}">
                <a16:creationId xmlns:a16="http://schemas.microsoft.com/office/drawing/2014/main" id="{AACD0506-19F3-274B-B6C7-66B5A3FB6CCD}"/>
              </a:ext>
            </a:extLst>
          </p:cNvPr>
          <p:cNvSpPr txBox="1">
            <a:spLocks noChangeArrowheads="1"/>
          </p:cNvSpPr>
          <p:nvPr/>
        </p:nvSpPr>
        <p:spPr bwMode="auto">
          <a:xfrm>
            <a:off x="2165350" y="3371850"/>
            <a:ext cx="695325"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R</a:t>
            </a:r>
            <a:r>
              <a:rPr kumimoji="0" lang="en-US" altLang="zh-CN" sz="2000" b="1" baseline="-25000">
                <a:effectLst>
                  <a:outerShdw blurRad="38100" dist="38100" dir="2700000" algn="tl">
                    <a:srgbClr val="C0C0C0"/>
                  </a:outerShdw>
                </a:effectLst>
                <a:latin typeface="Tahoma" pitchFamily="34" charset="0"/>
                <a:ea typeface="宋体" charset="-122"/>
              </a:rPr>
              <a:t>2 </a:t>
            </a:r>
            <a:r>
              <a:rPr kumimoji="0" lang="en-US" altLang="zh-CN" sz="2000" b="1">
                <a:effectLst>
                  <a:outerShdw blurRad="38100" dist="38100" dir="2700000" algn="tl">
                    <a:srgbClr val="C0C0C0"/>
                  </a:outerShdw>
                </a:effectLst>
                <a:latin typeface="Tahoma" pitchFamily="34" charset="0"/>
                <a:ea typeface="宋体" charset="-122"/>
              </a:rPr>
              <a:t>X</a:t>
            </a:r>
          </a:p>
        </p:txBody>
      </p:sp>
      <p:sp>
        <p:nvSpPr>
          <p:cNvPr id="30843" name="Line 212">
            <a:extLst>
              <a:ext uri="{FF2B5EF4-FFF2-40B4-BE49-F238E27FC236}">
                <a16:creationId xmlns:a16="http://schemas.microsoft.com/office/drawing/2014/main" id="{BB399827-9F02-4FEA-AE00-D4E246617B0D}"/>
              </a:ext>
            </a:extLst>
          </p:cNvPr>
          <p:cNvSpPr>
            <a:spLocks noChangeShapeType="1"/>
          </p:cNvSpPr>
          <p:nvPr/>
        </p:nvSpPr>
        <p:spPr bwMode="auto">
          <a:xfrm>
            <a:off x="2486025" y="3570287"/>
            <a:ext cx="157163" cy="0"/>
          </a:xfrm>
          <a:prstGeom prst="line">
            <a:avLst/>
          </a:prstGeom>
          <a:noFill/>
          <a:ln w="19050">
            <a:solidFill>
              <a:schemeClr val="tx1"/>
            </a:solidFill>
            <a:round/>
            <a:headE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30844" name="Group 213">
            <a:extLst>
              <a:ext uri="{FF2B5EF4-FFF2-40B4-BE49-F238E27FC236}">
                <a16:creationId xmlns:a16="http://schemas.microsoft.com/office/drawing/2014/main" id="{AB598BC4-8CAC-42FC-BB2F-3C2DC27D34ED}"/>
              </a:ext>
            </a:extLst>
          </p:cNvPr>
          <p:cNvGrpSpPr>
            <a:grpSpLocks/>
          </p:cNvGrpSpPr>
          <p:nvPr/>
        </p:nvGrpSpPr>
        <p:grpSpPr bwMode="auto">
          <a:xfrm>
            <a:off x="2536825" y="2971800"/>
            <a:ext cx="690563" cy="396875"/>
            <a:chOff x="1121" y="2395"/>
            <a:chExt cx="435" cy="250"/>
          </a:xfrm>
        </p:grpSpPr>
        <p:sp>
          <p:nvSpPr>
            <p:cNvPr id="307414" name="Text Box 214">
              <a:extLst>
                <a:ext uri="{FF2B5EF4-FFF2-40B4-BE49-F238E27FC236}">
                  <a16:creationId xmlns:a16="http://schemas.microsoft.com/office/drawing/2014/main" id="{6964769D-A852-8947-A019-130C56994295}"/>
                </a:ext>
              </a:extLst>
            </p:cNvPr>
            <p:cNvSpPr txBox="1">
              <a:spLocks noChangeArrowheads="1"/>
            </p:cNvSpPr>
            <p:nvPr/>
          </p:nvSpPr>
          <p:spPr bwMode="auto">
            <a:xfrm>
              <a:off x="1121" y="2395"/>
              <a:ext cx="435" cy="250"/>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R</a:t>
              </a:r>
              <a:r>
                <a:rPr kumimoji="0" lang="en-US" altLang="zh-CN" sz="2000" b="1" baseline="-25000">
                  <a:effectLst>
                    <a:outerShdw blurRad="38100" dist="38100" dir="2700000" algn="tl">
                      <a:srgbClr val="C0C0C0"/>
                    </a:outerShdw>
                  </a:effectLst>
                  <a:latin typeface="Tahoma" pitchFamily="34" charset="0"/>
                  <a:ea typeface="宋体" charset="-122"/>
                </a:rPr>
                <a:t>2 </a:t>
              </a:r>
              <a:r>
                <a:rPr kumimoji="0" lang="en-US" altLang="zh-CN" sz="2000" b="1">
                  <a:effectLst>
                    <a:outerShdw blurRad="38100" dist="38100" dir="2700000" algn="tl">
                      <a:srgbClr val="C0C0C0"/>
                    </a:outerShdw>
                  </a:effectLst>
                  <a:latin typeface="Tahoma" pitchFamily="34" charset="0"/>
                  <a:ea typeface="宋体" charset="-122"/>
                </a:rPr>
                <a:t>Y</a:t>
              </a:r>
            </a:p>
          </p:txBody>
        </p:sp>
        <p:sp>
          <p:nvSpPr>
            <p:cNvPr id="30866" name="Line 215">
              <a:extLst>
                <a:ext uri="{FF2B5EF4-FFF2-40B4-BE49-F238E27FC236}">
                  <a16:creationId xmlns:a16="http://schemas.microsoft.com/office/drawing/2014/main" id="{17D3BB11-D969-49C6-933E-FD7AD7E66F89}"/>
                </a:ext>
              </a:extLst>
            </p:cNvPr>
            <p:cNvSpPr>
              <a:spLocks noChangeShapeType="1"/>
            </p:cNvSpPr>
            <p:nvPr/>
          </p:nvSpPr>
          <p:spPr bwMode="auto">
            <a:xfrm>
              <a:off x="1323" y="2520"/>
              <a:ext cx="99" cy="0"/>
            </a:xfrm>
            <a:prstGeom prst="line">
              <a:avLst/>
            </a:prstGeom>
            <a:noFill/>
            <a:ln w="19050">
              <a:solidFill>
                <a:schemeClr val="tx1"/>
              </a:solidFill>
              <a:round/>
              <a:headE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307416" name="Text Box 216">
            <a:extLst>
              <a:ext uri="{FF2B5EF4-FFF2-40B4-BE49-F238E27FC236}">
                <a16:creationId xmlns:a16="http://schemas.microsoft.com/office/drawing/2014/main" id="{E3E4758B-C232-FB4A-93A6-8E0055BB3D6E}"/>
              </a:ext>
            </a:extLst>
          </p:cNvPr>
          <p:cNvSpPr txBox="1">
            <a:spLocks noChangeArrowheads="1"/>
          </p:cNvSpPr>
          <p:nvPr/>
        </p:nvSpPr>
        <p:spPr bwMode="auto">
          <a:xfrm>
            <a:off x="2794000" y="3371850"/>
            <a:ext cx="830263"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DR</a:t>
            </a:r>
            <a:r>
              <a:rPr kumimoji="0" lang="en-US" altLang="zh-CN" sz="2000" b="1" baseline="-25000">
                <a:effectLst>
                  <a:outerShdw blurRad="38100" dist="38100" dir="2700000" algn="tl">
                    <a:srgbClr val="C0C0C0"/>
                  </a:outerShdw>
                </a:effectLst>
                <a:latin typeface="Tahoma" pitchFamily="34" charset="0"/>
                <a:ea typeface="宋体" charset="-122"/>
              </a:rPr>
              <a:t>  </a:t>
            </a:r>
            <a:r>
              <a:rPr kumimoji="0" lang="en-US" altLang="zh-CN" sz="2000" b="1">
                <a:effectLst>
                  <a:outerShdw blurRad="38100" dist="38100" dir="2700000" algn="tl">
                    <a:srgbClr val="C0C0C0"/>
                  </a:outerShdw>
                </a:effectLst>
                <a:latin typeface="Tahoma" pitchFamily="34" charset="0"/>
                <a:ea typeface="宋体" charset="-122"/>
              </a:rPr>
              <a:t>X</a:t>
            </a:r>
          </a:p>
        </p:txBody>
      </p:sp>
      <p:sp>
        <p:nvSpPr>
          <p:cNvPr id="30846" name="Line 217">
            <a:extLst>
              <a:ext uri="{FF2B5EF4-FFF2-40B4-BE49-F238E27FC236}">
                <a16:creationId xmlns:a16="http://schemas.microsoft.com/office/drawing/2014/main" id="{CFAEE01E-9560-4B81-B4AA-733A1829810C}"/>
              </a:ext>
            </a:extLst>
          </p:cNvPr>
          <p:cNvSpPr>
            <a:spLocks noChangeShapeType="1"/>
          </p:cNvSpPr>
          <p:nvPr/>
        </p:nvSpPr>
        <p:spPr bwMode="auto">
          <a:xfrm>
            <a:off x="3257550" y="3570287"/>
            <a:ext cx="157163" cy="0"/>
          </a:xfrm>
          <a:prstGeom prst="line">
            <a:avLst/>
          </a:prstGeom>
          <a:noFill/>
          <a:ln w="19050">
            <a:solidFill>
              <a:schemeClr val="tx1"/>
            </a:solidFill>
            <a:round/>
            <a:headE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30847" name="Group 218">
            <a:extLst>
              <a:ext uri="{FF2B5EF4-FFF2-40B4-BE49-F238E27FC236}">
                <a16:creationId xmlns:a16="http://schemas.microsoft.com/office/drawing/2014/main" id="{7C80A86F-138A-4970-A789-A3237A2781B1}"/>
              </a:ext>
            </a:extLst>
          </p:cNvPr>
          <p:cNvGrpSpPr>
            <a:grpSpLocks/>
          </p:cNvGrpSpPr>
          <p:nvPr/>
        </p:nvGrpSpPr>
        <p:grpSpPr bwMode="auto">
          <a:xfrm>
            <a:off x="3236913" y="2971800"/>
            <a:ext cx="690562" cy="396875"/>
            <a:chOff x="1121" y="2395"/>
            <a:chExt cx="435" cy="250"/>
          </a:xfrm>
        </p:grpSpPr>
        <p:sp>
          <p:nvSpPr>
            <p:cNvPr id="307419" name="Text Box 219">
              <a:extLst>
                <a:ext uri="{FF2B5EF4-FFF2-40B4-BE49-F238E27FC236}">
                  <a16:creationId xmlns:a16="http://schemas.microsoft.com/office/drawing/2014/main" id="{53642A9D-0C3C-9E4D-8726-82E5BE68B56F}"/>
                </a:ext>
              </a:extLst>
            </p:cNvPr>
            <p:cNvSpPr txBox="1">
              <a:spLocks noChangeArrowheads="1"/>
            </p:cNvSpPr>
            <p:nvPr/>
          </p:nvSpPr>
          <p:spPr bwMode="auto">
            <a:xfrm>
              <a:off x="1121" y="2395"/>
              <a:ext cx="435" cy="250"/>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R</a:t>
              </a:r>
              <a:r>
                <a:rPr kumimoji="0" lang="en-US" altLang="zh-CN" sz="2000" b="1" baseline="-25000">
                  <a:effectLst>
                    <a:outerShdw blurRad="38100" dist="38100" dir="2700000" algn="tl">
                      <a:srgbClr val="C0C0C0"/>
                    </a:outerShdw>
                  </a:effectLst>
                  <a:latin typeface="Tahoma" pitchFamily="34" charset="0"/>
                  <a:ea typeface="宋体" charset="-122"/>
                </a:rPr>
                <a:t>3 </a:t>
              </a:r>
              <a:r>
                <a:rPr kumimoji="0" lang="en-US" altLang="zh-CN" sz="2000" b="1">
                  <a:effectLst>
                    <a:outerShdw blurRad="38100" dist="38100" dir="2700000" algn="tl">
                      <a:srgbClr val="C0C0C0"/>
                    </a:outerShdw>
                  </a:effectLst>
                  <a:latin typeface="Tahoma" pitchFamily="34" charset="0"/>
                  <a:ea typeface="宋体" charset="-122"/>
                </a:rPr>
                <a:t>Y</a:t>
              </a:r>
            </a:p>
          </p:txBody>
        </p:sp>
        <p:sp>
          <p:nvSpPr>
            <p:cNvPr id="30864" name="Line 220">
              <a:extLst>
                <a:ext uri="{FF2B5EF4-FFF2-40B4-BE49-F238E27FC236}">
                  <a16:creationId xmlns:a16="http://schemas.microsoft.com/office/drawing/2014/main" id="{E00672A7-E839-4080-9EFB-4D65D71AEA12}"/>
                </a:ext>
              </a:extLst>
            </p:cNvPr>
            <p:cNvSpPr>
              <a:spLocks noChangeShapeType="1"/>
            </p:cNvSpPr>
            <p:nvPr/>
          </p:nvSpPr>
          <p:spPr bwMode="auto">
            <a:xfrm>
              <a:off x="1323" y="2520"/>
              <a:ext cx="99" cy="0"/>
            </a:xfrm>
            <a:prstGeom prst="line">
              <a:avLst/>
            </a:prstGeom>
            <a:noFill/>
            <a:ln w="19050">
              <a:solidFill>
                <a:schemeClr val="tx1"/>
              </a:solidFill>
              <a:round/>
              <a:headE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307421" name="Text Box 221">
            <a:extLst>
              <a:ext uri="{FF2B5EF4-FFF2-40B4-BE49-F238E27FC236}">
                <a16:creationId xmlns:a16="http://schemas.microsoft.com/office/drawing/2014/main" id="{C5F61C68-BFD9-4943-B8A0-E3136747B75A}"/>
              </a:ext>
            </a:extLst>
          </p:cNvPr>
          <p:cNvSpPr txBox="1">
            <a:spLocks noChangeArrowheads="1"/>
          </p:cNvSpPr>
          <p:nvPr/>
        </p:nvSpPr>
        <p:spPr bwMode="auto">
          <a:xfrm>
            <a:off x="3722688" y="3371850"/>
            <a:ext cx="392112" cy="396875"/>
          </a:xfrm>
          <a:prstGeom prst="rect">
            <a:avLst/>
          </a:prstGeom>
          <a:noFill/>
          <a:ln w="19050">
            <a:noFill/>
            <a:miter lim="800000"/>
            <a:headEnd/>
            <a:tailEnd type="none" w="lg" len="lg"/>
          </a:ln>
          <a:effectLst/>
        </p:spPr>
        <p:txBody>
          <a:bodyPr wrap="none">
            <a:spAutoFit/>
          </a:bodyPr>
          <a:lstStyle>
            <a:lvl1pPr eaLnBrk="0" hangingPunct="0">
              <a:defRPr kumimoji="1" sz="3200">
                <a:solidFill>
                  <a:schemeClr val="tx1"/>
                </a:solidFill>
                <a:latin typeface="Times New Roman" pitchFamily="18" charset="0"/>
                <a:ea typeface="黑体" pitchFamily="2" charset="-122"/>
              </a:defRPr>
            </a:lvl1pPr>
            <a:lvl2pPr marL="742950" indent="-285750" eaLnBrk="0" hangingPunct="0">
              <a:defRPr kumimoji="1" sz="3200">
                <a:solidFill>
                  <a:schemeClr val="tx1"/>
                </a:solidFill>
                <a:latin typeface="Times New Roman" pitchFamily="18" charset="0"/>
                <a:ea typeface="黑体" pitchFamily="2" charset="-122"/>
              </a:defRPr>
            </a:lvl2pPr>
            <a:lvl3pPr marL="1143000" indent="-228600" eaLnBrk="0" hangingPunct="0">
              <a:defRPr kumimoji="1" sz="3200">
                <a:solidFill>
                  <a:schemeClr val="tx1"/>
                </a:solidFill>
                <a:latin typeface="Times New Roman" pitchFamily="18" charset="0"/>
                <a:ea typeface="黑体" pitchFamily="2" charset="-122"/>
              </a:defRPr>
            </a:lvl3pPr>
            <a:lvl4pPr marL="1600200" indent="-228600" eaLnBrk="0" hangingPunct="0">
              <a:defRPr kumimoji="1" sz="3200">
                <a:solidFill>
                  <a:schemeClr val="tx1"/>
                </a:solidFill>
                <a:latin typeface="Times New Roman" pitchFamily="18" charset="0"/>
                <a:ea typeface="黑体" pitchFamily="2" charset="-122"/>
              </a:defRPr>
            </a:lvl4pPr>
            <a:lvl5pPr marL="2057400" indent="-228600" eaLnBrk="0" hangingPunct="0">
              <a:defRPr kumimoji="1" sz="3200">
                <a:solidFill>
                  <a:schemeClr val="tx1"/>
                </a:solidFill>
                <a:latin typeface="Times New Roman" pitchFamily="18" charset="0"/>
                <a:ea typeface="黑体" pitchFamily="2" charset="-122"/>
              </a:defRPr>
            </a:lvl5pPr>
            <a:lvl6pPr marL="25146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6pPr>
            <a:lvl7pPr marL="29718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7pPr>
            <a:lvl8pPr marL="34290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8pPr>
            <a:lvl9pPr marL="38862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9pPr>
          </a:lstStyle>
          <a:p>
            <a:pPr eaLnBrk="1" hangingPunct="1">
              <a:defRPr/>
            </a:pPr>
            <a:r>
              <a:rPr kumimoji="0" lang="en-US" altLang="zh-CN" sz="2000" b="1">
                <a:effectLst>
                  <a:outerShdw blurRad="38100" dist="38100" dir="2700000" algn="tl">
                    <a:srgbClr val="C0C0C0"/>
                  </a:outerShdw>
                </a:effectLst>
                <a:latin typeface="Tahoma" pitchFamily="34" charset="0"/>
                <a:ea typeface="宋体" pitchFamily="2" charset="-122"/>
              </a:rPr>
              <a:t>+</a:t>
            </a:r>
          </a:p>
        </p:txBody>
      </p:sp>
      <p:sp>
        <p:nvSpPr>
          <p:cNvPr id="307422" name="Text Box 222">
            <a:extLst>
              <a:ext uri="{FF2B5EF4-FFF2-40B4-BE49-F238E27FC236}">
                <a16:creationId xmlns:a16="http://schemas.microsoft.com/office/drawing/2014/main" id="{46E86E33-7551-6949-880B-3D4C7C0547D0}"/>
              </a:ext>
            </a:extLst>
          </p:cNvPr>
          <p:cNvSpPr txBox="1">
            <a:spLocks noChangeArrowheads="1"/>
          </p:cNvSpPr>
          <p:nvPr/>
        </p:nvSpPr>
        <p:spPr bwMode="auto">
          <a:xfrm>
            <a:off x="4094163" y="2971800"/>
            <a:ext cx="411162" cy="396875"/>
          </a:xfrm>
          <a:prstGeom prst="rect">
            <a:avLst/>
          </a:prstGeom>
          <a:noFill/>
          <a:ln w="19050">
            <a:noFill/>
            <a:miter lim="800000"/>
            <a:headEnd/>
            <a:tailEnd type="none" w="lg" len="lg"/>
          </a:ln>
          <a:effectLst/>
        </p:spPr>
        <p:txBody>
          <a:bodyPr wrap="none">
            <a:spAutoFit/>
          </a:bodyPr>
          <a:lstStyle>
            <a:lvl1pPr eaLnBrk="0" hangingPunct="0">
              <a:defRPr kumimoji="1" sz="3200">
                <a:solidFill>
                  <a:schemeClr val="tx1"/>
                </a:solidFill>
                <a:latin typeface="Times New Roman" pitchFamily="18" charset="0"/>
                <a:ea typeface="黑体" pitchFamily="2" charset="-122"/>
              </a:defRPr>
            </a:lvl1pPr>
            <a:lvl2pPr marL="742950" indent="-285750" eaLnBrk="0" hangingPunct="0">
              <a:defRPr kumimoji="1" sz="3200">
                <a:solidFill>
                  <a:schemeClr val="tx1"/>
                </a:solidFill>
                <a:latin typeface="Times New Roman" pitchFamily="18" charset="0"/>
                <a:ea typeface="黑体" pitchFamily="2" charset="-122"/>
              </a:defRPr>
            </a:lvl2pPr>
            <a:lvl3pPr marL="1143000" indent="-228600" eaLnBrk="0" hangingPunct="0">
              <a:defRPr kumimoji="1" sz="3200">
                <a:solidFill>
                  <a:schemeClr val="tx1"/>
                </a:solidFill>
                <a:latin typeface="Times New Roman" pitchFamily="18" charset="0"/>
                <a:ea typeface="黑体" pitchFamily="2" charset="-122"/>
              </a:defRPr>
            </a:lvl3pPr>
            <a:lvl4pPr marL="1600200" indent="-228600" eaLnBrk="0" hangingPunct="0">
              <a:defRPr kumimoji="1" sz="3200">
                <a:solidFill>
                  <a:schemeClr val="tx1"/>
                </a:solidFill>
                <a:latin typeface="Times New Roman" pitchFamily="18" charset="0"/>
                <a:ea typeface="黑体" pitchFamily="2" charset="-122"/>
              </a:defRPr>
            </a:lvl4pPr>
            <a:lvl5pPr marL="2057400" indent="-228600" eaLnBrk="0" hangingPunct="0">
              <a:defRPr kumimoji="1" sz="3200">
                <a:solidFill>
                  <a:schemeClr val="tx1"/>
                </a:solidFill>
                <a:latin typeface="Times New Roman" pitchFamily="18" charset="0"/>
                <a:ea typeface="黑体" pitchFamily="2" charset="-122"/>
              </a:defRPr>
            </a:lvl5pPr>
            <a:lvl6pPr marL="25146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6pPr>
            <a:lvl7pPr marL="29718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7pPr>
            <a:lvl8pPr marL="34290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8pPr>
            <a:lvl9pPr marL="38862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9pPr>
          </a:lstStyle>
          <a:p>
            <a:pPr eaLnBrk="1" hangingPunct="1">
              <a:defRPr/>
            </a:pPr>
            <a:r>
              <a:rPr kumimoji="0" lang="en-US" altLang="zh-CN" sz="2000" b="1">
                <a:effectLst>
                  <a:outerShdw blurRad="38100" dist="38100" dir="2700000" algn="tl">
                    <a:srgbClr val="C0C0C0"/>
                  </a:outerShdw>
                </a:effectLst>
                <a:latin typeface="Tahoma" pitchFamily="34" charset="0"/>
                <a:ea typeface="宋体" pitchFamily="2" charset="-122"/>
              </a:rPr>
              <a:t>M</a:t>
            </a:r>
          </a:p>
        </p:txBody>
      </p:sp>
      <p:sp>
        <p:nvSpPr>
          <p:cNvPr id="307423" name="Text Box 223">
            <a:extLst>
              <a:ext uri="{FF2B5EF4-FFF2-40B4-BE49-F238E27FC236}">
                <a16:creationId xmlns:a16="http://schemas.microsoft.com/office/drawing/2014/main" id="{6E2D4768-0848-BD4C-A3DC-2C32F188316D}"/>
              </a:ext>
            </a:extLst>
          </p:cNvPr>
          <p:cNvSpPr txBox="1">
            <a:spLocks noChangeArrowheads="1"/>
          </p:cNvSpPr>
          <p:nvPr/>
        </p:nvSpPr>
        <p:spPr bwMode="auto">
          <a:xfrm>
            <a:off x="4422775" y="3390900"/>
            <a:ext cx="439738" cy="396875"/>
          </a:xfrm>
          <a:prstGeom prst="rect">
            <a:avLst/>
          </a:prstGeom>
          <a:noFill/>
          <a:ln w="19050">
            <a:noFill/>
            <a:miter lim="800000"/>
            <a:headEnd/>
            <a:tailEnd type="none" w="lg" len="lg"/>
          </a:ln>
          <a:effectLst/>
        </p:spPr>
        <p:txBody>
          <a:bodyPr wrap="none">
            <a:spAutoFit/>
          </a:bodyPr>
          <a:lstStyle/>
          <a:p>
            <a:pPr eaLnBrk="1" hangingPunct="1">
              <a:defRPr/>
            </a:pPr>
            <a:r>
              <a:rPr kumimoji="0" lang="zh-CN" altLang="en-US" sz="2000" b="1">
                <a:effectLst>
                  <a:outerShdw blurRad="38100" dist="38100" dir="2700000" algn="tl">
                    <a:srgbClr val="C0C0C0"/>
                  </a:outerShdw>
                </a:effectLst>
                <a:latin typeface="Tahoma" pitchFamily="34" charset="0"/>
                <a:ea typeface="宋体" charset="-122"/>
              </a:rPr>
              <a:t>－</a:t>
            </a:r>
          </a:p>
        </p:txBody>
      </p:sp>
      <p:sp>
        <p:nvSpPr>
          <p:cNvPr id="307424" name="Text Box 224">
            <a:extLst>
              <a:ext uri="{FF2B5EF4-FFF2-40B4-BE49-F238E27FC236}">
                <a16:creationId xmlns:a16="http://schemas.microsoft.com/office/drawing/2014/main" id="{C9C8F577-689F-C844-8E92-A66E59A69660}"/>
              </a:ext>
            </a:extLst>
          </p:cNvPr>
          <p:cNvSpPr txBox="1">
            <a:spLocks noChangeArrowheads="1"/>
          </p:cNvSpPr>
          <p:nvPr/>
        </p:nvSpPr>
        <p:spPr bwMode="auto">
          <a:xfrm>
            <a:off x="4679950" y="2973387"/>
            <a:ext cx="630238"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RD’</a:t>
            </a:r>
          </a:p>
        </p:txBody>
      </p:sp>
      <p:sp>
        <p:nvSpPr>
          <p:cNvPr id="307425" name="Text Box 225">
            <a:extLst>
              <a:ext uri="{FF2B5EF4-FFF2-40B4-BE49-F238E27FC236}">
                <a16:creationId xmlns:a16="http://schemas.microsoft.com/office/drawing/2014/main" id="{F57D4DD9-6FD9-7841-8B9E-58A3D4BCBC2D}"/>
              </a:ext>
            </a:extLst>
          </p:cNvPr>
          <p:cNvSpPr txBox="1">
            <a:spLocks noChangeArrowheads="1"/>
          </p:cNvSpPr>
          <p:nvPr/>
        </p:nvSpPr>
        <p:spPr bwMode="auto">
          <a:xfrm>
            <a:off x="4851400" y="3387725"/>
            <a:ext cx="968375"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LDDR’</a:t>
            </a:r>
          </a:p>
        </p:txBody>
      </p:sp>
      <p:sp>
        <p:nvSpPr>
          <p:cNvPr id="307426" name="Text Box 226">
            <a:extLst>
              <a:ext uri="{FF2B5EF4-FFF2-40B4-BE49-F238E27FC236}">
                <a16:creationId xmlns:a16="http://schemas.microsoft.com/office/drawing/2014/main" id="{A9D0AE58-98C9-4F46-9FC7-7DFA0E973DF1}"/>
              </a:ext>
            </a:extLst>
          </p:cNvPr>
          <p:cNvSpPr txBox="1">
            <a:spLocks noChangeArrowheads="1"/>
          </p:cNvSpPr>
          <p:nvPr/>
        </p:nvSpPr>
        <p:spPr bwMode="auto">
          <a:xfrm>
            <a:off x="5294313" y="2973387"/>
            <a:ext cx="898525"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LDIR’</a:t>
            </a:r>
          </a:p>
        </p:txBody>
      </p:sp>
      <p:sp>
        <p:nvSpPr>
          <p:cNvPr id="307427" name="Text Box 227">
            <a:extLst>
              <a:ext uri="{FF2B5EF4-FFF2-40B4-BE49-F238E27FC236}">
                <a16:creationId xmlns:a16="http://schemas.microsoft.com/office/drawing/2014/main" id="{92A460A5-B536-914E-ACC8-B2A529B214F7}"/>
              </a:ext>
            </a:extLst>
          </p:cNvPr>
          <p:cNvSpPr txBox="1">
            <a:spLocks noChangeArrowheads="1"/>
          </p:cNvSpPr>
          <p:nvPr/>
        </p:nvSpPr>
        <p:spPr bwMode="auto">
          <a:xfrm>
            <a:off x="5665788" y="3387725"/>
            <a:ext cx="950912"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LDAR’</a:t>
            </a:r>
          </a:p>
        </p:txBody>
      </p:sp>
      <p:sp>
        <p:nvSpPr>
          <p:cNvPr id="307428" name="Text Box 228">
            <a:extLst>
              <a:ext uri="{FF2B5EF4-FFF2-40B4-BE49-F238E27FC236}">
                <a16:creationId xmlns:a16="http://schemas.microsoft.com/office/drawing/2014/main" id="{8A0557CD-943C-B640-AAAA-F210A0482F7A}"/>
              </a:ext>
            </a:extLst>
          </p:cNvPr>
          <p:cNvSpPr txBox="1">
            <a:spLocks noChangeArrowheads="1"/>
          </p:cNvSpPr>
          <p:nvPr/>
        </p:nvSpPr>
        <p:spPr bwMode="auto">
          <a:xfrm>
            <a:off x="6051550" y="2971800"/>
            <a:ext cx="890588"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PC+1</a:t>
            </a:r>
          </a:p>
        </p:txBody>
      </p:sp>
      <p:sp>
        <p:nvSpPr>
          <p:cNvPr id="307429" name="Text Box 229">
            <a:extLst>
              <a:ext uri="{FF2B5EF4-FFF2-40B4-BE49-F238E27FC236}">
                <a16:creationId xmlns:a16="http://schemas.microsoft.com/office/drawing/2014/main" id="{DBAE6AC4-2070-7F4C-AD05-7235E2B1B4F3}"/>
              </a:ext>
            </a:extLst>
          </p:cNvPr>
          <p:cNvSpPr txBox="1">
            <a:spLocks noChangeArrowheads="1"/>
          </p:cNvSpPr>
          <p:nvPr/>
        </p:nvSpPr>
        <p:spPr bwMode="auto">
          <a:xfrm>
            <a:off x="6537325" y="3386137"/>
            <a:ext cx="512763"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P1</a:t>
            </a:r>
          </a:p>
        </p:txBody>
      </p:sp>
      <p:sp>
        <p:nvSpPr>
          <p:cNvPr id="307430" name="Text Box 230">
            <a:extLst>
              <a:ext uri="{FF2B5EF4-FFF2-40B4-BE49-F238E27FC236}">
                <a16:creationId xmlns:a16="http://schemas.microsoft.com/office/drawing/2014/main" id="{2A6487E9-C657-4B42-9A50-B2422C408F29}"/>
              </a:ext>
            </a:extLst>
          </p:cNvPr>
          <p:cNvSpPr txBox="1">
            <a:spLocks noChangeArrowheads="1"/>
          </p:cNvSpPr>
          <p:nvPr/>
        </p:nvSpPr>
        <p:spPr bwMode="auto">
          <a:xfrm>
            <a:off x="6923088" y="2971800"/>
            <a:ext cx="512762" cy="396875"/>
          </a:xfrm>
          <a:prstGeom prst="rect">
            <a:avLst/>
          </a:prstGeom>
          <a:noFill/>
          <a:ln w="19050">
            <a:noFill/>
            <a:miter lim="800000"/>
            <a:headEnd/>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itchFamily="34" charset="0"/>
                <a:ea typeface="宋体" charset="-122"/>
              </a:rPr>
              <a:t>P2</a:t>
            </a:r>
          </a:p>
        </p:txBody>
      </p:sp>
      <p:sp>
        <p:nvSpPr>
          <p:cNvPr id="307431" name="Text Box 231">
            <a:extLst>
              <a:ext uri="{FF2B5EF4-FFF2-40B4-BE49-F238E27FC236}">
                <a16:creationId xmlns:a16="http://schemas.microsoft.com/office/drawing/2014/main" id="{C7E04659-2B35-7148-ACFF-074A9ABC3E6F}"/>
              </a:ext>
            </a:extLst>
          </p:cNvPr>
          <p:cNvSpPr txBox="1">
            <a:spLocks noChangeArrowheads="1"/>
          </p:cNvSpPr>
          <p:nvPr/>
        </p:nvSpPr>
        <p:spPr bwMode="auto">
          <a:xfrm>
            <a:off x="7437438" y="3348037"/>
            <a:ext cx="1200150" cy="396875"/>
          </a:xfrm>
          <a:prstGeom prst="rect">
            <a:avLst/>
          </a:prstGeom>
          <a:noFill/>
          <a:ln w="19050">
            <a:noFill/>
            <a:miter lim="800000"/>
            <a:headEnd/>
            <a:tailEnd type="none" w="lg" len="lg"/>
          </a:ln>
          <a:effectLst/>
        </p:spPr>
        <p:txBody>
          <a:bodyPr wrap="none">
            <a:spAutoFit/>
          </a:bodyPr>
          <a:lstStyle/>
          <a:p>
            <a:pPr eaLnBrk="1" hangingPunct="1">
              <a:defRPr/>
            </a:pPr>
            <a:r>
              <a:rPr kumimoji="0" lang="zh-CN" altLang="en-US" sz="2000" b="1">
                <a:effectLst>
                  <a:outerShdw blurRad="38100" dist="38100" dir="2700000" algn="tl">
                    <a:srgbClr val="C0C0C0"/>
                  </a:outerShdw>
                </a:effectLst>
                <a:latin typeface="Tahoma" pitchFamily="34" charset="0"/>
                <a:ea typeface="宋体" charset="-122"/>
              </a:rPr>
              <a:t>直接地址</a:t>
            </a:r>
          </a:p>
        </p:txBody>
      </p:sp>
      <p:sp>
        <p:nvSpPr>
          <p:cNvPr id="30859" name="Line 232">
            <a:extLst>
              <a:ext uri="{FF2B5EF4-FFF2-40B4-BE49-F238E27FC236}">
                <a16:creationId xmlns:a16="http://schemas.microsoft.com/office/drawing/2014/main" id="{EBE45073-6D25-4E36-96EF-891DAF0FA1F5}"/>
              </a:ext>
            </a:extLst>
          </p:cNvPr>
          <p:cNvSpPr>
            <a:spLocks noChangeShapeType="1"/>
          </p:cNvSpPr>
          <p:nvPr/>
        </p:nvSpPr>
        <p:spPr bwMode="auto">
          <a:xfrm>
            <a:off x="528638" y="5041900"/>
            <a:ext cx="6100762"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07433" name="Text Box 233">
            <a:extLst>
              <a:ext uri="{FF2B5EF4-FFF2-40B4-BE49-F238E27FC236}">
                <a16:creationId xmlns:a16="http://schemas.microsoft.com/office/drawing/2014/main" id="{5E3D643F-F3DD-3F45-9833-F7CF95A356F5}"/>
              </a:ext>
            </a:extLst>
          </p:cNvPr>
          <p:cNvSpPr txBox="1">
            <a:spLocks noChangeArrowheads="1"/>
          </p:cNvSpPr>
          <p:nvPr/>
        </p:nvSpPr>
        <p:spPr bwMode="auto">
          <a:xfrm>
            <a:off x="2822575" y="4781550"/>
            <a:ext cx="1409700" cy="457200"/>
          </a:xfrm>
          <a:prstGeom prst="rect">
            <a:avLst/>
          </a:prstGeom>
          <a:solidFill>
            <a:schemeClr val="bg1"/>
          </a:solidFill>
          <a:ln w="19050">
            <a:noFill/>
            <a:miter lim="800000"/>
            <a:headEnd/>
            <a:tailEnd type="none" w="lg" len="lg"/>
          </a:ln>
          <a:effectLst/>
        </p:spPr>
        <p:txBody>
          <a:bodyPr wrap="none">
            <a:spAutoFit/>
          </a:bodyPr>
          <a:lstStyle/>
          <a:p>
            <a:pPr eaLnBrk="1" hangingPunct="1">
              <a:defRPr/>
            </a:pPr>
            <a:r>
              <a:rPr kumimoji="0" lang="zh-CN" altLang="en-US" sz="2400" b="1">
                <a:effectLst>
                  <a:outerShdw blurRad="38100" dist="38100" dir="2700000" algn="tl">
                    <a:srgbClr val="C0C0C0"/>
                  </a:outerShdw>
                </a:effectLst>
                <a:latin typeface="楷体" panose="02010609060101010101" pitchFamily="49" charset="-122"/>
                <a:ea typeface="楷体" panose="02010609060101010101" pitchFamily="49" charset="-122"/>
              </a:rPr>
              <a:t>操作控制</a:t>
            </a:r>
          </a:p>
        </p:txBody>
      </p:sp>
      <p:sp>
        <p:nvSpPr>
          <p:cNvPr id="30861" name="Line 234">
            <a:extLst>
              <a:ext uri="{FF2B5EF4-FFF2-40B4-BE49-F238E27FC236}">
                <a16:creationId xmlns:a16="http://schemas.microsoft.com/office/drawing/2014/main" id="{A5D01BD8-9721-42DC-82F5-3C2B51084C25}"/>
              </a:ext>
            </a:extLst>
          </p:cNvPr>
          <p:cNvSpPr>
            <a:spLocks noChangeShapeType="1"/>
          </p:cNvSpPr>
          <p:nvPr/>
        </p:nvSpPr>
        <p:spPr bwMode="auto">
          <a:xfrm>
            <a:off x="6629400" y="5041900"/>
            <a:ext cx="2157413"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07435" name="Text Box 235">
            <a:extLst>
              <a:ext uri="{FF2B5EF4-FFF2-40B4-BE49-F238E27FC236}">
                <a16:creationId xmlns:a16="http://schemas.microsoft.com/office/drawing/2014/main" id="{29E85BC1-A283-554A-B70C-23EC338DFEDC}"/>
              </a:ext>
            </a:extLst>
          </p:cNvPr>
          <p:cNvSpPr txBox="1">
            <a:spLocks noChangeArrowheads="1"/>
          </p:cNvSpPr>
          <p:nvPr/>
        </p:nvSpPr>
        <p:spPr bwMode="auto">
          <a:xfrm>
            <a:off x="7037388" y="4781550"/>
            <a:ext cx="1409700" cy="457200"/>
          </a:xfrm>
          <a:prstGeom prst="rect">
            <a:avLst/>
          </a:prstGeom>
          <a:solidFill>
            <a:schemeClr val="bg1"/>
          </a:solidFill>
          <a:ln w="19050">
            <a:noFill/>
            <a:miter lim="800000"/>
            <a:headEnd/>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zh-CN" altLang="en-US" sz="2400" b="1">
                <a:effectLst>
                  <a:outerShdw blurRad="38100" dist="38100" dir="2700000" algn="tl">
                    <a:srgbClr val="C0C0C0"/>
                  </a:outerShdw>
                </a:effectLst>
                <a:latin typeface="楷体" panose="02010609060101010101" pitchFamily="49" charset="-122"/>
                <a:ea typeface="楷体" panose="02010609060101010101" pitchFamily="49" charset="-122"/>
              </a:rPr>
              <a:t>顺序控制</a:t>
            </a:r>
          </a:p>
        </p:txBody>
      </p:sp>
    </p:spTree>
  </p:cSld>
  <p:clrMapOvr>
    <a:masterClrMapping/>
  </p:clrMapOvr>
  <p:transition spd="med">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a:extLst>
              <a:ext uri="{FF2B5EF4-FFF2-40B4-BE49-F238E27FC236}">
                <a16:creationId xmlns:a16="http://schemas.microsoft.com/office/drawing/2014/main" id="{0378127A-AB4F-9044-A095-57C22651B673}"/>
              </a:ext>
            </a:extLst>
          </p:cNvPr>
          <p:cNvSpPr>
            <a:spLocks noGrp="1" noChangeArrowheads="1"/>
          </p:cNvSpPr>
          <p:nvPr>
            <p:ph type="title"/>
          </p:nvPr>
        </p:nvSpPr>
        <p:spPr/>
        <p:txBody>
          <a:bodyPr/>
          <a:lstStyle/>
          <a:p>
            <a:pPr eaLnBrk="1" hangingPunct="1"/>
            <a:r>
              <a:rPr lang="zh-CN" altLang="en-US"/>
              <a:t>编码表示法（</a:t>
            </a:r>
            <a:r>
              <a:rPr lang="en-US" altLang="zh-CN"/>
              <a:t>1</a:t>
            </a:r>
            <a:r>
              <a:rPr lang="zh-CN" altLang="en-US"/>
              <a:t>）</a:t>
            </a:r>
          </a:p>
        </p:txBody>
      </p:sp>
      <p:sp>
        <p:nvSpPr>
          <p:cNvPr id="31746" name="Rectangle 3">
            <a:extLst>
              <a:ext uri="{FF2B5EF4-FFF2-40B4-BE49-F238E27FC236}">
                <a16:creationId xmlns:a16="http://schemas.microsoft.com/office/drawing/2014/main" id="{3F31DF72-8FDB-420E-9FB5-26E108227EA3}"/>
              </a:ext>
            </a:extLst>
          </p:cNvPr>
          <p:cNvSpPr>
            <a:spLocks noGrp="1" noChangeArrowheads="1"/>
          </p:cNvSpPr>
          <p:nvPr>
            <p:ph idx="1"/>
          </p:nvPr>
        </p:nvSpPr>
        <p:spPr/>
        <p:txBody>
          <a:bodyPr/>
          <a:lstStyle/>
          <a:p>
            <a:pPr eaLnBrk="1" hangingPunct="1"/>
            <a:r>
              <a:rPr lang="zh-CN" altLang="en-US" dirty="0"/>
              <a:t>把一组</a:t>
            </a:r>
            <a:r>
              <a:rPr lang="zh-CN" altLang="en-US" dirty="0">
                <a:solidFill>
                  <a:srgbClr val="C00000"/>
                </a:solidFill>
              </a:rPr>
              <a:t>相斥性</a:t>
            </a:r>
            <a:r>
              <a:rPr lang="zh-CN" altLang="en-US" dirty="0"/>
              <a:t>的微命令信号组成一个小组</a:t>
            </a:r>
            <a:r>
              <a:rPr lang="en-US" altLang="zh-CN" dirty="0"/>
              <a:t>(</a:t>
            </a:r>
            <a:r>
              <a:rPr lang="zh-CN" altLang="en-US" dirty="0"/>
              <a:t>即一个字段</a:t>
            </a:r>
            <a:r>
              <a:rPr lang="en-US" altLang="zh-CN" dirty="0"/>
              <a:t>) </a:t>
            </a:r>
            <a:r>
              <a:rPr lang="zh-CN" altLang="en-US" dirty="0"/>
              <a:t>，然后通过小组</a:t>
            </a:r>
            <a:r>
              <a:rPr lang="en-US" altLang="zh-CN" dirty="0"/>
              <a:t>(</a:t>
            </a:r>
            <a:r>
              <a:rPr lang="zh-CN" altLang="en-US" dirty="0"/>
              <a:t>字段）译码器对每一个微命令信号进行译码 ，译码输出作为操作控制信号</a:t>
            </a:r>
          </a:p>
          <a:p>
            <a:pPr lvl="2" eaLnBrk="1" hangingPunct="1"/>
            <a:endParaRPr lang="zh-CN" altLang="en-US" dirty="0"/>
          </a:p>
          <a:p>
            <a:pPr lvl="1" eaLnBrk="1" hangingPunct="1"/>
            <a:endParaRPr lang="zh-CN" altLang="en-US" dirty="0"/>
          </a:p>
        </p:txBody>
      </p:sp>
      <p:graphicFrame>
        <p:nvGraphicFramePr>
          <p:cNvPr id="309252" name="Group 4">
            <a:extLst>
              <a:ext uri="{FF2B5EF4-FFF2-40B4-BE49-F238E27FC236}">
                <a16:creationId xmlns:a16="http://schemas.microsoft.com/office/drawing/2014/main" id="{6D198CAB-45DF-7744-AB12-EC41E86B6E12}"/>
              </a:ext>
            </a:extLst>
          </p:cNvPr>
          <p:cNvGraphicFramePr>
            <a:graphicFrameLocks noGrp="1"/>
          </p:cNvGraphicFramePr>
          <p:nvPr>
            <p:extLst>
              <p:ext uri="{D42A27DB-BD31-4B8C-83A1-F6EECF244321}">
                <p14:modId xmlns:p14="http://schemas.microsoft.com/office/powerpoint/2010/main" val="1293059908"/>
              </p:ext>
            </p:extLst>
          </p:nvPr>
        </p:nvGraphicFramePr>
        <p:xfrm>
          <a:off x="1339850" y="4784725"/>
          <a:ext cx="6905625" cy="9144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2028825">
                  <a:extLst>
                    <a:ext uri="{9D8B030D-6E8A-4147-A177-3AD203B41FA5}">
                      <a16:colId xmlns:a16="http://schemas.microsoft.com/office/drawing/2014/main" val="20004"/>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字段</a:t>
                      </a:r>
                      <a:r>
                        <a:rPr kumimoji="1" lang="en-US" alt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1</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字段</a:t>
                      </a:r>
                      <a:r>
                        <a:rPr kumimoji="1" lang="en-US" alt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2</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P</a:t>
                      </a: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字段</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下一个微地址</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455613">
                <a:tc gridSpan="3">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cap="flat">
                      <a:noFill/>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sp>
        <p:nvSpPr>
          <p:cNvPr id="31764" name="Line 24">
            <a:extLst>
              <a:ext uri="{FF2B5EF4-FFF2-40B4-BE49-F238E27FC236}">
                <a16:creationId xmlns:a16="http://schemas.microsoft.com/office/drawing/2014/main" id="{CA1C78A2-5B99-4D36-9178-AE3357D5B943}"/>
              </a:ext>
            </a:extLst>
          </p:cNvPr>
          <p:cNvSpPr>
            <a:spLocks noChangeShapeType="1"/>
          </p:cNvSpPr>
          <p:nvPr/>
        </p:nvSpPr>
        <p:spPr bwMode="auto">
          <a:xfrm>
            <a:off x="1344613" y="5516563"/>
            <a:ext cx="3643312"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1765" name="Text Box 25">
            <a:extLst>
              <a:ext uri="{FF2B5EF4-FFF2-40B4-BE49-F238E27FC236}">
                <a16:creationId xmlns:a16="http://schemas.microsoft.com/office/drawing/2014/main" id="{7DC91A54-13C5-4D07-935C-51114CFA82A4}"/>
              </a:ext>
            </a:extLst>
          </p:cNvPr>
          <p:cNvSpPr txBox="1">
            <a:spLocks noChangeArrowheads="1"/>
          </p:cNvSpPr>
          <p:nvPr/>
        </p:nvSpPr>
        <p:spPr bwMode="auto">
          <a:xfrm>
            <a:off x="2466975" y="5270500"/>
            <a:ext cx="1409700"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操作控制</a:t>
            </a:r>
          </a:p>
        </p:txBody>
      </p:sp>
      <p:sp>
        <p:nvSpPr>
          <p:cNvPr id="31766" name="Line 26">
            <a:extLst>
              <a:ext uri="{FF2B5EF4-FFF2-40B4-BE49-F238E27FC236}">
                <a16:creationId xmlns:a16="http://schemas.microsoft.com/office/drawing/2014/main" id="{8E70317B-DCF8-4291-8E1D-A73145EDF934}"/>
              </a:ext>
            </a:extLst>
          </p:cNvPr>
          <p:cNvSpPr>
            <a:spLocks noChangeShapeType="1"/>
          </p:cNvSpPr>
          <p:nvPr/>
        </p:nvSpPr>
        <p:spPr bwMode="auto">
          <a:xfrm>
            <a:off x="4987925" y="5516563"/>
            <a:ext cx="3257550"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1767" name="Text Box 27">
            <a:extLst>
              <a:ext uri="{FF2B5EF4-FFF2-40B4-BE49-F238E27FC236}">
                <a16:creationId xmlns:a16="http://schemas.microsoft.com/office/drawing/2014/main" id="{9EA9FD7C-3F8E-4CF3-B759-8E26C8082CC0}"/>
              </a:ext>
            </a:extLst>
          </p:cNvPr>
          <p:cNvSpPr txBox="1">
            <a:spLocks noChangeArrowheads="1"/>
          </p:cNvSpPr>
          <p:nvPr/>
        </p:nvSpPr>
        <p:spPr bwMode="auto">
          <a:xfrm>
            <a:off x="5938838" y="5270500"/>
            <a:ext cx="1409700"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顺序控制</a:t>
            </a:r>
          </a:p>
        </p:txBody>
      </p:sp>
      <p:sp>
        <p:nvSpPr>
          <p:cNvPr id="31768" name="Rectangle 28">
            <a:extLst>
              <a:ext uri="{FF2B5EF4-FFF2-40B4-BE49-F238E27FC236}">
                <a16:creationId xmlns:a16="http://schemas.microsoft.com/office/drawing/2014/main" id="{DE0DBB63-89C2-47D1-AA33-923C0FFA4537}"/>
              </a:ext>
            </a:extLst>
          </p:cNvPr>
          <p:cNvSpPr>
            <a:spLocks noChangeArrowheads="1"/>
          </p:cNvSpPr>
          <p:nvPr/>
        </p:nvSpPr>
        <p:spPr bwMode="auto">
          <a:xfrm>
            <a:off x="1430338" y="3830638"/>
            <a:ext cx="1014412" cy="428625"/>
          </a:xfrm>
          <a:prstGeom prst="rect">
            <a:avLst/>
          </a:prstGeom>
          <a:solidFill>
            <a:schemeClr val="accent1"/>
          </a:solidFill>
          <a:ln w="19050">
            <a:solidFill>
              <a:schemeClr val="accent1"/>
            </a:solidFill>
            <a:miter lim="800000"/>
            <a:headEnd/>
            <a:tailEnd type="none" w="lg" len="lg"/>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rPr>
              <a:t>译码</a:t>
            </a:r>
          </a:p>
        </p:txBody>
      </p:sp>
      <p:sp>
        <p:nvSpPr>
          <p:cNvPr id="31769" name="AutoShape 29">
            <a:extLst>
              <a:ext uri="{FF2B5EF4-FFF2-40B4-BE49-F238E27FC236}">
                <a16:creationId xmlns:a16="http://schemas.microsoft.com/office/drawing/2014/main" id="{31FC6973-9793-4A71-8831-FCBA6613DB50}"/>
              </a:ext>
            </a:extLst>
          </p:cNvPr>
          <p:cNvSpPr>
            <a:spLocks noChangeArrowheads="1"/>
          </p:cNvSpPr>
          <p:nvPr/>
        </p:nvSpPr>
        <p:spPr bwMode="auto">
          <a:xfrm>
            <a:off x="1801813" y="4273550"/>
            <a:ext cx="271462" cy="514350"/>
          </a:xfrm>
          <a:prstGeom prst="upArrow">
            <a:avLst>
              <a:gd name="adj1" fmla="val 50000"/>
              <a:gd name="adj2" fmla="val 47369"/>
            </a:avLst>
          </a:prstGeom>
          <a:solidFill>
            <a:srgbClr val="99CCFF"/>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1770" name="Line 30">
            <a:extLst>
              <a:ext uri="{FF2B5EF4-FFF2-40B4-BE49-F238E27FC236}">
                <a16:creationId xmlns:a16="http://schemas.microsoft.com/office/drawing/2014/main" id="{717DC682-31CE-4413-B84E-3E826E2814B7}"/>
              </a:ext>
            </a:extLst>
          </p:cNvPr>
          <p:cNvSpPr>
            <a:spLocks noChangeShapeType="1"/>
          </p:cNvSpPr>
          <p:nvPr/>
        </p:nvSpPr>
        <p:spPr bwMode="auto">
          <a:xfrm flipV="1">
            <a:off x="1573213"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71" name="Line 31">
            <a:extLst>
              <a:ext uri="{FF2B5EF4-FFF2-40B4-BE49-F238E27FC236}">
                <a16:creationId xmlns:a16="http://schemas.microsoft.com/office/drawing/2014/main" id="{0671C246-FC75-4126-9716-892297CABEB5}"/>
              </a:ext>
            </a:extLst>
          </p:cNvPr>
          <p:cNvSpPr>
            <a:spLocks noChangeShapeType="1"/>
          </p:cNvSpPr>
          <p:nvPr/>
        </p:nvSpPr>
        <p:spPr bwMode="auto">
          <a:xfrm flipV="1">
            <a:off x="1730375"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72" name="Line 32">
            <a:extLst>
              <a:ext uri="{FF2B5EF4-FFF2-40B4-BE49-F238E27FC236}">
                <a16:creationId xmlns:a16="http://schemas.microsoft.com/office/drawing/2014/main" id="{C9226D2B-6961-47ED-A42C-459455F0E2AD}"/>
              </a:ext>
            </a:extLst>
          </p:cNvPr>
          <p:cNvSpPr>
            <a:spLocks noChangeShapeType="1"/>
          </p:cNvSpPr>
          <p:nvPr/>
        </p:nvSpPr>
        <p:spPr bwMode="auto">
          <a:xfrm flipV="1">
            <a:off x="1887538"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73" name="Line 33">
            <a:extLst>
              <a:ext uri="{FF2B5EF4-FFF2-40B4-BE49-F238E27FC236}">
                <a16:creationId xmlns:a16="http://schemas.microsoft.com/office/drawing/2014/main" id="{1FB32177-66E6-4B94-AB66-4B981BF9DE1B}"/>
              </a:ext>
            </a:extLst>
          </p:cNvPr>
          <p:cNvSpPr>
            <a:spLocks noChangeShapeType="1"/>
          </p:cNvSpPr>
          <p:nvPr/>
        </p:nvSpPr>
        <p:spPr bwMode="auto">
          <a:xfrm flipV="1">
            <a:off x="2301875"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74" name="Text Box 34">
            <a:extLst>
              <a:ext uri="{FF2B5EF4-FFF2-40B4-BE49-F238E27FC236}">
                <a16:creationId xmlns:a16="http://schemas.microsoft.com/office/drawing/2014/main" id="{EBBE7975-F778-47F9-9883-388B7370E44C}"/>
              </a:ext>
            </a:extLst>
          </p:cNvPr>
          <p:cNvSpPr txBox="1">
            <a:spLocks noChangeArrowheads="1"/>
          </p:cNvSpPr>
          <p:nvPr/>
        </p:nvSpPr>
        <p:spPr bwMode="auto">
          <a:xfrm>
            <a:off x="1866900" y="343693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31775" name="Text Box 35">
            <a:extLst>
              <a:ext uri="{FF2B5EF4-FFF2-40B4-BE49-F238E27FC236}">
                <a16:creationId xmlns:a16="http://schemas.microsoft.com/office/drawing/2014/main" id="{874B8CB8-3468-4923-B1DC-A3B332FC5043}"/>
              </a:ext>
            </a:extLst>
          </p:cNvPr>
          <p:cNvSpPr txBox="1">
            <a:spLocks noChangeArrowheads="1"/>
          </p:cNvSpPr>
          <p:nvPr/>
        </p:nvSpPr>
        <p:spPr bwMode="auto">
          <a:xfrm>
            <a:off x="1409700" y="307022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latin typeface="Tahoma" panose="020B0604030504040204" pitchFamily="34" charset="0"/>
                <a:ea typeface="宋体" panose="02010600030101010101" pitchFamily="2" charset="-122"/>
              </a:rPr>
              <a:t>微命令</a:t>
            </a:r>
          </a:p>
        </p:txBody>
      </p:sp>
      <p:sp>
        <p:nvSpPr>
          <p:cNvPr id="31776" name="Rectangle 36">
            <a:extLst>
              <a:ext uri="{FF2B5EF4-FFF2-40B4-BE49-F238E27FC236}">
                <a16:creationId xmlns:a16="http://schemas.microsoft.com/office/drawing/2014/main" id="{C38D09CF-1877-4F0D-A91D-629A62E4DB2A}"/>
              </a:ext>
            </a:extLst>
          </p:cNvPr>
          <p:cNvSpPr>
            <a:spLocks noChangeArrowheads="1"/>
          </p:cNvSpPr>
          <p:nvPr/>
        </p:nvSpPr>
        <p:spPr bwMode="auto">
          <a:xfrm>
            <a:off x="2644775" y="3830638"/>
            <a:ext cx="1014413" cy="428625"/>
          </a:xfrm>
          <a:prstGeom prst="rect">
            <a:avLst/>
          </a:prstGeom>
          <a:solidFill>
            <a:schemeClr val="accent1"/>
          </a:solidFill>
          <a:ln w="19050">
            <a:solidFill>
              <a:schemeClr val="accent1"/>
            </a:solidFill>
            <a:miter lim="800000"/>
            <a:headEnd/>
            <a:tailEnd type="none" w="lg" len="lg"/>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rPr>
              <a:t>译码</a:t>
            </a:r>
          </a:p>
        </p:txBody>
      </p:sp>
      <p:sp>
        <p:nvSpPr>
          <p:cNvPr id="31777" name="AutoShape 37">
            <a:extLst>
              <a:ext uri="{FF2B5EF4-FFF2-40B4-BE49-F238E27FC236}">
                <a16:creationId xmlns:a16="http://schemas.microsoft.com/office/drawing/2014/main" id="{E2468BAC-6362-4F07-A38C-54E301FA14B0}"/>
              </a:ext>
            </a:extLst>
          </p:cNvPr>
          <p:cNvSpPr>
            <a:spLocks noChangeArrowheads="1"/>
          </p:cNvSpPr>
          <p:nvPr/>
        </p:nvSpPr>
        <p:spPr bwMode="auto">
          <a:xfrm>
            <a:off x="3016250" y="4273550"/>
            <a:ext cx="271463" cy="514350"/>
          </a:xfrm>
          <a:prstGeom prst="upArrow">
            <a:avLst>
              <a:gd name="adj1" fmla="val 50000"/>
              <a:gd name="adj2" fmla="val 47368"/>
            </a:avLst>
          </a:prstGeom>
          <a:solidFill>
            <a:srgbClr val="99CCFF"/>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1778" name="Line 38">
            <a:extLst>
              <a:ext uri="{FF2B5EF4-FFF2-40B4-BE49-F238E27FC236}">
                <a16:creationId xmlns:a16="http://schemas.microsoft.com/office/drawing/2014/main" id="{DBD8212A-1C56-4C56-962A-F9BFB5A4C256}"/>
              </a:ext>
            </a:extLst>
          </p:cNvPr>
          <p:cNvSpPr>
            <a:spLocks noChangeShapeType="1"/>
          </p:cNvSpPr>
          <p:nvPr/>
        </p:nvSpPr>
        <p:spPr bwMode="auto">
          <a:xfrm flipV="1">
            <a:off x="2787650"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79" name="Line 39">
            <a:extLst>
              <a:ext uri="{FF2B5EF4-FFF2-40B4-BE49-F238E27FC236}">
                <a16:creationId xmlns:a16="http://schemas.microsoft.com/office/drawing/2014/main" id="{369AF1EE-EB07-4473-821C-B789524934B3}"/>
              </a:ext>
            </a:extLst>
          </p:cNvPr>
          <p:cNvSpPr>
            <a:spLocks noChangeShapeType="1"/>
          </p:cNvSpPr>
          <p:nvPr/>
        </p:nvSpPr>
        <p:spPr bwMode="auto">
          <a:xfrm flipV="1">
            <a:off x="2944813"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80" name="Line 40">
            <a:extLst>
              <a:ext uri="{FF2B5EF4-FFF2-40B4-BE49-F238E27FC236}">
                <a16:creationId xmlns:a16="http://schemas.microsoft.com/office/drawing/2014/main" id="{116A559F-4532-4B8F-92C2-3EC2EAB7250D}"/>
              </a:ext>
            </a:extLst>
          </p:cNvPr>
          <p:cNvSpPr>
            <a:spLocks noChangeShapeType="1"/>
          </p:cNvSpPr>
          <p:nvPr/>
        </p:nvSpPr>
        <p:spPr bwMode="auto">
          <a:xfrm flipV="1">
            <a:off x="3101975"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81" name="Line 41">
            <a:extLst>
              <a:ext uri="{FF2B5EF4-FFF2-40B4-BE49-F238E27FC236}">
                <a16:creationId xmlns:a16="http://schemas.microsoft.com/office/drawing/2014/main" id="{5F7E34D2-2837-4179-A12E-9EE4545DB1CB}"/>
              </a:ext>
            </a:extLst>
          </p:cNvPr>
          <p:cNvSpPr>
            <a:spLocks noChangeShapeType="1"/>
          </p:cNvSpPr>
          <p:nvPr/>
        </p:nvSpPr>
        <p:spPr bwMode="auto">
          <a:xfrm flipV="1">
            <a:off x="3516313"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82" name="Text Box 42">
            <a:extLst>
              <a:ext uri="{FF2B5EF4-FFF2-40B4-BE49-F238E27FC236}">
                <a16:creationId xmlns:a16="http://schemas.microsoft.com/office/drawing/2014/main" id="{3E7CB343-E34B-43FF-91DB-1B01B8302FC0}"/>
              </a:ext>
            </a:extLst>
          </p:cNvPr>
          <p:cNvSpPr txBox="1">
            <a:spLocks noChangeArrowheads="1"/>
          </p:cNvSpPr>
          <p:nvPr/>
        </p:nvSpPr>
        <p:spPr bwMode="auto">
          <a:xfrm>
            <a:off x="3910013" y="3794125"/>
            <a:ext cx="995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Arial" panose="020B060402020202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 </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31783" name="Text Box 43">
            <a:extLst>
              <a:ext uri="{FF2B5EF4-FFF2-40B4-BE49-F238E27FC236}">
                <a16:creationId xmlns:a16="http://schemas.microsoft.com/office/drawing/2014/main" id="{AF27A49B-850A-439E-8A01-ACB70E25A8F4}"/>
              </a:ext>
            </a:extLst>
          </p:cNvPr>
          <p:cNvSpPr txBox="1">
            <a:spLocks noChangeArrowheads="1"/>
          </p:cNvSpPr>
          <p:nvPr/>
        </p:nvSpPr>
        <p:spPr bwMode="auto">
          <a:xfrm>
            <a:off x="2624138" y="307022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latin typeface="Tahoma" panose="020B0604030504040204" pitchFamily="34" charset="0"/>
                <a:ea typeface="宋体" panose="02010600030101010101" pitchFamily="2" charset="-122"/>
              </a:rPr>
              <a:t>微命令</a:t>
            </a:r>
          </a:p>
        </p:txBody>
      </p:sp>
      <p:sp>
        <p:nvSpPr>
          <p:cNvPr id="31784" name="Rectangle 44">
            <a:extLst>
              <a:ext uri="{FF2B5EF4-FFF2-40B4-BE49-F238E27FC236}">
                <a16:creationId xmlns:a16="http://schemas.microsoft.com/office/drawing/2014/main" id="{E574D535-5E4D-4AB9-81EC-E70B2277283C}"/>
              </a:ext>
            </a:extLst>
          </p:cNvPr>
          <p:cNvSpPr>
            <a:spLocks noChangeArrowheads="1"/>
          </p:cNvSpPr>
          <p:nvPr/>
        </p:nvSpPr>
        <p:spPr bwMode="auto">
          <a:xfrm>
            <a:off x="5102225" y="3830638"/>
            <a:ext cx="1014413" cy="428625"/>
          </a:xfrm>
          <a:prstGeom prst="rect">
            <a:avLst/>
          </a:prstGeom>
          <a:solidFill>
            <a:schemeClr val="accent1"/>
          </a:solidFill>
          <a:ln w="19050">
            <a:solidFill>
              <a:schemeClr val="accent1"/>
            </a:solidFill>
            <a:miter lim="800000"/>
            <a:headEnd/>
            <a:tailEnd type="none" w="lg" len="lg"/>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rPr>
              <a:t>译码</a:t>
            </a:r>
          </a:p>
        </p:txBody>
      </p:sp>
      <p:sp>
        <p:nvSpPr>
          <p:cNvPr id="31785" name="AutoShape 45">
            <a:extLst>
              <a:ext uri="{FF2B5EF4-FFF2-40B4-BE49-F238E27FC236}">
                <a16:creationId xmlns:a16="http://schemas.microsoft.com/office/drawing/2014/main" id="{8F6DA830-2F62-4298-9937-2AFE36F31FC0}"/>
              </a:ext>
            </a:extLst>
          </p:cNvPr>
          <p:cNvSpPr>
            <a:spLocks noChangeArrowheads="1"/>
          </p:cNvSpPr>
          <p:nvPr/>
        </p:nvSpPr>
        <p:spPr bwMode="auto">
          <a:xfrm>
            <a:off x="5473700" y="4273550"/>
            <a:ext cx="271463" cy="514350"/>
          </a:xfrm>
          <a:prstGeom prst="upArrow">
            <a:avLst>
              <a:gd name="adj1" fmla="val 50000"/>
              <a:gd name="adj2" fmla="val 47368"/>
            </a:avLst>
          </a:prstGeom>
          <a:solidFill>
            <a:srgbClr val="99CCFF"/>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1786" name="Line 46">
            <a:extLst>
              <a:ext uri="{FF2B5EF4-FFF2-40B4-BE49-F238E27FC236}">
                <a16:creationId xmlns:a16="http://schemas.microsoft.com/office/drawing/2014/main" id="{C1BF0BD3-7759-4FB5-9CE2-3CB6C6D376E5}"/>
              </a:ext>
            </a:extLst>
          </p:cNvPr>
          <p:cNvSpPr>
            <a:spLocks noChangeShapeType="1"/>
          </p:cNvSpPr>
          <p:nvPr/>
        </p:nvSpPr>
        <p:spPr bwMode="auto">
          <a:xfrm flipV="1">
            <a:off x="5245100"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87" name="Line 47">
            <a:extLst>
              <a:ext uri="{FF2B5EF4-FFF2-40B4-BE49-F238E27FC236}">
                <a16:creationId xmlns:a16="http://schemas.microsoft.com/office/drawing/2014/main" id="{EBF8E230-7C6D-4B02-BC78-856C3457521D}"/>
              </a:ext>
            </a:extLst>
          </p:cNvPr>
          <p:cNvSpPr>
            <a:spLocks noChangeShapeType="1"/>
          </p:cNvSpPr>
          <p:nvPr/>
        </p:nvSpPr>
        <p:spPr bwMode="auto">
          <a:xfrm flipV="1">
            <a:off x="5402263"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88" name="Line 48">
            <a:extLst>
              <a:ext uri="{FF2B5EF4-FFF2-40B4-BE49-F238E27FC236}">
                <a16:creationId xmlns:a16="http://schemas.microsoft.com/office/drawing/2014/main" id="{5E4E6EA8-97AA-4592-B146-15545FD9F1F9}"/>
              </a:ext>
            </a:extLst>
          </p:cNvPr>
          <p:cNvSpPr>
            <a:spLocks noChangeShapeType="1"/>
          </p:cNvSpPr>
          <p:nvPr/>
        </p:nvSpPr>
        <p:spPr bwMode="auto">
          <a:xfrm flipV="1">
            <a:off x="5559425"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89" name="Line 49">
            <a:extLst>
              <a:ext uri="{FF2B5EF4-FFF2-40B4-BE49-F238E27FC236}">
                <a16:creationId xmlns:a16="http://schemas.microsoft.com/office/drawing/2014/main" id="{66285B58-D77D-47F6-B2E5-C686C72270EA}"/>
              </a:ext>
            </a:extLst>
          </p:cNvPr>
          <p:cNvSpPr>
            <a:spLocks noChangeShapeType="1"/>
          </p:cNvSpPr>
          <p:nvPr/>
        </p:nvSpPr>
        <p:spPr bwMode="auto">
          <a:xfrm flipV="1">
            <a:off x="5973763"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1790" name="Text Box 50">
            <a:extLst>
              <a:ext uri="{FF2B5EF4-FFF2-40B4-BE49-F238E27FC236}">
                <a16:creationId xmlns:a16="http://schemas.microsoft.com/office/drawing/2014/main" id="{1828BE2A-ACF6-4B14-99BF-A9773C907F19}"/>
              </a:ext>
            </a:extLst>
          </p:cNvPr>
          <p:cNvSpPr txBox="1">
            <a:spLocks noChangeArrowheads="1"/>
          </p:cNvSpPr>
          <p:nvPr/>
        </p:nvSpPr>
        <p:spPr bwMode="auto">
          <a:xfrm>
            <a:off x="5538788" y="343693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31791" name="Text Box 51">
            <a:extLst>
              <a:ext uri="{FF2B5EF4-FFF2-40B4-BE49-F238E27FC236}">
                <a16:creationId xmlns:a16="http://schemas.microsoft.com/office/drawing/2014/main" id="{B03508C6-F6E4-46E4-AF91-224BF9726224}"/>
              </a:ext>
            </a:extLst>
          </p:cNvPr>
          <p:cNvSpPr txBox="1">
            <a:spLocks noChangeArrowheads="1"/>
          </p:cNvSpPr>
          <p:nvPr/>
        </p:nvSpPr>
        <p:spPr bwMode="auto">
          <a:xfrm>
            <a:off x="4938713" y="3097213"/>
            <a:ext cx="144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P</a:t>
            </a:r>
            <a:r>
              <a:rPr kumimoji="0" lang="en-US" altLang="zh-CN" sz="2400" baseline="-25000">
                <a:latin typeface="Tahoma" panose="020B0604030504040204" pitchFamily="34" charset="0"/>
                <a:ea typeface="宋体" panose="02010600030101010101" pitchFamily="2" charset="-122"/>
              </a:rPr>
              <a:t>1</a:t>
            </a:r>
            <a:r>
              <a:rPr kumimoji="0" lang="en-US" altLang="zh-CN" sz="2400">
                <a:latin typeface="Tahoma" panose="020B0604030504040204" pitchFamily="34" charset="0"/>
                <a:ea typeface="宋体" panose="02010600030101010101" pitchFamily="2" charset="-122"/>
              </a:rPr>
              <a:t> P</a:t>
            </a:r>
            <a:r>
              <a:rPr kumimoji="0" lang="en-US" altLang="zh-CN" sz="2400" baseline="-25000">
                <a:latin typeface="Tahoma" panose="020B0604030504040204" pitchFamily="34" charset="0"/>
                <a:ea typeface="宋体" panose="02010600030101010101" pitchFamily="2" charset="-122"/>
              </a:rPr>
              <a:t>2</a:t>
            </a:r>
            <a:r>
              <a:rPr kumimoji="0" lang="en-US" altLang="zh-CN" sz="2400">
                <a:latin typeface="Tahoma" panose="020B0604030504040204" pitchFamily="34" charset="0"/>
                <a:ea typeface="宋体" panose="02010600030101010101" pitchFamily="2" charset="-122"/>
              </a:rPr>
              <a:t>  P</a:t>
            </a:r>
            <a:r>
              <a:rPr kumimoji="0" lang="en-US" altLang="zh-CN" sz="2400" baseline="-25000">
                <a:latin typeface="Tahoma" panose="020B0604030504040204" pitchFamily="34" charset="0"/>
                <a:ea typeface="宋体" panose="02010600030101010101" pitchFamily="2" charset="-122"/>
              </a:rPr>
              <a:t>n</a:t>
            </a:r>
            <a:endParaRPr kumimoji="0" lang="zh-CN" altLang="en-US" sz="2400" baseline="-25000">
              <a:latin typeface="Tahoma" panose="020B0604030504040204" pitchFamily="34" charset="0"/>
              <a:ea typeface="宋体" panose="02010600030101010101" pitchFamily="2" charset="-122"/>
            </a:endParaRPr>
          </a:p>
        </p:txBody>
      </p:sp>
      <p:sp>
        <p:nvSpPr>
          <p:cNvPr id="31792" name="Text Box 52">
            <a:extLst>
              <a:ext uri="{FF2B5EF4-FFF2-40B4-BE49-F238E27FC236}">
                <a16:creationId xmlns:a16="http://schemas.microsoft.com/office/drawing/2014/main" id="{FA9E26E3-F099-4299-A80A-FA708E3E0655}"/>
              </a:ext>
            </a:extLst>
          </p:cNvPr>
          <p:cNvSpPr txBox="1">
            <a:spLocks noChangeArrowheads="1"/>
          </p:cNvSpPr>
          <p:nvPr/>
        </p:nvSpPr>
        <p:spPr bwMode="auto">
          <a:xfrm>
            <a:off x="3090863" y="34385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34" name="Rectangle 28">
            <a:extLst>
              <a:ext uri="{FF2B5EF4-FFF2-40B4-BE49-F238E27FC236}">
                <a16:creationId xmlns:a16="http://schemas.microsoft.com/office/drawing/2014/main" id="{8E298C37-4C55-4943-BCDE-E0290664C79C}"/>
              </a:ext>
            </a:extLst>
          </p:cNvPr>
          <p:cNvSpPr>
            <a:spLocks noChangeArrowheads="1"/>
          </p:cNvSpPr>
          <p:nvPr/>
        </p:nvSpPr>
        <p:spPr bwMode="auto">
          <a:xfrm>
            <a:off x="1380331" y="3830638"/>
            <a:ext cx="1014412" cy="428625"/>
          </a:xfrm>
          <a:prstGeom prst="rect">
            <a:avLst/>
          </a:prstGeom>
          <a:solidFill>
            <a:schemeClr val="accent1"/>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译码</a:t>
            </a:r>
          </a:p>
        </p:txBody>
      </p:sp>
      <p:sp>
        <p:nvSpPr>
          <p:cNvPr id="35" name="Rectangle 36">
            <a:extLst>
              <a:ext uri="{FF2B5EF4-FFF2-40B4-BE49-F238E27FC236}">
                <a16:creationId xmlns:a16="http://schemas.microsoft.com/office/drawing/2014/main" id="{7E7F6E5A-4175-46A3-9BDF-3638BB2096DF}"/>
              </a:ext>
            </a:extLst>
          </p:cNvPr>
          <p:cNvSpPr>
            <a:spLocks noChangeArrowheads="1"/>
          </p:cNvSpPr>
          <p:nvPr/>
        </p:nvSpPr>
        <p:spPr bwMode="auto">
          <a:xfrm>
            <a:off x="2594768" y="3830638"/>
            <a:ext cx="1014413" cy="428625"/>
          </a:xfrm>
          <a:prstGeom prst="rect">
            <a:avLst/>
          </a:prstGeom>
          <a:solidFill>
            <a:schemeClr val="accent1"/>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译码</a:t>
            </a:r>
          </a:p>
        </p:txBody>
      </p:sp>
      <p:sp>
        <p:nvSpPr>
          <p:cNvPr id="36" name="Rectangle 44">
            <a:extLst>
              <a:ext uri="{FF2B5EF4-FFF2-40B4-BE49-F238E27FC236}">
                <a16:creationId xmlns:a16="http://schemas.microsoft.com/office/drawing/2014/main" id="{E01EADA7-2AED-4D0C-921A-66480904C90A}"/>
              </a:ext>
            </a:extLst>
          </p:cNvPr>
          <p:cNvSpPr>
            <a:spLocks noChangeArrowheads="1"/>
          </p:cNvSpPr>
          <p:nvPr/>
        </p:nvSpPr>
        <p:spPr bwMode="auto">
          <a:xfrm>
            <a:off x="5052218" y="3830638"/>
            <a:ext cx="1014413" cy="428625"/>
          </a:xfrm>
          <a:prstGeom prst="rect">
            <a:avLst/>
          </a:prstGeom>
          <a:solidFill>
            <a:schemeClr val="accent1"/>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译码</a:t>
            </a:r>
          </a:p>
        </p:txBody>
      </p:sp>
    </p:spTree>
  </p:cSld>
  <p:clrMapOvr>
    <a:masterClrMapping/>
  </p:clrMapOvr>
  <p:transition spd="med">
    <p:pull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a:extLst>
              <a:ext uri="{FF2B5EF4-FFF2-40B4-BE49-F238E27FC236}">
                <a16:creationId xmlns:a16="http://schemas.microsoft.com/office/drawing/2014/main" id="{D4B991A8-80E0-2D4E-8884-85D2EC0992B3}"/>
              </a:ext>
            </a:extLst>
          </p:cNvPr>
          <p:cNvSpPr>
            <a:spLocks noGrp="1" noChangeArrowheads="1"/>
          </p:cNvSpPr>
          <p:nvPr>
            <p:ph type="title"/>
          </p:nvPr>
        </p:nvSpPr>
        <p:spPr/>
        <p:txBody>
          <a:bodyPr/>
          <a:lstStyle/>
          <a:p>
            <a:pPr eaLnBrk="1" hangingPunct="1"/>
            <a:r>
              <a:rPr lang="zh-CN" altLang="en-US"/>
              <a:t>编码表示法（</a:t>
            </a:r>
            <a:r>
              <a:rPr lang="en-US" altLang="zh-CN"/>
              <a:t>2</a:t>
            </a:r>
            <a:r>
              <a:rPr lang="zh-CN" altLang="en-US"/>
              <a:t>）</a:t>
            </a:r>
          </a:p>
        </p:txBody>
      </p:sp>
      <p:sp>
        <p:nvSpPr>
          <p:cNvPr id="32770" name="Rectangle 3">
            <a:extLst>
              <a:ext uri="{FF2B5EF4-FFF2-40B4-BE49-F238E27FC236}">
                <a16:creationId xmlns:a16="http://schemas.microsoft.com/office/drawing/2014/main" id="{1FA90D81-76D5-450D-B7EB-1C02097E8C52}"/>
              </a:ext>
            </a:extLst>
          </p:cNvPr>
          <p:cNvSpPr>
            <a:spLocks noGrp="1" noChangeArrowheads="1"/>
          </p:cNvSpPr>
          <p:nvPr>
            <p:ph idx="1"/>
          </p:nvPr>
        </p:nvSpPr>
        <p:spPr/>
        <p:txBody>
          <a:bodyPr/>
          <a:lstStyle/>
          <a:p>
            <a:pPr eaLnBrk="1" hangingPunct="1"/>
            <a:r>
              <a:rPr lang="zh-CN" altLang="en-US"/>
              <a:t>用较少的二进制位数表示较多的微命令信号，</a:t>
            </a:r>
            <a:r>
              <a:rPr lang="en-US" altLang="zh-CN"/>
              <a:t>n</a:t>
            </a:r>
            <a:r>
              <a:rPr lang="zh-CN" altLang="en-US"/>
              <a:t>位二进位译码后可表示</a:t>
            </a:r>
            <a:r>
              <a:rPr lang="en-US" altLang="zh-CN"/>
              <a:t>2</a:t>
            </a:r>
            <a:r>
              <a:rPr lang="en-US" altLang="zh-CN" baseline="30000"/>
              <a:t>n</a:t>
            </a:r>
            <a:r>
              <a:rPr lang="zh-CN" altLang="en-US"/>
              <a:t>－</a:t>
            </a:r>
            <a:r>
              <a:rPr lang="en-US" altLang="zh-CN"/>
              <a:t>1</a:t>
            </a:r>
            <a:r>
              <a:rPr lang="zh-CN" altLang="en-US"/>
              <a:t>个微命令</a:t>
            </a:r>
          </a:p>
          <a:p>
            <a:pPr eaLnBrk="1" hangingPunct="1"/>
            <a:r>
              <a:rPr lang="zh-CN" altLang="en-US"/>
              <a:t>与直接控制法相比，编码表示法使微指令字的长度大大缩短。但由于增加译码电路，微程序的执行速度稍稍减慢</a:t>
            </a:r>
          </a:p>
          <a:p>
            <a:pPr eaLnBrk="1" hangingPunct="1"/>
            <a:r>
              <a:rPr lang="zh-CN" altLang="en-US"/>
              <a:t>编码表示法使用较普遍</a:t>
            </a:r>
          </a:p>
        </p:txBody>
      </p:sp>
    </p:spTree>
  </p:cSld>
  <p:clrMapOvr>
    <a:masterClrMapping/>
  </p:clrMapOvr>
  <p:transition spd="med">
    <p:pull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a:extLst>
              <a:ext uri="{FF2B5EF4-FFF2-40B4-BE49-F238E27FC236}">
                <a16:creationId xmlns:a16="http://schemas.microsoft.com/office/drawing/2014/main" id="{B55FD504-C01E-A84C-ABB5-3FCDE38FA8AD}"/>
              </a:ext>
            </a:extLst>
          </p:cNvPr>
          <p:cNvSpPr>
            <a:spLocks noGrp="1" noChangeArrowheads="1"/>
          </p:cNvSpPr>
          <p:nvPr>
            <p:ph type="title"/>
          </p:nvPr>
        </p:nvSpPr>
        <p:spPr/>
        <p:txBody>
          <a:bodyPr/>
          <a:lstStyle/>
          <a:p>
            <a:pPr eaLnBrk="1" hangingPunct="1">
              <a:defRPr/>
            </a:pPr>
            <a:r>
              <a:rPr lang="zh-CN" altLang="en-US"/>
              <a:t>混合表示法</a:t>
            </a:r>
          </a:p>
        </p:txBody>
      </p:sp>
      <p:sp>
        <p:nvSpPr>
          <p:cNvPr id="33794" name="Rectangle 3">
            <a:extLst>
              <a:ext uri="{FF2B5EF4-FFF2-40B4-BE49-F238E27FC236}">
                <a16:creationId xmlns:a16="http://schemas.microsoft.com/office/drawing/2014/main" id="{85DAC708-67B3-49B0-9F3F-568F2C23CACA}"/>
              </a:ext>
            </a:extLst>
          </p:cNvPr>
          <p:cNvSpPr>
            <a:spLocks noGrp="1" noChangeArrowheads="1"/>
          </p:cNvSpPr>
          <p:nvPr>
            <p:ph idx="1"/>
          </p:nvPr>
        </p:nvSpPr>
        <p:spPr/>
        <p:txBody>
          <a:bodyPr/>
          <a:lstStyle/>
          <a:p>
            <a:pPr eaLnBrk="1" hangingPunct="1"/>
            <a:r>
              <a:rPr lang="zh-CN" altLang="en-US"/>
              <a:t>把直接表示法与字段编码法混合使用，以便能综合考虑指令字长、灵活性、执行微程序速度等方面的要求</a:t>
            </a:r>
          </a:p>
        </p:txBody>
      </p:sp>
      <p:graphicFrame>
        <p:nvGraphicFramePr>
          <p:cNvPr id="5" name="Group 4">
            <a:extLst>
              <a:ext uri="{FF2B5EF4-FFF2-40B4-BE49-F238E27FC236}">
                <a16:creationId xmlns:a16="http://schemas.microsoft.com/office/drawing/2014/main" id="{6DAC1101-5D02-B440-96DB-5A293ECE8FD3}"/>
              </a:ext>
            </a:extLst>
          </p:cNvPr>
          <p:cNvGraphicFramePr>
            <a:graphicFrameLocks noGrp="1"/>
          </p:cNvGraphicFramePr>
          <p:nvPr>
            <p:extLst>
              <p:ext uri="{D42A27DB-BD31-4B8C-83A1-F6EECF244321}">
                <p14:modId xmlns:p14="http://schemas.microsoft.com/office/powerpoint/2010/main" val="2921196685"/>
              </p:ext>
            </p:extLst>
          </p:nvPr>
        </p:nvGraphicFramePr>
        <p:xfrm>
          <a:off x="1339850" y="4784725"/>
          <a:ext cx="6905625" cy="9144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2028825">
                  <a:extLst>
                    <a:ext uri="{9D8B030D-6E8A-4147-A177-3AD203B41FA5}">
                      <a16:colId xmlns:a16="http://schemas.microsoft.com/office/drawing/2014/main" val="20004"/>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字段</a:t>
                      </a:r>
                      <a:r>
                        <a:rPr kumimoji="1" lang="en-US" alt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1</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字段</a:t>
                      </a:r>
                      <a:r>
                        <a:rPr kumimoji="1" lang="en-US" alt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2</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P</a:t>
                      </a: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字段</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下一个微地址</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455613">
                <a:tc gridSpan="3">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cap="flat">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cap="flat">
                      <a:noFill/>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sp>
        <p:nvSpPr>
          <p:cNvPr id="33812" name="Line 24">
            <a:extLst>
              <a:ext uri="{FF2B5EF4-FFF2-40B4-BE49-F238E27FC236}">
                <a16:creationId xmlns:a16="http://schemas.microsoft.com/office/drawing/2014/main" id="{71779658-9E64-4613-B2F5-19228CF0443E}"/>
              </a:ext>
            </a:extLst>
          </p:cNvPr>
          <p:cNvSpPr>
            <a:spLocks noChangeShapeType="1"/>
          </p:cNvSpPr>
          <p:nvPr/>
        </p:nvSpPr>
        <p:spPr bwMode="auto">
          <a:xfrm>
            <a:off x="1344613" y="5516563"/>
            <a:ext cx="3643312"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3813" name="Text Box 25">
            <a:extLst>
              <a:ext uri="{FF2B5EF4-FFF2-40B4-BE49-F238E27FC236}">
                <a16:creationId xmlns:a16="http://schemas.microsoft.com/office/drawing/2014/main" id="{49C95961-9318-460E-A8EA-B7C754297E7A}"/>
              </a:ext>
            </a:extLst>
          </p:cNvPr>
          <p:cNvSpPr txBox="1">
            <a:spLocks noChangeArrowheads="1"/>
          </p:cNvSpPr>
          <p:nvPr/>
        </p:nvSpPr>
        <p:spPr bwMode="auto">
          <a:xfrm>
            <a:off x="2466975" y="5270500"/>
            <a:ext cx="1409700"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操作控制</a:t>
            </a:r>
          </a:p>
        </p:txBody>
      </p:sp>
      <p:sp>
        <p:nvSpPr>
          <p:cNvPr id="33814" name="Line 26">
            <a:extLst>
              <a:ext uri="{FF2B5EF4-FFF2-40B4-BE49-F238E27FC236}">
                <a16:creationId xmlns:a16="http://schemas.microsoft.com/office/drawing/2014/main" id="{DA05F382-553E-4FDC-B7C2-3F11958ADC12}"/>
              </a:ext>
            </a:extLst>
          </p:cNvPr>
          <p:cNvSpPr>
            <a:spLocks noChangeShapeType="1"/>
          </p:cNvSpPr>
          <p:nvPr/>
        </p:nvSpPr>
        <p:spPr bwMode="auto">
          <a:xfrm>
            <a:off x="4987925" y="5516563"/>
            <a:ext cx="3257550"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33815" name="Text Box 27">
            <a:extLst>
              <a:ext uri="{FF2B5EF4-FFF2-40B4-BE49-F238E27FC236}">
                <a16:creationId xmlns:a16="http://schemas.microsoft.com/office/drawing/2014/main" id="{3754C198-D69F-44FC-A3F3-F6354024C598}"/>
              </a:ext>
            </a:extLst>
          </p:cNvPr>
          <p:cNvSpPr txBox="1">
            <a:spLocks noChangeArrowheads="1"/>
          </p:cNvSpPr>
          <p:nvPr/>
        </p:nvSpPr>
        <p:spPr bwMode="auto">
          <a:xfrm>
            <a:off x="5938838" y="5270500"/>
            <a:ext cx="1409700"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顺序控制</a:t>
            </a:r>
          </a:p>
        </p:txBody>
      </p:sp>
      <p:sp>
        <p:nvSpPr>
          <p:cNvPr id="33816" name="Rectangle 28">
            <a:extLst>
              <a:ext uri="{FF2B5EF4-FFF2-40B4-BE49-F238E27FC236}">
                <a16:creationId xmlns:a16="http://schemas.microsoft.com/office/drawing/2014/main" id="{926982F2-140B-4F6A-874C-7F12B45BF638}"/>
              </a:ext>
            </a:extLst>
          </p:cNvPr>
          <p:cNvSpPr>
            <a:spLocks noChangeArrowheads="1"/>
          </p:cNvSpPr>
          <p:nvPr/>
        </p:nvSpPr>
        <p:spPr bwMode="auto">
          <a:xfrm>
            <a:off x="1430338" y="3830638"/>
            <a:ext cx="1014412" cy="428625"/>
          </a:xfrm>
          <a:prstGeom prst="rect">
            <a:avLst/>
          </a:prstGeom>
          <a:solidFill>
            <a:schemeClr val="accent1"/>
          </a:solidFill>
          <a:ln w="19050">
            <a:noFill/>
            <a:miter lim="800000"/>
            <a:headEnd/>
            <a:tailEnd type="none" w="lg" len="lg"/>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译码</a:t>
            </a:r>
          </a:p>
        </p:txBody>
      </p:sp>
      <p:sp>
        <p:nvSpPr>
          <p:cNvPr id="33817" name="AutoShape 29">
            <a:extLst>
              <a:ext uri="{FF2B5EF4-FFF2-40B4-BE49-F238E27FC236}">
                <a16:creationId xmlns:a16="http://schemas.microsoft.com/office/drawing/2014/main" id="{AC4431D9-1CCE-418A-AC73-D0FA25C19848}"/>
              </a:ext>
            </a:extLst>
          </p:cNvPr>
          <p:cNvSpPr>
            <a:spLocks noChangeArrowheads="1"/>
          </p:cNvSpPr>
          <p:nvPr/>
        </p:nvSpPr>
        <p:spPr bwMode="auto">
          <a:xfrm>
            <a:off x="1801813" y="4273550"/>
            <a:ext cx="271462" cy="514350"/>
          </a:xfrm>
          <a:prstGeom prst="upArrow">
            <a:avLst>
              <a:gd name="adj1" fmla="val 50000"/>
              <a:gd name="adj2" fmla="val 47369"/>
            </a:avLst>
          </a:prstGeom>
          <a:solidFill>
            <a:srgbClr val="99CCFF"/>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3818" name="Line 30">
            <a:extLst>
              <a:ext uri="{FF2B5EF4-FFF2-40B4-BE49-F238E27FC236}">
                <a16:creationId xmlns:a16="http://schemas.microsoft.com/office/drawing/2014/main" id="{D5ACF4FF-5DC0-4705-9E56-14699C1E7DAF}"/>
              </a:ext>
            </a:extLst>
          </p:cNvPr>
          <p:cNvSpPr>
            <a:spLocks noChangeShapeType="1"/>
          </p:cNvSpPr>
          <p:nvPr/>
        </p:nvSpPr>
        <p:spPr bwMode="auto">
          <a:xfrm flipV="1">
            <a:off x="1573213"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19" name="Line 31">
            <a:extLst>
              <a:ext uri="{FF2B5EF4-FFF2-40B4-BE49-F238E27FC236}">
                <a16:creationId xmlns:a16="http://schemas.microsoft.com/office/drawing/2014/main" id="{60CBD5FE-87D8-4634-8E73-C6002B1237D3}"/>
              </a:ext>
            </a:extLst>
          </p:cNvPr>
          <p:cNvSpPr>
            <a:spLocks noChangeShapeType="1"/>
          </p:cNvSpPr>
          <p:nvPr/>
        </p:nvSpPr>
        <p:spPr bwMode="auto">
          <a:xfrm flipV="1">
            <a:off x="1730375"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20" name="Line 32">
            <a:extLst>
              <a:ext uri="{FF2B5EF4-FFF2-40B4-BE49-F238E27FC236}">
                <a16:creationId xmlns:a16="http://schemas.microsoft.com/office/drawing/2014/main" id="{A0D7896D-B4FC-453C-B35F-C925234636BA}"/>
              </a:ext>
            </a:extLst>
          </p:cNvPr>
          <p:cNvSpPr>
            <a:spLocks noChangeShapeType="1"/>
          </p:cNvSpPr>
          <p:nvPr/>
        </p:nvSpPr>
        <p:spPr bwMode="auto">
          <a:xfrm flipV="1">
            <a:off x="1887538"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21" name="Line 33">
            <a:extLst>
              <a:ext uri="{FF2B5EF4-FFF2-40B4-BE49-F238E27FC236}">
                <a16:creationId xmlns:a16="http://schemas.microsoft.com/office/drawing/2014/main" id="{3FC6A0EC-B0EF-423F-B834-2974D45F68C9}"/>
              </a:ext>
            </a:extLst>
          </p:cNvPr>
          <p:cNvSpPr>
            <a:spLocks noChangeShapeType="1"/>
          </p:cNvSpPr>
          <p:nvPr/>
        </p:nvSpPr>
        <p:spPr bwMode="auto">
          <a:xfrm flipV="1">
            <a:off x="2301875"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22" name="Text Box 34">
            <a:extLst>
              <a:ext uri="{FF2B5EF4-FFF2-40B4-BE49-F238E27FC236}">
                <a16:creationId xmlns:a16="http://schemas.microsoft.com/office/drawing/2014/main" id="{68963D99-0B0E-4016-8FB1-D449D673D2FD}"/>
              </a:ext>
            </a:extLst>
          </p:cNvPr>
          <p:cNvSpPr txBox="1">
            <a:spLocks noChangeArrowheads="1"/>
          </p:cNvSpPr>
          <p:nvPr/>
        </p:nvSpPr>
        <p:spPr bwMode="auto">
          <a:xfrm>
            <a:off x="1866900" y="343693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33823" name="Text Box 35">
            <a:extLst>
              <a:ext uri="{FF2B5EF4-FFF2-40B4-BE49-F238E27FC236}">
                <a16:creationId xmlns:a16="http://schemas.microsoft.com/office/drawing/2014/main" id="{1FD5894E-2AD7-4E72-8B8A-B71A4E84DBE2}"/>
              </a:ext>
            </a:extLst>
          </p:cNvPr>
          <p:cNvSpPr txBox="1">
            <a:spLocks noChangeArrowheads="1"/>
          </p:cNvSpPr>
          <p:nvPr/>
        </p:nvSpPr>
        <p:spPr bwMode="auto">
          <a:xfrm>
            <a:off x="1409700" y="307022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latin typeface="Tahoma" panose="020B0604030504040204" pitchFamily="34" charset="0"/>
                <a:ea typeface="宋体" panose="02010600030101010101" pitchFamily="2" charset="-122"/>
              </a:rPr>
              <a:t>微命令</a:t>
            </a:r>
          </a:p>
        </p:txBody>
      </p:sp>
      <p:sp>
        <p:nvSpPr>
          <p:cNvPr id="33824" name="Line 38">
            <a:extLst>
              <a:ext uri="{FF2B5EF4-FFF2-40B4-BE49-F238E27FC236}">
                <a16:creationId xmlns:a16="http://schemas.microsoft.com/office/drawing/2014/main" id="{F524938C-703F-4058-B86F-FEEA7238C7FC}"/>
              </a:ext>
            </a:extLst>
          </p:cNvPr>
          <p:cNvSpPr>
            <a:spLocks noChangeShapeType="1"/>
          </p:cNvSpPr>
          <p:nvPr/>
        </p:nvSpPr>
        <p:spPr bwMode="auto">
          <a:xfrm flipV="1">
            <a:off x="2787650" y="3516313"/>
            <a:ext cx="0" cy="127158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25" name="Line 39">
            <a:extLst>
              <a:ext uri="{FF2B5EF4-FFF2-40B4-BE49-F238E27FC236}">
                <a16:creationId xmlns:a16="http://schemas.microsoft.com/office/drawing/2014/main" id="{F82C0652-D905-4C08-AF0F-A3C2FA33790A}"/>
              </a:ext>
            </a:extLst>
          </p:cNvPr>
          <p:cNvSpPr>
            <a:spLocks noChangeShapeType="1"/>
          </p:cNvSpPr>
          <p:nvPr/>
        </p:nvSpPr>
        <p:spPr bwMode="auto">
          <a:xfrm flipV="1">
            <a:off x="2944813" y="3516313"/>
            <a:ext cx="0" cy="127158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26" name="Line 40">
            <a:extLst>
              <a:ext uri="{FF2B5EF4-FFF2-40B4-BE49-F238E27FC236}">
                <a16:creationId xmlns:a16="http://schemas.microsoft.com/office/drawing/2014/main" id="{E9244194-FF6D-4DFF-B70C-A1A251879CB3}"/>
              </a:ext>
            </a:extLst>
          </p:cNvPr>
          <p:cNvSpPr>
            <a:spLocks noChangeShapeType="1"/>
          </p:cNvSpPr>
          <p:nvPr/>
        </p:nvSpPr>
        <p:spPr bwMode="auto">
          <a:xfrm flipV="1">
            <a:off x="3101975" y="3516313"/>
            <a:ext cx="0" cy="127158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27" name="Line 41">
            <a:extLst>
              <a:ext uri="{FF2B5EF4-FFF2-40B4-BE49-F238E27FC236}">
                <a16:creationId xmlns:a16="http://schemas.microsoft.com/office/drawing/2014/main" id="{1A14107E-1E2E-444E-87F8-CD6B9AB863A5}"/>
              </a:ext>
            </a:extLst>
          </p:cNvPr>
          <p:cNvSpPr>
            <a:spLocks noChangeShapeType="1"/>
          </p:cNvSpPr>
          <p:nvPr/>
        </p:nvSpPr>
        <p:spPr bwMode="auto">
          <a:xfrm flipV="1">
            <a:off x="3516313" y="3516313"/>
            <a:ext cx="0" cy="127158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28" name="Text Box 42">
            <a:extLst>
              <a:ext uri="{FF2B5EF4-FFF2-40B4-BE49-F238E27FC236}">
                <a16:creationId xmlns:a16="http://schemas.microsoft.com/office/drawing/2014/main" id="{1A3472F5-6BF4-4CBF-8213-C8DAC9D3370D}"/>
              </a:ext>
            </a:extLst>
          </p:cNvPr>
          <p:cNvSpPr txBox="1">
            <a:spLocks noChangeArrowheads="1"/>
          </p:cNvSpPr>
          <p:nvPr/>
        </p:nvSpPr>
        <p:spPr bwMode="auto">
          <a:xfrm>
            <a:off x="3910013" y="3794125"/>
            <a:ext cx="995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Arial" panose="020B060402020202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 </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33829" name="Text Box 43">
            <a:extLst>
              <a:ext uri="{FF2B5EF4-FFF2-40B4-BE49-F238E27FC236}">
                <a16:creationId xmlns:a16="http://schemas.microsoft.com/office/drawing/2014/main" id="{E1484CFE-DF1D-486A-8039-04AA9F37779C}"/>
              </a:ext>
            </a:extLst>
          </p:cNvPr>
          <p:cNvSpPr txBox="1">
            <a:spLocks noChangeArrowheads="1"/>
          </p:cNvSpPr>
          <p:nvPr/>
        </p:nvSpPr>
        <p:spPr bwMode="auto">
          <a:xfrm>
            <a:off x="2624138" y="3070225"/>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latin typeface="Tahoma" panose="020B0604030504040204" pitchFamily="34" charset="0"/>
                <a:ea typeface="宋体" panose="02010600030101010101" pitchFamily="2" charset="-122"/>
              </a:rPr>
              <a:t>微命令</a:t>
            </a:r>
          </a:p>
        </p:txBody>
      </p:sp>
      <p:sp>
        <p:nvSpPr>
          <p:cNvPr id="33830" name="Rectangle 44">
            <a:extLst>
              <a:ext uri="{FF2B5EF4-FFF2-40B4-BE49-F238E27FC236}">
                <a16:creationId xmlns:a16="http://schemas.microsoft.com/office/drawing/2014/main" id="{4C5AA1D2-9310-4836-8729-44FE265B254E}"/>
              </a:ext>
            </a:extLst>
          </p:cNvPr>
          <p:cNvSpPr>
            <a:spLocks noChangeArrowheads="1"/>
          </p:cNvSpPr>
          <p:nvPr/>
        </p:nvSpPr>
        <p:spPr bwMode="auto">
          <a:xfrm>
            <a:off x="5102225" y="3830638"/>
            <a:ext cx="1014413" cy="428625"/>
          </a:xfrm>
          <a:prstGeom prst="rect">
            <a:avLst/>
          </a:prstGeom>
          <a:solidFill>
            <a:schemeClr val="accent1"/>
          </a:solidFill>
          <a:ln w="19050">
            <a:noFill/>
            <a:miter lim="800000"/>
            <a:headEnd/>
            <a:tailEnd type="none" w="lg" len="lg"/>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译码</a:t>
            </a:r>
          </a:p>
        </p:txBody>
      </p:sp>
      <p:sp>
        <p:nvSpPr>
          <p:cNvPr id="33831" name="AutoShape 45">
            <a:extLst>
              <a:ext uri="{FF2B5EF4-FFF2-40B4-BE49-F238E27FC236}">
                <a16:creationId xmlns:a16="http://schemas.microsoft.com/office/drawing/2014/main" id="{C49E07BD-BCA1-4CC5-8394-A86504E894ED}"/>
              </a:ext>
            </a:extLst>
          </p:cNvPr>
          <p:cNvSpPr>
            <a:spLocks noChangeArrowheads="1"/>
          </p:cNvSpPr>
          <p:nvPr/>
        </p:nvSpPr>
        <p:spPr bwMode="auto">
          <a:xfrm>
            <a:off x="5473700" y="4273550"/>
            <a:ext cx="271463" cy="514350"/>
          </a:xfrm>
          <a:prstGeom prst="upArrow">
            <a:avLst>
              <a:gd name="adj1" fmla="val 50000"/>
              <a:gd name="adj2" fmla="val 47368"/>
            </a:avLst>
          </a:prstGeom>
          <a:solidFill>
            <a:srgbClr val="99CCFF"/>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3832" name="Line 46">
            <a:extLst>
              <a:ext uri="{FF2B5EF4-FFF2-40B4-BE49-F238E27FC236}">
                <a16:creationId xmlns:a16="http://schemas.microsoft.com/office/drawing/2014/main" id="{89DFC426-D723-4068-B8CE-7876893FD750}"/>
              </a:ext>
            </a:extLst>
          </p:cNvPr>
          <p:cNvSpPr>
            <a:spLocks noChangeShapeType="1"/>
          </p:cNvSpPr>
          <p:nvPr/>
        </p:nvSpPr>
        <p:spPr bwMode="auto">
          <a:xfrm flipV="1">
            <a:off x="5245100"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33" name="Line 47">
            <a:extLst>
              <a:ext uri="{FF2B5EF4-FFF2-40B4-BE49-F238E27FC236}">
                <a16:creationId xmlns:a16="http://schemas.microsoft.com/office/drawing/2014/main" id="{024D3109-4167-40E8-B6D3-A9A529266EFC}"/>
              </a:ext>
            </a:extLst>
          </p:cNvPr>
          <p:cNvSpPr>
            <a:spLocks noChangeShapeType="1"/>
          </p:cNvSpPr>
          <p:nvPr/>
        </p:nvSpPr>
        <p:spPr bwMode="auto">
          <a:xfrm flipV="1">
            <a:off x="5402263"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34" name="Line 48">
            <a:extLst>
              <a:ext uri="{FF2B5EF4-FFF2-40B4-BE49-F238E27FC236}">
                <a16:creationId xmlns:a16="http://schemas.microsoft.com/office/drawing/2014/main" id="{210B3746-D703-4E5B-A580-8A901B1F19D4}"/>
              </a:ext>
            </a:extLst>
          </p:cNvPr>
          <p:cNvSpPr>
            <a:spLocks noChangeShapeType="1"/>
          </p:cNvSpPr>
          <p:nvPr/>
        </p:nvSpPr>
        <p:spPr bwMode="auto">
          <a:xfrm flipV="1">
            <a:off x="5559425"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35" name="Line 49">
            <a:extLst>
              <a:ext uri="{FF2B5EF4-FFF2-40B4-BE49-F238E27FC236}">
                <a16:creationId xmlns:a16="http://schemas.microsoft.com/office/drawing/2014/main" id="{6B24837C-5827-4FDF-BCCC-97BDAF3283A5}"/>
              </a:ext>
            </a:extLst>
          </p:cNvPr>
          <p:cNvSpPr>
            <a:spLocks noChangeShapeType="1"/>
          </p:cNvSpPr>
          <p:nvPr/>
        </p:nvSpPr>
        <p:spPr bwMode="auto">
          <a:xfrm flipV="1">
            <a:off x="5973763" y="3516313"/>
            <a:ext cx="0" cy="3143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3836" name="Text Box 50">
            <a:extLst>
              <a:ext uri="{FF2B5EF4-FFF2-40B4-BE49-F238E27FC236}">
                <a16:creationId xmlns:a16="http://schemas.microsoft.com/office/drawing/2014/main" id="{4F8ED8F9-CDDC-4BB4-A351-8480CD76AB9E}"/>
              </a:ext>
            </a:extLst>
          </p:cNvPr>
          <p:cNvSpPr txBox="1">
            <a:spLocks noChangeArrowheads="1"/>
          </p:cNvSpPr>
          <p:nvPr/>
        </p:nvSpPr>
        <p:spPr bwMode="auto">
          <a:xfrm>
            <a:off x="5538788" y="343693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33837" name="Text Box 51">
            <a:extLst>
              <a:ext uri="{FF2B5EF4-FFF2-40B4-BE49-F238E27FC236}">
                <a16:creationId xmlns:a16="http://schemas.microsoft.com/office/drawing/2014/main" id="{5F72A213-B75B-42EF-837E-BD056B846E3E}"/>
              </a:ext>
            </a:extLst>
          </p:cNvPr>
          <p:cNvSpPr txBox="1">
            <a:spLocks noChangeArrowheads="1"/>
          </p:cNvSpPr>
          <p:nvPr/>
        </p:nvSpPr>
        <p:spPr bwMode="auto">
          <a:xfrm>
            <a:off x="4938713" y="3097213"/>
            <a:ext cx="1441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P</a:t>
            </a:r>
            <a:r>
              <a:rPr kumimoji="0" lang="en-US" altLang="zh-CN" sz="2400" baseline="-25000">
                <a:latin typeface="Tahoma" panose="020B0604030504040204" pitchFamily="34" charset="0"/>
                <a:ea typeface="宋体" panose="02010600030101010101" pitchFamily="2" charset="-122"/>
              </a:rPr>
              <a:t>1</a:t>
            </a:r>
            <a:r>
              <a:rPr kumimoji="0" lang="en-US" altLang="zh-CN" sz="2400">
                <a:latin typeface="Tahoma" panose="020B0604030504040204" pitchFamily="34" charset="0"/>
                <a:ea typeface="宋体" panose="02010600030101010101" pitchFamily="2" charset="-122"/>
              </a:rPr>
              <a:t> P</a:t>
            </a:r>
            <a:r>
              <a:rPr kumimoji="0" lang="en-US" altLang="zh-CN" sz="2400" baseline="-25000">
                <a:latin typeface="Tahoma" panose="020B0604030504040204" pitchFamily="34" charset="0"/>
                <a:ea typeface="宋体" panose="02010600030101010101" pitchFamily="2" charset="-122"/>
              </a:rPr>
              <a:t>2</a:t>
            </a:r>
            <a:r>
              <a:rPr kumimoji="0" lang="en-US" altLang="zh-CN" sz="2400">
                <a:latin typeface="Tahoma" panose="020B0604030504040204" pitchFamily="34" charset="0"/>
                <a:ea typeface="宋体" panose="02010600030101010101" pitchFamily="2" charset="-122"/>
              </a:rPr>
              <a:t>  P</a:t>
            </a:r>
            <a:r>
              <a:rPr kumimoji="0" lang="en-US" altLang="zh-CN" sz="2400" baseline="-25000">
                <a:latin typeface="Tahoma" panose="020B0604030504040204" pitchFamily="34" charset="0"/>
                <a:ea typeface="宋体" panose="02010600030101010101" pitchFamily="2" charset="-122"/>
              </a:rPr>
              <a:t>n</a:t>
            </a:r>
            <a:endParaRPr kumimoji="0" lang="zh-CN" altLang="en-US" sz="2400" baseline="-25000">
              <a:latin typeface="Tahoma" panose="020B0604030504040204" pitchFamily="34" charset="0"/>
              <a:ea typeface="宋体" panose="02010600030101010101" pitchFamily="2" charset="-122"/>
            </a:endParaRPr>
          </a:p>
        </p:txBody>
      </p:sp>
      <p:sp>
        <p:nvSpPr>
          <p:cNvPr id="33838" name="Text Box 52">
            <a:extLst>
              <a:ext uri="{FF2B5EF4-FFF2-40B4-BE49-F238E27FC236}">
                <a16:creationId xmlns:a16="http://schemas.microsoft.com/office/drawing/2014/main" id="{0A798A26-1FCC-40B4-BF55-62AC67D4DF3A}"/>
              </a:ext>
            </a:extLst>
          </p:cNvPr>
          <p:cNvSpPr txBox="1">
            <a:spLocks noChangeArrowheads="1"/>
          </p:cNvSpPr>
          <p:nvPr/>
        </p:nvSpPr>
        <p:spPr bwMode="auto">
          <a:xfrm>
            <a:off x="3090863" y="34385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a:extLst>
              <a:ext uri="{FF2B5EF4-FFF2-40B4-BE49-F238E27FC236}">
                <a16:creationId xmlns:a16="http://schemas.microsoft.com/office/drawing/2014/main" id="{8C6151AF-EB18-4E45-8BF1-2B66374A06AE}"/>
              </a:ext>
            </a:extLst>
          </p:cNvPr>
          <p:cNvSpPr>
            <a:spLocks noGrp="1" noChangeArrowheads="1"/>
          </p:cNvSpPr>
          <p:nvPr>
            <p:ph type="title"/>
          </p:nvPr>
        </p:nvSpPr>
        <p:spPr/>
        <p:txBody>
          <a:bodyPr/>
          <a:lstStyle/>
          <a:p>
            <a:pPr eaLnBrk="1" hangingPunct="1">
              <a:defRPr/>
            </a:pPr>
            <a:r>
              <a:rPr lang="en-US" altLang="zh-CN" dirty="0"/>
              <a:t>2. </a:t>
            </a:r>
            <a:r>
              <a:rPr lang="zh-CN" altLang="en-US" dirty="0"/>
              <a:t>微地址的形成方法</a:t>
            </a:r>
          </a:p>
        </p:txBody>
      </p:sp>
      <p:sp>
        <p:nvSpPr>
          <p:cNvPr id="34818" name="Rectangle 3">
            <a:extLst>
              <a:ext uri="{FF2B5EF4-FFF2-40B4-BE49-F238E27FC236}">
                <a16:creationId xmlns:a16="http://schemas.microsoft.com/office/drawing/2014/main" id="{1A2585E6-E284-4D0C-96D5-19FB60495EC0}"/>
              </a:ext>
            </a:extLst>
          </p:cNvPr>
          <p:cNvSpPr>
            <a:spLocks noGrp="1" noChangeArrowheads="1"/>
          </p:cNvSpPr>
          <p:nvPr>
            <p:ph idx="1"/>
          </p:nvPr>
        </p:nvSpPr>
        <p:spPr/>
        <p:txBody>
          <a:bodyPr/>
          <a:lstStyle/>
          <a:p>
            <a:pPr eaLnBrk="1" hangingPunct="1"/>
            <a:r>
              <a:rPr lang="zh-CN" altLang="en-US"/>
              <a:t>微指令执行的顺序控制问题，实际上是如何确定下一条微指令的地址问题</a:t>
            </a:r>
          </a:p>
          <a:p>
            <a:pPr eaLnBrk="1" hangingPunct="1"/>
            <a:r>
              <a:rPr lang="zh-CN" altLang="en-US"/>
              <a:t>产生后继微地址的方法</a:t>
            </a:r>
          </a:p>
          <a:p>
            <a:pPr lvl="1" eaLnBrk="1" hangingPunct="1"/>
            <a:r>
              <a:rPr lang="zh-CN" altLang="en-US" sz="3200"/>
              <a:t>计数器方式</a:t>
            </a:r>
          </a:p>
          <a:p>
            <a:pPr lvl="1" eaLnBrk="1" hangingPunct="1"/>
            <a:r>
              <a:rPr lang="zh-CN" altLang="en-US" sz="3200"/>
              <a:t>多路转移方式</a:t>
            </a:r>
          </a:p>
          <a:p>
            <a:pPr lvl="1" eaLnBrk="1" hangingPunct="1"/>
            <a:r>
              <a:rPr lang="zh-CN" altLang="en-US" sz="3200"/>
              <a:t>由指令的操作码转换得到，典型方式为查表方式，即</a:t>
            </a:r>
            <a:endParaRPr lang="en-US" altLang="zh-CN" sz="3200"/>
          </a:p>
          <a:p>
            <a:pPr marL="809625" lvl="2" indent="0" eaLnBrk="1" hangingPunct="1">
              <a:buFont typeface="Wingdings" panose="05000000000000000000" pitchFamily="2" charset="2"/>
              <a:buNone/>
            </a:pPr>
            <a:r>
              <a:rPr lang="zh-CN" altLang="en-US"/>
              <a:t>在</a:t>
            </a:r>
            <a:r>
              <a:rPr lang="en-US" altLang="zh-CN"/>
              <a:t>ROM</a:t>
            </a:r>
            <a:r>
              <a:rPr lang="zh-CN" altLang="en-US"/>
              <a:t>中存放微地址映射表，用指令的操作码作为地址进行查表，查到的表项为该指令对应的微程序入口地址</a:t>
            </a:r>
          </a:p>
          <a:p>
            <a:pPr lvl="1" eaLnBrk="1" hangingPunct="1"/>
            <a:endParaRPr lang="zh-CN" altLang="en-US" sz="3200"/>
          </a:p>
        </p:txBody>
      </p:sp>
    </p:spTree>
  </p:cSld>
  <p:clrMapOvr>
    <a:masterClrMapping/>
  </p:clrMapOvr>
  <p:transition spd="med">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a:extLst>
              <a:ext uri="{FF2B5EF4-FFF2-40B4-BE49-F238E27FC236}">
                <a16:creationId xmlns:a16="http://schemas.microsoft.com/office/drawing/2014/main" id="{42AAB9EC-967F-0F4B-AABB-5D90805FA5BD}"/>
              </a:ext>
            </a:extLst>
          </p:cNvPr>
          <p:cNvSpPr>
            <a:spLocks noGrp="1" noChangeArrowheads="1"/>
          </p:cNvSpPr>
          <p:nvPr>
            <p:ph type="title"/>
          </p:nvPr>
        </p:nvSpPr>
        <p:spPr/>
        <p:txBody>
          <a:bodyPr/>
          <a:lstStyle/>
          <a:p>
            <a:pPr eaLnBrk="1" hangingPunct="1"/>
            <a:r>
              <a:rPr lang="zh-CN" altLang="en-US"/>
              <a:t>计数器方式</a:t>
            </a:r>
          </a:p>
        </p:txBody>
      </p:sp>
      <p:sp>
        <p:nvSpPr>
          <p:cNvPr id="35842" name="Rectangle 3">
            <a:extLst>
              <a:ext uri="{FF2B5EF4-FFF2-40B4-BE49-F238E27FC236}">
                <a16:creationId xmlns:a16="http://schemas.microsoft.com/office/drawing/2014/main" id="{B58AA7CE-6BE6-4EFD-B90A-65731AA46377}"/>
              </a:ext>
            </a:extLst>
          </p:cNvPr>
          <p:cNvSpPr>
            <a:spLocks noGrp="1" noChangeArrowheads="1"/>
          </p:cNvSpPr>
          <p:nvPr>
            <p:ph idx="1"/>
          </p:nvPr>
        </p:nvSpPr>
        <p:spPr/>
        <p:txBody>
          <a:bodyPr/>
          <a:lstStyle/>
          <a:p>
            <a:pPr eaLnBrk="1" hangingPunct="1"/>
            <a:r>
              <a:rPr lang="zh-CN" altLang="en-US" sz="2800"/>
              <a:t>与程序计数器</a:t>
            </a:r>
            <a:r>
              <a:rPr lang="en-US" altLang="zh-CN" sz="2800"/>
              <a:t>PC</a:t>
            </a:r>
            <a:r>
              <a:rPr lang="zh-CN" altLang="en-US" sz="2800"/>
              <a:t>类似</a:t>
            </a:r>
          </a:p>
          <a:p>
            <a:pPr lvl="1" eaLnBrk="1" hangingPunct="1"/>
            <a:r>
              <a:rPr lang="zh-CN" altLang="en-US"/>
              <a:t>在顺序执行微指令时，后继微地址由当前微地址加上一个增量来产生</a:t>
            </a:r>
          </a:p>
          <a:p>
            <a:pPr lvl="1" eaLnBrk="1" hangingPunct="1"/>
            <a:r>
              <a:rPr lang="zh-CN" altLang="en-US"/>
              <a:t>在非顺序执行微指令时，必须通过转移方式，转去执行指定微地址的微指令</a:t>
            </a:r>
          </a:p>
          <a:p>
            <a:pPr eaLnBrk="1" hangingPunct="1"/>
            <a:r>
              <a:rPr lang="zh-CN" altLang="en-US" sz="2800"/>
              <a:t>微地址寄存器通常可视为计数器，且顺序执行的微指令序列必须安排在控制存储器的连续单元中</a:t>
            </a:r>
          </a:p>
          <a:p>
            <a:pPr eaLnBrk="1" hangingPunct="1"/>
            <a:r>
              <a:rPr lang="zh-CN" altLang="en-US" sz="2800"/>
              <a:t>特点</a:t>
            </a:r>
          </a:p>
          <a:p>
            <a:pPr lvl="1" eaLnBrk="1" hangingPunct="1"/>
            <a:r>
              <a:rPr lang="zh-CN" altLang="en-US"/>
              <a:t>微指令的顺序控制字段较短，微地址产生机构简单</a:t>
            </a:r>
          </a:p>
          <a:p>
            <a:pPr lvl="1" eaLnBrk="1" hangingPunct="1"/>
            <a:r>
              <a:rPr lang="zh-CN" altLang="en-US"/>
              <a:t>但是多路并行转移功能较弱，速度较慢，灵活性较差</a:t>
            </a:r>
          </a:p>
        </p:txBody>
      </p:sp>
    </p:spTree>
  </p:cSld>
  <p:clrMapOvr>
    <a:masterClrMapping/>
  </p:clrMapOvr>
  <p:transition spd="med">
    <p:pull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a:extLst>
              <a:ext uri="{FF2B5EF4-FFF2-40B4-BE49-F238E27FC236}">
                <a16:creationId xmlns:a16="http://schemas.microsoft.com/office/drawing/2014/main" id="{E8C2C836-3411-9A4D-9457-15EBAC9BF79D}"/>
              </a:ext>
            </a:extLst>
          </p:cNvPr>
          <p:cNvSpPr>
            <a:spLocks noGrp="1" noChangeArrowheads="1"/>
          </p:cNvSpPr>
          <p:nvPr>
            <p:ph type="title"/>
          </p:nvPr>
        </p:nvSpPr>
        <p:spPr/>
        <p:txBody>
          <a:bodyPr/>
          <a:lstStyle/>
          <a:p>
            <a:pPr eaLnBrk="1" hangingPunct="1"/>
            <a:r>
              <a:rPr lang="zh-CN" altLang="en-US"/>
              <a:t>多路转移方式</a:t>
            </a:r>
          </a:p>
        </p:txBody>
      </p:sp>
      <p:sp>
        <p:nvSpPr>
          <p:cNvPr id="36866" name="Rectangle 3">
            <a:extLst>
              <a:ext uri="{FF2B5EF4-FFF2-40B4-BE49-F238E27FC236}">
                <a16:creationId xmlns:a16="http://schemas.microsoft.com/office/drawing/2014/main" id="{02B019A2-2466-4297-8213-EBDFD5CC0990}"/>
              </a:ext>
            </a:extLst>
          </p:cNvPr>
          <p:cNvSpPr>
            <a:spLocks noGrp="1" noChangeArrowheads="1"/>
          </p:cNvSpPr>
          <p:nvPr>
            <p:ph idx="1"/>
          </p:nvPr>
        </p:nvSpPr>
        <p:spPr/>
        <p:txBody>
          <a:bodyPr/>
          <a:lstStyle/>
          <a:p>
            <a:pPr eaLnBrk="1" hangingPunct="1">
              <a:lnSpc>
                <a:spcPct val="90000"/>
              </a:lnSpc>
            </a:pPr>
            <a:r>
              <a:rPr lang="zh-CN" altLang="en-US" sz="2800" dirty="0"/>
              <a:t>一条微指令具有多个转移分支的能力称为多路转移</a:t>
            </a:r>
          </a:p>
          <a:p>
            <a:pPr eaLnBrk="1" hangingPunct="1">
              <a:lnSpc>
                <a:spcPct val="90000"/>
              </a:lnSpc>
            </a:pPr>
            <a:r>
              <a:rPr lang="zh-CN" altLang="en-US" sz="2800" dirty="0"/>
              <a:t>当微程序不产生分支时，后继微地址直接由微指令的顺序控制字段给出</a:t>
            </a:r>
          </a:p>
          <a:p>
            <a:pPr eaLnBrk="1" hangingPunct="1">
              <a:lnSpc>
                <a:spcPct val="90000"/>
              </a:lnSpc>
            </a:pPr>
            <a:r>
              <a:rPr lang="zh-CN" altLang="en-US" sz="2800" dirty="0"/>
              <a:t>当微程序出现分支时，有若干“候选”微地址可供选择：即按顺序控制字段</a:t>
            </a:r>
            <a:r>
              <a:rPr lang="en-US" altLang="zh-CN" sz="2800" dirty="0"/>
              <a:t>P</a:t>
            </a:r>
            <a:r>
              <a:rPr lang="zh-CN" altLang="en-US" sz="2800" dirty="0"/>
              <a:t>的“判别测试”和“状态条件”标志来选择其中一个微地址</a:t>
            </a:r>
          </a:p>
          <a:p>
            <a:pPr eaLnBrk="1" hangingPunct="1">
              <a:lnSpc>
                <a:spcPct val="90000"/>
              </a:lnSpc>
            </a:pPr>
            <a:r>
              <a:rPr lang="zh-CN" altLang="en-US" sz="2800" dirty="0"/>
              <a:t>“状态条件”有</a:t>
            </a:r>
            <a:r>
              <a:rPr lang="en-US" altLang="zh-CN" sz="2800" dirty="0"/>
              <a:t>n</a:t>
            </a:r>
            <a:r>
              <a:rPr lang="zh-CN" altLang="en-US" sz="2800" dirty="0"/>
              <a:t>位标志，可实现微程序</a:t>
            </a:r>
            <a:r>
              <a:rPr lang="en-US" altLang="zh-CN" sz="2800" dirty="0"/>
              <a:t>2</a:t>
            </a:r>
            <a:r>
              <a:rPr lang="en-US" altLang="zh-CN" sz="2800" baseline="30000" dirty="0"/>
              <a:t>n</a:t>
            </a:r>
            <a:r>
              <a:rPr lang="zh-CN" altLang="en-US" sz="2800" dirty="0"/>
              <a:t>路转移，且涉及微地址寄存器的</a:t>
            </a:r>
            <a:r>
              <a:rPr lang="en-US" altLang="zh-CN" sz="2800" dirty="0"/>
              <a:t>n</a:t>
            </a:r>
            <a:r>
              <a:rPr lang="zh-CN" altLang="en-US" sz="2800" dirty="0"/>
              <a:t>位</a:t>
            </a:r>
          </a:p>
          <a:p>
            <a:pPr eaLnBrk="1" hangingPunct="1">
              <a:lnSpc>
                <a:spcPct val="90000"/>
              </a:lnSpc>
            </a:pPr>
            <a:r>
              <a:rPr lang="zh-CN" altLang="en-US" sz="2800" dirty="0"/>
              <a:t>特点</a:t>
            </a:r>
          </a:p>
          <a:p>
            <a:pPr lvl="1" eaLnBrk="1" hangingPunct="1">
              <a:lnSpc>
                <a:spcPct val="90000"/>
              </a:lnSpc>
            </a:pPr>
            <a:r>
              <a:rPr lang="zh-CN" altLang="en-US" b="0" dirty="0"/>
              <a:t>能以较短的顺序控制字段配合，实现多路并行转移，灵活性好，速度较快</a:t>
            </a:r>
          </a:p>
          <a:p>
            <a:pPr lvl="1" eaLnBrk="1" hangingPunct="1">
              <a:lnSpc>
                <a:spcPct val="90000"/>
              </a:lnSpc>
            </a:pPr>
            <a:r>
              <a:rPr lang="zh-CN" altLang="en-US" b="0" dirty="0"/>
              <a:t>转移地址逻辑需要用组合逻辑方法设计</a:t>
            </a:r>
          </a:p>
        </p:txBody>
      </p:sp>
    </p:spTree>
  </p:cSld>
  <p:clrMapOvr>
    <a:masterClrMapping/>
  </p:clrMapOvr>
  <p:transition spd="med">
    <p:pull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1AC445A6-B32E-1345-819E-A650994A902F}"/>
              </a:ext>
            </a:extLst>
          </p:cNvPr>
          <p:cNvSpPr>
            <a:spLocks noGrp="1" noChangeArrowheads="1"/>
          </p:cNvSpPr>
          <p:nvPr>
            <p:ph type="title"/>
          </p:nvPr>
        </p:nvSpPr>
        <p:spPr/>
        <p:txBody>
          <a:bodyPr/>
          <a:lstStyle/>
          <a:p>
            <a:pPr eaLnBrk="1" hangingPunct="1">
              <a:defRPr/>
            </a:pPr>
            <a:r>
              <a:rPr lang="zh-CN" altLang="en-US"/>
              <a:t>例</a:t>
            </a:r>
            <a:r>
              <a:rPr lang="en-US" altLang="zh-CN"/>
              <a:t>2</a:t>
            </a:r>
          </a:p>
        </p:txBody>
      </p:sp>
      <p:sp>
        <p:nvSpPr>
          <p:cNvPr id="37890" name="Rectangle 3">
            <a:extLst>
              <a:ext uri="{FF2B5EF4-FFF2-40B4-BE49-F238E27FC236}">
                <a16:creationId xmlns:a16="http://schemas.microsoft.com/office/drawing/2014/main" id="{D1BCADD6-BB1A-4E1C-B606-C93769528F0B}"/>
              </a:ext>
            </a:extLst>
          </p:cNvPr>
          <p:cNvSpPr>
            <a:spLocks noGrp="1" noChangeArrowheads="1"/>
          </p:cNvSpPr>
          <p:nvPr>
            <p:ph idx="1"/>
          </p:nvPr>
        </p:nvSpPr>
        <p:spPr>
          <a:xfrm>
            <a:off x="184150" y="1219200"/>
            <a:ext cx="8770938" cy="5011738"/>
          </a:xfrm>
        </p:spPr>
        <p:txBody>
          <a:bodyPr/>
          <a:lstStyle/>
          <a:p>
            <a:pPr marL="0" indent="0" eaLnBrk="1" hangingPunct="1">
              <a:lnSpc>
                <a:spcPct val="90000"/>
              </a:lnSpc>
              <a:buFont typeface="Wingdings 2" panose="05020102010507070707" pitchFamily="18" charset="2"/>
              <a:buNone/>
            </a:pPr>
            <a:r>
              <a:rPr lang="zh-CN" altLang="en-US" sz="2800" dirty="0"/>
              <a:t>    </a:t>
            </a:r>
            <a:r>
              <a:rPr lang="zh-CN" altLang="en-US" dirty="0"/>
              <a:t>微地址寄存器有</a:t>
            </a:r>
            <a:r>
              <a:rPr lang="en-US" altLang="zh-CN" dirty="0"/>
              <a:t>6</a:t>
            </a:r>
            <a:r>
              <a:rPr lang="zh-CN" altLang="en-US" dirty="0"/>
              <a:t>位</a:t>
            </a:r>
            <a:r>
              <a:rPr lang="en-US" altLang="zh-CN" dirty="0"/>
              <a:t>(μA</a:t>
            </a:r>
            <a:r>
              <a:rPr lang="en-US" altLang="zh-CN" baseline="-25000" dirty="0"/>
              <a:t>5</a:t>
            </a:r>
            <a:r>
              <a:rPr lang="en-US" altLang="zh-CN" dirty="0"/>
              <a:t>-μA</a:t>
            </a:r>
            <a:r>
              <a:rPr lang="en-US" altLang="zh-CN" baseline="-25000" dirty="0"/>
              <a:t>0</a:t>
            </a:r>
            <a:r>
              <a:rPr lang="en-US" altLang="zh-CN" dirty="0"/>
              <a:t>)</a:t>
            </a:r>
            <a:r>
              <a:rPr lang="zh-CN" altLang="en-US" dirty="0"/>
              <a:t>，当需要修改其内容时，可通过某一位触发器的置“</a:t>
            </a:r>
            <a:r>
              <a:rPr lang="en-US" altLang="zh-CN" dirty="0"/>
              <a:t>1</a:t>
            </a:r>
            <a:r>
              <a:rPr lang="zh-CN" altLang="en-US" dirty="0"/>
              <a:t>”端</a:t>
            </a:r>
            <a:r>
              <a:rPr lang="en-US" altLang="zh-CN" dirty="0"/>
              <a:t>S</a:t>
            </a:r>
            <a:r>
              <a:rPr lang="zh-CN" altLang="en-US" dirty="0"/>
              <a:t>将其置“</a:t>
            </a:r>
            <a:r>
              <a:rPr lang="en-US" altLang="zh-CN" dirty="0"/>
              <a:t>1</a:t>
            </a:r>
            <a:r>
              <a:rPr lang="zh-CN" altLang="en-US" dirty="0"/>
              <a:t>”。现有三种情况：</a:t>
            </a:r>
          </a:p>
          <a:p>
            <a:pPr marL="717550" lvl="1" indent="-438150" eaLnBrk="1" hangingPunct="1">
              <a:lnSpc>
                <a:spcPct val="90000"/>
              </a:lnSpc>
              <a:buFont typeface="Wingdings" panose="05000000000000000000" pitchFamily="2" charset="2"/>
              <a:buNone/>
            </a:pPr>
            <a:r>
              <a:rPr lang="en-US" altLang="zh-CN" sz="2800" dirty="0"/>
              <a:t>(1)</a:t>
            </a:r>
            <a:r>
              <a:rPr lang="zh-CN" altLang="en-US" sz="2800" dirty="0"/>
              <a:t>执行“取指”微指令后，微程序按</a:t>
            </a:r>
            <a:r>
              <a:rPr lang="en-US" altLang="zh-CN" sz="2800" dirty="0"/>
              <a:t>IR</a:t>
            </a:r>
            <a:r>
              <a:rPr lang="zh-CN" altLang="en-US" sz="2800" dirty="0"/>
              <a:t>的</a:t>
            </a:r>
            <a:r>
              <a:rPr lang="en-US" altLang="zh-CN" sz="2800" dirty="0"/>
              <a:t>OP</a:t>
            </a:r>
            <a:r>
              <a:rPr lang="zh-CN" altLang="en-US" sz="2800" dirty="0"/>
              <a:t>字段</a:t>
            </a:r>
            <a:r>
              <a:rPr lang="en-US" altLang="zh-CN" sz="2800" dirty="0"/>
              <a:t>(IR</a:t>
            </a:r>
            <a:r>
              <a:rPr lang="en-US" altLang="zh-CN" sz="2800" baseline="-25000" dirty="0"/>
              <a:t>3</a:t>
            </a:r>
            <a:r>
              <a:rPr lang="en-US" altLang="zh-CN" sz="2800" dirty="0"/>
              <a:t>-IR</a:t>
            </a:r>
            <a:r>
              <a:rPr lang="en-US" altLang="zh-CN" sz="2800" baseline="-25000" dirty="0"/>
              <a:t>0</a:t>
            </a:r>
            <a:r>
              <a:rPr lang="en-US" altLang="zh-CN" sz="2800" dirty="0"/>
              <a:t>)</a:t>
            </a:r>
            <a:r>
              <a:rPr lang="zh-CN" altLang="en-US" sz="2800" dirty="0"/>
              <a:t>进行</a:t>
            </a:r>
            <a:r>
              <a:rPr lang="en-US" altLang="zh-CN" sz="2800" dirty="0"/>
              <a:t>16</a:t>
            </a:r>
            <a:r>
              <a:rPr lang="zh-CN" altLang="en-US" sz="2800" dirty="0"/>
              <a:t>路分支；</a:t>
            </a:r>
          </a:p>
          <a:p>
            <a:pPr marL="717550" lvl="1" indent="-438150" eaLnBrk="1" hangingPunct="1">
              <a:lnSpc>
                <a:spcPct val="90000"/>
              </a:lnSpc>
              <a:buFont typeface="Wingdings" panose="05000000000000000000" pitchFamily="2" charset="2"/>
              <a:buNone/>
            </a:pPr>
            <a:r>
              <a:rPr lang="en-US" altLang="zh-CN" sz="2800" dirty="0"/>
              <a:t>(2)</a:t>
            </a:r>
            <a:r>
              <a:rPr lang="zh-CN" altLang="en-US" sz="2800" dirty="0"/>
              <a:t>执行条件转移指令微程序时，按进位标志</a:t>
            </a:r>
            <a:r>
              <a:rPr lang="en-US" altLang="zh-CN" sz="2800" dirty="0"/>
              <a:t>C</a:t>
            </a:r>
            <a:r>
              <a:rPr lang="zh-CN" altLang="en-US" sz="2800" dirty="0"/>
              <a:t>的状态进行</a:t>
            </a:r>
            <a:r>
              <a:rPr lang="en-US" altLang="zh-CN" sz="2800" dirty="0"/>
              <a:t>2</a:t>
            </a:r>
            <a:r>
              <a:rPr lang="zh-CN" altLang="en-US" sz="2800" dirty="0"/>
              <a:t>路分支；</a:t>
            </a:r>
          </a:p>
          <a:p>
            <a:pPr marL="717550" lvl="1" indent="-438150" eaLnBrk="1" hangingPunct="1">
              <a:lnSpc>
                <a:spcPct val="90000"/>
              </a:lnSpc>
              <a:buFont typeface="Wingdings" panose="05000000000000000000" pitchFamily="2" charset="2"/>
              <a:buNone/>
            </a:pPr>
            <a:r>
              <a:rPr lang="en-US" altLang="zh-CN" sz="2800" dirty="0"/>
              <a:t>(3)</a:t>
            </a:r>
            <a:r>
              <a:rPr lang="zh-CN" altLang="en-US" sz="2800" dirty="0"/>
              <a:t>执行某控制台指令微程序时，按</a:t>
            </a:r>
            <a:r>
              <a:rPr lang="en-US" altLang="zh-CN" sz="2800" dirty="0"/>
              <a:t>IR</a:t>
            </a:r>
            <a:r>
              <a:rPr lang="en-US" altLang="zh-CN" sz="2800" baseline="-25000" dirty="0"/>
              <a:t>4</a:t>
            </a:r>
            <a:r>
              <a:rPr lang="zh-CN" altLang="en-US" sz="2800" dirty="0"/>
              <a:t>、</a:t>
            </a:r>
            <a:r>
              <a:rPr lang="en-US" altLang="zh-CN" sz="2800" dirty="0"/>
              <a:t>IR</a:t>
            </a:r>
            <a:r>
              <a:rPr lang="en-US" altLang="zh-CN" sz="2800" baseline="-25000" dirty="0"/>
              <a:t>5</a:t>
            </a:r>
            <a:r>
              <a:rPr lang="zh-CN" altLang="en-US" sz="2800" dirty="0"/>
              <a:t>的状态进行</a:t>
            </a:r>
            <a:r>
              <a:rPr lang="en-US" altLang="zh-CN" sz="2800" dirty="0"/>
              <a:t>4</a:t>
            </a:r>
            <a:r>
              <a:rPr lang="zh-CN" altLang="en-US" sz="2800" dirty="0"/>
              <a:t>路分支。</a:t>
            </a:r>
          </a:p>
          <a:p>
            <a:pPr lvl="1" eaLnBrk="1" hangingPunct="1">
              <a:lnSpc>
                <a:spcPct val="90000"/>
              </a:lnSpc>
              <a:buFont typeface="Wingdings" panose="05000000000000000000" pitchFamily="2" charset="2"/>
              <a:buNone/>
            </a:pPr>
            <a:r>
              <a:rPr lang="zh-CN" altLang="en-US" sz="2800" dirty="0"/>
              <a:t>请按多路转移方法设计微地址转移逻辑。</a:t>
            </a:r>
          </a:p>
        </p:txBody>
      </p:sp>
    </p:spTree>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a:extLst>
              <a:ext uri="{FF2B5EF4-FFF2-40B4-BE49-F238E27FC236}">
                <a16:creationId xmlns:a16="http://schemas.microsoft.com/office/drawing/2014/main" id="{FC7B089D-27B6-3B4F-B6D7-22713B8C0AE3}"/>
              </a:ext>
            </a:extLst>
          </p:cNvPr>
          <p:cNvSpPr>
            <a:spLocks noGrp="1" noChangeArrowheads="1"/>
          </p:cNvSpPr>
          <p:nvPr>
            <p:ph type="title"/>
          </p:nvPr>
        </p:nvSpPr>
        <p:spPr/>
        <p:txBody>
          <a:bodyPr/>
          <a:lstStyle/>
          <a:p>
            <a:pPr eaLnBrk="1" hangingPunct="1">
              <a:defRPr/>
            </a:pPr>
            <a:r>
              <a:rPr lang="zh-CN" altLang="en-US"/>
              <a:t>例</a:t>
            </a:r>
            <a:r>
              <a:rPr lang="en-US" altLang="zh-CN"/>
              <a:t>3</a:t>
            </a:r>
            <a:r>
              <a:rPr lang="zh-CN" altLang="en-US"/>
              <a:t>解（</a:t>
            </a:r>
            <a:r>
              <a:rPr lang="en-US" altLang="zh-CN"/>
              <a:t>1</a:t>
            </a:r>
            <a:r>
              <a:rPr lang="zh-CN" altLang="en-US"/>
              <a:t>）</a:t>
            </a:r>
          </a:p>
        </p:txBody>
      </p:sp>
      <p:sp>
        <p:nvSpPr>
          <p:cNvPr id="38914" name="Rectangle 3">
            <a:extLst>
              <a:ext uri="{FF2B5EF4-FFF2-40B4-BE49-F238E27FC236}">
                <a16:creationId xmlns:a16="http://schemas.microsoft.com/office/drawing/2014/main" id="{FD0FF923-CE23-4D27-A32C-78685E849696}"/>
              </a:ext>
            </a:extLst>
          </p:cNvPr>
          <p:cNvSpPr>
            <a:spLocks noGrp="1" noChangeArrowheads="1"/>
          </p:cNvSpPr>
          <p:nvPr>
            <p:ph idx="1"/>
          </p:nvPr>
        </p:nvSpPr>
        <p:spPr>
          <a:xfrm>
            <a:off x="217488" y="1143000"/>
            <a:ext cx="8737600" cy="5054600"/>
          </a:xfrm>
        </p:spPr>
        <p:txBody>
          <a:bodyPr/>
          <a:lstStyle/>
          <a:p>
            <a:pPr marL="0" indent="0" eaLnBrk="1" hangingPunct="1">
              <a:buFont typeface="Wingdings 2" panose="05020102010507070707" pitchFamily="18" charset="2"/>
              <a:buNone/>
            </a:pPr>
            <a:r>
              <a:rPr lang="zh-CN" altLang="en-US" dirty="0"/>
              <a:t>解：按所给设计条件，微程序有三种判别测试方式，分别为</a:t>
            </a:r>
            <a:r>
              <a:rPr lang="en-US" altLang="zh-CN" dirty="0"/>
              <a:t>P</a:t>
            </a:r>
            <a:r>
              <a:rPr lang="en-US" altLang="zh-CN" baseline="-25000" dirty="0"/>
              <a:t>1</a:t>
            </a:r>
            <a:r>
              <a:rPr lang="en-US" altLang="zh-CN" dirty="0"/>
              <a:t>，P</a:t>
            </a:r>
            <a:r>
              <a:rPr lang="en-US" altLang="zh-CN" baseline="-25000" dirty="0"/>
              <a:t>2</a:t>
            </a:r>
            <a:r>
              <a:rPr lang="en-US" altLang="zh-CN" dirty="0"/>
              <a:t>，P</a:t>
            </a:r>
            <a:r>
              <a:rPr lang="en-US" altLang="zh-CN" baseline="-25000" dirty="0"/>
              <a:t>3</a:t>
            </a:r>
            <a:r>
              <a:rPr lang="en-US" altLang="zh-CN" dirty="0"/>
              <a:t>。 由于修改μA</a:t>
            </a:r>
            <a:r>
              <a:rPr lang="en-US" altLang="zh-CN" baseline="-25000" dirty="0"/>
              <a:t>5</a:t>
            </a:r>
            <a:r>
              <a:rPr lang="en-US" altLang="zh-CN" dirty="0"/>
              <a:t>-μA</a:t>
            </a:r>
            <a:r>
              <a:rPr lang="en-US" altLang="zh-CN" baseline="-25000" dirty="0"/>
              <a:t>0</a:t>
            </a:r>
            <a:r>
              <a:rPr lang="en-US" altLang="zh-CN" dirty="0"/>
              <a:t>内容具有很大灵活性，现分配如下：</a:t>
            </a:r>
          </a:p>
          <a:p>
            <a:pPr lvl="1" eaLnBrk="1" hangingPunct="1">
              <a:buFont typeface="Wingdings" panose="05000000000000000000" pitchFamily="2" charset="2"/>
              <a:buNone/>
            </a:pPr>
            <a:r>
              <a:rPr lang="en-US" altLang="zh-CN" sz="2800" dirty="0"/>
              <a:t>(1)用P</a:t>
            </a:r>
            <a:r>
              <a:rPr lang="en-US" altLang="zh-CN" sz="2800" baseline="-25000" dirty="0"/>
              <a:t>1</a:t>
            </a:r>
            <a:r>
              <a:rPr lang="en-US" altLang="zh-CN" sz="2800" dirty="0"/>
              <a:t>和IR</a:t>
            </a:r>
            <a:r>
              <a:rPr lang="en-US" altLang="zh-CN" sz="2800" baseline="-25000" dirty="0"/>
              <a:t>3</a:t>
            </a:r>
            <a:r>
              <a:rPr lang="en-US" altLang="zh-CN" sz="2800" dirty="0"/>
              <a:t>-IR</a:t>
            </a:r>
            <a:r>
              <a:rPr lang="en-US" altLang="zh-CN" sz="2800" baseline="-25000" dirty="0"/>
              <a:t>0</a:t>
            </a:r>
            <a:r>
              <a:rPr lang="en-US" altLang="zh-CN" sz="2800" dirty="0"/>
              <a:t>修改μA</a:t>
            </a:r>
            <a:r>
              <a:rPr lang="en-US" altLang="zh-CN" sz="2800" baseline="-25000" dirty="0"/>
              <a:t>3</a:t>
            </a:r>
            <a:r>
              <a:rPr lang="en-US" altLang="zh-CN" sz="2800" dirty="0"/>
              <a:t>-μA</a:t>
            </a:r>
            <a:r>
              <a:rPr lang="en-US" altLang="zh-CN" sz="2800" baseline="-25000" dirty="0"/>
              <a:t>0</a:t>
            </a:r>
            <a:endParaRPr lang="en-US" altLang="zh-CN" sz="2800" dirty="0"/>
          </a:p>
          <a:p>
            <a:pPr lvl="1" eaLnBrk="1" hangingPunct="1">
              <a:buFont typeface="Wingdings" panose="05000000000000000000" pitchFamily="2" charset="2"/>
              <a:buNone/>
            </a:pPr>
            <a:r>
              <a:rPr lang="en-US" altLang="zh-CN" sz="2800" dirty="0"/>
              <a:t>(2)用P</a:t>
            </a:r>
            <a:r>
              <a:rPr lang="en-US" altLang="zh-CN" sz="2800" baseline="-25000" dirty="0"/>
              <a:t>2</a:t>
            </a:r>
            <a:r>
              <a:rPr lang="en-US" altLang="zh-CN" sz="2800" dirty="0"/>
              <a:t>和C修改μA</a:t>
            </a:r>
            <a:r>
              <a:rPr lang="en-US" altLang="zh-CN" sz="2800" baseline="-25000" dirty="0"/>
              <a:t>0</a:t>
            </a:r>
            <a:endParaRPr lang="en-US" altLang="zh-CN" sz="2800" dirty="0"/>
          </a:p>
          <a:p>
            <a:pPr lvl="1" eaLnBrk="1" hangingPunct="1">
              <a:buFont typeface="Wingdings" panose="05000000000000000000" pitchFamily="2" charset="2"/>
              <a:buNone/>
            </a:pPr>
            <a:r>
              <a:rPr lang="en-US" altLang="zh-CN" sz="2800" dirty="0"/>
              <a:t>(3)用P</a:t>
            </a:r>
            <a:r>
              <a:rPr lang="en-US" altLang="zh-CN" sz="2800" baseline="-25000" dirty="0"/>
              <a:t>3</a:t>
            </a:r>
            <a:r>
              <a:rPr lang="en-US" altLang="zh-CN" sz="2800" dirty="0"/>
              <a:t>和IR</a:t>
            </a:r>
            <a:r>
              <a:rPr lang="en-US" altLang="zh-CN" sz="2800" baseline="-25000" dirty="0"/>
              <a:t>5</a:t>
            </a:r>
            <a:r>
              <a:rPr lang="en-US" altLang="zh-CN" sz="2800" dirty="0"/>
              <a:t>，IR</a:t>
            </a:r>
            <a:r>
              <a:rPr lang="en-US" altLang="zh-CN" sz="2800" baseline="-25000" dirty="0"/>
              <a:t>4</a:t>
            </a:r>
            <a:r>
              <a:rPr lang="en-US" altLang="zh-CN" sz="2800" dirty="0"/>
              <a:t>修改μA</a:t>
            </a:r>
            <a:r>
              <a:rPr lang="en-US" altLang="zh-CN" sz="2800" baseline="-25000" dirty="0"/>
              <a:t>5</a:t>
            </a:r>
            <a:r>
              <a:rPr lang="en-US" altLang="zh-CN" sz="2800" dirty="0"/>
              <a:t>，μA</a:t>
            </a:r>
            <a:r>
              <a:rPr lang="en-US" altLang="zh-CN" sz="2800" baseline="-25000" dirty="0"/>
              <a:t>4</a:t>
            </a:r>
            <a:endParaRPr lang="zh-CN" altLang="en-US" sz="2800" dirty="0"/>
          </a:p>
        </p:txBody>
      </p:sp>
    </p:spTree>
  </p:cSld>
  <p:clrMapOvr>
    <a:masterClrMapping/>
  </p:clrMapOvr>
  <p:transition spd="med">
    <p:pull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a:extLst>
              <a:ext uri="{FF2B5EF4-FFF2-40B4-BE49-F238E27FC236}">
                <a16:creationId xmlns:a16="http://schemas.microsoft.com/office/drawing/2014/main" id="{44768CA9-F434-2244-9AFF-4F1F181F1829}"/>
              </a:ext>
            </a:extLst>
          </p:cNvPr>
          <p:cNvSpPr>
            <a:spLocks noGrp="1" noChangeArrowheads="1"/>
          </p:cNvSpPr>
          <p:nvPr>
            <p:ph type="title"/>
          </p:nvPr>
        </p:nvSpPr>
        <p:spPr/>
        <p:txBody>
          <a:bodyPr/>
          <a:lstStyle/>
          <a:p>
            <a:pPr eaLnBrk="1" hangingPunct="1">
              <a:defRPr/>
            </a:pPr>
            <a:r>
              <a:rPr lang="zh-CN" altLang="en-US"/>
              <a:t>例</a:t>
            </a:r>
            <a:r>
              <a:rPr lang="en-US" altLang="zh-CN"/>
              <a:t>3</a:t>
            </a:r>
            <a:r>
              <a:rPr lang="zh-CN" altLang="en-US"/>
              <a:t>解（</a:t>
            </a:r>
            <a:r>
              <a:rPr lang="en-US" altLang="zh-CN"/>
              <a:t>2</a:t>
            </a:r>
            <a:r>
              <a:rPr lang="zh-CN" altLang="en-US"/>
              <a:t>）</a:t>
            </a:r>
          </a:p>
        </p:txBody>
      </p:sp>
      <p:sp>
        <p:nvSpPr>
          <p:cNvPr id="39938" name="Rectangle 3">
            <a:extLst>
              <a:ext uri="{FF2B5EF4-FFF2-40B4-BE49-F238E27FC236}">
                <a16:creationId xmlns:a16="http://schemas.microsoft.com/office/drawing/2014/main" id="{6D535D90-F375-4698-8945-96DEB55DE650}"/>
              </a:ext>
            </a:extLst>
          </p:cNvPr>
          <p:cNvSpPr>
            <a:spLocks noGrp="1" noChangeArrowheads="1"/>
          </p:cNvSpPr>
          <p:nvPr>
            <p:ph idx="1"/>
          </p:nvPr>
        </p:nvSpPr>
        <p:spPr>
          <a:xfrm>
            <a:off x="184150" y="1143000"/>
            <a:ext cx="8770938" cy="5087938"/>
          </a:xfrm>
        </p:spPr>
        <p:txBody>
          <a:bodyPr/>
          <a:lstStyle/>
          <a:p>
            <a:pPr marL="0" indent="0" eaLnBrk="1" hangingPunct="1">
              <a:buFont typeface="Wingdings 2" panose="05020102010507070707" pitchFamily="18" charset="2"/>
              <a:buNone/>
            </a:pPr>
            <a:r>
              <a:rPr lang="zh-CN" altLang="en-US" b="0" dirty="0"/>
              <a:t>    </a:t>
            </a:r>
            <a:r>
              <a:rPr lang="zh-CN" altLang="zh-CN" dirty="0"/>
              <a:t>另外还要考虑时间因素T</a:t>
            </a:r>
            <a:r>
              <a:rPr lang="zh-CN" altLang="zh-CN" baseline="-25000" dirty="0"/>
              <a:t>4</a:t>
            </a:r>
            <a:r>
              <a:rPr lang="zh-CN" altLang="en-US" dirty="0"/>
              <a:t>（</a:t>
            </a:r>
            <a:r>
              <a:rPr lang="zh-CN" altLang="zh-CN" dirty="0"/>
              <a:t>假设CPU周期最后一个节拍脉冲</a:t>
            </a:r>
            <a:r>
              <a:rPr lang="zh-CN" altLang="en-US" dirty="0"/>
              <a:t>）</a:t>
            </a:r>
            <a:r>
              <a:rPr lang="zh-CN" altLang="zh-CN" dirty="0"/>
              <a:t>，故转移逻辑表达式如下：</a:t>
            </a:r>
          </a:p>
          <a:p>
            <a:pPr marL="0" indent="0" eaLnBrk="1" hangingPunct="1">
              <a:buFont typeface="Wingdings 2" panose="05020102010507070707" pitchFamily="18" charset="2"/>
              <a:buNone/>
            </a:pPr>
            <a:r>
              <a:rPr lang="zh-CN" altLang="en-US" dirty="0"/>
              <a:t>		</a:t>
            </a:r>
            <a:r>
              <a:rPr lang="zh-CN" altLang="zh-CN" dirty="0"/>
              <a:t>μA</a:t>
            </a:r>
            <a:r>
              <a:rPr lang="zh-CN" altLang="zh-CN" baseline="-25000" dirty="0"/>
              <a:t>5</a:t>
            </a:r>
            <a:r>
              <a:rPr lang="zh-CN" altLang="zh-CN" dirty="0"/>
              <a:t>=P</a:t>
            </a:r>
            <a:r>
              <a:rPr lang="zh-CN" altLang="zh-CN" baseline="-25000" dirty="0"/>
              <a:t>3</a:t>
            </a:r>
            <a:r>
              <a:rPr lang="zh-CN" altLang="zh-CN" dirty="0"/>
              <a:t>·IR</a:t>
            </a:r>
            <a:r>
              <a:rPr lang="zh-CN" altLang="zh-CN" baseline="-25000" dirty="0"/>
              <a:t>5</a:t>
            </a:r>
            <a:r>
              <a:rPr lang="zh-CN" altLang="zh-CN" dirty="0"/>
              <a:t>·T</a:t>
            </a:r>
            <a:r>
              <a:rPr lang="zh-CN" altLang="zh-CN" baseline="-25000" dirty="0"/>
              <a:t>4</a:t>
            </a:r>
            <a:r>
              <a:rPr lang="zh-CN" altLang="en-US" dirty="0"/>
              <a:t>	</a:t>
            </a:r>
            <a:r>
              <a:rPr lang="zh-CN" altLang="zh-CN" dirty="0"/>
              <a:t>μA</a:t>
            </a:r>
            <a:r>
              <a:rPr lang="zh-CN" altLang="zh-CN" baseline="-25000" dirty="0"/>
              <a:t>4</a:t>
            </a:r>
            <a:r>
              <a:rPr lang="zh-CN" altLang="zh-CN" dirty="0"/>
              <a:t>=P</a:t>
            </a:r>
            <a:r>
              <a:rPr lang="zh-CN" altLang="zh-CN" baseline="-25000" dirty="0"/>
              <a:t>3</a:t>
            </a:r>
            <a:r>
              <a:rPr lang="zh-CN" altLang="zh-CN" dirty="0"/>
              <a:t>·IR</a:t>
            </a:r>
            <a:r>
              <a:rPr lang="zh-CN" altLang="zh-CN" baseline="-25000" dirty="0"/>
              <a:t>4</a:t>
            </a:r>
            <a:r>
              <a:rPr lang="zh-CN" altLang="zh-CN" dirty="0"/>
              <a:t>·T</a:t>
            </a:r>
            <a:r>
              <a:rPr lang="zh-CN" altLang="zh-CN" baseline="-25000" dirty="0"/>
              <a:t>4</a:t>
            </a:r>
          </a:p>
          <a:p>
            <a:pPr marL="0" indent="0" eaLnBrk="1" hangingPunct="1">
              <a:buFont typeface="Wingdings 2" panose="05020102010507070707" pitchFamily="18" charset="2"/>
              <a:buNone/>
            </a:pPr>
            <a:r>
              <a:rPr lang="zh-CN" altLang="en-US" dirty="0"/>
              <a:t>		</a:t>
            </a:r>
            <a:r>
              <a:rPr lang="zh-CN" altLang="zh-CN" dirty="0"/>
              <a:t>μA</a:t>
            </a:r>
            <a:r>
              <a:rPr lang="zh-CN" altLang="zh-CN" baseline="-25000" dirty="0"/>
              <a:t>3</a:t>
            </a:r>
            <a:r>
              <a:rPr lang="zh-CN" altLang="zh-CN" dirty="0"/>
              <a:t>=P</a:t>
            </a:r>
            <a:r>
              <a:rPr lang="zh-CN" altLang="zh-CN" baseline="-25000" dirty="0"/>
              <a:t>1</a:t>
            </a:r>
            <a:r>
              <a:rPr lang="zh-CN" altLang="zh-CN" dirty="0"/>
              <a:t>·IR</a:t>
            </a:r>
            <a:r>
              <a:rPr lang="zh-CN" altLang="zh-CN" baseline="-25000" dirty="0"/>
              <a:t>3</a:t>
            </a:r>
            <a:r>
              <a:rPr lang="zh-CN" altLang="zh-CN" dirty="0"/>
              <a:t>·T</a:t>
            </a:r>
            <a:r>
              <a:rPr lang="zh-CN" altLang="zh-CN" baseline="-25000" dirty="0"/>
              <a:t>4</a:t>
            </a:r>
            <a:r>
              <a:rPr lang="zh-CN" altLang="en-US" dirty="0"/>
              <a:t>	</a:t>
            </a:r>
            <a:r>
              <a:rPr lang="zh-CN" altLang="zh-CN" dirty="0"/>
              <a:t>μA</a:t>
            </a:r>
            <a:r>
              <a:rPr lang="zh-CN" altLang="zh-CN" baseline="-25000" dirty="0"/>
              <a:t>2</a:t>
            </a:r>
            <a:r>
              <a:rPr lang="zh-CN" altLang="zh-CN" dirty="0"/>
              <a:t>=P</a:t>
            </a:r>
            <a:r>
              <a:rPr lang="zh-CN" altLang="zh-CN" baseline="-25000" dirty="0"/>
              <a:t>1</a:t>
            </a:r>
            <a:r>
              <a:rPr lang="zh-CN" altLang="zh-CN" dirty="0"/>
              <a:t>·IR</a:t>
            </a:r>
            <a:r>
              <a:rPr lang="zh-CN" altLang="zh-CN" baseline="-25000" dirty="0"/>
              <a:t>2</a:t>
            </a:r>
            <a:r>
              <a:rPr lang="zh-CN" altLang="zh-CN" dirty="0"/>
              <a:t>·T</a:t>
            </a:r>
            <a:r>
              <a:rPr lang="zh-CN" altLang="zh-CN" baseline="-25000" dirty="0"/>
              <a:t>4</a:t>
            </a:r>
          </a:p>
          <a:p>
            <a:pPr marL="0" indent="0" eaLnBrk="1" hangingPunct="1">
              <a:buFont typeface="Wingdings 2" panose="05020102010507070707" pitchFamily="18" charset="2"/>
              <a:buNone/>
            </a:pPr>
            <a:r>
              <a:rPr lang="zh-CN" altLang="en-US" dirty="0"/>
              <a:t>		</a:t>
            </a:r>
            <a:r>
              <a:rPr lang="zh-CN" altLang="zh-CN" dirty="0"/>
              <a:t>μA</a:t>
            </a:r>
            <a:r>
              <a:rPr lang="zh-CN" altLang="zh-CN" baseline="-25000" dirty="0"/>
              <a:t>1</a:t>
            </a:r>
            <a:r>
              <a:rPr lang="zh-CN" altLang="zh-CN" dirty="0"/>
              <a:t>=P</a:t>
            </a:r>
            <a:r>
              <a:rPr lang="zh-CN" altLang="zh-CN" baseline="-25000" dirty="0"/>
              <a:t>1</a:t>
            </a:r>
            <a:r>
              <a:rPr lang="zh-CN" altLang="zh-CN" dirty="0"/>
              <a:t>·IR</a:t>
            </a:r>
            <a:r>
              <a:rPr lang="zh-CN" altLang="zh-CN" baseline="-25000" dirty="0"/>
              <a:t>1</a:t>
            </a:r>
            <a:r>
              <a:rPr lang="zh-CN" altLang="zh-CN" dirty="0"/>
              <a:t>·T</a:t>
            </a:r>
            <a:r>
              <a:rPr lang="zh-CN" altLang="zh-CN" baseline="-25000" dirty="0"/>
              <a:t>4</a:t>
            </a:r>
            <a:r>
              <a:rPr lang="zh-CN" altLang="en-US" dirty="0"/>
              <a:t>	</a:t>
            </a:r>
            <a:r>
              <a:rPr lang="zh-CN" altLang="zh-CN" dirty="0"/>
              <a:t>μA</a:t>
            </a:r>
            <a:r>
              <a:rPr lang="zh-CN" altLang="zh-CN" baseline="-25000" dirty="0"/>
              <a:t>0</a:t>
            </a:r>
            <a:r>
              <a:rPr lang="zh-CN" altLang="zh-CN" dirty="0"/>
              <a:t>=P</a:t>
            </a:r>
            <a:r>
              <a:rPr lang="zh-CN" altLang="zh-CN" baseline="-25000" dirty="0"/>
              <a:t>1</a:t>
            </a:r>
            <a:r>
              <a:rPr lang="zh-CN" altLang="zh-CN" dirty="0"/>
              <a:t>·IR</a:t>
            </a:r>
            <a:r>
              <a:rPr lang="zh-CN" altLang="zh-CN" baseline="-25000" dirty="0"/>
              <a:t>0</a:t>
            </a:r>
            <a:r>
              <a:rPr lang="zh-CN" altLang="zh-CN" dirty="0"/>
              <a:t>·T</a:t>
            </a:r>
            <a:r>
              <a:rPr lang="zh-CN" altLang="zh-CN" baseline="-25000" dirty="0"/>
              <a:t>4</a:t>
            </a:r>
            <a:r>
              <a:rPr lang="zh-CN" altLang="zh-CN" dirty="0"/>
              <a:t>+P</a:t>
            </a:r>
            <a:r>
              <a:rPr lang="zh-CN" altLang="zh-CN" baseline="-25000" dirty="0"/>
              <a:t>2</a:t>
            </a:r>
            <a:r>
              <a:rPr lang="zh-CN" altLang="zh-CN" dirty="0"/>
              <a:t>·C·T</a:t>
            </a:r>
            <a:r>
              <a:rPr lang="zh-CN" altLang="zh-CN" baseline="-25000" dirty="0"/>
              <a:t>4</a:t>
            </a:r>
          </a:p>
          <a:p>
            <a:pPr marL="0" indent="0" eaLnBrk="1" hangingPunct="1">
              <a:buFont typeface="Wingdings 2" panose="05020102010507070707" pitchFamily="18" charset="2"/>
              <a:buNone/>
            </a:pPr>
            <a:r>
              <a:rPr lang="zh-CN" altLang="en-US" dirty="0"/>
              <a:t>     </a:t>
            </a:r>
            <a:r>
              <a:rPr lang="zh-CN" altLang="zh-CN" dirty="0"/>
              <a:t>由于</a:t>
            </a:r>
            <a:r>
              <a:rPr lang="zh-CN" altLang="en-US" dirty="0"/>
              <a:t>在</a:t>
            </a:r>
            <a:r>
              <a:rPr lang="zh-CN" altLang="zh-CN" dirty="0"/>
              <a:t>触发器强置端</a:t>
            </a:r>
            <a:r>
              <a:rPr lang="zh-CN" altLang="en-US" dirty="0"/>
              <a:t>（</a:t>
            </a:r>
            <a:r>
              <a:rPr lang="zh-CN" altLang="en-US" dirty="0">
                <a:solidFill>
                  <a:srgbClr val="C00000"/>
                </a:solidFill>
              </a:rPr>
              <a:t>低电平有效</a:t>
            </a:r>
            <a:r>
              <a:rPr lang="zh-CN" altLang="en-US" dirty="0"/>
              <a:t>）</a:t>
            </a:r>
            <a:r>
              <a:rPr lang="zh-CN" altLang="zh-CN" dirty="0"/>
              <a:t>修改，</a:t>
            </a:r>
            <a:r>
              <a:rPr lang="zh-CN" altLang="en-US" dirty="0"/>
              <a:t>所以</a:t>
            </a:r>
            <a:r>
              <a:rPr lang="zh-CN" altLang="zh-CN" dirty="0"/>
              <a:t>前5个表达式可用“与非”门实现，最后一个用“与或非”门实现</a:t>
            </a:r>
            <a:endParaRPr lang="zh-CN" altLang="en-US" dirty="0"/>
          </a:p>
        </p:txBody>
      </p:sp>
    </p:spTree>
  </p:cSld>
  <p:clrMapOvr>
    <a:masterClrMapping/>
  </p:clrMapOvr>
  <p:transition spd="med">
    <p:pull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a:extLst>
              <a:ext uri="{FF2B5EF4-FFF2-40B4-BE49-F238E27FC236}">
                <a16:creationId xmlns:a16="http://schemas.microsoft.com/office/drawing/2014/main" id="{581D4B9A-3D02-B74F-8468-0D7797176058}"/>
              </a:ext>
            </a:extLst>
          </p:cNvPr>
          <p:cNvSpPr>
            <a:spLocks noGrp="1" noChangeArrowheads="1"/>
          </p:cNvSpPr>
          <p:nvPr>
            <p:ph type="title"/>
          </p:nvPr>
        </p:nvSpPr>
        <p:spPr/>
        <p:txBody>
          <a:bodyPr/>
          <a:lstStyle/>
          <a:p>
            <a:pPr eaLnBrk="1" hangingPunct="1">
              <a:defRPr/>
            </a:pPr>
            <a:r>
              <a:rPr lang="en-US" altLang="zh-CN" dirty="0"/>
              <a:t>3. </a:t>
            </a:r>
            <a:r>
              <a:rPr lang="zh-CN" altLang="en-US" dirty="0"/>
              <a:t>微指令格式</a:t>
            </a:r>
          </a:p>
        </p:txBody>
      </p:sp>
      <p:sp>
        <p:nvSpPr>
          <p:cNvPr id="41986" name="Rectangle 3">
            <a:extLst>
              <a:ext uri="{FF2B5EF4-FFF2-40B4-BE49-F238E27FC236}">
                <a16:creationId xmlns:a16="http://schemas.microsoft.com/office/drawing/2014/main" id="{3851C69D-6519-4662-B610-865CD3212129}"/>
              </a:ext>
            </a:extLst>
          </p:cNvPr>
          <p:cNvSpPr>
            <a:spLocks noGrp="1" noChangeArrowheads="1"/>
          </p:cNvSpPr>
          <p:nvPr>
            <p:ph idx="1"/>
          </p:nvPr>
        </p:nvSpPr>
        <p:spPr/>
        <p:txBody>
          <a:bodyPr/>
          <a:lstStyle/>
          <a:p>
            <a:pPr eaLnBrk="1" hangingPunct="1"/>
            <a:r>
              <a:rPr lang="zh-CN" altLang="en-US"/>
              <a:t>微指令的格式大体分成两类</a:t>
            </a:r>
          </a:p>
          <a:p>
            <a:pPr lvl="1" eaLnBrk="1" hangingPunct="1"/>
            <a:r>
              <a:rPr lang="zh-CN" altLang="en-US" sz="3200"/>
              <a:t>水平型微指令</a:t>
            </a:r>
          </a:p>
          <a:p>
            <a:pPr lvl="1" eaLnBrk="1" hangingPunct="1"/>
            <a:r>
              <a:rPr lang="zh-CN" altLang="en-US" sz="3200"/>
              <a:t>垂直型微指令</a:t>
            </a:r>
          </a:p>
        </p:txBody>
      </p:sp>
    </p:spTree>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a:extLst>
              <a:ext uri="{FF2B5EF4-FFF2-40B4-BE49-F238E27FC236}">
                <a16:creationId xmlns:a16="http://schemas.microsoft.com/office/drawing/2014/main" id="{60CDE52F-8E22-A345-A545-735A769E6206}"/>
              </a:ext>
            </a:extLst>
          </p:cNvPr>
          <p:cNvSpPr>
            <a:spLocks noGrp="1" noChangeArrowheads="1"/>
          </p:cNvSpPr>
          <p:nvPr>
            <p:ph type="title"/>
          </p:nvPr>
        </p:nvSpPr>
        <p:spPr/>
        <p:txBody>
          <a:bodyPr/>
          <a:lstStyle/>
          <a:p>
            <a:pPr eaLnBrk="1" hangingPunct="1">
              <a:defRPr/>
            </a:pPr>
            <a:r>
              <a:rPr lang="zh-CN" altLang="en-US"/>
              <a:t>水平型微指令</a:t>
            </a:r>
          </a:p>
        </p:txBody>
      </p:sp>
      <p:sp>
        <p:nvSpPr>
          <p:cNvPr id="43010" name="Rectangle 3">
            <a:extLst>
              <a:ext uri="{FF2B5EF4-FFF2-40B4-BE49-F238E27FC236}">
                <a16:creationId xmlns:a16="http://schemas.microsoft.com/office/drawing/2014/main" id="{D7ACB63A-0147-492E-BA4C-2EAD24011A18}"/>
              </a:ext>
            </a:extLst>
          </p:cNvPr>
          <p:cNvSpPr>
            <a:spLocks noGrp="1" noChangeArrowheads="1"/>
          </p:cNvSpPr>
          <p:nvPr>
            <p:ph idx="1"/>
          </p:nvPr>
        </p:nvSpPr>
        <p:spPr/>
        <p:txBody>
          <a:bodyPr/>
          <a:lstStyle/>
          <a:p>
            <a:pPr eaLnBrk="1" hangingPunct="1"/>
            <a:r>
              <a:rPr lang="zh-CN" altLang="en-US"/>
              <a:t>一次能定义并执行多个并行操作微命令的微指令</a:t>
            </a:r>
          </a:p>
          <a:p>
            <a:pPr eaLnBrk="1" hangingPunct="1"/>
            <a:endParaRPr lang="zh-CN" altLang="en-US"/>
          </a:p>
          <a:p>
            <a:pPr eaLnBrk="1" hangingPunct="1"/>
            <a:endParaRPr lang="zh-CN" altLang="en-US"/>
          </a:p>
          <a:p>
            <a:pPr eaLnBrk="1" hangingPunct="1"/>
            <a:endParaRPr lang="zh-CN" altLang="en-US"/>
          </a:p>
          <a:p>
            <a:pPr eaLnBrk="1" hangingPunct="1"/>
            <a:r>
              <a:rPr lang="zh-CN" altLang="en-US"/>
              <a:t>按控制字段的编码方法不同可分为</a:t>
            </a:r>
            <a:r>
              <a:rPr lang="en-US" altLang="zh-CN"/>
              <a:t>:</a:t>
            </a:r>
            <a:endParaRPr lang="zh-CN" altLang="en-US"/>
          </a:p>
          <a:p>
            <a:pPr lvl="1" eaLnBrk="1" hangingPunct="1"/>
            <a:r>
              <a:rPr lang="zh-CN" altLang="en-US"/>
              <a:t>全水平型（不译码法）微指令</a:t>
            </a:r>
          </a:p>
          <a:p>
            <a:pPr lvl="1" eaLnBrk="1" hangingPunct="1"/>
            <a:r>
              <a:rPr lang="zh-CN" altLang="en-US"/>
              <a:t>字段译码法水平型微指令</a:t>
            </a:r>
          </a:p>
          <a:p>
            <a:pPr lvl="1" eaLnBrk="1" hangingPunct="1"/>
            <a:r>
              <a:rPr lang="zh-CN" altLang="en-US"/>
              <a:t>直接和译码相混合的水平型微指令</a:t>
            </a:r>
          </a:p>
        </p:txBody>
      </p:sp>
      <p:graphicFrame>
        <p:nvGraphicFramePr>
          <p:cNvPr id="325650" name="Group 18">
            <a:extLst>
              <a:ext uri="{FF2B5EF4-FFF2-40B4-BE49-F238E27FC236}">
                <a16:creationId xmlns:a16="http://schemas.microsoft.com/office/drawing/2014/main" id="{397A9131-42A7-44DD-BE09-B4006DB6C145}"/>
              </a:ext>
            </a:extLst>
          </p:cNvPr>
          <p:cNvGraphicFramePr>
            <a:graphicFrameLocks noGrp="1"/>
          </p:cNvGraphicFramePr>
          <p:nvPr>
            <p:extLst>
              <p:ext uri="{D42A27DB-BD31-4B8C-83A1-F6EECF244321}">
                <p14:modId xmlns:p14="http://schemas.microsoft.com/office/powerpoint/2010/main" val="517554097"/>
              </p:ext>
            </p:extLst>
          </p:nvPr>
        </p:nvGraphicFramePr>
        <p:xfrm>
          <a:off x="1460500" y="2238375"/>
          <a:ext cx="6238875" cy="488950"/>
        </p:xfrm>
        <a:graphic>
          <a:graphicData uri="http://schemas.openxmlformats.org/drawingml/2006/table">
            <a:tbl>
              <a:tblPr/>
              <a:tblGrid>
                <a:gridCol w="2079625">
                  <a:extLst>
                    <a:ext uri="{9D8B030D-6E8A-4147-A177-3AD203B41FA5}">
                      <a16:colId xmlns:a16="http://schemas.microsoft.com/office/drawing/2014/main" val="2855815136"/>
                    </a:ext>
                  </a:extLst>
                </a:gridCol>
                <a:gridCol w="2079625">
                  <a:extLst>
                    <a:ext uri="{9D8B030D-6E8A-4147-A177-3AD203B41FA5}">
                      <a16:colId xmlns:a16="http://schemas.microsoft.com/office/drawing/2014/main" val="3664836384"/>
                    </a:ext>
                  </a:extLst>
                </a:gridCol>
                <a:gridCol w="2079625">
                  <a:extLst>
                    <a:ext uri="{9D8B030D-6E8A-4147-A177-3AD203B41FA5}">
                      <a16:colId xmlns:a16="http://schemas.microsoft.com/office/drawing/2014/main" val="1762507180"/>
                    </a:ext>
                  </a:extLst>
                </a:gridCol>
              </a:tblGrid>
              <a:tr h="48895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控制字段</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判别测试字段</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下地址字段</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3191464467"/>
                  </a:ext>
                </a:extLst>
              </a:tr>
            </a:tbl>
          </a:graphicData>
        </a:graphic>
      </p:graphicFrame>
    </p:spTree>
  </p:cSld>
  <p:clrMapOvr>
    <a:masterClrMapping/>
  </p:clrMapOvr>
  <p:transition spd="med">
    <p:pull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47C2FD09-0184-0B47-8D80-42A64191788A}"/>
              </a:ext>
            </a:extLst>
          </p:cNvPr>
          <p:cNvSpPr>
            <a:spLocks noGrp="1" noChangeArrowheads="1"/>
          </p:cNvSpPr>
          <p:nvPr>
            <p:ph type="title"/>
          </p:nvPr>
        </p:nvSpPr>
        <p:spPr/>
        <p:txBody>
          <a:bodyPr/>
          <a:lstStyle/>
          <a:p>
            <a:pPr eaLnBrk="1" hangingPunct="1">
              <a:defRPr/>
            </a:pPr>
            <a:r>
              <a:rPr lang="zh-CN" altLang="en-US"/>
              <a:t>垂直型微指令</a:t>
            </a:r>
          </a:p>
        </p:txBody>
      </p:sp>
      <p:sp>
        <p:nvSpPr>
          <p:cNvPr id="44034" name="Rectangle 3">
            <a:extLst>
              <a:ext uri="{FF2B5EF4-FFF2-40B4-BE49-F238E27FC236}">
                <a16:creationId xmlns:a16="http://schemas.microsoft.com/office/drawing/2014/main" id="{9B5F142D-ECE3-4869-A606-9DBCCB4C8EA5}"/>
              </a:ext>
            </a:extLst>
          </p:cNvPr>
          <p:cNvSpPr>
            <a:spLocks noGrp="1" noChangeArrowheads="1"/>
          </p:cNvSpPr>
          <p:nvPr>
            <p:ph idx="1"/>
          </p:nvPr>
        </p:nvSpPr>
        <p:spPr>
          <a:xfrm>
            <a:off x="217488" y="1028700"/>
            <a:ext cx="8693150" cy="5345113"/>
          </a:xfrm>
        </p:spPr>
        <p:txBody>
          <a:bodyPr/>
          <a:lstStyle/>
          <a:p>
            <a:pPr eaLnBrk="1" hangingPunct="1"/>
            <a:r>
              <a:rPr lang="zh-CN" altLang="en-US" dirty="0"/>
              <a:t>微指令中设置微操作码字段，由微操作码规定微指令的功能</a:t>
            </a:r>
          </a:p>
          <a:p>
            <a:pPr eaLnBrk="1" hangingPunct="1"/>
            <a:r>
              <a:rPr lang="zh-CN" altLang="en-US" dirty="0"/>
              <a:t>结构类似于机器指令的结构，它有操作码，在一条微指令中只有</a:t>
            </a:r>
            <a:r>
              <a:rPr lang="en-US" altLang="zh-CN" dirty="0"/>
              <a:t>1</a:t>
            </a:r>
            <a:r>
              <a:rPr lang="zh-CN" altLang="en-US" dirty="0"/>
              <a:t>～</a:t>
            </a:r>
            <a:r>
              <a:rPr lang="en-US" altLang="zh-CN" dirty="0"/>
              <a:t>2</a:t>
            </a:r>
            <a:r>
              <a:rPr lang="zh-CN" altLang="en-US" dirty="0"/>
              <a:t>个微操作命令，每条微指令的功能简单</a:t>
            </a:r>
          </a:p>
          <a:p>
            <a:pPr eaLnBrk="1" hangingPunct="1"/>
            <a:r>
              <a:rPr lang="zh-CN" altLang="en-US" dirty="0"/>
              <a:t>实现一条机器指令的微程序要比水平型微指令编写的微程序长得多</a:t>
            </a:r>
          </a:p>
          <a:p>
            <a:pPr eaLnBrk="1" hangingPunct="1"/>
            <a:r>
              <a:rPr lang="zh-CN" altLang="en-US" dirty="0"/>
              <a:t>特点：微程序较长，而每一条微指令较短</a:t>
            </a:r>
          </a:p>
        </p:txBody>
      </p:sp>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a:extLst>
              <a:ext uri="{FF2B5EF4-FFF2-40B4-BE49-F238E27FC236}">
                <a16:creationId xmlns:a16="http://schemas.microsoft.com/office/drawing/2014/main" id="{D3BF3886-75C3-4F4F-9E89-6B23CA7EECC1}"/>
              </a:ext>
            </a:extLst>
          </p:cNvPr>
          <p:cNvSpPr>
            <a:spLocks noGrp="1" noChangeArrowheads="1"/>
          </p:cNvSpPr>
          <p:nvPr>
            <p:ph type="title"/>
          </p:nvPr>
        </p:nvSpPr>
        <p:spPr/>
        <p:txBody>
          <a:bodyPr/>
          <a:lstStyle/>
          <a:p>
            <a:pPr eaLnBrk="1" hangingPunct="1"/>
            <a:r>
              <a:rPr lang="zh-CN" altLang="en-US"/>
              <a:t>垂直型微指令举例（</a:t>
            </a:r>
            <a:r>
              <a:rPr lang="en-US" altLang="zh-CN"/>
              <a:t>1</a:t>
            </a:r>
            <a:r>
              <a:rPr lang="zh-CN" altLang="en-US"/>
              <a:t>）</a:t>
            </a:r>
          </a:p>
        </p:txBody>
      </p:sp>
      <p:sp>
        <p:nvSpPr>
          <p:cNvPr id="45058" name="Rectangle 3">
            <a:extLst>
              <a:ext uri="{FF2B5EF4-FFF2-40B4-BE49-F238E27FC236}">
                <a16:creationId xmlns:a16="http://schemas.microsoft.com/office/drawing/2014/main" id="{2EFEE429-DABD-4CEC-A182-3B5F77F05C6E}"/>
              </a:ext>
            </a:extLst>
          </p:cNvPr>
          <p:cNvSpPr>
            <a:spLocks noGrp="1" noChangeArrowheads="1"/>
          </p:cNvSpPr>
          <p:nvPr>
            <p:ph idx="1"/>
          </p:nvPr>
        </p:nvSpPr>
        <p:spPr/>
        <p:txBody>
          <a:bodyPr/>
          <a:lstStyle/>
          <a:p>
            <a:pPr eaLnBrk="1" hangingPunct="1"/>
            <a:r>
              <a:rPr lang="zh-CN" altLang="en-US"/>
              <a:t>寄存器</a:t>
            </a:r>
            <a:r>
              <a:rPr lang="en-US" altLang="zh-CN"/>
              <a:t>-</a:t>
            </a:r>
            <a:r>
              <a:rPr lang="zh-CN" altLang="en-US"/>
              <a:t>寄存器传送型微指令</a:t>
            </a:r>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r>
              <a:rPr kumimoji="0" lang="zh-CN" altLang="en-US"/>
              <a:t>功能：把源寄存器数据送目标寄存器</a:t>
            </a:r>
            <a:endParaRPr kumimoji="0" lang="en-US" altLang="zh-CN"/>
          </a:p>
          <a:p>
            <a:pPr eaLnBrk="1" hangingPunct="1"/>
            <a:r>
              <a:rPr kumimoji="0" lang="en-US" altLang="zh-CN"/>
              <a:t>13-15</a:t>
            </a:r>
            <a:r>
              <a:rPr kumimoji="0" lang="zh-CN" altLang="en-US"/>
              <a:t>位为微操作码，源寄存器和目标寄存器变址各为</a:t>
            </a:r>
            <a:r>
              <a:rPr kumimoji="0" lang="en-US" altLang="zh-CN"/>
              <a:t>5</a:t>
            </a:r>
            <a:r>
              <a:rPr kumimoji="0" lang="zh-CN" altLang="en-US"/>
              <a:t>位，可指定</a:t>
            </a:r>
            <a:r>
              <a:rPr kumimoji="0" lang="en-US" altLang="zh-CN"/>
              <a:t>31</a:t>
            </a:r>
            <a:r>
              <a:rPr kumimoji="0" lang="zh-CN" altLang="en-US"/>
              <a:t>个寄存器</a:t>
            </a:r>
          </a:p>
        </p:txBody>
      </p:sp>
      <p:graphicFrame>
        <p:nvGraphicFramePr>
          <p:cNvPr id="330827" name="Group 75">
            <a:extLst>
              <a:ext uri="{FF2B5EF4-FFF2-40B4-BE49-F238E27FC236}">
                <a16:creationId xmlns:a16="http://schemas.microsoft.com/office/drawing/2014/main" id="{3F5B7C9F-59F5-4C56-AB65-EC5914D7E0BF}"/>
              </a:ext>
            </a:extLst>
          </p:cNvPr>
          <p:cNvGraphicFramePr>
            <a:graphicFrameLocks noGrp="1"/>
          </p:cNvGraphicFramePr>
          <p:nvPr>
            <p:extLst>
              <p:ext uri="{D42A27DB-BD31-4B8C-83A1-F6EECF244321}">
                <p14:modId xmlns:p14="http://schemas.microsoft.com/office/powerpoint/2010/main" val="589265794"/>
              </p:ext>
            </p:extLst>
          </p:nvPr>
        </p:nvGraphicFramePr>
        <p:xfrm>
          <a:off x="781050" y="1754188"/>
          <a:ext cx="7639050" cy="911225"/>
        </p:xfrm>
        <a:graphic>
          <a:graphicData uri="http://schemas.openxmlformats.org/drawingml/2006/table">
            <a:tbl>
              <a:tblPr/>
              <a:tblGrid>
                <a:gridCol w="1276350">
                  <a:extLst>
                    <a:ext uri="{9D8B030D-6E8A-4147-A177-3AD203B41FA5}">
                      <a16:colId xmlns:a16="http://schemas.microsoft.com/office/drawing/2014/main" val="3929662122"/>
                    </a:ext>
                  </a:extLst>
                </a:gridCol>
                <a:gridCol w="2428875">
                  <a:extLst>
                    <a:ext uri="{9D8B030D-6E8A-4147-A177-3AD203B41FA5}">
                      <a16:colId xmlns:a16="http://schemas.microsoft.com/office/drawing/2014/main" val="3471868907"/>
                    </a:ext>
                  </a:extLst>
                </a:gridCol>
                <a:gridCol w="2514600">
                  <a:extLst>
                    <a:ext uri="{9D8B030D-6E8A-4147-A177-3AD203B41FA5}">
                      <a16:colId xmlns:a16="http://schemas.microsoft.com/office/drawing/2014/main" val="734690096"/>
                    </a:ext>
                  </a:extLst>
                </a:gridCol>
                <a:gridCol w="1419225">
                  <a:extLst>
                    <a:ext uri="{9D8B030D-6E8A-4147-A177-3AD203B41FA5}">
                      <a16:colId xmlns:a16="http://schemas.microsoft.com/office/drawing/2014/main" val="4275117149"/>
                    </a:ext>
                  </a:extLst>
                </a:gridCol>
              </a:tblGrid>
              <a:tr h="454025">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15      13</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12                      8</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7                         3</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2           0</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582087849"/>
                  </a:ext>
                </a:extLst>
              </a:tr>
              <a:tr h="452438">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000</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源寄存器编址</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目标寄存器编址</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其他</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2200984824"/>
                  </a:ext>
                </a:extLst>
              </a:tr>
            </a:tbl>
          </a:graphicData>
        </a:graphic>
      </p:graphicFrame>
    </p:spTree>
  </p:cSld>
  <p:clrMapOvr>
    <a:masterClrMapping/>
  </p:clrMapOvr>
  <p:transition spd="med">
    <p:pull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a:extLst>
              <a:ext uri="{FF2B5EF4-FFF2-40B4-BE49-F238E27FC236}">
                <a16:creationId xmlns:a16="http://schemas.microsoft.com/office/drawing/2014/main" id="{C419E8B3-0C6C-3049-A7DB-D9A63A6C0E88}"/>
              </a:ext>
            </a:extLst>
          </p:cNvPr>
          <p:cNvSpPr>
            <a:spLocks noGrp="1" noChangeArrowheads="1"/>
          </p:cNvSpPr>
          <p:nvPr>
            <p:ph type="title"/>
          </p:nvPr>
        </p:nvSpPr>
        <p:spPr/>
        <p:txBody>
          <a:bodyPr/>
          <a:lstStyle/>
          <a:p>
            <a:pPr eaLnBrk="1" hangingPunct="1"/>
            <a:r>
              <a:rPr lang="zh-CN" altLang="en-US"/>
              <a:t>垂直型微指令举例（</a:t>
            </a:r>
            <a:r>
              <a:rPr lang="en-US" altLang="zh-CN"/>
              <a:t>2</a:t>
            </a:r>
            <a:r>
              <a:rPr lang="zh-CN" altLang="en-US"/>
              <a:t>）</a:t>
            </a:r>
          </a:p>
        </p:txBody>
      </p:sp>
      <p:sp>
        <p:nvSpPr>
          <p:cNvPr id="47106" name="Rectangle 3">
            <a:extLst>
              <a:ext uri="{FF2B5EF4-FFF2-40B4-BE49-F238E27FC236}">
                <a16:creationId xmlns:a16="http://schemas.microsoft.com/office/drawing/2014/main" id="{E61965AF-16A2-4A04-87DC-B148AD0B0670}"/>
              </a:ext>
            </a:extLst>
          </p:cNvPr>
          <p:cNvSpPr>
            <a:spLocks noGrp="1" noChangeArrowheads="1"/>
          </p:cNvSpPr>
          <p:nvPr>
            <p:ph idx="1"/>
          </p:nvPr>
        </p:nvSpPr>
        <p:spPr/>
        <p:txBody>
          <a:bodyPr/>
          <a:lstStyle/>
          <a:p>
            <a:pPr eaLnBrk="1" hangingPunct="1"/>
            <a:r>
              <a:rPr lang="zh-CN" altLang="en-US"/>
              <a:t>运算控制型微指令</a:t>
            </a:r>
          </a:p>
          <a:p>
            <a:pPr eaLnBrk="1" hangingPunct="1"/>
            <a:endParaRPr lang="zh-CN" altLang="en-US"/>
          </a:p>
          <a:p>
            <a:pPr eaLnBrk="1" hangingPunct="1"/>
            <a:endParaRPr lang="zh-CN" altLang="en-US"/>
          </a:p>
          <a:p>
            <a:pPr eaLnBrk="1" hangingPunct="1"/>
            <a:endParaRPr lang="zh-CN" altLang="en-US"/>
          </a:p>
          <a:p>
            <a:pPr eaLnBrk="1" hangingPunct="1"/>
            <a:r>
              <a:rPr kumimoji="0" lang="zh-CN" altLang="en-US"/>
              <a:t>功能：选择</a:t>
            </a:r>
            <a:r>
              <a:rPr kumimoji="0" lang="en-US" altLang="zh-CN"/>
              <a:t>ALU</a:t>
            </a:r>
            <a:r>
              <a:rPr kumimoji="0" lang="zh-CN" altLang="en-US"/>
              <a:t>的左、右输入源信息，按</a:t>
            </a:r>
            <a:r>
              <a:rPr kumimoji="0" lang="en-US" altLang="zh-CN"/>
              <a:t>ALU</a:t>
            </a:r>
            <a:r>
              <a:rPr kumimoji="0" lang="zh-CN" altLang="en-US"/>
              <a:t>字段所指定的运算功能进行处理，并将结果送入暂存器中</a:t>
            </a:r>
          </a:p>
          <a:p>
            <a:pPr eaLnBrk="1" hangingPunct="1"/>
            <a:r>
              <a:rPr kumimoji="0" lang="zh-CN" altLang="en-US"/>
              <a:t>有</a:t>
            </a:r>
            <a:r>
              <a:rPr kumimoji="0" lang="en-US" altLang="zh-CN"/>
              <a:t>8</a:t>
            </a:r>
            <a:r>
              <a:rPr kumimoji="0" lang="zh-CN" altLang="en-US"/>
              <a:t>种运算功能，左、右输入源编址可指定</a:t>
            </a:r>
            <a:r>
              <a:rPr kumimoji="0" lang="en-US" altLang="zh-CN"/>
              <a:t>31</a:t>
            </a:r>
            <a:r>
              <a:rPr kumimoji="0" lang="zh-CN" altLang="en-US"/>
              <a:t>种信息源之一</a:t>
            </a:r>
          </a:p>
        </p:txBody>
      </p:sp>
      <p:graphicFrame>
        <p:nvGraphicFramePr>
          <p:cNvPr id="332829" name="Group 29">
            <a:extLst>
              <a:ext uri="{FF2B5EF4-FFF2-40B4-BE49-F238E27FC236}">
                <a16:creationId xmlns:a16="http://schemas.microsoft.com/office/drawing/2014/main" id="{E0799A63-03FE-44B2-969E-28C655C696BF}"/>
              </a:ext>
            </a:extLst>
          </p:cNvPr>
          <p:cNvGraphicFramePr>
            <a:graphicFrameLocks noGrp="1"/>
          </p:cNvGraphicFramePr>
          <p:nvPr>
            <p:extLst>
              <p:ext uri="{D42A27DB-BD31-4B8C-83A1-F6EECF244321}">
                <p14:modId xmlns:p14="http://schemas.microsoft.com/office/powerpoint/2010/main" val="2973801895"/>
              </p:ext>
            </p:extLst>
          </p:nvPr>
        </p:nvGraphicFramePr>
        <p:xfrm>
          <a:off x="781050" y="1857375"/>
          <a:ext cx="7639050" cy="911225"/>
        </p:xfrm>
        <a:graphic>
          <a:graphicData uri="http://schemas.openxmlformats.org/drawingml/2006/table">
            <a:tbl>
              <a:tblPr/>
              <a:tblGrid>
                <a:gridCol w="1276350">
                  <a:extLst>
                    <a:ext uri="{9D8B030D-6E8A-4147-A177-3AD203B41FA5}">
                      <a16:colId xmlns:a16="http://schemas.microsoft.com/office/drawing/2014/main" val="853655924"/>
                    </a:ext>
                  </a:extLst>
                </a:gridCol>
                <a:gridCol w="2428875">
                  <a:extLst>
                    <a:ext uri="{9D8B030D-6E8A-4147-A177-3AD203B41FA5}">
                      <a16:colId xmlns:a16="http://schemas.microsoft.com/office/drawing/2014/main" val="2677280478"/>
                    </a:ext>
                  </a:extLst>
                </a:gridCol>
                <a:gridCol w="2514600">
                  <a:extLst>
                    <a:ext uri="{9D8B030D-6E8A-4147-A177-3AD203B41FA5}">
                      <a16:colId xmlns:a16="http://schemas.microsoft.com/office/drawing/2014/main" val="1717676826"/>
                    </a:ext>
                  </a:extLst>
                </a:gridCol>
                <a:gridCol w="1419225">
                  <a:extLst>
                    <a:ext uri="{9D8B030D-6E8A-4147-A177-3AD203B41FA5}">
                      <a16:colId xmlns:a16="http://schemas.microsoft.com/office/drawing/2014/main" val="3200776869"/>
                    </a:ext>
                  </a:extLst>
                </a:gridCol>
              </a:tblGrid>
              <a:tr h="454025">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15      13</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12                      8</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7                         3</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2           0</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131404534"/>
                  </a:ext>
                </a:extLst>
              </a:tr>
              <a:tr h="452438">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001</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左输入源编址</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右输入源编址</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ALU</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945983576"/>
                  </a:ext>
                </a:extLst>
              </a:tr>
            </a:tbl>
          </a:graphicData>
        </a:graphic>
      </p:graphicFrame>
    </p:spTree>
  </p:cSld>
  <p:clrMapOvr>
    <a:masterClrMapping/>
  </p:clrMapOvr>
  <p:transition spd="med">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a:extLst>
              <a:ext uri="{FF2B5EF4-FFF2-40B4-BE49-F238E27FC236}">
                <a16:creationId xmlns:a16="http://schemas.microsoft.com/office/drawing/2014/main" id="{977569D0-DE68-F440-8527-C3035D40FEA5}"/>
              </a:ext>
            </a:extLst>
          </p:cNvPr>
          <p:cNvSpPr>
            <a:spLocks noGrp="1" noChangeArrowheads="1"/>
          </p:cNvSpPr>
          <p:nvPr>
            <p:ph type="title"/>
          </p:nvPr>
        </p:nvSpPr>
        <p:spPr/>
        <p:txBody>
          <a:bodyPr/>
          <a:lstStyle/>
          <a:p>
            <a:pPr eaLnBrk="1" hangingPunct="1"/>
            <a:r>
              <a:rPr lang="zh-CN" altLang="en-US"/>
              <a:t>垂直型微指令举例（</a:t>
            </a:r>
            <a:r>
              <a:rPr lang="en-US" altLang="zh-CN"/>
              <a:t>3</a:t>
            </a:r>
            <a:r>
              <a:rPr lang="zh-CN" altLang="en-US"/>
              <a:t>）</a:t>
            </a:r>
          </a:p>
        </p:txBody>
      </p:sp>
      <p:sp>
        <p:nvSpPr>
          <p:cNvPr id="48130" name="Rectangle 3">
            <a:extLst>
              <a:ext uri="{FF2B5EF4-FFF2-40B4-BE49-F238E27FC236}">
                <a16:creationId xmlns:a16="http://schemas.microsoft.com/office/drawing/2014/main" id="{64F1A458-C54C-45ED-9FA1-6E918FEE1AE4}"/>
              </a:ext>
            </a:extLst>
          </p:cNvPr>
          <p:cNvSpPr>
            <a:spLocks noGrp="1" noChangeArrowheads="1"/>
          </p:cNvSpPr>
          <p:nvPr>
            <p:ph idx="1"/>
          </p:nvPr>
        </p:nvSpPr>
        <p:spPr/>
        <p:txBody>
          <a:bodyPr/>
          <a:lstStyle/>
          <a:p>
            <a:pPr eaLnBrk="1" hangingPunct="1"/>
            <a:r>
              <a:rPr lang="zh-CN" altLang="en-US"/>
              <a:t>访问主存微指令</a:t>
            </a:r>
          </a:p>
          <a:p>
            <a:pPr eaLnBrk="1" hangingPunct="1"/>
            <a:endParaRPr lang="zh-CN" altLang="en-US"/>
          </a:p>
          <a:p>
            <a:pPr eaLnBrk="1" hangingPunct="1"/>
            <a:endParaRPr lang="zh-CN" altLang="en-US"/>
          </a:p>
          <a:p>
            <a:pPr eaLnBrk="1" hangingPunct="1"/>
            <a:endParaRPr lang="zh-CN" altLang="en-US"/>
          </a:p>
          <a:p>
            <a:pPr eaLnBrk="1" hangingPunct="1"/>
            <a:endParaRPr lang="zh-CN" altLang="en-US"/>
          </a:p>
          <a:p>
            <a:pPr eaLnBrk="1" hangingPunct="1"/>
            <a:r>
              <a:rPr kumimoji="0" lang="zh-CN" altLang="en-US"/>
              <a:t>功能：将主存中的一个单元的信息送入寄存器或者将寄存器的数据送往主存</a:t>
            </a:r>
          </a:p>
          <a:p>
            <a:pPr eaLnBrk="1" hangingPunct="1"/>
            <a:r>
              <a:rPr kumimoji="0" lang="zh-CN" altLang="en-US"/>
              <a:t>存储器编址是按规定的寻址方式进行编址</a:t>
            </a:r>
          </a:p>
          <a:p>
            <a:pPr eaLnBrk="1" hangingPunct="1"/>
            <a:r>
              <a:rPr kumimoji="0" lang="zh-CN" altLang="en-US"/>
              <a:t>第</a:t>
            </a:r>
            <a:r>
              <a:rPr kumimoji="0" lang="en-US" altLang="zh-CN"/>
              <a:t>1</a:t>
            </a:r>
            <a:r>
              <a:rPr kumimoji="0" lang="zh-CN" altLang="en-US"/>
              <a:t>、</a:t>
            </a:r>
            <a:r>
              <a:rPr kumimoji="0" lang="en-US" altLang="zh-CN"/>
              <a:t>2</a:t>
            </a:r>
            <a:r>
              <a:rPr kumimoji="0" lang="zh-CN" altLang="en-US"/>
              <a:t>位指定读操作或写操作（取其之一）</a:t>
            </a:r>
          </a:p>
        </p:txBody>
      </p:sp>
      <p:graphicFrame>
        <p:nvGraphicFramePr>
          <p:cNvPr id="333877" name="Group 53">
            <a:extLst>
              <a:ext uri="{FF2B5EF4-FFF2-40B4-BE49-F238E27FC236}">
                <a16:creationId xmlns:a16="http://schemas.microsoft.com/office/drawing/2014/main" id="{FE98A884-C8EA-440B-BE8A-94CFCBC982EA}"/>
              </a:ext>
            </a:extLst>
          </p:cNvPr>
          <p:cNvGraphicFramePr>
            <a:graphicFrameLocks noGrp="1"/>
          </p:cNvGraphicFramePr>
          <p:nvPr>
            <p:extLst>
              <p:ext uri="{D42A27DB-BD31-4B8C-83A1-F6EECF244321}">
                <p14:modId xmlns:p14="http://schemas.microsoft.com/office/powerpoint/2010/main" val="3787431485"/>
              </p:ext>
            </p:extLst>
          </p:nvPr>
        </p:nvGraphicFramePr>
        <p:xfrm>
          <a:off x="781050" y="1579563"/>
          <a:ext cx="7734300" cy="911225"/>
        </p:xfrm>
        <a:graphic>
          <a:graphicData uri="http://schemas.openxmlformats.org/drawingml/2006/table">
            <a:tbl>
              <a:tblPr/>
              <a:tblGrid>
                <a:gridCol w="1276350">
                  <a:extLst>
                    <a:ext uri="{9D8B030D-6E8A-4147-A177-3AD203B41FA5}">
                      <a16:colId xmlns:a16="http://schemas.microsoft.com/office/drawing/2014/main" val="2462177443"/>
                    </a:ext>
                  </a:extLst>
                </a:gridCol>
                <a:gridCol w="2000250">
                  <a:extLst>
                    <a:ext uri="{9D8B030D-6E8A-4147-A177-3AD203B41FA5}">
                      <a16:colId xmlns:a16="http://schemas.microsoft.com/office/drawing/2014/main" val="30850299"/>
                    </a:ext>
                  </a:extLst>
                </a:gridCol>
                <a:gridCol w="2171700">
                  <a:extLst>
                    <a:ext uri="{9D8B030D-6E8A-4147-A177-3AD203B41FA5}">
                      <a16:colId xmlns:a16="http://schemas.microsoft.com/office/drawing/2014/main" val="2703494123"/>
                    </a:ext>
                  </a:extLst>
                </a:gridCol>
                <a:gridCol w="1071563">
                  <a:extLst>
                    <a:ext uri="{9D8B030D-6E8A-4147-A177-3AD203B41FA5}">
                      <a16:colId xmlns:a16="http://schemas.microsoft.com/office/drawing/2014/main" val="498207375"/>
                    </a:ext>
                  </a:extLst>
                </a:gridCol>
                <a:gridCol w="1214437">
                  <a:extLst>
                    <a:ext uri="{9D8B030D-6E8A-4147-A177-3AD203B41FA5}">
                      <a16:colId xmlns:a16="http://schemas.microsoft.com/office/drawing/2014/main" val="662015544"/>
                    </a:ext>
                  </a:extLst>
                </a:gridCol>
              </a:tblGrid>
              <a:tr h="454025">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15      13</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12                 8</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7                    3</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2       1</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0</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751472161"/>
                  </a:ext>
                </a:extLst>
              </a:tr>
              <a:tr h="452438">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010</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寄存器编址</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存储器源编址</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读写</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其他</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12013782"/>
                  </a:ext>
                </a:extLst>
              </a:tr>
            </a:tbl>
          </a:graphicData>
        </a:graphic>
      </p:graphicFrame>
    </p:spTree>
  </p:cSld>
  <p:clrMapOvr>
    <a:masterClrMapping/>
  </p:clrMapOvr>
  <p:transition spd="med">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a:extLst>
              <a:ext uri="{FF2B5EF4-FFF2-40B4-BE49-F238E27FC236}">
                <a16:creationId xmlns:a16="http://schemas.microsoft.com/office/drawing/2014/main" id="{CD7259B8-5FF6-F44E-A263-92854F765B4A}"/>
              </a:ext>
            </a:extLst>
          </p:cNvPr>
          <p:cNvSpPr>
            <a:spLocks noGrp="1" noChangeArrowheads="1"/>
          </p:cNvSpPr>
          <p:nvPr>
            <p:ph type="title"/>
          </p:nvPr>
        </p:nvSpPr>
        <p:spPr/>
        <p:txBody>
          <a:bodyPr/>
          <a:lstStyle/>
          <a:p>
            <a:pPr eaLnBrk="1" hangingPunct="1"/>
            <a:r>
              <a:rPr lang="zh-CN" altLang="en-US"/>
              <a:t>垂直型微指令举例（</a:t>
            </a:r>
            <a:r>
              <a:rPr lang="en-US" altLang="zh-CN"/>
              <a:t>4</a:t>
            </a:r>
            <a:r>
              <a:rPr lang="zh-CN" altLang="en-US"/>
              <a:t>）</a:t>
            </a:r>
          </a:p>
        </p:txBody>
      </p:sp>
      <p:sp>
        <p:nvSpPr>
          <p:cNvPr id="49154" name="Rectangle 3">
            <a:extLst>
              <a:ext uri="{FF2B5EF4-FFF2-40B4-BE49-F238E27FC236}">
                <a16:creationId xmlns:a16="http://schemas.microsoft.com/office/drawing/2014/main" id="{77992060-5B25-46B0-832B-32FDA4F6ABA9}"/>
              </a:ext>
            </a:extLst>
          </p:cNvPr>
          <p:cNvSpPr>
            <a:spLocks noGrp="1" noChangeArrowheads="1"/>
          </p:cNvSpPr>
          <p:nvPr>
            <p:ph idx="1"/>
          </p:nvPr>
        </p:nvSpPr>
        <p:spPr/>
        <p:txBody>
          <a:bodyPr/>
          <a:lstStyle/>
          <a:p>
            <a:pPr eaLnBrk="1" hangingPunct="1"/>
            <a:r>
              <a:rPr lang="zh-CN" altLang="en-US"/>
              <a:t>条件转移微指令</a:t>
            </a:r>
          </a:p>
          <a:p>
            <a:pPr eaLnBrk="1" hangingPunct="1"/>
            <a:endParaRPr lang="zh-CN" altLang="en-US"/>
          </a:p>
          <a:p>
            <a:pPr eaLnBrk="1" hangingPunct="1"/>
            <a:endParaRPr lang="zh-CN" altLang="en-US"/>
          </a:p>
          <a:p>
            <a:pPr eaLnBrk="1" hangingPunct="1"/>
            <a:r>
              <a:rPr kumimoji="0" lang="zh-CN" altLang="en-US"/>
              <a:t>功能：根据测试对象的状态决定是转移到</a:t>
            </a:r>
            <a:r>
              <a:rPr kumimoji="0" lang="en-US" altLang="zh-CN"/>
              <a:t>D</a:t>
            </a:r>
            <a:r>
              <a:rPr kumimoji="0" lang="zh-CN" altLang="en-US"/>
              <a:t>所指定的微地址单元，还是顺序执行下一条微指令</a:t>
            </a:r>
          </a:p>
          <a:p>
            <a:pPr eaLnBrk="1" hangingPunct="1"/>
            <a:r>
              <a:rPr kumimoji="0" lang="en-US" altLang="zh-CN"/>
              <a:t>9</a:t>
            </a:r>
            <a:r>
              <a:rPr kumimoji="0" lang="zh-CN" altLang="en-US"/>
              <a:t>位</a:t>
            </a:r>
            <a:r>
              <a:rPr kumimoji="0" lang="en-US" altLang="zh-CN"/>
              <a:t>D</a:t>
            </a:r>
            <a:r>
              <a:rPr kumimoji="0" lang="zh-CN" altLang="en-US"/>
              <a:t>字段不足以表示一个完整的微地址，但可以用来替代当前</a:t>
            </a:r>
            <a:r>
              <a:rPr kumimoji="0" lang="en-US" altLang="zh-CN"/>
              <a:t>μPC</a:t>
            </a:r>
            <a:r>
              <a:rPr kumimoji="0" lang="zh-CN" altLang="en-US"/>
              <a:t>的低位地址</a:t>
            </a:r>
          </a:p>
          <a:p>
            <a:pPr eaLnBrk="1" hangingPunct="1"/>
            <a:r>
              <a:rPr kumimoji="0" lang="zh-CN" altLang="en-US"/>
              <a:t>测试条件字段有</a:t>
            </a:r>
            <a:r>
              <a:rPr kumimoji="0" lang="en-US" altLang="zh-CN"/>
              <a:t>4</a:t>
            </a:r>
            <a:r>
              <a:rPr kumimoji="0" lang="zh-CN" altLang="en-US"/>
              <a:t>位，可规定</a:t>
            </a:r>
            <a:r>
              <a:rPr kumimoji="0" lang="en-US" altLang="zh-CN"/>
              <a:t>16</a:t>
            </a:r>
            <a:r>
              <a:rPr kumimoji="0" lang="zh-CN" altLang="en-US"/>
              <a:t>种测试条件</a:t>
            </a:r>
          </a:p>
        </p:txBody>
      </p:sp>
      <p:graphicFrame>
        <p:nvGraphicFramePr>
          <p:cNvPr id="334888" name="Group 40">
            <a:extLst>
              <a:ext uri="{FF2B5EF4-FFF2-40B4-BE49-F238E27FC236}">
                <a16:creationId xmlns:a16="http://schemas.microsoft.com/office/drawing/2014/main" id="{C39F2D6F-589B-45FF-AF49-BC2861B83D39}"/>
              </a:ext>
            </a:extLst>
          </p:cNvPr>
          <p:cNvGraphicFramePr>
            <a:graphicFrameLocks noGrp="1"/>
          </p:cNvGraphicFramePr>
          <p:nvPr>
            <p:extLst>
              <p:ext uri="{D42A27DB-BD31-4B8C-83A1-F6EECF244321}">
                <p14:modId xmlns:p14="http://schemas.microsoft.com/office/powerpoint/2010/main" val="3138243301"/>
              </p:ext>
            </p:extLst>
          </p:nvPr>
        </p:nvGraphicFramePr>
        <p:xfrm>
          <a:off x="781050" y="1539875"/>
          <a:ext cx="7734300" cy="911225"/>
        </p:xfrm>
        <a:graphic>
          <a:graphicData uri="http://schemas.openxmlformats.org/drawingml/2006/table">
            <a:tbl>
              <a:tblPr/>
              <a:tblGrid>
                <a:gridCol w="1276350">
                  <a:extLst>
                    <a:ext uri="{9D8B030D-6E8A-4147-A177-3AD203B41FA5}">
                      <a16:colId xmlns:a16="http://schemas.microsoft.com/office/drawing/2014/main" val="2547102961"/>
                    </a:ext>
                  </a:extLst>
                </a:gridCol>
                <a:gridCol w="4772025">
                  <a:extLst>
                    <a:ext uri="{9D8B030D-6E8A-4147-A177-3AD203B41FA5}">
                      <a16:colId xmlns:a16="http://schemas.microsoft.com/office/drawing/2014/main" val="4155073935"/>
                    </a:ext>
                  </a:extLst>
                </a:gridCol>
                <a:gridCol w="1685925">
                  <a:extLst>
                    <a:ext uri="{9D8B030D-6E8A-4147-A177-3AD203B41FA5}">
                      <a16:colId xmlns:a16="http://schemas.microsoft.com/office/drawing/2014/main" val="2948946078"/>
                    </a:ext>
                  </a:extLst>
                </a:gridCol>
              </a:tblGrid>
              <a:tr h="454025">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15      13</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12                                                   4</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3              0</a:t>
                      </a:r>
                    </a:p>
                  </a:txBody>
                  <a:tcPr marL="90000" marR="90000" marT="46800" marB="46800" anchor="b"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835758682"/>
                  </a:ext>
                </a:extLst>
              </a:tr>
              <a:tr h="452438">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011</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D</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测试条件</a:t>
                      </a: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249572535"/>
                  </a:ext>
                </a:extLst>
              </a:tr>
            </a:tbl>
          </a:graphicData>
        </a:graphic>
      </p:graphicFrame>
    </p:spTree>
  </p:cSld>
  <p:clrMapOvr>
    <a:masterClrMapping/>
  </p:clrMapOvr>
  <p:transition spd="med">
    <p:pull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a:extLst>
              <a:ext uri="{FF2B5EF4-FFF2-40B4-BE49-F238E27FC236}">
                <a16:creationId xmlns:a16="http://schemas.microsoft.com/office/drawing/2014/main" id="{0CA1146F-779C-A84D-BEA3-455E3B831F89}"/>
              </a:ext>
            </a:extLst>
          </p:cNvPr>
          <p:cNvSpPr>
            <a:spLocks noGrp="1" noChangeArrowheads="1"/>
          </p:cNvSpPr>
          <p:nvPr>
            <p:ph type="title"/>
          </p:nvPr>
        </p:nvSpPr>
        <p:spPr/>
        <p:txBody>
          <a:bodyPr/>
          <a:lstStyle/>
          <a:p>
            <a:pPr eaLnBrk="1" hangingPunct="1"/>
            <a:r>
              <a:rPr lang="zh-CN" altLang="en-US"/>
              <a:t>水平型与垂直型微指令比较</a:t>
            </a:r>
          </a:p>
        </p:txBody>
      </p:sp>
      <p:sp>
        <p:nvSpPr>
          <p:cNvPr id="50178" name="Rectangle 3">
            <a:extLst>
              <a:ext uri="{FF2B5EF4-FFF2-40B4-BE49-F238E27FC236}">
                <a16:creationId xmlns:a16="http://schemas.microsoft.com/office/drawing/2014/main" id="{C3A93F7B-5087-494C-8A0C-398EDFFA3B87}"/>
              </a:ext>
            </a:extLst>
          </p:cNvPr>
          <p:cNvSpPr>
            <a:spLocks noGrp="1" noChangeArrowheads="1"/>
          </p:cNvSpPr>
          <p:nvPr>
            <p:ph idx="1"/>
          </p:nvPr>
        </p:nvSpPr>
        <p:spPr>
          <a:xfrm>
            <a:off x="381000" y="1143000"/>
            <a:ext cx="8382000" cy="5187014"/>
          </a:xfrm>
        </p:spPr>
        <p:txBody>
          <a:bodyPr/>
          <a:lstStyle/>
          <a:p>
            <a:pPr eaLnBrk="1" hangingPunct="1">
              <a:lnSpc>
                <a:spcPct val="90000"/>
              </a:lnSpc>
            </a:pPr>
            <a:r>
              <a:rPr lang="zh-CN" altLang="en-US" dirty="0"/>
              <a:t>水平型微指令并行操作能力强，效率高，灵活性强，垂直型微指令则较差</a:t>
            </a:r>
          </a:p>
          <a:p>
            <a:pPr eaLnBrk="1" hangingPunct="1">
              <a:lnSpc>
                <a:spcPct val="90000"/>
              </a:lnSpc>
            </a:pPr>
            <a:r>
              <a:rPr lang="zh-CN" altLang="en-US" dirty="0"/>
              <a:t>水平型微指令执行一条指令的时间短，垂直型微指令执行时间长</a:t>
            </a:r>
          </a:p>
          <a:p>
            <a:pPr eaLnBrk="1" hangingPunct="1">
              <a:lnSpc>
                <a:spcPct val="90000"/>
              </a:lnSpc>
            </a:pPr>
            <a:r>
              <a:rPr lang="zh-CN" altLang="en-US" dirty="0"/>
              <a:t>用水平型微指令解释指令的微程序，有微指令字较长而微程序短的特点，垂直型微指令则相反</a:t>
            </a:r>
          </a:p>
          <a:p>
            <a:pPr eaLnBrk="1" hangingPunct="1">
              <a:lnSpc>
                <a:spcPct val="90000"/>
              </a:lnSpc>
            </a:pPr>
            <a:r>
              <a:rPr lang="zh-CN" altLang="en-US" dirty="0"/>
              <a:t>水平型微指令用户难以掌握，而垂直型微指令与指令比较相似，相对来说，比较容易掌握</a:t>
            </a:r>
            <a:endParaRPr lang="zh-CN" altLang="en-US" dirty="0">
              <a:solidFill>
                <a:srgbClr val="000000"/>
              </a:solidFill>
            </a:endParaRPr>
          </a:p>
        </p:txBody>
      </p:sp>
    </p:spTree>
  </p:cSld>
  <p:clrMapOvr>
    <a:masterClrMapping/>
  </p:clrMapOvr>
  <p:transition spd="med">
    <p:pull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C58E21-07A4-EF4C-A3F1-32C9F33EF91B}"/>
              </a:ext>
            </a:extLst>
          </p:cNvPr>
          <p:cNvSpPr>
            <a:spLocks noGrp="1"/>
          </p:cNvSpPr>
          <p:nvPr>
            <p:ph type="title"/>
          </p:nvPr>
        </p:nvSpPr>
        <p:spPr/>
        <p:txBody>
          <a:bodyPr/>
          <a:lstStyle/>
          <a:p>
            <a:pPr>
              <a:defRPr/>
            </a:pPr>
            <a:r>
              <a:rPr lang="zh-CN" altLang="en-US" dirty="0"/>
              <a:t>例</a:t>
            </a:r>
          </a:p>
        </p:txBody>
      </p:sp>
      <p:sp>
        <p:nvSpPr>
          <p:cNvPr id="51202" name="内容占位符 2">
            <a:extLst>
              <a:ext uri="{FF2B5EF4-FFF2-40B4-BE49-F238E27FC236}">
                <a16:creationId xmlns:a16="http://schemas.microsoft.com/office/drawing/2014/main" id="{D6721572-88A7-4BB4-B54E-8576E21B21EA}"/>
              </a:ext>
            </a:extLst>
          </p:cNvPr>
          <p:cNvSpPr>
            <a:spLocks noGrp="1" noChangeArrowheads="1"/>
          </p:cNvSpPr>
          <p:nvPr>
            <p:ph idx="1"/>
          </p:nvPr>
        </p:nvSpPr>
        <p:spPr>
          <a:xfrm>
            <a:off x="381000" y="1219200"/>
            <a:ext cx="8382000" cy="5110814"/>
          </a:xfrm>
        </p:spPr>
        <p:txBody>
          <a:bodyPr/>
          <a:lstStyle/>
          <a:p>
            <a:pPr marL="0" indent="0">
              <a:buFont typeface="Wingdings 2" panose="05020102010507070707" pitchFamily="18" charset="2"/>
              <a:buNone/>
            </a:pPr>
            <a:r>
              <a:rPr lang="zh-CN" altLang="en-US" dirty="0"/>
              <a:t>下列关于</a:t>
            </a:r>
            <a:r>
              <a:rPr lang="en-US" altLang="zh-CN" dirty="0"/>
              <a:t>RISC</a:t>
            </a:r>
            <a:r>
              <a:rPr lang="zh-CN" altLang="en-US" dirty="0"/>
              <a:t>的叙述中，错误的是  </a:t>
            </a:r>
          </a:p>
          <a:p>
            <a:pPr marL="0" indent="0">
              <a:buFont typeface="Wingdings 2" panose="05020102010507070707" pitchFamily="18" charset="2"/>
              <a:buNone/>
            </a:pPr>
            <a:r>
              <a:rPr lang="zh-CN" altLang="en-US" dirty="0"/>
              <a:t> </a:t>
            </a:r>
            <a:r>
              <a:rPr lang="en-US" altLang="zh-CN" dirty="0"/>
              <a:t>A</a:t>
            </a:r>
            <a:r>
              <a:rPr lang="zh-CN" altLang="en-US" dirty="0"/>
              <a:t>．</a:t>
            </a:r>
            <a:r>
              <a:rPr lang="en-US" altLang="zh-CN" dirty="0"/>
              <a:t>RISC</a:t>
            </a:r>
            <a:r>
              <a:rPr lang="zh-CN" altLang="en-US" dirty="0"/>
              <a:t>普遍采用微程序控制器  </a:t>
            </a:r>
          </a:p>
          <a:p>
            <a:pPr marL="0" indent="0">
              <a:buFont typeface="Wingdings 2" panose="05020102010507070707" pitchFamily="18" charset="2"/>
              <a:buNone/>
            </a:pPr>
            <a:r>
              <a:rPr lang="zh-CN" altLang="en-US" dirty="0"/>
              <a:t> </a:t>
            </a:r>
            <a:r>
              <a:rPr lang="en-US" altLang="zh-CN" dirty="0"/>
              <a:t>B</a:t>
            </a:r>
            <a:r>
              <a:rPr lang="zh-CN" altLang="en-US" dirty="0"/>
              <a:t>．</a:t>
            </a:r>
            <a:r>
              <a:rPr lang="en-US" altLang="zh-CN" dirty="0"/>
              <a:t>RISC</a:t>
            </a:r>
            <a:r>
              <a:rPr lang="zh-CN" altLang="en-US" dirty="0"/>
              <a:t>大多数指令在一个时钟周期内完成  </a:t>
            </a:r>
          </a:p>
          <a:p>
            <a:pPr marL="0" indent="0">
              <a:buFont typeface="Wingdings 2" panose="05020102010507070707" pitchFamily="18" charset="2"/>
              <a:buNone/>
            </a:pPr>
            <a:r>
              <a:rPr lang="zh-CN" altLang="en-US" dirty="0"/>
              <a:t> </a:t>
            </a:r>
            <a:r>
              <a:rPr lang="en-US" altLang="zh-CN" dirty="0"/>
              <a:t>C</a:t>
            </a:r>
            <a:r>
              <a:rPr lang="zh-CN" altLang="en-US" dirty="0"/>
              <a:t>．</a:t>
            </a:r>
            <a:r>
              <a:rPr lang="en-US" altLang="zh-CN" dirty="0"/>
              <a:t>RISC</a:t>
            </a:r>
            <a:r>
              <a:rPr lang="zh-CN" altLang="en-US" dirty="0"/>
              <a:t>的内部通用寄存器数量相对</a:t>
            </a:r>
            <a:r>
              <a:rPr lang="en-US" altLang="zh-CN" dirty="0"/>
              <a:t>CISC</a:t>
            </a:r>
            <a:r>
              <a:rPr lang="zh-CN" altLang="en-US" dirty="0"/>
              <a:t>多  </a:t>
            </a:r>
          </a:p>
          <a:p>
            <a:pPr marL="0" indent="0">
              <a:buFont typeface="Wingdings 2" panose="05020102010507070707" pitchFamily="18" charset="2"/>
              <a:buNone/>
            </a:pPr>
            <a:r>
              <a:rPr lang="zh-CN" altLang="en-US" dirty="0"/>
              <a:t> </a:t>
            </a:r>
            <a:r>
              <a:rPr lang="en-US" altLang="zh-CN" dirty="0"/>
              <a:t>D</a:t>
            </a:r>
            <a:r>
              <a:rPr lang="zh-CN" altLang="en-US" dirty="0"/>
              <a:t>．</a:t>
            </a:r>
            <a:r>
              <a:rPr lang="en-US" altLang="zh-CN" dirty="0"/>
              <a:t>RISC</a:t>
            </a:r>
            <a:r>
              <a:rPr lang="zh-CN" altLang="en-US" dirty="0"/>
              <a:t>的指令数、寻址方式和指令格式种类相对</a:t>
            </a:r>
            <a:r>
              <a:rPr lang="en-US" altLang="zh-CN" dirty="0"/>
              <a:t>CISC</a:t>
            </a:r>
            <a:r>
              <a:rPr lang="zh-CN" altLang="en-US" dirty="0"/>
              <a:t>少</a:t>
            </a:r>
          </a:p>
          <a:p>
            <a:pPr marL="0" indent="0">
              <a:buFont typeface="Wingdings 2" panose="05020102010507070707" pitchFamily="18" charset="2"/>
              <a:buNone/>
            </a:pPr>
            <a:endParaRPr lang="zh-CN" altLang="en-US" dirty="0"/>
          </a:p>
        </p:txBody>
      </p:sp>
    </p:spTree>
  </p:cSld>
  <p:clrMapOvr>
    <a:masterClrMapping/>
  </p:clrMapOvr>
  <p:transition spd="med">
    <p:pull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53029A-CB5F-3449-924B-94A79EAC55FD}"/>
              </a:ext>
            </a:extLst>
          </p:cNvPr>
          <p:cNvSpPr>
            <a:spLocks noGrp="1"/>
          </p:cNvSpPr>
          <p:nvPr>
            <p:ph type="title"/>
          </p:nvPr>
        </p:nvSpPr>
        <p:spPr/>
        <p:txBody>
          <a:bodyPr/>
          <a:lstStyle/>
          <a:p>
            <a:pPr>
              <a:defRPr/>
            </a:pPr>
            <a:r>
              <a:rPr lang="zh-CN" altLang="en-US" dirty="0"/>
              <a:t>例</a:t>
            </a:r>
          </a:p>
        </p:txBody>
      </p:sp>
      <p:sp>
        <p:nvSpPr>
          <p:cNvPr id="74755" name="内容占位符 2">
            <a:extLst>
              <a:ext uri="{FF2B5EF4-FFF2-40B4-BE49-F238E27FC236}">
                <a16:creationId xmlns:a16="http://schemas.microsoft.com/office/drawing/2014/main" id="{722EB1A8-2531-44CC-A055-486FAD472F06}"/>
              </a:ext>
            </a:extLst>
          </p:cNvPr>
          <p:cNvSpPr>
            <a:spLocks noGrp="1" noChangeArrowheads="1"/>
          </p:cNvSpPr>
          <p:nvPr>
            <p:ph idx="1"/>
          </p:nvPr>
        </p:nvSpPr>
        <p:spPr>
          <a:xfrm>
            <a:off x="103188" y="1143000"/>
            <a:ext cx="8947150" cy="5238750"/>
          </a:xfrm>
        </p:spPr>
        <p:txBody>
          <a:bodyPr/>
          <a:lstStyle/>
          <a:p>
            <a:pPr marL="0" indent="0">
              <a:buFont typeface="Wingdings 2" panose="05020102010507070707" pitchFamily="18" charset="2"/>
              <a:buNone/>
            </a:pPr>
            <a:r>
              <a:rPr lang="zh-CN" altLang="en-US" dirty="0"/>
              <a:t>某计算机采用微程序控制器，共有</a:t>
            </a:r>
            <a:r>
              <a:rPr lang="en-US" altLang="zh-CN" dirty="0"/>
              <a:t>32</a:t>
            </a:r>
            <a:r>
              <a:rPr lang="zh-CN" altLang="en-US" dirty="0"/>
              <a:t>条指令，公共的取指令微程序包含</a:t>
            </a:r>
            <a:r>
              <a:rPr lang="en-US" altLang="zh-CN" dirty="0"/>
              <a:t>2</a:t>
            </a:r>
            <a:r>
              <a:rPr lang="zh-CN" altLang="en-US" dirty="0"/>
              <a:t>条微指令，各指令对应的微程序平均由</a:t>
            </a:r>
            <a:r>
              <a:rPr lang="en-US" altLang="zh-CN" dirty="0"/>
              <a:t>4</a:t>
            </a:r>
            <a:r>
              <a:rPr lang="zh-CN" altLang="en-US" dirty="0"/>
              <a:t>条微指令组成，采用断定法（下址字段法）确定下条微指令的地址，则微指令中下址字段的位数至少是多少位？</a:t>
            </a:r>
            <a:endParaRPr lang="en-US" altLang="zh-CN" dirty="0"/>
          </a:p>
          <a:p>
            <a:pPr marL="0" indent="0">
              <a:buFont typeface="Wingdings 2" panose="05020102010507070707" pitchFamily="18" charset="2"/>
              <a:buNone/>
            </a:pPr>
            <a:r>
              <a:rPr lang="zh-CN" altLang="en-US" dirty="0"/>
              <a:t>解：解释</a:t>
            </a:r>
            <a:r>
              <a:rPr lang="en-US" altLang="zh-CN" dirty="0"/>
              <a:t>32</a:t>
            </a:r>
            <a:r>
              <a:rPr lang="zh-CN" altLang="en-US" dirty="0"/>
              <a:t>条指令，微程序中总共的微指令条数至少有</a:t>
            </a:r>
            <a:r>
              <a:rPr lang="en-US" altLang="zh-CN" dirty="0"/>
              <a:t>:</a:t>
            </a:r>
            <a:endParaRPr lang="zh-CN" altLang="en-US" dirty="0"/>
          </a:p>
          <a:p>
            <a:pPr marL="0" indent="0">
              <a:buFont typeface="Wingdings 2" panose="05020102010507070707" pitchFamily="18" charset="2"/>
              <a:buNone/>
            </a:pPr>
            <a:r>
              <a:rPr lang="en-US" altLang="zh-CN" dirty="0"/>
              <a:t>        32×4 + 2 =130</a:t>
            </a:r>
          </a:p>
          <a:p>
            <a:pPr marL="0" indent="0">
              <a:buFont typeface="Wingdings 2" panose="05020102010507070707" pitchFamily="18" charset="2"/>
              <a:buNone/>
            </a:pPr>
            <a:r>
              <a:rPr lang="en-US" altLang="zh-CN" dirty="0"/>
              <a:t>       </a:t>
            </a:r>
            <a:r>
              <a:rPr lang="zh-CN" altLang="en-US" dirty="0"/>
              <a:t>故：微指令中下址字段的位数至少需要</a:t>
            </a:r>
            <a:r>
              <a:rPr lang="en-US" altLang="zh-CN" dirty="0"/>
              <a:t>8</a:t>
            </a:r>
            <a:r>
              <a:rPr lang="zh-CN" altLang="en-US" dirty="0"/>
              <a:t>位</a:t>
            </a:r>
            <a:endParaRPr lang="en-US" altLang="zh-CN" dirty="0"/>
          </a:p>
          <a:p>
            <a:pPr marL="0" indent="0">
              <a:buFont typeface="Wingdings 2" panose="05020102010507070707" pitchFamily="18" charset="2"/>
              <a:buNone/>
            </a:pPr>
            <a:r>
              <a:rPr lang="en-US" altLang="zh-CN" dirty="0"/>
              <a:t>  </a:t>
            </a:r>
          </a:p>
          <a:p>
            <a:pPr marL="0" indent="0">
              <a:buFont typeface="Wingdings 2" panose="05020102010507070707" pitchFamily="18" charset="2"/>
              <a:buNone/>
            </a:pPr>
            <a:endParaRPr lang="en-US" altLang="zh-CN" dirty="0"/>
          </a:p>
          <a:p>
            <a:pPr marL="0" indent="0">
              <a:buFont typeface="Wingdings 2" panose="05020102010507070707" pitchFamily="18" charset="2"/>
              <a:buNone/>
            </a:pPr>
            <a:endParaRPr lang="zh-CN" altLang="en-US" dirty="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7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475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475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47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E20841-4DAE-2747-AFCE-446A609FB634}"/>
              </a:ext>
            </a:extLst>
          </p:cNvPr>
          <p:cNvSpPr>
            <a:spLocks noGrp="1"/>
          </p:cNvSpPr>
          <p:nvPr>
            <p:ph type="title"/>
          </p:nvPr>
        </p:nvSpPr>
        <p:spPr/>
        <p:txBody>
          <a:bodyPr/>
          <a:lstStyle/>
          <a:p>
            <a:pPr>
              <a:defRPr/>
            </a:pPr>
            <a:r>
              <a:rPr lang="zh-CN" altLang="en-US" dirty="0"/>
              <a:t>例</a:t>
            </a:r>
          </a:p>
        </p:txBody>
      </p:sp>
      <p:sp>
        <p:nvSpPr>
          <p:cNvPr id="3" name="内容占位符 2">
            <a:extLst>
              <a:ext uri="{FF2B5EF4-FFF2-40B4-BE49-F238E27FC236}">
                <a16:creationId xmlns:a16="http://schemas.microsoft.com/office/drawing/2014/main" id="{0F01F6F5-7834-4FFD-8ECB-861C9BC57A27}"/>
              </a:ext>
            </a:extLst>
          </p:cNvPr>
          <p:cNvSpPr>
            <a:spLocks noGrp="1" noChangeArrowheads="1"/>
          </p:cNvSpPr>
          <p:nvPr>
            <p:ph idx="1"/>
          </p:nvPr>
        </p:nvSpPr>
        <p:spPr/>
        <p:txBody>
          <a:bodyPr/>
          <a:lstStyle/>
          <a:p>
            <a:pPr marL="0" indent="0">
              <a:buFont typeface="Wingdings 2" panose="05020102010507070707" pitchFamily="18" charset="2"/>
              <a:buNone/>
            </a:pPr>
            <a:r>
              <a:rPr lang="zh-CN" altLang="en-US"/>
              <a:t>某计算机的控制器采用微程序控制方式，微指令中的控制字段采用字段直接编码法，共有</a:t>
            </a:r>
            <a:r>
              <a:rPr lang="en-US" altLang="zh-CN"/>
              <a:t>33</a:t>
            </a:r>
            <a:r>
              <a:rPr lang="zh-CN" altLang="en-US"/>
              <a:t>个微命令，构成</a:t>
            </a:r>
            <a:r>
              <a:rPr lang="en-US" altLang="zh-CN"/>
              <a:t>5</a:t>
            </a:r>
            <a:r>
              <a:rPr lang="zh-CN" altLang="en-US"/>
              <a:t>个互斥类，分别包含</a:t>
            </a:r>
            <a:r>
              <a:rPr lang="en-US" altLang="zh-CN"/>
              <a:t>7</a:t>
            </a:r>
            <a:r>
              <a:rPr lang="zh-CN" altLang="en-US"/>
              <a:t>、</a:t>
            </a:r>
            <a:r>
              <a:rPr lang="en-US" altLang="zh-CN"/>
              <a:t>3</a:t>
            </a:r>
            <a:r>
              <a:rPr lang="zh-CN" altLang="en-US"/>
              <a:t>、</a:t>
            </a:r>
            <a:r>
              <a:rPr lang="en-US" altLang="zh-CN"/>
              <a:t>12</a:t>
            </a:r>
            <a:r>
              <a:rPr lang="zh-CN" altLang="en-US"/>
              <a:t>、</a:t>
            </a:r>
            <a:r>
              <a:rPr lang="en-US" altLang="zh-CN"/>
              <a:t>5</a:t>
            </a:r>
            <a:r>
              <a:rPr lang="zh-CN" altLang="en-US"/>
              <a:t>和</a:t>
            </a:r>
            <a:r>
              <a:rPr lang="en-US" altLang="zh-CN"/>
              <a:t>6</a:t>
            </a:r>
            <a:r>
              <a:rPr lang="zh-CN" altLang="en-US"/>
              <a:t>个微命令，则操作控制字段至少有多少位？</a:t>
            </a:r>
            <a:endParaRPr lang="en-US" altLang="zh-CN"/>
          </a:p>
          <a:p>
            <a:pPr marL="0" indent="0">
              <a:buFont typeface="Wingdings 2" panose="05020102010507070707" pitchFamily="18" charset="2"/>
              <a:buNone/>
            </a:pPr>
            <a:r>
              <a:rPr lang="zh-CN" altLang="en-US"/>
              <a:t>解：                     操作控制字段共</a:t>
            </a:r>
            <a:r>
              <a:rPr lang="en-US" altLang="zh-CN"/>
              <a:t>15</a:t>
            </a:r>
            <a:r>
              <a:rPr lang="zh-CN" altLang="en-US"/>
              <a:t>位</a:t>
            </a:r>
            <a:endParaRPr lang="en-US" altLang="zh-CN"/>
          </a:p>
          <a:p>
            <a:pPr marL="0" indent="0">
              <a:buFont typeface="Wingdings 2" panose="05020102010507070707" pitchFamily="18" charset="2"/>
              <a:buNone/>
            </a:pPr>
            <a:endParaRPr lang="zh-CN" altLang="en-US"/>
          </a:p>
        </p:txBody>
      </p:sp>
      <p:graphicFrame>
        <p:nvGraphicFramePr>
          <p:cNvPr id="6" name="表格 5">
            <a:extLst>
              <a:ext uri="{FF2B5EF4-FFF2-40B4-BE49-F238E27FC236}">
                <a16:creationId xmlns:a16="http://schemas.microsoft.com/office/drawing/2014/main" id="{9D88C76C-96D7-3C40-8970-BD3667C8125D}"/>
              </a:ext>
            </a:extLst>
          </p:cNvPr>
          <p:cNvGraphicFramePr>
            <a:graphicFrameLocks noGrp="1"/>
          </p:cNvGraphicFramePr>
          <p:nvPr/>
        </p:nvGraphicFramePr>
        <p:xfrm>
          <a:off x="1524000" y="3424238"/>
          <a:ext cx="6096000" cy="369887"/>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42681">
                  <a:extLst>
                    <a:ext uri="{9D8B030D-6E8A-4147-A177-3AD203B41FA5}">
                      <a16:colId xmlns:a16="http://schemas.microsoft.com/office/drawing/2014/main" val="20001"/>
                    </a:ext>
                  </a:extLst>
                </a:gridCol>
                <a:gridCol w="1495719">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69887">
                <a:tc>
                  <a:txBody>
                    <a:bodyPr/>
                    <a:lstStyle/>
                    <a:p>
                      <a:pPr algn="ctr"/>
                      <a:r>
                        <a:rPr lang="en-US" altLang="zh-CN" sz="1800" dirty="0"/>
                        <a:t>3</a:t>
                      </a:r>
                      <a:endParaRPr lang="zh-CN" altLang="en-US" sz="1800" dirty="0"/>
                    </a:p>
                  </a:txBody>
                  <a:tcPr marT="45603" marB="45603">
                    <a:solidFill>
                      <a:schemeClr val="accent2"/>
                    </a:solidFill>
                  </a:tcPr>
                </a:tc>
                <a:tc>
                  <a:txBody>
                    <a:bodyPr/>
                    <a:lstStyle/>
                    <a:p>
                      <a:pPr algn="ctr"/>
                      <a:r>
                        <a:rPr lang="en-US" altLang="zh-CN" sz="1800" dirty="0"/>
                        <a:t>2</a:t>
                      </a:r>
                      <a:endParaRPr lang="zh-CN" altLang="en-US" sz="1800" dirty="0"/>
                    </a:p>
                  </a:txBody>
                  <a:tcPr marT="45603" marB="45603">
                    <a:solidFill>
                      <a:schemeClr val="accent2"/>
                    </a:solidFill>
                  </a:tcPr>
                </a:tc>
                <a:tc>
                  <a:txBody>
                    <a:bodyPr/>
                    <a:lstStyle/>
                    <a:p>
                      <a:pPr algn="ctr"/>
                      <a:r>
                        <a:rPr lang="en-US" altLang="zh-CN" sz="1800" dirty="0"/>
                        <a:t>4</a:t>
                      </a:r>
                      <a:endParaRPr lang="zh-CN" altLang="en-US" sz="1800" dirty="0"/>
                    </a:p>
                  </a:txBody>
                  <a:tcPr marT="45603" marB="45603">
                    <a:solidFill>
                      <a:schemeClr val="accent2"/>
                    </a:solidFill>
                  </a:tcPr>
                </a:tc>
                <a:tc>
                  <a:txBody>
                    <a:bodyPr/>
                    <a:lstStyle/>
                    <a:p>
                      <a:pPr algn="ctr"/>
                      <a:r>
                        <a:rPr lang="en-US" altLang="zh-CN" sz="1800" dirty="0"/>
                        <a:t>3</a:t>
                      </a:r>
                      <a:endParaRPr lang="zh-CN" altLang="en-US" sz="1800" dirty="0"/>
                    </a:p>
                  </a:txBody>
                  <a:tcPr marT="45603" marB="45603">
                    <a:solidFill>
                      <a:schemeClr val="accent2"/>
                    </a:solidFill>
                  </a:tcPr>
                </a:tc>
                <a:tc>
                  <a:txBody>
                    <a:bodyPr/>
                    <a:lstStyle/>
                    <a:p>
                      <a:pPr algn="ctr"/>
                      <a:r>
                        <a:rPr lang="en-US" altLang="zh-CN" sz="1800" dirty="0"/>
                        <a:t>3</a:t>
                      </a:r>
                      <a:endParaRPr lang="zh-CN" altLang="en-US" sz="1800" dirty="0"/>
                    </a:p>
                  </a:txBody>
                  <a:tcPr marT="45603" marB="45603">
                    <a:solidFill>
                      <a:schemeClr val="accent2"/>
                    </a:solidFill>
                  </a:tcPr>
                </a:tc>
                <a:extLst>
                  <a:ext uri="{0D108BD9-81ED-4DB2-BD59-A6C34878D82A}">
                    <a16:rowId xmlns:a16="http://schemas.microsoft.com/office/drawing/2014/main" val="10000"/>
                  </a:ext>
                </a:extLst>
              </a:tr>
            </a:tbl>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en-US" altLang="zh-CN" dirty="0"/>
              <a:t>5.5  </a:t>
            </a:r>
            <a:r>
              <a:rPr lang="zh-CN" altLang="en-US" dirty="0"/>
              <a:t>硬连线控制器</a:t>
            </a:r>
          </a:p>
        </p:txBody>
      </p:sp>
    </p:spTree>
    <p:extLst>
      <p:ext uri="{BB962C8B-B14F-4D97-AF65-F5344CB8AC3E}">
        <p14:creationId xmlns:p14="http://schemas.microsoft.com/office/powerpoint/2010/main" val="127024638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187C35A8-36AC-3242-B864-470913BA814E}"/>
              </a:ext>
            </a:extLst>
          </p:cNvPr>
          <p:cNvSpPr>
            <a:spLocks noGrp="1" noChangeArrowheads="1"/>
          </p:cNvSpPr>
          <p:nvPr>
            <p:ph type="title"/>
          </p:nvPr>
        </p:nvSpPr>
        <p:spPr/>
        <p:txBody>
          <a:bodyPr/>
          <a:lstStyle/>
          <a:p>
            <a:pPr eaLnBrk="1" hangingPunct="1">
              <a:defRPr/>
            </a:pPr>
            <a:r>
              <a:rPr lang="zh-CN" altLang="en-US"/>
              <a:t>基本概念</a:t>
            </a:r>
          </a:p>
        </p:txBody>
      </p:sp>
      <p:sp>
        <p:nvSpPr>
          <p:cNvPr id="57346" name="Rectangle 3">
            <a:extLst>
              <a:ext uri="{FF2B5EF4-FFF2-40B4-BE49-F238E27FC236}">
                <a16:creationId xmlns:a16="http://schemas.microsoft.com/office/drawing/2014/main" id="{4ABF2095-D7DD-4085-AACC-94D603356BFB}"/>
              </a:ext>
            </a:extLst>
          </p:cNvPr>
          <p:cNvSpPr>
            <a:spLocks noGrp="1" noChangeArrowheads="1"/>
          </p:cNvSpPr>
          <p:nvPr>
            <p:ph idx="1"/>
          </p:nvPr>
        </p:nvSpPr>
        <p:spPr/>
        <p:txBody>
          <a:bodyPr/>
          <a:lstStyle/>
          <a:p>
            <a:pPr eaLnBrk="1" hangingPunct="1"/>
            <a:r>
              <a:rPr lang="zh-CN" altLang="en-US" sz="2800" dirty="0"/>
              <a:t>硬布线控制器（也称为组合逻辑控制器）是早期计算机唯一的设计方案。也是当前</a:t>
            </a:r>
            <a:r>
              <a:rPr lang="en-US" altLang="zh-CN" sz="2800" dirty="0"/>
              <a:t>RISC</a:t>
            </a:r>
            <a:r>
              <a:rPr lang="zh-CN" altLang="en-US" sz="2800" dirty="0"/>
              <a:t>计算机和高性能计算机普遍采用的方案</a:t>
            </a:r>
          </a:p>
          <a:p>
            <a:pPr eaLnBrk="1" hangingPunct="1"/>
            <a:r>
              <a:rPr lang="zh-CN" altLang="en-US" sz="2800" dirty="0"/>
              <a:t>控制部件为产生固定时序控制信号的逻辑电路</a:t>
            </a:r>
          </a:p>
          <a:p>
            <a:pPr eaLnBrk="1" hangingPunct="1"/>
            <a:r>
              <a:rPr lang="zh-CN" altLang="en-US" sz="2800" dirty="0"/>
              <a:t>特点</a:t>
            </a:r>
          </a:p>
          <a:p>
            <a:pPr lvl="1" eaLnBrk="1" hangingPunct="1"/>
            <a:r>
              <a:rPr lang="zh-CN" altLang="en-US" sz="2400" dirty="0"/>
              <a:t>形成这些控制信号的传输延迟时间少，能提高系统的执行速度</a:t>
            </a:r>
          </a:p>
          <a:p>
            <a:pPr lvl="1" eaLnBrk="1" hangingPunct="1"/>
            <a:r>
              <a:rPr lang="zh-CN" altLang="en-US" sz="2400" dirty="0"/>
              <a:t>设计控制</a:t>
            </a:r>
            <a:r>
              <a:rPr lang="en-US" altLang="zh-CN" sz="2400" dirty="0"/>
              <a:t>CPU</a:t>
            </a:r>
            <a:r>
              <a:rPr lang="zh-CN" altLang="en-US" sz="2400" dirty="0"/>
              <a:t>各功能部件运行所需要的时序控制信号的逻辑比较复杂</a:t>
            </a:r>
          </a:p>
          <a:p>
            <a:pPr lvl="1" eaLnBrk="1" hangingPunct="1"/>
            <a:r>
              <a:rPr lang="zh-CN" altLang="en-US" sz="2400" dirty="0"/>
              <a:t>变更设计比较困难</a:t>
            </a:r>
          </a:p>
          <a:p>
            <a:pPr lvl="1" eaLnBrk="1" hangingPunct="1"/>
            <a:r>
              <a:rPr lang="zh-CN" altLang="en-US" sz="2400" dirty="0"/>
              <a:t>与微程序控制相比，硬布线控制的速度较快。因为微程序控制中每条微指令都要从控制存储器中读取；而硬布线控制取决于电路延迟</a:t>
            </a:r>
          </a:p>
        </p:txBody>
      </p:sp>
    </p:spTree>
  </p:cSld>
  <p:clrMapOvr>
    <a:masterClrMapping/>
  </p:clrMapOvr>
  <p:transition spd="med">
    <p:pull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页脚占位符 1">
            <a:extLst>
              <a:ext uri="{FF2B5EF4-FFF2-40B4-BE49-F238E27FC236}">
                <a16:creationId xmlns:a16="http://schemas.microsoft.com/office/drawing/2014/main" id="{7FA26F26-23AD-4A85-8133-0F1FD5423FF6}"/>
              </a:ext>
            </a:extLst>
          </p:cNvPr>
          <p:cNvSpPr>
            <a:spLocks noGrp="1"/>
          </p:cNvSpPr>
          <p:nvPr>
            <p:ph type="ftr" sz="quarter" idx="4294967295"/>
          </p:nvPr>
        </p:nvSpPr>
        <p:spPr bwMode="auto">
          <a:xfrm>
            <a:off x="3028950" y="6356350"/>
            <a:ext cx="3086100" cy="365125"/>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lang="zh-CN" altLang="en-US" sz="1600">
                <a:solidFill>
                  <a:srgbClr val="0099FF"/>
                </a:solidFill>
                <a:latin typeface="楷体_GB2312" pitchFamily="49" charset="-122"/>
              </a:rPr>
              <a:t>计算机学院体系结构中心</a:t>
            </a:r>
          </a:p>
        </p:txBody>
      </p:sp>
      <p:sp>
        <p:nvSpPr>
          <p:cNvPr id="285698" name="Rectangle 2">
            <a:extLst>
              <a:ext uri="{FF2B5EF4-FFF2-40B4-BE49-F238E27FC236}">
                <a16:creationId xmlns:a16="http://schemas.microsoft.com/office/drawing/2014/main" id="{21D06652-1D44-4467-A929-B4CC7EA5B867}"/>
              </a:ext>
            </a:extLst>
          </p:cNvPr>
          <p:cNvSpPr>
            <a:spLocks noGrp="1" noChangeArrowheads="1"/>
          </p:cNvSpPr>
          <p:nvPr>
            <p:ph type="title" idx="4294967295"/>
          </p:nvPr>
        </p:nvSpPr>
        <p:spPr>
          <a:xfrm>
            <a:off x="304800" y="224537"/>
            <a:ext cx="8839200" cy="862013"/>
          </a:xfrm>
        </p:spPr>
        <p:txBody>
          <a:bodyPr/>
          <a:lstStyle/>
          <a:p>
            <a:pPr eaLnBrk="1" hangingPunct="1"/>
            <a:r>
              <a:rPr lang="zh-CN" altLang="en-US" dirty="0"/>
              <a:t>回顾  微程序控制器原理框图</a:t>
            </a:r>
          </a:p>
        </p:txBody>
      </p:sp>
      <p:sp>
        <p:nvSpPr>
          <p:cNvPr id="97283" name="Rectangle 4">
            <a:extLst>
              <a:ext uri="{FF2B5EF4-FFF2-40B4-BE49-F238E27FC236}">
                <a16:creationId xmlns:a16="http://schemas.microsoft.com/office/drawing/2014/main" id="{EAB983C3-63C0-474D-9EFE-BEB50E914397}"/>
              </a:ext>
            </a:extLst>
          </p:cNvPr>
          <p:cNvSpPr>
            <a:spLocks noChangeArrowheads="1"/>
          </p:cNvSpPr>
          <p:nvPr/>
        </p:nvSpPr>
        <p:spPr bwMode="auto">
          <a:xfrm>
            <a:off x="3603625" y="1808163"/>
            <a:ext cx="1557338" cy="442912"/>
          </a:xfrm>
          <a:prstGeom prst="rect">
            <a:avLst/>
          </a:prstGeom>
          <a:solidFill>
            <a:srgbClr val="660066"/>
          </a:solidFill>
          <a:ln w="19050" algn="ctr">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OP</a:t>
            </a:r>
          </a:p>
        </p:txBody>
      </p:sp>
      <p:sp>
        <p:nvSpPr>
          <p:cNvPr id="97284" name="Text Box 5">
            <a:extLst>
              <a:ext uri="{FF2B5EF4-FFF2-40B4-BE49-F238E27FC236}">
                <a16:creationId xmlns:a16="http://schemas.microsoft.com/office/drawing/2014/main" id="{618347CD-1D64-4C6D-8D84-D36E322F596E}"/>
              </a:ext>
            </a:extLst>
          </p:cNvPr>
          <p:cNvSpPr txBox="1">
            <a:spLocks noChangeArrowheads="1"/>
          </p:cNvSpPr>
          <p:nvPr/>
        </p:nvSpPr>
        <p:spPr bwMode="auto">
          <a:xfrm>
            <a:off x="3165475" y="1347788"/>
            <a:ext cx="2516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指令寄存器</a:t>
            </a:r>
            <a:r>
              <a:rPr kumimoji="0" lang="en-US" altLang="zh-CN" sz="2000">
                <a:latin typeface="楷体" panose="02010609060101010101" pitchFamily="49" charset="-122"/>
                <a:ea typeface="楷体" panose="02010609060101010101" pitchFamily="49" charset="-122"/>
              </a:rPr>
              <a:t>IR</a:t>
            </a:r>
          </a:p>
        </p:txBody>
      </p:sp>
      <p:sp>
        <p:nvSpPr>
          <p:cNvPr id="97285" name="Rectangle 6">
            <a:extLst>
              <a:ext uri="{FF2B5EF4-FFF2-40B4-BE49-F238E27FC236}">
                <a16:creationId xmlns:a16="http://schemas.microsoft.com/office/drawing/2014/main" id="{5EEAEE3E-3986-4505-9102-18D5A93C368F}"/>
              </a:ext>
            </a:extLst>
          </p:cNvPr>
          <p:cNvSpPr>
            <a:spLocks noChangeArrowheads="1"/>
          </p:cNvSpPr>
          <p:nvPr/>
        </p:nvSpPr>
        <p:spPr bwMode="auto">
          <a:xfrm>
            <a:off x="2874963" y="2951163"/>
            <a:ext cx="1971675" cy="442912"/>
          </a:xfrm>
          <a:prstGeom prst="rect">
            <a:avLst/>
          </a:prstGeom>
          <a:solidFill>
            <a:srgbClr val="660066"/>
          </a:solidFill>
          <a:ln w="19050" algn="ctr">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微地址寄存器</a:t>
            </a:r>
          </a:p>
        </p:txBody>
      </p:sp>
      <p:sp>
        <p:nvSpPr>
          <p:cNvPr id="97286" name="Rectangle 7">
            <a:extLst>
              <a:ext uri="{FF2B5EF4-FFF2-40B4-BE49-F238E27FC236}">
                <a16:creationId xmlns:a16="http://schemas.microsoft.com/office/drawing/2014/main" id="{0371E97E-9356-4301-9AFD-940B101D5FD1}"/>
              </a:ext>
            </a:extLst>
          </p:cNvPr>
          <p:cNvSpPr>
            <a:spLocks noChangeArrowheads="1"/>
          </p:cNvSpPr>
          <p:nvPr/>
        </p:nvSpPr>
        <p:spPr bwMode="auto">
          <a:xfrm>
            <a:off x="5432425" y="2636838"/>
            <a:ext cx="1357313" cy="1257300"/>
          </a:xfrm>
          <a:prstGeom prst="rect">
            <a:avLst/>
          </a:prstGeom>
          <a:solidFill>
            <a:srgbClr val="660066"/>
          </a:solidFill>
          <a:ln w="19050" algn="ctr">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地址转移</a:t>
            </a:r>
          </a:p>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逻辑</a:t>
            </a:r>
          </a:p>
        </p:txBody>
      </p:sp>
      <p:sp>
        <p:nvSpPr>
          <p:cNvPr id="97287" name="Rectangle 8">
            <a:extLst>
              <a:ext uri="{FF2B5EF4-FFF2-40B4-BE49-F238E27FC236}">
                <a16:creationId xmlns:a16="http://schemas.microsoft.com/office/drawing/2014/main" id="{100B7B1E-3DA7-4E8C-97D9-E3DE0AD1F7A5}"/>
              </a:ext>
            </a:extLst>
          </p:cNvPr>
          <p:cNvSpPr>
            <a:spLocks noChangeArrowheads="1"/>
          </p:cNvSpPr>
          <p:nvPr/>
        </p:nvSpPr>
        <p:spPr bwMode="auto">
          <a:xfrm>
            <a:off x="574675" y="3308350"/>
            <a:ext cx="1800225" cy="1271588"/>
          </a:xfrm>
          <a:prstGeom prst="rect">
            <a:avLst/>
          </a:prstGeom>
          <a:solidFill>
            <a:srgbClr val="660066"/>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latin typeface="楷体" panose="02010609060101010101" pitchFamily="49" charset="-122"/>
                <a:ea typeface="楷体" panose="02010609060101010101" pitchFamily="49" charset="-122"/>
              </a:rPr>
              <a:t>控制存储器</a:t>
            </a:r>
          </a:p>
        </p:txBody>
      </p:sp>
      <p:sp>
        <p:nvSpPr>
          <p:cNvPr id="97288" name="AutoShape 9">
            <a:extLst>
              <a:ext uri="{FF2B5EF4-FFF2-40B4-BE49-F238E27FC236}">
                <a16:creationId xmlns:a16="http://schemas.microsoft.com/office/drawing/2014/main" id="{A35F8B00-50A3-407F-B671-110A444BB2EA}"/>
              </a:ext>
            </a:extLst>
          </p:cNvPr>
          <p:cNvSpPr>
            <a:spLocks noChangeArrowheads="1"/>
          </p:cNvSpPr>
          <p:nvPr/>
        </p:nvSpPr>
        <p:spPr bwMode="auto">
          <a:xfrm flipV="1">
            <a:off x="574675" y="2936875"/>
            <a:ext cx="1814513" cy="38576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2969 w 21600"/>
              <a:gd name="T13" fmla="*/ 2969 h 21600"/>
              <a:gd name="T14" fmla="*/ 18631 w 21600"/>
              <a:gd name="T15" fmla="*/ 18631 h 21600"/>
            </a:gdLst>
            <a:ahLst/>
            <a:cxnLst>
              <a:cxn ang="T8">
                <a:pos x="T0" y="T1"/>
              </a:cxn>
              <a:cxn ang="T9">
                <a:pos x="T2" y="T3"/>
              </a:cxn>
              <a:cxn ang="T10">
                <a:pos x="T4" y="T5"/>
              </a:cxn>
              <a:cxn ang="T11">
                <a:pos x="T6" y="T7"/>
              </a:cxn>
            </a:cxnLst>
            <a:rect l="T12" t="T13" r="T14" b="T15"/>
            <a:pathLst>
              <a:path w="21600" h="21600">
                <a:moveTo>
                  <a:pt x="0" y="0"/>
                </a:moveTo>
                <a:lnTo>
                  <a:pt x="2338" y="21600"/>
                </a:lnTo>
                <a:lnTo>
                  <a:pt x="19262" y="21600"/>
                </a:lnTo>
                <a:lnTo>
                  <a:pt x="21600" y="0"/>
                </a:lnTo>
                <a:lnTo>
                  <a:pt x="0" y="0"/>
                </a:lnTo>
                <a:close/>
              </a:path>
            </a:pathLst>
          </a:custGeom>
          <a:solidFill>
            <a:srgbClr val="660066"/>
          </a:solidFill>
          <a:ln w="19050">
            <a:solidFill>
              <a:schemeClr val="bg1"/>
            </a:solidFill>
            <a:miter lim="800000"/>
            <a:headEnd/>
            <a:tailEnd type="none" w="lg" len="lg"/>
          </a:ln>
        </p:spPr>
        <p:txBody>
          <a:bodyPr rot="10800000"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solidFill>
                  <a:schemeClr val="bg1"/>
                </a:solidFill>
                <a:latin typeface="楷体" panose="02010609060101010101" pitchFamily="49" charset="-122"/>
                <a:ea typeface="楷体" panose="02010609060101010101" pitchFamily="49" charset="-122"/>
              </a:rPr>
              <a:t>地址译码</a:t>
            </a:r>
          </a:p>
        </p:txBody>
      </p:sp>
      <p:sp>
        <p:nvSpPr>
          <p:cNvPr id="97289" name="Rectangle 10">
            <a:extLst>
              <a:ext uri="{FF2B5EF4-FFF2-40B4-BE49-F238E27FC236}">
                <a16:creationId xmlns:a16="http://schemas.microsoft.com/office/drawing/2014/main" id="{E223955D-1AC2-4C67-87C9-D28064220F0E}"/>
              </a:ext>
            </a:extLst>
          </p:cNvPr>
          <p:cNvSpPr>
            <a:spLocks noChangeArrowheads="1"/>
          </p:cNvSpPr>
          <p:nvPr/>
        </p:nvSpPr>
        <p:spPr bwMode="auto">
          <a:xfrm>
            <a:off x="5546725" y="4537075"/>
            <a:ext cx="957263" cy="385763"/>
          </a:xfrm>
          <a:prstGeom prst="rect">
            <a:avLst/>
          </a:prstGeom>
          <a:solidFill>
            <a:srgbClr val="660066"/>
          </a:solidFill>
          <a:ln w="19050" algn="ctr">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a:t>
            </a:r>
            <a:r>
              <a:rPr kumimoji="0" lang="zh-CN" altLang="en-US" sz="2400">
                <a:solidFill>
                  <a:schemeClr val="bg1"/>
                </a:solidFill>
                <a:ea typeface="楷体" panose="02010609060101010101" pitchFamily="49" charset="-122"/>
                <a:cs typeface="Times New Roman" panose="02020603050405020304" pitchFamily="18" charset="0"/>
              </a:rPr>
              <a:t>字段</a:t>
            </a:r>
          </a:p>
        </p:txBody>
      </p:sp>
      <p:sp>
        <p:nvSpPr>
          <p:cNvPr id="97290" name="Rectangle 11">
            <a:extLst>
              <a:ext uri="{FF2B5EF4-FFF2-40B4-BE49-F238E27FC236}">
                <a16:creationId xmlns:a16="http://schemas.microsoft.com/office/drawing/2014/main" id="{A6E8CCB2-D0F2-4337-A3EF-D1E54FFF74BA}"/>
              </a:ext>
            </a:extLst>
          </p:cNvPr>
          <p:cNvSpPr>
            <a:spLocks noChangeArrowheads="1"/>
          </p:cNvSpPr>
          <p:nvPr/>
        </p:nvSpPr>
        <p:spPr bwMode="auto">
          <a:xfrm>
            <a:off x="6503988" y="4537075"/>
            <a:ext cx="2143125" cy="385763"/>
          </a:xfrm>
          <a:prstGeom prst="rect">
            <a:avLst/>
          </a:prstGeom>
          <a:solidFill>
            <a:srgbClr val="660066"/>
          </a:solidFill>
          <a:ln w="19050" algn="ctr">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控制字段</a:t>
            </a:r>
          </a:p>
        </p:txBody>
      </p:sp>
      <p:sp>
        <p:nvSpPr>
          <p:cNvPr id="97291" name="Rectangle 13">
            <a:extLst>
              <a:ext uri="{FF2B5EF4-FFF2-40B4-BE49-F238E27FC236}">
                <a16:creationId xmlns:a16="http://schemas.microsoft.com/office/drawing/2014/main" id="{E9CD402C-019C-4603-8091-F9BF4E323958}"/>
              </a:ext>
            </a:extLst>
          </p:cNvPr>
          <p:cNvSpPr>
            <a:spLocks noChangeArrowheads="1"/>
          </p:cNvSpPr>
          <p:nvPr/>
        </p:nvSpPr>
        <p:spPr bwMode="auto">
          <a:xfrm>
            <a:off x="3860800" y="2522538"/>
            <a:ext cx="128588" cy="428625"/>
          </a:xfrm>
          <a:prstGeom prst="rect">
            <a:avLst/>
          </a:prstGeom>
          <a:solidFill>
            <a:schemeClr val="bg1"/>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2" name="AutoShape 14">
            <a:extLst>
              <a:ext uri="{FF2B5EF4-FFF2-40B4-BE49-F238E27FC236}">
                <a16:creationId xmlns:a16="http://schemas.microsoft.com/office/drawing/2014/main" id="{3D3C7B4D-CBA4-4521-A3AB-34F9727212BA}"/>
              </a:ext>
            </a:extLst>
          </p:cNvPr>
          <p:cNvSpPr>
            <a:spLocks noChangeArrowheads="1"/>
          </p:cNvSpPr>
          <p:nvPr/>
        </p:nvSpPr>
        <p:spPr bwMode="auto">
          <a:xfrm>
            <a:off x="1317625" y="2522538"/>
            <a:ext cx="257175" cy="428625"/>
          </a:xfrm>
          <a:prstGeom prst="downArrow">
            <a:avLst>
              <a:gd name="adj1" fmla="val 50000"/>
              <a:gd name="adj2" fmla="val 41667"/>
            </a:avLst>
          </a:prstGeom>
          <a:solidFill>
            <a:schemeClr val="bg1"/>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3" name="Rectangle 12">
            <a:extLst>
              <a:ext uri="{FF2B5EF4-FFF2-40B4-BE49-F238E27FC236}">
                <a16:creationId xmlns:a16="http://schemas.microsoft.com/office/drawing/2014/main" id="{ACC09DCD-77C6-4DF5-91F7-D77694B12831}"/>
              </a:ext>
            </a:extLst>
          </p:cNvPr>
          <p:cNvSpPr>
            <a:spLocks noChangeArrowheads="1"/>
          </p:cNvSpPr>
          <p:nvPr/>
        </p:nvSpPr>
        <p:spPr bwMode="auto">
          <a:xfrm>
            <a:off x="1374775" y="2508250"/>
            <a:ext cx="2614613" cy="142875"/>
          </a:xfrm>
          <a:prstGeom prst="rect">
            <a:avLst/>
          </a:prstGeom>
          <a:solidFill>
            <a:schemeClr val="bg1"/>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4" name="Rectangle 18">
            <a:extLst>
              <a:ext uri="{FF2B5EF4-FFF2-40B4-BE49-F238E27FC236}">
                <a16:creationId xmlns:a16="http://schemas.microsoft.com/office/drawing/2014/main" id="{BFE74871-1E0B-4B0C-8A01-0509130C4582}"/>
              </a:ext>
            </a:extLst>
          </p:cNvPr>
          <p:cNvSpPr>
            <a:spLocks noChangeArrowheads="1"/>
          </p:cNvSpPr>
          <p:nvPr/>
        </p:nvSpPr>
        <p:spPr bwMode="auto">
          <a:xfrm>
            <a:off x="1508125" y="4579938"/>
            <a:ext cx="128588" cy="790575"/>
          </a:xfrm>
          <a:prstGeom prst="rect">
            <a:avLst/>
          </a:prstGeom>
          <a:solidFill>
            <a:schemeClr val="bg1"/>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5" name="AutoShape 19">
            <a:extLst>
              <a:ext uri="{FF2B5EF4-FFF2-40B4-BE49-F238E27FC236}">
                <a16:creationId xmlns:a16="http://schemas.microsoft.com/office/drawing/2014/main" id="{6D1F6C22-2A30-4F6A-9299-C4CEB248B6AD}"/>
              </a:ext>
            </a:extLst>
          </p:cNvPr>
          <p:cNvSpPr>
            <a:spLocks noChangeArrowheads="1"/>
          </p:cNvSpPr>
          <p:nvPr/>
        </p:nvSpPr>
        <p:spPr bwMode="auto">
          <a:xfrm>
            <a:off x="3846513" y="3398838"/>
            <a:ext cx="228600" cy="1971675"/>
          </a:xfrm>
          <a:prstGeom prst="upArrow">
            <a:avLst>
              <a:gd name="adj1" fmla="val 58333"/>
              <a:gd name="adj2" fmla="val 60694"/>
            </a:avLst>
          </a:prstGeom>
          <a:solidFill>
            <a:schemeClr val="bg1"/>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6" name="AutoShape 20">
            <a:extLst>
              <a:ext uri="{FF2B5EF4-FFF2-40B4-BE49-F238E27FC236}">
                <a16:creationId xmlns:a16="http://schemas.microsoft.com/office/drawing/2014/main" id="{B3DF111E-698A-4513-9ED6-21C8E53C8CA0}"/>
              </a:ext>
            </a:extLst>
          </p:cNvPr>
          <p:cNvSpPr>
            <a:spLocks noChangeArrowheads="1"/>
          </p:cNvSpPr>
          <p:nvPr/>
        </p:nvSpPr>
        <p:spPr bwMode="auto">
          <a:xfrm>
            <a:off x="5913438" y="4922838"/>
            <a:ext cx="266700" cy="438150"/>
          </a:xfrm>
          <a:prstGeom prst="upArrow">
            <a:avLst>
              <a:gd name="adj1" fmla="val 50000"/>
              <a:gd name="adj2" fmla="val 41071"/>
            </a:avLst>
          </a:prstGeom>
          <a:solidFill>
            <a:schemeClr val="bg1"/>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85717" name="AutoShape 21">
            <a:extLst>
              <a:ext uri="{FF2B5EF4-FFF2-40B4-BE49-F238E27FC236}">
                <a16:creationId xmlns:a16="http://schemas.microsoft.com/office/drawing/2014/main" id="{68A25690-0AE0-46C3-AE45-2BDC9CABCFF0}"/>
              </a:ext>
            </a:extLst>
          </p:cNvPr>
          <p:cNvSpPr>
            <a:spLocks noChangeArrowheads="1"/>
          </p:cNvSpPr>
          <p:nvPr/>
        </p:nvSpPr>
        <p:spPr bwMode="auto">
          <a:xfrm>
            <a:off x="7427913" y="4932363"/>
            <a:ext cx="276225" cy="438150"/>
          </a:xfrm>
          <a:prstGeom prst="upArrow">
            <a:avLst>
              <a:gd name="adj1" fmla="val 50000"/>
              <a:gd name="adj2" fmla="val 39655"/>
            </a:avLst>
          </a:prstGeom>
          <a:solidFill>
            <a:schemeClr val="bg1"/>
          </a:solidFill>
          <a:ln w="19050">
            <a:solidFill>
              <a:schemeClr val="tx1"/>
            </a:solidFill>
            <a:miter lim="800000"/>
            <a:headEnd/>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C0C0C0"/>
                </a:outerShdw>
              </a:effectLst>
              <a:latin typeface="Tahoma" pitchFamily="34" charset="0"/>
              <a:ea typeface="宋体" pitchFamily="2" charset="-122"/>
            </a:endParaRPr>
          </a:p>
        </p:txBody>
      </p:sp>
      <p:sp>
        <p:nvSpPr>
          <p:cNvPr id="285713" name="Rectangle 17">
            <a:extLst>
              <a:ext uri="{FF2B5EF4-FFF2-40B4-BE49-F238E27FC236}">
                <a16:creationId xmlns:a16="http://schemas.microsoft.com/office/drawing/2014/main" id="{240D9893-0315-45BA-A7C2-D9B7F9934CC1}"/>
              </a:ext>
            </a:extLst>
          </p:cNvPr>
          <p:cNvSpPr>
            <a:spLocks noChangeArrowheads="1"/>
          </p:cNvSpPr>
          <p:nvPr/>
        </p:nvSpPr>
        <p:spPr bwMode="auto">
          <a:xfrm>
            <a:off x="1508125" y="5232400"/>
            <a:ext cx="6129338" cy="142875"/>
          </a:xfrm>
          <a:prstGeom prst="rect">
            <a:avLst/>
          </a:prstGeom>
          <a:solidFill>
            <a:schemeClr val="bg1"/>
          </a:solidFill>
          <a:ln w="19050">
            <a:solidFill>
              <a:schemeClr val="tx1"/>
            </a:solid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itchFamily="34" charset="0"/>
              <a:ea typeface="宋体" pitchFamily="2" charset="-122"/>
            </a:endParaRPr>
          </a:p>
        </p:txBody>
      </p:sp>
      <p:sp>
        <p:nvSpPr>
          <p:cNvPr id="97299" name="Rectangle 22">
            <a:extLst>
              <a:ext uri="{FF2B5EF4-FFF2-40B4-BE49-F238E27FC236}">
                <a16:creationId xmlns:a16="http://schemas.microsoft.com/office/drawing/2014/main" id="{36C174CB-7E50-4C0F-B416-DEDA210A549D}"/>
              </a:ext>
            </a:extLst>
          </p:cNvPr>
          <p:cNvSpPr>
            <a:spLocks noChangeArrowheads="1"/>
          </p:cNvSpPr>
          <p:nvPr/>
        </p:nvSpPr>
        <p:spPr bwMode="auto">
          <a:xfrm>
            <a:off x="1522413" y="5180013"/>
            <a:ext cx="95250" cy="114300"/>
          </a:xfrm>
          <a:prstGeom prst="rect">
            <a:avLst/>
          </a:prstGeom>
          <a:solidFill>
            <a:schemeClr val="bg1"/>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85719" name="Rectangle 23">
            <a:extLst>
              <a:ext uri="{FF2B5EF4-FFF2-40B4-BE49-F238E27FC236}">
                <a16:creationId xmlns:a16="http://schemas.microsoft.com/office/drawing/2014/main" id="{5AA1655C-B359-4AE6-B240-FEE148FD647B}"/>
              </a:ext>
            </a:extLst>
          </p:cNvPr>
          <p:cNvSpPr>
            <a:spLocks noChangeArrowheads="1"/>
          </p:cNvSpPr>
          <p:nvPr/>
        </p:nvSpPr>
        <p:spPr bwMode="auto">
          <a:xfrm>
            <a:off x="3913188" y="5170488"/>
            <a:ext cx="95250" cy="114300"/>
          </a:xfrm>
          <a:prstGeom prst="rect">
            <a:avLst/>
          </a:prstGeom>
          <a:solidFill>
            <a:schemeClr val="bg1"/>
          </a:solidFill>
          <a:ln w="19050">
            <a:solidFill>
              <a:schemeClr val="bg1"/>
            </a:solid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itchFamily="34" charset="0"/>
              <a:ea typeface="宋体" pitchFamily="2" charset="-122"/>
            </a:endParaRPr>
          </a:p>
        </p:txBody>
      </p:sp>
      <p:sp>
        <p:nvSpPr>
          <p:cNvPr id="285720" name="Rectangle 24">
            <a:extLst>
              <a:ext uri="{FF2B5EF4-FFF2-40B4-BE49-F238E27FC236}">
                <a16:creationId xmlns:a16="http://schemas.microsoft.com/office/drawing/2014/main" id="{0AB1D6C3-EC56-4231-997B-BFC3018BD6DA}"/>
              </a:ext>
            </a:extLst>
          </p:cNvPr>
          <p:cNvSpPr>
            <a:spLocks noChangeArrowheads="1"/>
          </p:cNvSpPr>
          <p:nvPr/>
        </p:nvSpPr>
        <p:spPr bwMode="auto">
          <a:xfrm>
            <a:off x="5999163" y="5180013"/>
            <a:ext cx="95250" cy="114300"/>
          </a:xfrm>
          <a:prstGeom prst="rect">
            <a:avLst/>
          </a:prstGeom>
          <a:solidFill>
            <a:schemeClr val="bg1"/>
          </a:solidFill>
          <a:ln w="19050">
            <a:solidFill>
              <a:schemeClr val="bg1"/>
            </a:solid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itchFamily="34" charset="0"/>
              <a:ea typeface="宋体" pitchFamily="2" charset="-122"/>
            </a:endParaRPr>
          </a:p>
        </p:txBody>
      </p:sp>
      <p:sp>
        <p:nvSpPr>
          <p:cNvPr id="285721" name="Rectangle 25">
            <a:extLst>
              <a:ext uri="{FF2B5EF4-FFF2-40B4-BE49-F238E27FC236}">
                <a16:creationId xmlns:a16="http://schemas.microsoft.com/office/drawing/2014/main" id="{698374A6-E745-44D9-9C3E-2998C2784D24}"/>
              </a:ext>
            </a:extLst>
          </p:cNvPr>
          <p:cNvSpPr>
            <a:spLocks noChangeArrowheads="1"/>
          </p:cNvSpPr>
          <p:nvPr/>
        </p:nvSpPr>
        <p:spPr bwMode="auto">
          <a:xfrm>
            <a:off x="7523163" y="5199063"/>
            <a:ext cx="95250" cy="114300"/>
          </a:xfrm>
          <a:prstGeom prst="rect">
            <a:avLst/>
          </a:prstGeom>
          <a:solidFill>
            <a:schemeClr val="bg1"/>
          </a:solidFill>
          <a:ln w="19050">
            <a:solidFill>
              <a:schemeClr val="bg1"/>
            </a:solid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itchFamily="34" charset="0"/>
              <a:ea typeface="宋体" pitchFamily="2" charset="-122"/>
            </a:endParaRPr>
          </a:p>
        </p:txBody>
      </p:sp>
      <p:sp>
        <p:nvSpPr>
          <p:cNvPr id="97303" name="Line 26">
            <a:extLst>
              <a:ext uri="{FF2B5EF4-FFF2-40B4-BE49-F238E27FC236}">
                <a16:creationId xmlns:a16="http://schemas.microsoft.com/office/drawing/2014/main" id="{86CC5E2A-30CB-4D70-BA42-4C57DD8D1C94}"/>
              </a:ext>
            </a:extLst>
          </p:cNvPr>
          <p:cNvSpPr>
            <a:spLocks noChangeShapeType="1"/>
          </p:cNvSpPr>
          <p:nvPr/>
        </p:nvSpPr>
        <p:spPr bwMode="auto">
          <a:xfrm flipV="1">
            <a:off x="6046788" y="3894138"/>
            <a:ext cx="0" cy="6286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4" name="Line 27">
            <a:extLst>
              <a:ext uri="{FF2B5EF4-FFF2-40B4-BE49-F238E27FC236}">
                <a16:creationId xmlns:a16="http://schemas.microsoft.com/office/drawing/2014/main" id="{A4DDD681-3035-49DF-A2ED-4CEC4A94BA33}"/>
              </a:ext>
            </a:extLst>
          </p:cNvPr>
          <p:cNvSpPr>
            <a:spLocks noChangeShapeType="1"/>
          </p:cNvSpPr>
          <p:nvPr/>
        </p:nvSpPr>
        <p:spPr bwMode="auto">
          <a:xfrm flipV="1">
            <a:off x="7018338" y="3908425"/>
            <a:ext cx="0" cy="6286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5" name="Line 28">
            <a:extLst>
              <a:ext uri="{FF2B5EF4-FFF2-40B4-BE49-F238E27FC236}">
                <a16:creationId xmlns:a16="http://schemas.microsoft.com/office/drawing/2014/main" id="{8F350FF4-37BA-43F4-9D61-9A17D97E31C1}"/>
              </a:ext>
            </a:extLst>
          </p:cNvPr>
          <p:cNvSpPr>
            <a:spLocks noChangeShapeType="1"/>
          </p:cNvSpPr>
          <p:nvPr/>
        </p:nvSpPr>
        <p:spPr bwMode="auto">
          <a:xfrm flipV="1">
            <a:off x="7275513" y="3908425"/>
            <a:ext cx="0" cy="6286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6" name="Line 29">
            <a:extLst>
              <a:ext uri="{FF2B5EF4-FFF2-40B4-BE49-F238E27FC236}">
                <a16:creationId xmlns:a16="http://schemas.microsoft.com/office/drawing/2014/main" id="{DB37AF2C-02A3-49DD-9D0F-8B8F94E36DE4}"/>
              </a:ext>
            </a:extLst>
          </p:cNvPr>
          <p:cNvSpPr>
            <a:spLocks noChangeShapeType="1"/>
          </p:cNvSpPr>
          <p:nvPr/>
        </p:nvSpPr>
        <p:spPr bwMode="auto">
          <a:xfrm flipV="1">
            <a:off x="7518400" y="3908425"/>
            <a:ext cx="0" cy="6286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7" name="Line 30">
            <a:extLst>
              <a:ext uri="{FF2B5EF4-FFF2-40B4-BE49-F238E27FC236}">
                <a16:creationId xmlns:a16="http://schemas.microsoft.com/office/drawing/2014/main" id="{EFE81317-981F-49E1-8DA9-92869A6137D7}"/>
              </a:ext>
            </a:extLst>
          </p:cNvPr>
          <p:cNvSpPr>
            <a:spLocks noChangeShapeType="1"/>
          </p:cNvSpPr>
          <p:nvPr/>
        </p:nvSpPr>
        <p:spPr bwMode="auto">
          <a:xfrm flipV="1">
            <a:off x="8247063" y="3908425"/>
            <a:ext cx="0" cy="6286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8" name="Text Box 31">
            <a:extLst>
              <a:ext uri="{FF2B5EF4-FFF2-40B4-BE49-F238E27FC236}">
                <a16:creationId xmlns:a16="http://schemas.microsoft.com/office/drawing/2014/main" id="{A1C99741-4425-4C56-9FDB-7BA9F301AE1A}"/>
              </a:ext>
            </a:extLst>
          </p:cNvPr>
          <p:cNvSpPr txBox="1">
            <a:spLocks noChangeArrowheads="1"/>
          </p:cNvSpPr>
          <p:nvPr/>
        </p:nvSpPr>
        <p:spPr bwMode="auto">
          <a:xfrm>
            <a:off x="7497763" y="39528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Arial" panose="020B0604020202020204" pitchFamily="34" charset="0"/>
                <a:ea typeface="宋体" panose="02010600030101010101" pitchFamily="2" charset="-122"/>
              </a:rPr>
              <a:t>……</a:t>
            </a:r>
            <a:endParaRPr kumimoji="0" lang="en-US" altLang="zh-CN" sz="2400">
              <a:latin typeface="Tahoma" panose="020B0604030504040204" pitchFamily="34" charset="0"/>
              <a:ea typeface="宋体" panose="02010600030101010101" pitchFamily="2" charset="-122"/>
            </a:endParaRPr>
          </a:p>
        </p:txBody>
      </p:sp>
      <p:sp>
        <p:nvSpPr>
          <p:cNvPr id="97309" name="Text Box 32">
            <a:extLst>
              <a:ext uri="{FF2B5EF4-FFF2-40B4-BE49-F238E27FC236}">
                <a16:creationId xmlns:a16="http://schemas.microsoft.com/office/drawing/2014/main" id="{F0460ACD-894F-4A5A-8B89-B5D42981FE33}"/>
              </a:ext>
            </a:extLst>
          </p:cNvPr>
          <p:cNvSpPr txBox="1">
            <a:spLocks noChangeArrowheads="1"/>
          </p:cNvSpPr>
          <p:nvPr/>
        </p:nvSpPr>
        <p:spPr bwMode="auto">
          <a:xfrm>
            <a:off x="6784975" y="3490913"/>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微命令信号</a:t>
            </a:r>
          </a:p>
        </p:txBody>
      </p:sp>
      <p:sp>
        <p:nvSpPr>
          <p:cNvPr id="97310" name="Line 34">
            <a:extLst>
              <a:ext uri="{FF2B5EF4-FFF2-40B4-BE49-F238E27FC236}">
                <a16:creationId xmlns:a16="http://schemas.microsoft.com/office/drawing/2014/main" id="{3B180879-AC3F-4D7C-8185-82394E6BF57A}"/>
              </a:ext>
            </a:extLst>
          </p:cNvPr>
          <p:cNvSpPr>
            <a:spLocks noChangeShapeType="1"/>
          </p:cNvSpPr>
          <p:nvPr/>
        </p:nvSpPr>
        <p:spPr bwMode="auto">
          <a:xfrm>
            <a:off x="6018213" y="2093913"/>
            <a:ext cx="0" cy="52863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11" name="Text Box 36">
            <a:extLst>
              <a:ext uri="{FF2B5EF4-FFF2-40B4-BE49-F238E27FC236}">
                <a16:creationId xmlns:a16="http://schemas.microsoft.com/office/drawing/2014/main" id="{784BD2B9-F021-4041-9DF1-FA7473706363}"/>
              </a:ext>
            </a:extLst>
          </p:cNvPr>
          <p:cNvSpPr txBox="1">
            <a:spLocks noChangeArrowheads="1"/>
          </p:cNvSpPr>
          <p:nvPr/>
        </p:nvSpPr>
        <p:spPr bwMode="auto">
          <a:xfrm>
            <a:off x="6140450" y="2038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Arial" panose="020B0604020202020204" pitchFamily="34" charset="0"/>
                <a:ea typeface="宋体" panose="02010600030101010101" pitchFamily="2" charset="-122"/>
              </a:rPr>
              <a:t>…</a:t>
            </a:r>
            <a:endParaRPr kumimoji="0" lang="en-US" altLang="zh-CN" sz="2400">
              <a:latin typeface="Tahoma" panose="020B0604030504040204" pitchFamily="34" charset="0"/>
              <a:ea typeface="宋体" panose="02010600030101010101" pitchFamily="2" charset="-122"/>
            </a:endParaRPr>
          </a:p>
        </p:txBody>
      </p:sp>
      <p:sp>
        <p:nvSpPr>
          <p:cNvPr id="97312" name="Line 37">
            <a:extLst>
              <a:ext uri="{FF2B5EF4-FFF2-40B4-BE49-F238E27FC236}">
                <a16:creationId xmlns:a16="http://schemas.microsoft.com/office/drawing/2014/main" id="{4D3404DD-9691-4EE2-B42F-FA4ED8E5E05A}"/>
              </a:ext>
            </a:extLst>
          </p:cNvPr>
          <p:cNvSpPr>
            <a:spLocks noChangeShapeType="1"/>
          </p:cNvSpPr>
          <p:nvPr/>
        </p:nvSpPr>
        <p:spPr bwMode="auto">
          <a:xfrm>
            <a:off x="6203950" y="2093913"/>
            <a:ext cx="0" cy="52863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13" name="Line 38">
            <a:extLst>
              <a:ext uri="{FF2B5EF4-FFF2-40B4-BE49-F238E27FC236}">
                <a16:creationId xmlns:a16="http://schemas.microsoft.com/office/drawing/2014/main" id="{97B5FEFF-1007-464D-9418-4EF235F78E36}"/>
              </a:ext>
            </a:extLst>
          </p:cNvPr>
          <p:cNvSpPr>
            <a:spLocks noChangeShapeType="1"/>
          </p:cNvSpPr>
          <p:nvPr/>
        </p:nvSpPr>
        <p:spPr bwMode="auto">
          <a:xfrm>
            <a:off x="6561138" y="2108200"/>
            <a:ext cx="0" cy="528638"/>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14" name="AutoShape 39">
            <a:extLst>
              <a:ext uri="{FF2B5EF4-FFF2-40B4-BE49-F238E27FC236}">
                <a16:creationId xmlns:a16="http://schemas.microsoft.com/office/drawing/2014/main" id="{8FCCD761-5B30-458D-9150-8AB764C16386}"/>
              </a:ext>
            </a:extLst>
          </p:cNvPr>
          <p:cNvSpPr>
            <a:spLocks noChangeArrowheads="1"/>
          </p:cNvSpPr>
          <p:nvPr/>
        </p:nvSpPr>
        <p:spPr bwMode="auto">
          <a:xfrm flipV="1">
            <a:off x="5175250" y="1979613"/>
            <a:ext cx="628650" cy="642937"/>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6234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15" y="0"/>
                </a:moveTo>
                <a:lnTo>
                  <a:pt x="10829" y="7200"/>
                </a:lnTo>
                <a:lnTo>
                  <a:pt x="13915" y="7200"/>
                </a:lnTo>
                <a:lnTo>
                  <a:pt x="13915" y="16234"/>
                </a:lnTo>
                <a:lnTo>
                  <a:pt x="0" y="16234"/>
                </a:lnTo>
                <a:lnTo>
                  <a:pt x="0" y="21600"/>
                </a:lnTo>
                <a:lnTo>
                  <a:pt x="18514" y="21600"/>
                </a:lnTo>
                <a:lnTo>
                  <a:pt x="18514" y="7200"/>
                </a:lnTo>
                <a:lnTo>
                  <a:pt x="21600" y="7200"/>
                </a:lnTo>
                <a:lnTo>
                  <a:pt x="16215" y="0"/>
                </a:lnTo>
                <a:close/>
              </a:path>
            </a:pathLst>
          </a:custGeom>
          <a:solidFill>
            <a:schemeClr val="bg1"/>
          </a:solidFill>
          <a:ln w="19050">
            <a:solidFill>
              <a:schemeClr val="tx1"/>
            </a:solidFill>
            <a:miter lim="800000"/>
            <a:headEnd/>
            <a:tailEnd type="none" w="lg" len="lg"/>
          </a:ln>
        </p:spPr>
        <p:txBody>
          <a:bodyPr wrap="none" anchor="ctr"/>
          <a:lstStyle/>
          <a:p>
            <a:endParaRPr lang="zh-CN" altLang="en-US"/>
          </a:p>
        </p:txBody>
      </p:sp>
      <p:sp>
        <p:nvSpPr>
          <p:cNvPr id="97315" name="Text Box 40">
            <a:extLst>
              <a:ext uri="{FF2B5EF4-FFF2-40B4-BE49-F238E27FC236}">
                <a16:creationId xmlns:a16="http://schemas.microsoft.com/office/drawing/2014/main" id="{11708044-D02C-4E4B-9D1F-FB6B171AFCAB}"/>
              </a:ext>
            </a:extLst>
          </p:cNvPr>
          <p:cNvSpPr txBox="1">
            <a:spLocks noChangeArrowheads="1"/>
          </p:cNvSpPr>
          <p:nvPr/>
        </p:nvSpPr>
        <p:spPr bwMode="auto">
          <a:xfrm>
            <a:off x="5603875" y="161925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状态条件</a:t>
            </a:r>
          </a:p>
        </p:txBody>
      </p:sp>
      <p:sp>
        <p:nvSpPr>
          <p:cNvPr id="97316" name="Text Box 41">
            <a:extLst>
              <a:ext uri="{FF2B5EF4-FFF2-40B4-BE49-F238E27FC236}">
                <a16:creationId xmlns:a16="http://schemas.microsoft.com/office/drawing/2014/main" id="{BE7C8649-2824-4F66-A480-34D9118D8CE7}"/>
              </a:ext>
            </a:extLst>
          </p:cNvPr>
          <p:cNvSpPr txBox="1">
            <a:spLocks noChangeArrowheads="1"/>
          </p:cNvSpPr>
          <p:nvPr/>
        </p:nvSpPr>
        <p:spPr bwMode="auto">
          <a:xfrm>
            <a:off x="4448192" y="4305300"/>
            <a:ext cx="11128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微指令</a:t>
            </a:r>
          </a:p>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寄存器</a:t>
            </a:r>
          </a:p>
        </p:txBody>
      </p:sp>
      <p:sp>
        <p:nvSpPr>
          <p:cNvPr id="97317" name="AutoShape 42">
            <a:extLst>
              <a:ext uri="{FF2B5EF4-FFF2-40B4-BE49-F238E27FC236}">
                <a16:creationId xmlns:a16="http://schemas.microsoft.com/office/drawing/2014/main" id="{3A676105-F6B3-4856-B502-115B254A8732}"/>
              </a:ext>
            </a:extLst>
          </p:cNvPr>
          <p:cNvSpPr>
            <a:spLocks noChangeArrowheads="1"/>
          </p:cNvSpPr>
          <p:nvPr/>
        </p:nvSpPr>
        <p:spPr bwMode="auto">
          <a:xfrm>
            <a:off x="4846638" y="3065463"/>
            <a:ext cx="585787" cy="271462"/>
          </a:xfrm>
          <a:prstGeom prst="leftArrow">
            <a:avLst>
              <a:gd name="adj1" fmla="val 50000"/>
              <a:gd name="adj2" fmla="val 53947"/>
            </a:avLst>
          </a:prstGeom>
          <a:solidFill>
            <a:srgbClr val="660066"/>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a:extLst>
              <a:ext uri="{FF2B5EF4-FFF2-40B4-BE49-F238E27FC236}">
                <a16:creationId xmlns:a16="http://schemas.microsoft.com/office/drawing/2014/main" id="{1C53892E-6B24-8245-8B3D-C1DE8BC954DC}"/>
              </a:ext>
            </a:extLst>
          </p:cNvPr>
          <p:cNvSpPr>
            <a:spLocks noGrp="1" noChangeArrowheads="1"/>
          </p:cNvSpPr>
          <p:nvPr>
            <p:ph type="title"/>
          </p:nvPr>
        </p:nvSpPr>
        <p:spPr/>
        <p:txBody>
          <a:bodyPr/>
          <a:lstStyle/>
          <a:p>
            <a:pPr eaLnBrk="1" hangingPunct="1"/>
            <a:r>
              <a:rPr lang="zh-CN" altLang="en-US"/>
              <a:t>硬连线控制器原理框图</a:t>
            </a:r>
          </a:p>
        </p:txBody>
      </p:sp>
      <p:sp>
        <p:nvSpPr>
          <p:cNvPr id="444420" name="Rectangle 4">
            <a:extLst>
              <a:ext uri="{FF2B5EF4-FFF2-40B4-BE49-F238E27FC236}">
                <a16:creationId xmlns:a16="http://schemas.microsoft.com/office/drawing/2014/main" id="{4533221C-0D53-8E48-A524-3D531974918D}"/>
              </a:ext>
            </a:extLst>
          </p:cNvPr>
          <p:cNvSpPr>
            <a:spLocks noChangeArrowheads="1"/>
          </p:cNvSpPr>
          <p:nvPr/>
        </p:nvSpPr>
        <p:spPr bwMode="auto">
          <a:xfrm>
            <a:off x="6535738" y="4560887"/>
            <a:ext cx="304800" cy="1752600"/>
          </a:xfrm>
          <a:prstGeom prst="rect">
            <a:avLst/>
          </a:prstGeom>
          <a:solidFill>
            <a:schemeClr val="accent6">
              <a:lumMod val="50000"/>
            </a:schemeClr>
          </a:solidFill>
          <a:ln w="38100">
            <a:noFill/>
            <a:miter lim="800000"/>
            <a:headEnd/>
            <a:tailEnd/>
          </a:ln>
          <a:effectLst>
            <a:outerShdw dist="35921" dir="2700000" algn="ctr" rotWithShape="0">
              <a:schemeClr val="bg2"/>
            </a:outerShdw>
          </a:effectLst>
        </p:spPr>
        <p:txBody>
          <a:bodyPr wrap="none" anchor="ctr"/>
          <a:lstStyle/>
          <a:p>
            <a:pPr algn="ctr" eaLnBrk="1" hangingPunct="1">
              <a:spcBef>
                <a:spcPct val="20000"/>
              </a:spcBef>
              <a:buFont typeface="Wingdings" panose="05000000000000000000" pitchFamily="2" charset="2"/>
              <a:buNone/>
              <a:defRPr/>
            </a:pPr>
            <a:endParaRPr lang="zh-CN" altLang="en-US">
              <a:latin typeface="楷体" panose="02010609060101010101" pitchFamily="49" charset="-122"/>
              <a:ea typeface="楷体" panose="02010609060101010101" pitchFamily="49" charset="-122"/>
            </a:endParaRPr>
          </a:p>
        </p:txBody>
      </p:sp>
      <p:sp>
        <p:nvSpPr>
          <p:cNvPr id="59396" name="Rectangle 5">
            <a:extLst>
              <a:ext uri="{FF2B5EF4-FFF2-40B4-BE49-F238E27FC236}">
                <a16:creationId xmlns:a16="http://schemas.microsoft.com/office/drawing/2014/main" id="{956D5CDF-234E-4DA6-89F8-88E8FD0DE38D}"/>
              </a:ext>
            </a:extLst>
          </p:cNvPr>
          <p:cNvSpPr>
            <a:spLocks noChangeArrowheads="1"/>
          </p:cNvSpPr>
          <p:nvPr/>
        </p:nvSpPr>
        <p:spPr bwMode="auto">
          <a:xfrm>
            <a:off x="1658938" y="5399087"/>
            <a:ext cx="762000" cy="749300"/>
          </a:xfrm>
          <a:prstGeom prst="rect">
            <a:avLst/>
          </a:prstGeom>
          <a:solidFill>
            <a:srgbClr val="660066"/>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397" name="Rectangle 6">
            <a:extLst>
              <a:ext uri="{FF2B5EF4-FFF2-40B4-BE49-F238E27FC236}">
                <a16:creationId xmlns:a16="http://schemas.microsoft.com/office/drawing/2014/main" id="{B9B5629B-C989-451C-A302-F908663183CF}"/>
              </a:ext>
            </a:extLst>
          </p:cNvPr>
          <p:cNvSpPr>
            <a:spLocks noChangeArrowheads="1"/>
          </p:cNvSpPr>
          <p:nvPr/>
        </p:nvSpPr>
        <p:spPr bwMode="auto">
          <a:xfrm>
            <a:off x="3216275" y="5359400"/>
            <a:ext cx="762000" cy="773112"/>
          </a:xfrm>
          <a:prstGeom prst="rect">
            <a:avLst/>
          </a:prstGeom>
          <a:solidFill>
            <a:srgbClr val="660066"/>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398" name="Rectangle 7">
            <a:extLst>
              <a:ext uri="{FF2B5EF4-FFF2-40B4-BE49-F238E27FC236}">
                <a16:creationId xmlns:a16="http://schemas.microsoft.com/office/drawing/2014/main" id="{A4704E26-77A9-4EDF-BC5E-AC1069AA96DC}"/>
              </a:ext>
            </a:extLst>
          </p:cNvPr>
          <p:cNvSpPr>
            <a:spLocks noChangeArrowheads="1"/>
          </p:cNvSpPr>
          <p:nvPr/>
        </p:nvSpPr>
        <p:spPr bwMode="auto">
          <a:xfrm>
            <a:off x="439738" y="2895600"/>
            <a:ext cx="1371600" cy="533400"/>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399" name="Rectangle 8">
            <a:extLst>
              <a:ext uri="{FF2B5EF4-FFF2-40B4-BE49-F238E27FC236}">
                <a16:creationId xmlns:a16="http://schemas.microsoft.com/office/drawing/2014/main" id="{AC955C62-5E2D-4FD7-9071-D82F4EFA4112}"/>
              </a:ext>
            </a:extLst>
          </p:cNvPr>
          <p:cNvSpPr>
            <a:spLocks noChangeArrowheads="1"/>
          </p:cNvSpPr>
          <p:nvPr/>
        </p:nvSpPr>
        <p:spPr bwMode="auto">
          <a:xfrm>
            <a:off x="466725" y="1600200"/>
            <a:ext cx="1295400" cy="762000"/>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400" name="Rectangle 9">
            <a:extLst>
              <a:ext uri="{FF2B5EF4-FFF2-40B4-BE49-F238E27FC236}">
                <a16:creationId xmlns:a16="http://schemas.microsoft.com/office/drawing/2014/main" id="{B744C393-D956-41A2-BF75-035D025848A3}"/>
              </a:ext>
            </a:extLst>
          </p:cNvPr>
          <p:cNvSpPr>
            <a:spLocks noChangeArrowheads="1"/>
          </p:cNvSpPr>
          <p:nvPr/>
        </p:nvSpPr>
        <p:spPr bwMode="auto">
          <a:xfrm>
            <a:off x="3411538" y="1447800"/>
            <a:ext cx="1828800" cy="1828800"/>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401" name="Rectangle 10">
            <a:extLst>
              <a:ext uri="{FF2B5EF4-FFF2-40B4-BE49-F238E27FC236}">
                <a16:creationId xmlns:a16="http://schemas.microsoft.com/office/drawing/2014/main" id="{5A85A9AD-24DF-48F9-98D2-9157779C38DA}"/>
              </a:ext>
            </a:extLst>
          </p:cNvPr>
          <p:cNvSpPr>
            <a:spLocks noChangeArrowheads="1"/>
          </p:cNvSpPr>
          <p:nvPr/>
        </p:nvSpPr>
        <p:spPr bwMode="auto">
          <a:xfrm>
            <a:off x="5545138" y="2819400"/>
            <a:ext cx="1600200" cy="457200"/>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402" name="Rectangle 11">
            <a:extLst>
              <a:ext uri="{FF2B5EF4-FFF2-40B4-BE49-F238E27FC236}">
                <a16:creationId xmlns:a16="http://schemas.microsoft.com/office/drawing/2014/main" id="{7D700412-0C41-4CA9-8940-174A2FD5176E}"/>
              </a:ext>
            </a:extLst>
          </p:cNvPr>
          <p:cNvSpPr>
            <a:spLocks noChangeArrowheads="1"/>
          </p:cNvSpPr>
          <p:nvPr/>
        </p:nvSpPr>
        <p:spPr bwMode="auto">
          <a:xfrm>
            <a:off x="7378700" y="2819400"/>
            <a:ext cx="1295400" cy="474662"/>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403" name="Rectangle 12">
            <a:extLst>
              <a:ext uri="{FF2B5EF4-FFF2-40B4-BE49-F238E27FC236}">
                <a16:creationId xmlns:a16="http://schemas.microsoft.com/office/drawing/2014/main" id="{B4B082A7-0CD8-4BD9-90BA-89E571C205ED}"/>
              </a:ext>
            </a:extLst>
          </p:cNvPr>
          <p:cNvSpPr>
            <a:spLocks noChangeArrowheads="1"/>
          </p:cNvSpPr>
          <p:nvPr/>
        </p:nvSpPr>
        <p:spPr bwMode="auto">
          <a:xfrm>
            <a:off x="5545138" y="2057400"/>
            <a:ext cx="990600" cy="381000"/>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404" name="Line 13">
            <a:extLst>
              <a:ext uri="{FF2B5EF4-FFF2-40B4-BE49-F238E27FC236}">
                <a16:creationId xmlns:a16="http://schemas.microsoft.com/office/drawing/2014/main" id="{2EEE958B-D331-4C5B-B847-85B231086C59}"/>
              </a:ext>
            </a:extLst>
          </p:cNvPr>
          <p:cNvSpPr>
            <a:spLocks noChangeShapeType="1"/>
          </p:cNvSpPr>
          <p:nvPr/>
        </p:nvSpPr>
        <p:spPr bwMode="auto">
          <a:xfrm>
            <a:off x="668338" y="1752600"/>
            <a:ext cx="304800"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05" name="Line 14">
            <a:extLst>
              <a:ext uri="{FF2B5EF4-FFF2-40B4-BE49-F238E27FC236}">
                <a16:creationId xmlns:a16="http://schemas.microsoft.com/office/drawing/2014/main" id="{4A0F9BC3-813C-4B5E-83D4-AE2B0B1484A3}"/>
              </a:ext>
            </a:extLst>
          </p:cNvPr>
          <p:cNvSpPr>
            <a:spLocks noChangeShapeType="1"/>
          </p:cNvSpPr>
          <p:nvPr/>
        </p:nvSpPr>
        <p:spPr bwMode="auto">
          <a:xfrm>
            <a:off x="1277938" y="1752600"/>
            <a:ext cx="304800"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06" name="Line 15">
            <a:extLst>
              <a:ext uri="{FF2B5EF4-FFF2-40B4-BE49-F238E27FC236}">
                <a16:creationId xmlns:a16="http://schemas.microsoft.com/office/drawing/2014/main" id="{D36D2FA9-FA0F-4BED-8D27-A7A32FE15704}"/>
              </a:ext>
            </a:extLst>
          </p:cNvPr>
          <p:cNvSpPr>
            <a:spLocks noChangeShapeType="1"/>
          </p:cNvSpPr>
          <p:nvPr/>
        </p:nvSpPr>
        <p:spPr bwMode="auto">
          <a:xfrm>
            <a:off x="973138" y="1752600"/>
            <a:ext cx="0" cy="4572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07" name="Line 16">
            <a:extLst>
              <a:ext uri="{FF2B5EF4-FFF2-40B4-BE49-F238E27FC236}">
                <a16:creationId xmlns:a16="http://schemas.microsoft.com/office/drawing/2014/main" id="{53697420-3724-4123-99BA-35528D75A5D6}"/>
              </a:ext>
            </a:extLst>
          </p:cNvPr>
          <p:cNvSpPr>
            <a:spLocks noChangeShapeType="1"/>
          </p:cNvSpPr>
          <p:nvPr/>
        </p:nvSpPr>
        <p:spPr bwMode="auto">
          <a:xfrm>
            <a:off x="1277938" y="1752600"/>
            <a:ext cx="0" cy="4572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08" name="Line 17">
            <a:extLst>
              <a:ext uri="{FF2B5EF4-FFF2-40B4-BE49-F238E27FC236}">
                <a16:creationId xmlns:a16="http://schemas.microsoft.com/office/drawing/2014/main" id="{9D70AA8B-EF78-4D0D-8A2E-742E8DAFC293}"/>
              </a:ext>
            </a:extLst>
          </p:cNvPr>
          <p:cNvSpPr>
            <a:spLocks noChangeShapeType="1"/>
          </p:cNvSpPr>
          <p:nvPr/>
        </p:nvSpPr>
        <p:spPr bwMode="auto">
          <a:xfrm>
            <a:off x="973138" y="2209800"/>
            <a:ext cx="304800"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09" name="Line 18">
            <a:extLst>
              <a:ext uri="{FF2B5EF4-FFF2-40B4-BE49-F238E27FC236}">
                <a16:creationId xmlns:a16="http://schemas.microsoft.com/office/drawing/2014/main" id="{FDACD6DA-5B1F-4604-9D29-B712BA0EFC39}"/>
              </a:ext>
            </a:extLst>
          </p:cNvPr>
          <p:cNvSpPr>
            <a:spLocks noChangeShapeType="1"/>
          </p:cNvSpPr>
          <p:nvPr/>
        </p:nvSpPr>
        <p:spPr bwMode="auto">
          <a:xfrm>
            <a:off x="668338" y="1752600"/>
            <a:ext cx="0" cy="4572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0" name="Line 19">
            <a:extLst>
              <a:ext uri="{FF2B5EF4-FFF2-40B4-BE49-F238E27FC236}">
                <a16:creationId xmlns:a16="http://schemas.microsoft.com/office/drawing/2014/main" id="{ACEF3F63-C14C-47C3-BD57-53DD87DEEECE}"/>
              </a:ext>
            </a:extLst>
          </p:cNvPr>
          <p:cNvSpPr>
            <a:spLocks noChangeShapeType="1"/>
          </p:cNvSpPr>
          <p:nvPr/>
        </p:nvSpPr>
        <p:spPr bwMode="auto">
          <a:xfrm>
            <a:off x="668338" y="3200400"/>
            <a:ext cx="381000"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1" name="Line 20">
            <a:extLst>
              <a:ext uri="{FF2B5EF4-FFF2-40B4-BE49-F238E27FC236}">
                <a16:creationId xmlns:a16="http://schemas.microsoft.com/office/drawing/2014/main" id="{FFDC762C-5D44-4EE3-BB35-FE17A7D08AE1}"/>
              </a:ext>
            </a:extLst>
          </p:cNvPr>
          <p:cNvSpPr>
            <a:spLocks noChangeShapeType="1"/>
          </p:cNvSpPr>
          <p:nvPr/>
        </p:nvSpPr>
        <p:spPr bwMode="auto">
          <a:xfrm>
            <a:off x="1201738" y="3200400"/>
            <a:ext cx="381000"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2" name="Line 21">
            <a:extLst>
              <a:ext uri="{FF2B5EF4-FFF2-40B4-BE49-F238E27FC236}">
                <a16:creationId xmlns:a16="http://schemas.microsoft.com/office/drawing/2014/main" id="{FCE8922F-6A4A-4F75-BE04-F3E8E891FBA7}"/>
              </a:ext>
            </a:extLst>
          </p:cNvPr>
          <p:cNvSpPr>
            <a:spLocks noChangeShapeType="1"/>
          </p:cNvSpPr>
          <p:nvPr/>
        </p:nvSpPr>
        <p:spPr bwMode="auto">
          <a:xfrm flipH="1" flipV="1">
            <a:off x="896938" y="2971800"/>
            <a:ext cx="304800" cy="2286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3" name="Line 22">
            <a:extLst>
              <a:ext uri="{FF2B5EF4-FFF2-40B4-BE49-F238E27FC236}">
                <a16:creationId xmlns:a16="http://schemas.microsoft.com/office/drawing/2014/main" id="{99BA8C77-FEAB-4854-A51B-E92B77C53789}"/>
              </a:ext>
            </a:extLst>
          </p:cNvPr>
          <p:cNvSpPr>
            <a:spLocks noChangeShapeType="1"/>
          </p:cNvSpPr>
          <p:nvPr/>
        </p:nvSpPr>
        <p:spPr bwMode="auto">
          <a:xfrm>
            <a:off x="1582738" y="1752600"/>
            <a:ext cx="0" cy="4572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4" name="Line 23">
            <a:extLst>
              <a:ext uri="{FF2B5EF4-FFF2-40B4-BE49-F238E27FC236}">
                <a16:creationId xmlns:a16="http://schemas.microsoft.com/office/drawing/2014/main" id="{D64F87D9-9902-4D78-B2A7-CF106ADD2F14}"/>
              </a:ext>
            </a:extLst>
          </p:cNvPr>
          <p:cNvSpPr>
            <a:spLocks noChangeShapeType="1"/>
          </p:cNvSpPr>
          <p:nvPr/>
        </p:nvSpPr>
        <p:spPr bwMode="auto">
          <a:xfrm>
            <a:off x="1049338" y="2362200"/>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5" name="Line 24">
            <a:extLst>
              <a:ext uri="{FF2B5EF4-FFF2-40B4-BE49-F238E27FC236}">
                <a16:creationId xmlns:a16="http://schemas.microsoft.com/office/drawing/2014/main" id="{70819CA3-0FC1-4997-9F21-E9421BC9F445}"/>
              </a:ext>
            </a:extLst>
          </p:cNvPr>
          <p:cNvSpPr>
            <a:spLocks noChangeShapeType="1"/>
          </p:cNvSpPr>
          <p:nvPr/>
        </p:nvSpPr>
        <p:spPr bwMode="auto">
          <a:xfrm flipV="1">
            <a:off x="1811338" y="3175000"/>
            <a:ext cx="64135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6" name="Line 25">
            <a:extLst>
              <a:ext uri="{FF2B5EF4-FFF2-40B4-BE49-F238E27FC236}">
                <a16:creationId xmlns:a16="http://schemas.microsoft.com/office/drawing/2014/main" id="{AA9FD339-6AB4-45BA-B8BC-54FE7CFB28A4}"/>
              </a:ext>
            </a:extLst>
          </p:cNvPr>
          <p:cNvSpPr>
            <a:spLocks noChangeShapeType="1"/>
          </p:cNvSpPr>
          <p:nvPr/>
        </p:nvSpPr>
        <p:spPr bwMode="auto">
          <a:xfrm>
            <a:off x="3611563" y="32766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7" name="Line 26">
            <a:extLst>
              <a:ext uri="{FF2B5EF4-FFF2-40B4-BE49-F238E27FC236}">
                <a16:creationId xmlns:a16="http://schemas.microsoft.com/office/drawing/2014/main" id="{E90ECDF2-4BCA-4BAA-A0DA-9027511F29C5}"/>
              </a:ext>
            </a:extLst>
          </p:cNvPr>
          <p:cNvSpPr>
            <a:spLocks noChangeShapeType="1"/>
          </p:cNvSpPr>
          <p:nvPr/>
        </p:nvSpPr>
        <p:spPr bwMode="auto">
          <a:xfrm>
            <a:off x="3840163" y="3276600"/>
            <a:ext cx="0" cy="3984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8" name="Line 27">
            <a:extLst>
              <a:ext uri="{FF2B5EF4-FFF2-40B4-BE49-F238E27FC236}">
                <a16:creationId xmlns:a16="http://schemas.microsoft.com/office/drawing/2014/main" id="{29ACC43D-A77D-42BF-80B6-334601005809}"/>
              </a:ext>
            </a:extLst>
          </p:cNvPr>
          <p:cNvSpPr>
            <a:spLocks noChangeShapeType="1"/>
          </p:cNvSpPr>
          <p:nvPr/>
        </p:nvSpPr>
        <p:spPr bwMode="auto">
          <a:xfrm>
            <a:off x="4068763" y="32766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19" name="Line 28">
            <a:extLst>
              <a:ext uri="{FF2B5EF4-FFF2-40B4-BE49-F238E27FC236}">
                <a16:creationId xmlns:a16="http://schemas.microsoft.com/office/drawing/2014/main" id="{4AED2DFF-E1FA-483C-98A9-B67545BAB2D8}"/>
              </a:ext>
            </a:extLst>
          </p:cNvPr>
          <p:cNvSpPr>
            <a:spLocks noChangeShapeType="1"/>
          </p:cNvSpPr>
          <p:nvPr/>
        </p:nvSpPr>
        <p:spPr bwMode="auto">
          <a:xfrm>
            <a:off x="5059363" y="32766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20" name="Line 29">
            <a:extLst>
              <a:ext uri="{FF2B5EF4-FFF2-40B4-BE49-F238E27FC236}">
                <a16:creationId xmlns:a16="http://schemas.microsoft.com/office/drawing/2014/main" id="{4674B5A8-D923-4312-885A-84723E9B1DAD}"/>
              </a:ext>
            </a:extLst>
          </p:cNvPr>
          <p:cNvSpPr>
            <a:spLocks noChangeShapeType="1"/>
          </p:cNvSpPr>
          <p:nvPr/>
        </p:nvSpPr>
        <p:spPr bwMode="auto">
          <a:xfrm>
            <a:off x="4830763" y="32766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21" name="Line 30">
            <a:extLst>
              <a:ext uri="{FF2B5EF4-FFF2-40B4-BE49-F238E27FC236}">
                <a16:creationId xmlns:a16="http://schemas.microsoft.com/office/drawing/2014/main" id="{E7FF1EAA-AD2E-4060-B59F-DD918E060503}"/>
              </a:ext>
            </a:extLst>
          </p:cNvPr>
          <p:cNvSpPr>
            <a:spLocks noChangeShapeType="1"/>
          </p:cNvSpPr>
          <p:nvPr/>
        </p:nvSpPr>
        <p:spPr bwMode="auto">
          <a:xfrm flipH="1">
            <a:off x="5240338" y="1600200"/>
            <a:ext cx="70008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22" name="Rectangle 32">
            <a:extLst>
              <a:ext uri="{FF2B5EF4-FFF2-40B4-BE49-F238E27FC236}">
                <a16:creationId xmlns:a16="http://schemas.microsoft.com/office/drawing/2014/main" id="{17EA6998-1A04-4A9A-A903-29270BD7A489}"/>
              </a:ext>
            </a:extLst>
          </p:cNvPr>
          <p:cNvSpPr>
            <a:spLocks noChangeArrowheads="1"/>
          </p:cNvSpPr>
          <p:nvPr/>
        </p:nvSpPr>
        <p:spPr bwMode="auto">
          <a:xfrm>
            <a:off x="2420938" y="2590800"/>
            <a:ext cx="457200" cy="1295400"/>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423" name="Line 35">
            <a:extLst>
              <a:ext uri="{FF2B5EF4-FFF2-40B4-BE49-F238E27FC236}">
                <a16:creationId xmlns:a16="http://schemas.microsoft.com/office/drawing/2014/main" id="{38ADE5D8-D43D-406D-9EBC-0436A6444B41}"/>
              </a:ext>
            </a:extLst>
          </p:cNvPr>
          <p:cNvSpPr>
            <a:spLocks noChangeShapeType="1"/>
          </p:cNvSpPr>
          <p:nvPr/>
        </p:nvSpPr>
        <p:spPr bwMode="auto">
          <a:xfrm>
            <a:off x="1582738" y="2209800"/>
            <a:ext cx="152400"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楷体" panose="02010609060101010101" pitchFamily="49" charset="-122"/>
              <a:ea typeface="楷体" panose="02010609060101010101" pitchFamily="49" charset="-122"/>
            </a:endParaRPr>
          </a:p>
        </p:txBody>
      </p:sp>
      <p:sp>
        <p:nvSpPr>
          <p:cNvPr id="59424" name="Line 36">
            <a:extLst>
              <a:ext uri="{FF2B5EF4-FFF2-40B4-BE49-F238E27FC236}">
                <a16:creationId xmlns:a16="http://schemas.microsoft.com/office/drawing/2014/main" id="{8366A2F0-D481-4F22-9945-4A08C55CE6A7}"/>
              </a:ext>
            </a:extLst>
          </p:cNvPr>
          <p:cNvSpPr>
            <a:spLocks noChangeShapeType="1"/>
          </p:cNvSpPr>
          <p:nvPr/>
        </p:nvSpPr>
        <p:spPr bwMode="auto">
          <a:xfrm>
            <a:off x="515938" y="2209800"/>
            <a:ext cx="152400"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latin typeface="楷体" panose="02010609060101010101" pitchFamily="49" charset="-122"/>
              <a:ea typeface="楷体" panose="02010609060101010101" pitchFamily="49" charset="-122"/>
            </a:endParaRPr>
          </a:p>
        </p:txBody>
      </p:sp>
      <p:sp>
        <p:nvSpPr>
          <p:cNvPr id="59425" name="Text Box 37">
            <a:extLst>
              <a:ext uri="{FF2B5EF4-FFF2-40B4-BE49-F238E27FC236}">
                <a16:creationId xmlns:a16="http://schemas.microsoft.com/office/drawing/2014/main" id="{B984D5D6-DD7D-42C8-9E6D-E62B3A3A5E90}"/>
              </a:ext>
            </a:extLst>
          </p:cNvPr>
          <p:cNvSpPr txBox="1">
            <a:spLocks noChangeArrowheads="1"/>
          </p:cNvSpPr>
          <p:nvPr/>
        </p:nvSpPr>
        <p:spPr bwMode="auto">
          <a:xfrm>
            <a:off x="3538538" y="1846262"/>
            <a:ext cx="15922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latin typeface="楷体" panose="02010609060101010101" pitchFamily="49" charset="-122"/>
                <a:ea typeface="楷体" panose="02010609060101010101" pitchFamily="49" charset="-122"/>
              </a:rPr>
              <a:t>时序控制</a:t>
            </a:r>
          </a:p>
          <a:p>
            <a:pPr algn="ctr" eaLnBrk="1" hangingPunct="1">
              <a:spcBef>
                <a:spcPct val="0"/>
              </a:spcBef>
              <a:buClrTx/>
              <a:buFontTx/>
              <a:buNone/>
            </a:pPr>
            <a:r>
              <a:rPr lang="zh-CN" altLang="en-US" sz="2000">
                <a:solidFill>
                  <a:schemeClr val="bg1"/>
                </a:solidFill>
                <a:latin typeface="楷体" panose="02010609060101010101" pitchFamily="49" charset="-122"/>
                <a:ea typeface="楷体" panose="02010609060101010101" pitchFamily="49" charset="-122"/>
              </a:rPr>
              <a:t>信号</a:t>
            </a:r>
          </a:p>
          <a:p>
            <a:pPr algn="ctr" eaLnBrk="1" hangingPunct="1">
              <a:spcBef>
                <a:spcPct val="0"/>
              </a:spcBef>
              <a:buClrTx/>
              <a:buFontTx/>
              <a:buNone/>
            </a:pPr>
            <a:r>
              <a:rPr lang="zh-CN" altLang="en-US" sz="2000">
                <a:solidFill>
                  <a:schemeClr val="bg1"/>
                </a:solidFill>
                <a:latin typeface="楷体" panose="02010609060101010101" pitchFamily="49" charset="-122"/>
                <a:ea typeface="楷体" panose="02010609060101010101" pitchFamily="49" charset="-122"/>
              </a:rPr>
              <a:t>形成部件</a:t>
            </a:r>
          </a:p>
        </p:txBody>
      </p:sp>
      <p:sp>
        <p:nvSpPr>
          <p:cNvPr id="59426" name="Text Box 38">
            <a:extLst>
              <a:ext uri="{FF2B5EF4-FFF2-40B4-BE49-F238E27FC236}">
                <a16:creationId xmlns:a16="http://schemas.microsoft.com/office/drawing/2014/main" id="{C09180EA-54BD-4DD0-A338-49116000A368}"/>
              </a:ext>
            </a:extLst>
          </p:cNvPr>
          <p:cNvSpPr txBox="1">
            <a:spLocks noChangeArrowheads="1"/>
          </p:cNvSpPr>
          <p:nvPr/>
        </p:nvSpPr>
        <p:spPr bwMode="auto">
          <a:xfrm>
            <a:off x="5580063" y="2011362"/>
            <a:ext cx="93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400">
                <a:solidFill>
                  <a:schemeClr val="bg1"/>
                </a:solidFill>
                <a:latin typeface="楷体" panose="02010609060101010101" pitchFamily="49" charset="-122"/>
                <a:ea typeface="楷体" panose="02010609060101010101" pitchFamily="49" charset="-122"/>
              </a:rPr>
              <a:t>译码</a:t>
            </a:r>
            <a:endParaRPr lang="zh-CN" altLang="en-US" sz="2000">
              <a:solidFill>
                <a:schemeClr val="bg1"/>
              </a:solidFill>
              <a:latin typeface="楷体" panose="02010609060101010101" pitchFamily="49" charset="-122"/>
              <a:ea typeface="楷体" panose="02010609060101010101" pitchFamily="49" charset="-122"/>
            </a:endParaRPr>
          </a:p>
        </p:txBody>
      </p:sp>
      <p:sp>
        <p:nvSpPr>
          <p:cNvPr id="59427" name="Text Box 39">
            <a:extLst>
              <a:ext uri="{FF2B5EF4-FFF2-40B4-BE49-F238E27FC236}">
                <a16:creationId xmlns:a16="http://schemas.microsoft.com/office/drawing/2014/main" id="{BCBC1819-5853-4589-810D-6A99E7C6014C}"/>
              </a:ext>
            </a:extLst>
          </p:cNvPr>
          <p:cNvSpPr txBox="1">
            <a:spLocks noChangeArrowheads="1"/>
          </p:cNvSpPr>
          <p:nvPr/>
        </p:nvSpPr>
        <p:spPr bwMode="auto">
          <a:xfrm>
            <a:off x="5661025" y="2830512"/>
            <a:ext cx="1338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2000">
                <a:solidFill>
                  <a:schemeClr val="bg1"/>
                </a:solidFill>
                <a:latin typeface="楷体" panose="02010609060101010101" pitchFamily="49" charset="-122"/>
                <a:ea typeface="楷体" panose="02010609060101010101" pitchFamily="49" charset="-122"/>
              </a:rPr>
              <a:t>IR</a:t>
            </a:r>
          </a:p>
        </p:txBody>
      </p:sp>
      <p:sp>
        <p:nvSpPr>
          <p:cNvPr id="59428" name="Text Box 40">
            <a:extLst>
              <a:ext uri="{FF2B5EF4-FFF2-40B4-BE49-F238E27FC236}">
                <a16:creationId xmlns:a16="http://schemas.microsoft.com/office/drawing/2014/main" id="{CB6A716E-2DDD-422C-848B-9F1A10AB09A2}"/>
              </a:ext>
            </a:extLst>
          </p:cNvPr>
          <p:cNvSpPr txBox="1">
            <a:spLocks noChangeArrowheads="1"/>
          </p:cNvSpPr>
          <p:nvPr/>
        </p:nvSpPr>
        <p:spPr bwMode="auto">
          <a:xfrm>
            <a:off x="7399338" y="2846387"/>
            <a:ext cx="1292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2000">
                <a:solidFill>
                  <a:schemeClr val="bg1"/>
                </a:solidFill>
                <a:latin typeface="楷体" panose="02010609060101010101" pitchFamily="49" charset="-122"/>
                <a:ea typeface="楷体" panose="02010609060101010101" pitchFamily="49" charset="-122"/>
              </a:rPr>
              <a:t>PC</a:t>
            </a:r>
          </a:p>
        </p:txBody>
      </p:sp>
      <p:sp>
        <p:nvSpPr>
          <p:cNvPr id="59429" name="Line 41">
            <a:extLst>
              <a:ext uri="{FF2B5EF4-FFF2-40B4-BE49-F238E27FC236}">
                <a16:creationId xmlns:a16="http://schemas.microsoft.com/office/drawing/2014/main" id="{1C25BC66-4B84-49D7-BE28-E52A0D8AF5F1}"/>
              </a:ext>
            </a:extLst>
          </p:cNvPr>
          <p:cNvSpPr>
            <a:spLocks noChangeShapeType="1"/>
          </p:cNvSpPr>
          <p:nvPr/>
        </p:nvSpPr>
        <p:spPr bwMode="auto">
          <a:xfrm>
            <a:off x="1582738" y="4464050"/>
            <a:ext cx="7010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30" name="Line 42">
            <a:extLst>
              <a:ext uri="{FF2B5EF4-FFF2-40B4-BE49-F238E27FC236}">
                <a16:creationId xmlns:a16="http://schemas.microsoft.com/office/drawing/2014/main" id="{A63021A7-EE0A-4D53-BEA1-95D8DA1F309E}"/>
              </a:ext>
            </a:extLst>
          </p:cNvPr>
          <p:cNvSpPr>
            <a:spLocks noChangeShapeType="1"/>
          </p:cNvSpPr>
          <p:nvPr/>
        </p:nvSpPr>
        <p:spPr bwMode="auto">
          <a:xfrm>
            <a:off x="1582738" y="4694237"/>
            <a:ext cx="457358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31" name="Line 43">
            <a:extLst>
              <a:ext uri="{FF2B5EF4-FFF2-40B4-BE49-F238E27FC236}">
                <a16:creationId xmlns:a16="http://schemas.microsoft.com/office/drawing/2014/main" id="{22D1523E-9886-470C-ACC6-66C3F4515F3A}"/>
              </a:ext>
            </a:extLst>
          </p:cNvPr>
          <p:cNvSpPr>
            <a:spLocks noChangeShapeType="1"/>
          </p:cNvSpPr>
          <p:nvPr/>
        </p:nvSpPr>
        <p:spPr bwMode="auto">
          <a:xfrm>
            <a:off x="1582738" y="4865687"/>
            <a:ext cx="457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32" name="Text Box 44">
            <a:extLst>
              <a:ext uri="{FF2B5EF4-FFF2-40B4-BE49-F238E27FC236}">
                <a16:creationId xmlns:a16="http://schemas.microsoft.com/office/drawing/2014/main" id="{490EB9D5-1616-4B37-8A7B-D8EC7B9C76C2}"/>
              </a:ext>
            </a:extLst>
          </p:cNvPr>
          <p:cNvSpPr txBox="1">
            <a:spLocks noChangeArrowheads="1"/>
          </p:cNvSpPr>
          <p:nvPr/>
        </p:nvSpPr>
        <p:spPr bwMode="auto">
          <a:xfrm>
            <a:off x="1712913" y="5387975"/>
            <a:ext cx="644525"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800">
                <a:solidFill>
                  <a:schemeClr val="bg1"/>
                </a:solidFill>
                <a:latin typeface="楷体" panose="02010609060101010101" pitchFamily="49" charset="-122"/>
                <a:ea typeface="楷体" panose="02010609060101010101" pitchFamily="49" charset="-122"/>
              </a:rPr>
              <a:t>输出</a:t>
            </a:r>
          </a:p>
          <a:p>
            <a:pPr algn="ctr" eaLnBrk="1" hangingPunct="1">
              <a:spcBef>
                <a:spcPct val="50000"/>
              </a:spcBef>
              <a:buClrTx/>
              <a:buFontTx/>
              <a:buNone/>
            </a:pPr>
            <a:r>
              <a:rPr lang="zh-CN" altLang="en-US" sz="1800">
                <a:solidFill>
                  <a:schemeClr val="bg1"/>
                </a:solidFill>
                <a:latin typeface="楷体" panose="02010609060101010101" pitchFamily="49" charset="-122"/>
                <a:ea typeface="楷体" panose="02010609060101010101" pitchFamily="49" charset="-122"/>
              </a:rPr>
              <a:t>设备</a:t>
            </a:r>
          </a:p>
        </p:txBody>
      </p:sp>
      <p:sp>
        <p:nvSpPr>
          <p:cNvPr id="59433" name="Text Box 45">
            <a:extLst>
              <a:ext uri="{FF2B5EF4-FFF2-40B4-BE49-F238E27FC236}">
                <a16:creationId xmlns:a16="http://schemas.microsoft.com/office/drawing/2014/main" id="{8BE48932-7141-4940-BC91-EDB4FADA913A}"/>
              </a:ext>
            </a:extLst>
          </p:cNvPr>
          <p:cNvSpPr txBox="1">
            <a:spLocks noChangeArrowheads="1"/>
          </p:cNvSpPr>
          <p:nvPr/>
        </p:nvSpPr>
        <p:spPr bwMode="auto">
          <a:xfrm>
            <a:off x="3284538" y="5332412"/>
            <a:ext cx="644525"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1800">
                <a:solidFill>
                  <a:schemeClr val="bg1"/>
                </a:solidFill>
                <a:latin typeface="楷体" panose="02010609060101010101" pitchFamily="49" charset="-122"/>
                <a:ea typeface="楷体" panose="02010609060101010101" pitchFamily="49" charset="-122"/>
              </a:rPr>
              <a:t>输入</a:t>
            </a:r>
          </a:p>
          <a:p>
            <a:pPr algn="ctr" eaLnBrk="1" hangingPunct="1">
              <a:spcBef>
                <a:spcPct val="50000"/>
              </a:spcBef>
              <a:buClrTx/>
              <a:buFontTx/>
              <a:buNone/>
            </a:pPr>
            <a:r>
              <a:rPr lang="zh-CN" altLang="en-US" sz="1800">
                <a:solidFill>
                  <a:schemeClr val="bg1"/>
                </a:solidFill>
                <a:latin typeface="楷体" panose="02010609060101010101" pitchFamily="49" charset="-122"/>
                <a:ea typeface="楷体" panose="02010609060101010101" pitchFamily="49" charset="-122"/>
              </a:rPr>
              <a:t>设备</a:t>
            </a:r>
          </a:p>
        </p:txBody>
      </p:sp>
      <p:sp>
        <p:nvSpPr>
          <p:cNvPr id="444462" name="Text Box 46">
            <a:extLst>
              <a:ext uri="{FF2B5EF4-FFF2-40B4-BE49-F238E27FC236}">
                <a16:creationId xmlns:a16="http://schemas.microsoft.com/office/drawing/2014/main" id="{17AC1E7F-11A9-7749-BF8B-EB61A9140892}"/>
              </a:ext>
            </a:extLst>
          </p:cNvPr>
          <p:cNvSpPr txBox="1">
            <a:spLocks noChangeArrowheads="1"/>
          </p:cNvSpPr>
          <p:nvPr/>
        </p:nvSpPr>
        <p:spPr bwMode="auto">
          <a:xfrm>
            <a:off x="7542213" y="5519737"/>
            <a:ext cx="874712" cy="779463"/>
          </a:xfrm>
          <a:prstGeom prst="rect">
            <a:avLst/>
          </a:prstGeom>
          <a:solidFill>
            <a:schemeClr val="accent6">
              <a:lumMod val="50000"/>
            </a:schemeClr>
          </a:solidFill>
          <a:ln w="38100">
            <a:noFill/>
            <a:miter lim="800000"/>
            <a:headEnd/>
            <a:tailEnd/>
          </a:ln>
          <a:effectLst>
            <a:outerShdw dist="35921" dir="2700000" algn="ctr" rotWithShape="0">
              <a:schemeClr val="bg2"/>
            </a:outerShdw>
          </a:effec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sz="1800" b="1">
                <a:solidFill>
                  <a:schemeClr val="bg1"/>
                </a:solidFill>
                <a:latin typeface="楷体" panose="02010609060101010101" pitchFamily="49" charset="-122"/>
                <a:ea typeface="楷体" panose="02010609060101010101" pitchFamily="49" charset="-122"/>
              </a:rPr>
              <a:t>运算器</a:t>
            </a:r>
          </a:p>
          <a:p>
            <a:pPr algn="ctr" eaLnBrk="1" hangingPunct="1">
              <a:spcBef>
                <a:spcPct val="50000"/>
              </a:spcBef>
            </a:pPr>
            <a:r>
              <a:rPr lang="zh-CN" altLang="en-US" sz="1800" b="1">
                <a:solidFill>
                  <a:schemeClr val="bg1"/>
                </a:solidFill>
                <a:latin typeface="楷体" panose="02010609060101010101" pitchFamily="49" charset="-122"/>
                <a:ea typeface="楷体" panose="02010609060101010101" pitchFamily="49" charset="-122"/>
              </a:rPr>
              <a:t>部件</a:t>
            </a:r>
          </a:p>
        </p:txBody>
      </p:sp>
      <p:sp>
        <p:nvSpPr>
          <p:cNvPr id="59435" name="Rectangle 47">
            <a:extLst>
              <a:ext uri="{FF2B5EF4-FFF2-40B4-BE49-F238E27FC236}">
                <a16:creationId xmlns:a16="http://schemas.microsoft.com/office/drawing/2014/main" id="{237F7F91-7DED-4357-8B83-49AD78DD701A}"/>
              </a:ext>
            </a:extLst>
          </p:cNvPr>
          <p:cNvSpPr>
            <a:spLocks noChangeArrowheads="1"/>
          </p:cNvSpPr>
          <p:nvPr/>
        </p:nvSpPr>
        <p:spPr bwMode="auto">
          <a:xfrm>
            <a:off x="4554538" y="5322887"/>
            <a:ext cx="873125" cy="800100"/>
          </a:xfrm>
          <a:prstGeom prst="rect">
            <a:avLst/>
          </a:prstGeom>
          <a:solidFill>
            <a:srgbClr val="660066"/>
          </a:solidFill>
          <a:ln>
            <a:noFill/>
          </a:ln>
          <a:effectLst>
            <a:outerShdw dist="35921" dir="2700000" algn="ctr" rotWithShape="0">
              <a:schemeClr val="bg2"/>
            </a:outerShdw>
          </a:effectLst>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59436" name="Text Box 48">
            <a:extLst>
              <a:ext uri="{FF2B5EF4-FFF2-40B4-BE49-F238E27FC236}">
                <a16:creationId xmlns:a16="http://schemas.microsoft.com/office/drawing/2014/main" id="{95793D1D-5BC6-4EAC-88F4-E1AD2C282E94}"/>
              </a:ext>
            </a:extLst>
          </p:cNvPr>
          <p:cNvSpPr txBox="1">
            <a:spLocks noChangeArrowheads="1"/>
          </p:cNvSpPr>
          <p:nvPr/>
        </p:nvSpPr>
        <p:spPr bwMode="auto">
          <a:xfrm>
            <a:off x="2378889" y="2613025"/>
            <a:ext cx="55399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vert="eaVert"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400">
                <a:solidFill>
                  <a:schemeClr val="bg1"/>
                </a:solidFill>
                <a:latin typeface="楷体" panose="02010609060101010101" pitchFamily="49" charset="-122"/>
                <a:ea typeface="楷体" panose="02010609060101010101" pitchFamily="49" charset="-122"/>
              </a:rPr>
              <a:t>节拍</a:t>
            </a:r>
            <a:endParaRPr lang="zh-CN" altLang="en-US" sz="2000">
              <a:solidFill>
                <a:schemeClr val="bg1"/>
              </a:solidFill>
              <a:latin typeface="楷体" panose="02010609060101010101" pitchFamily="49" charset="-122"/>
              <a:ea typeface="楷体" panose="02010609060101010101" pitchFamily="49" charset="-122"/>
            </a:endParaRPr>
          </a:p>
        </p:txBody>
      </p:sp>
      <p:sp>
        <p:nvSpPr>
          <p:cNvPr id="59437" name="Text Box 49">
            <a:extLst>
              <a:ext uri="{FF2B5EF4-FFF2-40B4-BE49-F238E27FC236}">
                <a16:creationId xmlns:a16="http://schemas.microsoft.com/office/drawing/2014/main" id="{90C2ED99-B5D6-438A-8EA3-7C7654DFC5B8}"/>
              </a:ext>
            </a:extLst>
          </p:cNvPr>
          <p:cNvSpPr txBox="1">
            <a:spLocks noChangeArrowheads="1"/>
          </p:cNvSpPr>
          <p:nvPr/>
        </p:nvSpPr>
        <p:spPr bwMode="auto">
          <a:xfrm>
            <a:off x="650875" y="3619500"/>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400">
                <a:solidFill>
                  <a:schemeClr val="tx2"/>
                </a:solidFill>
                <a:latin typeface="楷体" panose="02010609060101010101" pitchFamily="49" charset="-122"/>
                <a:ea typeface="楷体" panose="02010609060101010101" pitchFamily="49" charset="-122"/>
              </a:rPr>
              <a:t>启停</a:t>
            </a:r>
          </a:p>
        </p:txBody>
      </p:sp>
      <p:sp>
        <p:nvSpPr>
          <p:cNvPr id="59438" name="Text Box 50">
            <a:extLst>
              <a:ext uri="{FF2B5EF4-FFF2-40B4-BE49-F238E27FC236}">
                <a16:creationId xmlns:a16="http://schemas.microsoft.com/office/drawing/2014/main" id="{CEEF23BF-D2F6-435C-8059-10785A164104}"/>
              </a:ext>
            </a:extLst>
          </p:cNvPr>
          <p:cNvSpPr txBox="1">
            <a:spLocks noChangeArrowheads="1"/>
          </p:cNvSpPr>
          <p:nvPr/>
        </p:nvSpPr>
        <p:spPr bwMode="auto">
          <a:xfrm>
            <a:off x="6457792" y="4560887"/>
            <a:ext cx="492443" cy="191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vert="eaVert"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solidFill>
                  <a:schemeClr val="bg1"/>
                </a:solidFill>
                <a:latin typeface="楷体" panose="02010609060101010101" pitchFamily="49" charset="-122"/>
                <a:ea typeface="楷体" panose="02010609060101010101" pitchFamily="49" charset="-122"/>
              </a:rPr>
              <a:t>地址寄存器</a:t>
            </a:r>
          </a:p>
        </p:txBody>
      </p:sp>
      <p:sp>
        <p:nvSpPr>
          <p:cNvPr id="59439" name="Line 51">
            <a:extLst>
              <a:ext uri="{FF2B5EF4-FFF2-40B4-BE49-F238E27FC236}">
                <a16:creationId xmlns:a16="http://schemas.microsoft.com/office/drawing/2014/main" id="{A99653B0-A82C-4317-9768-E68B7FC30D90}"/>
              </a:ext>
            </a:extLst>
          </p:cNvPr>
          <p:cNvSpPr>
            <a:spLocks noChangeShapeType="1"/>
          </p:cNvSpPr>
          <p:nvPr/>
        </p:nvSpPr>
        <p:spPr bwMode="auto">
          <a:xfrm flipH="1" flipV="1">
            <a:off x="8077200" y="3276600"/>
            <a:ext cx="14288" cy="1193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40" name="Line 52">
            <a:extLst>
              <a:ext uri="{FF2B5EF4-FFF2-40B4-BE49-F238E27FC236}">
                <a16:creationId xmlns:a16="http://schemas.microsoft.com/office/drawing/2014/main" id="{84B1AFA0-D431-4228-874A-2E65874326C2}"/>
              </a:ext>
            </a:extLst>
          </p:cNvPr>
          <p:cNvSpPr>
            <a:spLocks noChangeShapeType="1"/>
          </p:cNvSpPr>
          <p:nvPr/>
        </p:nvSpPr>
        <p:spPr bwMode="auto">
          <a:xfrm flipH="1">
            <a:off x="7747000" y="3343275"/>
            <a:ext cx="7938" cy="1676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41" name="Line 53">
            <a:extLst>
              <a:ext uri="{FF2B5EF4-FFF2-40B4-BE49-F238E27FC236}">
                <a16:creationId xmlns:a16="http://schemas.microsoft.com/office/drawing/2014/main" id="{79A1EA1E-C9D0-4DEB-A809-3E0FAEA8E880}"/>
              </a:ext>
            </a:extLst>
          </p:cNvPr>
          <p:cNvSpPr>
            <a:spLocks noChangeShapeType="1"/>
          </p:cNvSpPr>
          <p:nvPr/>
        </p:nvSpPr>
        <p:spPr bwMode="auto">
          <a:xfrm flipH="1">
            <a:off x="6840538" y="5018087"/>
            <a:ext cx="914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42" name="Line 54">
            <a:extLst>
              <a:ext uri="{FF2B5EF4-FFF2-40B4-BE49-F238E27FC236}">
                <a16:creationId xmlns:a16="http://schemas.microsoft.com/office/drawing/2014/main" id="{9B83E58F-2005-4E91-82E3-0A3112D7EE2F}"/>
              </a:ext>
            </a:extLst>
          </p:cNvPr>
          <p:cNvSpPr>
            <a:spLocks noChangeShapeType="1"/>
          </p:cNvSpPr>
          <p:nvPr/>
        </p:nvSpPr>
        <p:spPr bwMode="auto">
          <a:xfrm flipH="1">
            <a:off x="6375400" y="3276600"/>
            <a:ext cx="7938" cy="1196975"/>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43" name="Text Box 55">
            <a:extLst>
              <a:ext uri="{FF2B5EF4-FFF2-40B4-BE49-F238E27FC236}">
                <a16:creationId xmlns:a16="http://schemas.microsoft.com/office/drawing/2014/main" id="{7D3E69FE-9F7A-405A-A8B0-87A98F842789}"/>
              </a:ext>
            </a:extLst>
          </p:cNvPr>
          <p:cNvSpPr txBox="1">
            <a:spLocks noChangeArrowheads="1"/>
          </p:cNvSpPr>
          <p:nvPr/>
        </p:nvSpPr>
        <p:spPr bwMode="auto">
          <a:xfrm>
            <a:off x="134938" y="4159250"/>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latin typeface="楷体" panose="02010609060101010101" pitchFamily="49" charset="-122"/>
                <a:ea typeface="楷体" panose="02010609060101010101" pitchFamily="49" charset="-122"/>
              </a:rPr>
              <a:t>数据总线</a:t>
            </a:r>
          </a:p>
        </p:txBody>
      </p:sp>
      <p:sp>
        <p:nvSpPr>
          <p:cNvPr id="59444" name="Text Box 56">
            <a:extLst>
              <a:ext uri="{FF2B5EF4-FFF2-40B4-BE49-F238E27FC236}">
                <a16:creationId xmlns:a16="http://schemas.microsoft.com/office/drawing/2014/main" id="{4E9171C0-138E-4736-AA32-21F8FF38BBB5}"/>
              </a:ext>
            </a:extLst>
          </p:cNvPr>
          <p:cNvSpPr txBox="1">
            <a:spLocks noChangeArrowheads="1"/>
          </p:cNvSpPr>
          <p:nvPr/>
        </p:nvSpPr>
        <p:spPr bwMode="auto">
          <a:xfrm>
            <a:off x="287338" y="4637087"/>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latin typeface="楷体" panose="02010609060101010101" pitchFamily="49" charset="-122"/>
                <a:ea typeface="楷体" panose="02010609060101010101" pitchFamily="49" charset="-122"/>
              </a:rPr>
              <a:t>地址总线</a:t>
            </a:r>
          </a:p>
        </p:txBody>
      </p:sp>
      <p:sp>
        <p:nvSpPr>
          <p:cNvPr id="59445" name="Text Box 57">
            <a:extLst>
              <a:ext uri="{FF2B5EF4-FFF2-40B4-BE49-F238E27FC236}">
                <a16:creationId xmlns:a16="http://schemas.microsoft.com/office/drawing/2014/main" id="{6810E580-58C5-431C-9FFB-5B382AD0F9C0}"/>
              </a:ext>
            </a:extLst>
          </p:cNvPr>
          <p:cNvSpPr txBox="1">
            <a:spLocks noChangeArrowheads="1"/>
          </p:cNvSpPr>
          <p:nvPr/>
        </p:nvSpPr>
        <p:spPr bwMode="auto">
          <a:xfrm>
            <a:off x="312738" y="4414837"/>
            <a:ext cx="1371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latin typeface="楷体" panose="02010609060101010101" pitchFamily="49" charset="-122"/>
                <a:ea typeface="楷体" panose="02010609060101010101" pitchFamily="49" charset="-122"/>
              </a:rPr>
              <a:t>控制总线</a:t>
            </a:r>
          </a:p>
        </p:txBody>
      </p:sp>
      <p:sp>
        <p:nvSpPr>
          <p:cNvPr id="59446" name="Line 58">
            <a:extLst>
              <a:ext uri="{FF2B5EF4-FFF2-40B4-BE49-F238E27FC236}">
                <a16:creationId xmlns:a16="http://schemas.microsoft.com/office/drawing/2014/main" id="{2ED52641-6188-4B8F-8375-13AD60059532}"/>
              </a:ext>
            </a:extLst>
          </p:cNvPr>
          <p:cNvSpPr>
            <a:spLocks noChangeShapeType="1"/>
          </p:cNvSpPr>
          <p:nvPr/>
        </p:nvSpPr>
        <p:spPr bwMode="auto">
          <a:xfrm>
            <a:off x="5621338" y="5246687"/>
            <a:ext cx="914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47" name="Line 59">
            <a:extLst>
              <a:ext uri="{FF2B5EF4-FFF2-40B4-BE49-F238E27FC236}">
                <a16:creationId xmlns:a16="http://schemas.microsoft.com/office/drawing/2014/main" id="{80A40335-B08D-4BC7-B6E3-001B7592E452}"/>
              </a:ext>
            </a:extLst>
          </p:cNvPr>
          <p:cNvSpPr>
            <a:spLocks noChangeShapeType="1"/>
          </p:cNvSpPr>
          <p:nvPr/>
        </p:nvSpPr>
        <p:spPr bwMode="auto">
          <a:xfrm flipV="1">
            <a:off x="5621338" y="4865687"/>
            <a:ext cx="0" cy="381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48" name="Line 60">
            <a:extLst>
              <a:ext uri="{FF2B5EF4-FFF2-40B4-BE49-F238E27FC236}">
                <a16:creationId xmlns:a16="http://schemas.microsoft.com/office/drawing/2014/main" id="{ADEA3F72-F984-45F5-8331-B13A717E1058}"/>
              </a:ext>
            </a:extLst>
          </p:cNvPr>
          <p:cNvSpPr>
            <a:spLocks noChangeShapeType="1"/>
          </p:cNvSpPr>
          <p:nvPr/>
        </p:nvSpPr>
        <p:spPr bwMode="auto">
          <a:xfrm>
            <a:off x="5316538" y="4865687"/>
            <a:ext cx="0" cy="457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49" name="Line 61">
            <a:extLst>
              <a:ext uri="{FF2B5EF4-FFF2-40B4-BE49-F238E27FC236}">
                <a16:creationId xmlns:a16="http://schemas.microsoft.com/office/drawing/2014/main" id="{1D8CB1BB-03FE-4AD0-9D0D-0B48C363F15B}"/>
              </a:ext>
            </a:extLst>
          </p:cNvPr>
          <p:cNvSpPr>
            <a:spLocks noChangeShapeType="1"/>
          </p:cNvSpPr>
          <p:nvPr/>
        </p:nvSpPr>
        <p:spPr bwMode="auto">
          <a:xfrm>
            <a:off x="3792538" y="4865687"/>
            <a:ext cx="0" cy="5254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50" name="Line 62">
            <a:extLst>
              <a:ext uri="{FF2B5EF4-FFF2-40B4-BE49-F238E27FC236}">
                <a16:creationId xmlns:a16="http://schemas.microsoft.com/office/drawing/2014/main" id="{0E06B381-F56F-4A63-B6F9-45CAB0045679}"/>
              </a:ext>
            </a:extLst>
          </p:cNvPr>
          <p:cNvSpPr>
            <a:spLocks noChangeShapeType="1"/>
          </p:cNvSpPr>
          <p:nvPr/>
        </p:nvSpPr>
        <p:spPr bwMode="auto">
          <a:xfrm>
            <a:off x="2344738" y="4865687"/>
            <a:ext cx="0" cy="51752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51" name="Line 63">
            <a:extLst>
              <a:ext uri="{FF2B5EF4-FFF2-40B4-BE49-F238E27FC236}">
                <a16:creationId xmlns:a16="http://schemas.microsoft.com/office/drawing/2014/main" id="{BDC4AE88-AB63-45B2-A071-5A29786D0437}"/>
              </a:ext>
            </a:extLst>
          </p:cNvPr>
          <p:cNvSpPr>
            <a:spLocks noChangeShapeType="1"/>
          </p:cNvSpPr>
          <p:nvPr/>
        </p:nvSpPr>
        <p:spPr bwMode="auto">
          <a:xfrm>
            <a:off x="2082800" y="4668837"/>
            <a:ext cx="7938" cy="7223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52" name="Line 64">
            <a:extLst>
              <a:ext uri="{FF2B5EF4-FFF2-40B4-BE49-F238E27FC236}">
                <a16:creationId xmlns:a16="http://schemas.microsoft.com/office/drawing/2014/main" id="{6C1F2344-4FD8-430F-AFA1-AE719C237E9A}"/>
              </a:ext>
            </a:extLst>
          </p:cNvPr>
          <p:cNvSpPr>
            <a:spLocks noChangeShapeType="1"/>
          </p:cNvSpPr>
          <p:nvPr/>
        </p:nvSpPr>
        <p:spPr bwMode="auto">
          <a:xfrm flipH="1">
            <a:off x="3565525" y="4702175"/>
            <a:ext cx="9525" cy="6635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53" name="Line 65">
            <a:extLst>
              <a:ext uri="{FF2B5EF4-FFF2-40B4-BE49-F238E27FC236}">
                <a16:creationId xmlns:a16="http://schemas.microsoft.com/office/drawing/2014/main" id="{D17332E5-5A4F-46B4-809C-21F902095354}"/>
              </a:ext>
            </a:extLst>
          </p:cNvPr>
          <p:cNvSpPr>
            <a:spLocks noChangeShapeType="1"/>
          </p:cNvSpPr>
          <p:nvPr/>
        </p:nvSpPr>
        <p:spPr bwMode="auto">
          <a:xfrm>
            <a:off x="4976813" y="4668837"/>
            <a:ext cx="0" cy="6540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54" name="Line 66">
            <a:extLst>
              <a:ext uri="{FF2B5EF4-FFF2-40B4-BE49-F238E27FC236}">
                <a16:creationId xmlns:a16="http://schemas.microsoft.com/office/drawing/2014/main" id="{14A59F59-5566-4FFE-8AE3-710B5F27297E}"/>
              </a:ext>
            </a:extLst>
          </p:cNvPr>
          <p:cNvSpPr>
            <a:spLocks noChangeShapeType="1"/>
          </p:cNvSpPr>
          <p:nvPr/>
        </p:nvSpPr>
        <p:spPr bwMode="auto">
          <a:xfrm flipH="1">
            <a:off x="1801813" y="4464050"/>
            <a:ext cx="9525" cy="9017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55" name="Line 67">
            <a:extLst>
              <a:ext uri="{FF2B5EF4-FFF2-40B4-BE49-F238E27FC236}">
                <a16:creationId xmlns:a16="http://schemas.microsoft.com/office/drawing/2014/main" id="{B3617518-0FE3-4C9D-B961-7F2F493AC2B2}"/>
              </a:ext>
            </a:extLst>
          </p:cNvPr>
          <p:cNvSpPr>
            <a:spLocks noChangeShapeType="1"/>
          </p:cNvSpPr>
          <p:nvPr/>
        </p:nvSpPr>
        <p:spPr bwMode="auto">
          <a:xfrm flipV="1">
            <a:off x="3335338" y="4464050"/>
            <a:ext cx="0" cy="876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56" name="Line 68">
            <a:extLst>
              <a:ext uri="{FF2B5EF4-FFF2-40B4-BE49-F238E27FC236}">
                <a16:creationId xmlns:a16="http://schemas.microsoft.com/office/drawing/2014/main" id="{8CD6D6A4-D529-4FE1-BABB-723189991F22}"/>
              </a:ext>
            </a:extLst>
          </p:cNvPr>
          <p:cNvSpPr>
            <a:spLocks noChangeShapeType="1"/>
          </p:cNvSpPr>
          <p:nvPr/>
        </p:nvSpPr>
        <p:spPr bwMode="auto">
          <a:xfrm flipV="1">
            <a:off x="4783138" y="4471987"/>
            <a:ext cx="0" cy="8509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57" name="Text Box 69">
            <a:extLst>
              <a:ext uri="{FF2B5EF4-FFF2-40B4-BE49-F238E27FC236}">
                <a16:creationId xmlns:a16="http://schemas.microsoft.com/office/drawing/2014/main" id="{6E4C1B45-0B5D-459C-9AAC-2792805C7F1D}"/>
              </a:ext>
            </a:extLst>
          </p:cNvPr>
          <p:cNvSpPr txBox="1">
            <a:spLocks noChangeArrowheads="1"/>
          </p:cNvSpPr>
          <p:nvPr/>
        </p:nvSpPr>
        <p:spPr bwMode="auto">
          <a:xfrm>
            <a:off x="4202360" y="3343245"/>
            <a:ext cx="5725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en-US" altLang="zh-CN" sz="2000">
                <a:latin typeface="楷体" panose="02010609060101010101" pitchFamily="49" charset="-122"/>
                <a:ea typeface="楷体" panose="02010609060101010101" pitchFamily="49" charset="-122"/>
              </a:rPr>
              <a:t>….</a:t>
            </a:r>
          </a:p>
        </p:txBody>
      </p:sp>
      <p:sp>
        <p:nvSpPr>
          <p:cNvPr id="59458" name="Text Box 70">
            <a:extLst>
              <a:ext uri="{FF2B5EF4-FFF2-40B4-BE49-F238E27FC236}">
                <a16:creationId xmlns:a16="http://schemas.microsoft.com/office/drawing/2014/main" id="{2D158FF6-9B76-405A-936D-25D45BC8C322}"/>
              </a:ext>
            </a:extLst>
          </p:cNvPr>
          <p:cNvSpPr txBox="1">
            <a:spLocks noChangeArrowheads="1"/>
          </p:cNvSpPr>
          <p:nvPr/>
        </p:nvSpPr>
        <p:spPr bwMode="auto">
          <a:xfrm>
            <a:off x="5873750" y="1360487"/>
            <a:ext cx="1216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latin typeface="楷体" panose="02010609060101010101" pitchFamily="49" charset="-122"/>
                <a:ea typeface="楷体" panose="02010609060101010101" pitchFamily="49" charset="-122"/>
              </a:rPr>
              <a:t>状态信息</a:t>
            </a:r>
          </a:p>
        </p:txBody>
      </p:sp>
      <p:sp>
        <p:nvSpPr>
          <p:cNvPr id="59459" name="Text Box 71">
            <a:extLst>
              <a:ext uri="{FF2B5EF4-FFF2-40B4-BE49-F238E27FC236}">
                <a16:creationId xmlns:a16="http://schemas.microsoft.com/office/drawing/2014/main" id="{FB56378A-AA67-47D1-ABCC-9101114E5754}"/>
              </a:ext>
            </a:extLst>
          </p:cNvPr>
          <p:cNvSpPr txBox="1">
            <a:spLocks noChangeArrowheads="1"/>
          </p:cNvSpPr>
          <p:nvPr/>
        </p:nvSpPr>
        <p:spPr bwMode="auto">
          <a:xfrm>
            <a:off x="3635375" y="3633787"/>
            <a:ext cx="14208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400">
                <a:latin typeface="楷体" panose="02010609060101010101" pitchFamily="49" charset="-122"/>
                <a:ea typeface="楷体" panose="02010609060101010101" pitchFamily="49" charset="-122"/>
              </a:rPr>
              <a:t>控制信号</a:t>
            </a:r>
            <a:endParaRPr lang="zh-CN" altLang="en-US" sz="2000">
              <a:solidFill>
                <a:schemeClr val="tx2"/>
              </a:solidFill>
              <a:latin typeface="楷体" panose="02010609060101010101" pitchFamily="49" charset="-122"/>
              <a:ea typeface="楷体" panose="02010609060101010101" pitchFamily="49" charset="-122"/>
            </a:endParaRPr>
          </a:p>
        </p:txBody>
      </p:sp>
      <p:sp>
        <p:nvSpPr>
          <p:cNvPr id="59460" name="Text Box 72">
            <a:extLst>
              <a:ext uri="{FF2B5EF4-FFF2-40B4-BE49-F238E27FC236}">
                <a16:creationId xmlns:a16="http://schemas.microsoft.com/office/drawing/2014/main" id="{6E0881BB-14C2-4065-881F-25F5FEE78096}"/>
              </a:ext>
            </a:extLst>
          </p:cNvPr>
          <p:cNvSpPr txBox="1">
            <a:spLocks noChangeArrowheads="1"/>
          </p:cNvSpPr>
          <p:nvPr/>
        </p:nvSpPr>
        <p:spPr bwMode="auto">
          <a:xfrm>
            <a:off x="615950" y="1036637"/>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400">
                <a:solidFill>
                  <a:schemeClr val="tx2"/>
                </a:solidFill>
                <a:latin typeface="楷体" panose="02010609060101010101" pitchFamily="49" charset="-122"/>
                <a:ea typeface="楷体" panose="02010609060101010101" pitchFamily="49" charset="-122"/>
              </a:rPr>
              <a:t>主振</a:t>
            </a:r>
            <a:endParaRPr lang="zh-CN" altLang="en-US" sz="2000">
              <a:solidFill>
                <a:schemeClr val="tx2"/>
              </a:solidFill>
              <a:latin typeface="楷体" panose="02010609060101010101" pitchFamily="49" charset="-122"/>
              <a:ea typeface="楷体" panose="02010609060101010101" pitchFamily="49" charset="-122"/>
            </a:endParaRPr>
          </a:p>
        </p:txBody>
      </p:sp>
      <p:sp>
        <p:nvSpPr>
          <p:cNvPr id="59461" name="Line 73">
            <a:extLst>
              <a:ext uri="{FF2B5EF4-FFF2-40B4-BE49-F238E27FC236}">
                <a16:creationId xmlns:a16="http://schemas.microsoft.com/office/drawing/2014/main" id="{28D57709-F9E1-4232-A7FD-90A5F84A531C}"/>
              </a:ext>
            </a:extLst>
          </p:cNvPr>
          <p:cNvSpPr>
            <a:spLocks noChangeShapeType="1"/>
          </p:cNvSpPr>
          <p:nvPr/>
        </p:nvSpPr>
        <p:spPr bwMode="auto">
          <a:xfrm>
            <a:off x="7905750" y="4471987"/>
            <a:ext cx="1588" cy="10541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62" name="Line 74">
            <a:extLst>
              <a:ext uri="{FF2B5EF4-FFF2-40B4-BE49-F238E27FC236}">
                <a16:creationId xmlns:a16="http://schemas.microsoft.com/office/drawing/2014/main" id="{AFA78297-6F1D-4984-A8AA-530D67FF0E77}"/>
              </a:ext>
            </a:extLst>
          </p:cNvPr>
          <p:cNvSpPr>
            <a:spLocks noChangeShapeType="1"/>
          </p:cNvSpPr>
          <p:nvPr/>
        </p:nvSpPr>
        <p:spPr bwMode="auto">
          <a:xfrm>
            <a:off x="6840538" y="5246687"/>
            <a:ext cx="10668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63" name="Text Box 78">
            <a:extLst>
              <a:ext uri="{FF2B5EF4-FFF2-40B4-BE49-F238E27FC236}">
                <a16:creationId xmlns:a16="http://schemas.microsoft.com/office/drawing/2014/main" id="{161B8FA7-3F8E-432F-800C-0DB3D72CD2E5}"/>
              </a:ext>
            </a:extLst>
          </p:cNvPr>
          <p:cNvSpPr txBox="1">
            <a:spLocks noChangeArrowheads="1"/>
          </p:cNvSpPr>
          <p:nvPr/>
        </p:nvSpPr>
        <p:spPr bwMode="auto">
          <a:xfrm>
            <a:off x="4564063" y="5526087"/>
            <a:ext cx="828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000">
                <a:solidFill>
                  <a:schemeClr val="bg1"/>
                </a:solidFill>
                <a:latin typeface="楷体" panose="02010609060101010101" pitchFamily="49" charset="-122"/>
                <a:ea typeface="楷体" panose="02010609060101010101" pitchFamily="49" charset="-122"/>
              </a:rPr>
              <a:t>主存</a:t>
            </a:r>
          </a:p>
        </p:txBody>
      </p:sp>
      <p:sp>
        <p:nvSpPr>
          <p:cNvPr id="59464" name="Line 81">
            <a:extLst>
              <a:ext uri="{FF2B5EF4-FFF2-40B4-BE49-F238E27FC236}">
                <a16:creationId xmlns:a16="http://schemas.microsoft.com/office/drawing/2014/main" id="{006DBE91-B451-435E-B565-02C0780C0446}"/>
              </a:ext>
            </a:extLst>
          </p:cNvPr>
          <p:cNvSpPr>
            <a:spLocks noChangeShapeType="1"/>
          </p:cNvSpPr>
          <p:nvPr/>
        </p:nvSpPr>
        <p:spPr bwMode="auto">
          <a:xfrm>
            <a:off x="2900363" y="3008312"/>
            <a:ext cx="561975" cy="15875"/>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65" name="Line 82">
            <a:extLst>
              <a:ext uri="{FF2B5EF4-FFF2-40B4-BE49-F238E27FC236}">
                <a16:creationId xmlns:a16="http://schemas.microsoft.com/office/drawing/2014/main" id="{53E71545-91E7-484D-BDAA-F5A375122C6F}"/>
              </a:ext>
            </a:extLst>
          </p:cNvPr>
          <p:cNvSpPr>
            <a:spLocks noChangeShapeType="1"/>
          </p:cNvSpPr>
          <p:nvPr/>
        </p:nvSpPr>
        <p:spPr bwMode="auto">
          <a:xfrm flipV="1">
            <a:off x="6027738" y="2443162"/>
            <a:ext cx="0" cy="395288"/>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66" name="Line 85">
            <a:extLst>
              <a:ext uri="{FF2B5EF4-FFF2-40B4-BE49-F238E27FC236}">
                <a16:creationId xmlns:a16="http://schemas.microsoft.com/office/drawing/2014/main" id="{15177B02-8DBC-40C0-AE2E-78A2D54560C1}"/>
              </a:ext>
            </a:extLst>
          </p:cNvPr>
          <p:cNvSpPr>
            <a:spLocks noChangeShapeType="1"/>
          </p:cNvSpPr>
          <p:nvPr/>
        </p:nvSpPr>
        <p:spPr bwMode="auto">
          <a:xfrm flipV="1">
            <a:off x="6018213" y="1847850"/>
            <a:ext cx="3175" cy="1841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
        <p:nvSpPr>
          <p:cNvPr id="59467" name="Line 86">
            <a:extLst>
              <a:ext uri="{FF2B5EF4-FFF2-40B4-BE49-F238E27FC236}">
                <a16:creationId xmlns:a16="http://schemas.microsoft.com/office/drawing/2014/main" id="{1D165C36-372D-4699-BB3D-7E29805B8279}"/>
              </a:ext>
            </a:extLst>
          </p:cNvPr>
          <p:cNvSpPr>
            <a:spLocks noChangeShapeType="1"/>
          </p:cNvSpPr>
          <p:nvPr/>
        </p:nvSpPr>
        <p:spPr bwMode="auto">
          <a:xfrm flipH="1">
            <a:off x="5246688" y="1841500"/>
            <a:ext cx="79216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6">
            <a:extLst>
              <a:ext uri="{FF2B5EF4-FFF2-40B4-BE49-F238E27FC236}">
                <a16:creationId xmlns:a16="http://schemas.microsoft.com/office/drawing/2014/main" id="{C2255459-2DD7-4393-BC49-325030ACB14F}"/>
              </a:ext>
            </a:extLst>
          </p:cNvPr>
          <p:cNvSpPr>
            <a:spLocks noGrp="1" noChangeArrowheads="1"/>
          </p:cNvSpPr>
          <p:nvPr>
            <p:ph idx="1"/>
          </p:nvPr>
        </p:nvSpPr>
        <p:spPr>
          <a:xfrm>
            <a:off x="292893" y="1143000"/>
            <a:ext cx="2430463" cy="5334000"/>
          </a:xfrm>
        </p:spPr>
        <p:txBody>
          <a:bodyPr/>
          <a:lstStyle/>
          <a:p>
            <a:pPr eaLnBrk="1" hangingPunct="1">
              <a:lnSpc>
                <a:spcPct val="90000"/>
              </a:lnSpc>
              <a:buClr>
                <a:srgbClr val="C00000"/>
              </a:buClr>
            </a:pPr>
            <a:r>
              <a:rPr kumimoji="0" lang="zh-CN" altLang="en-US" sz="2400" dirty="0"/>
              <a:t>逻辑网络的输入信号来源有三个：</a:t>
            </a:r>
          </a:p>
          <a:p>
            <a:pPr eaLnBrk="1" hangingPunct="1">
              <a:lnSpc>
                <a:spcPct val="90000"/>
              </a:lnSpc>
              <a:buClr>
                <a:srgbClr val="C00000"/>
              </a:buClr>
            </a:pPr>
            <a:r>
              <a:rPr kumimoji="0" lang="en-US" altLang="zh-CN" sz="2400" dirty="0"/>
              <a:t>(1)</a:t>
            </a:r>
            <a:r>
              <a:rPr kumimoji="0" lang="zh-CN" altLang="en-US" sz="2400" dirty="0"/>
              <a:t>来自指令操码译码器的输出</a:t>
            </a:r>
            <a:r>
              <a:rPr kumimoji="0" lang="en-US" altLang="zh-CN" sz="2400" dirty="0" err="1"/>
              <a:t>Im</a:t>
            </a:r>
            <a:endParaRPr kumimoji="0" lang="zh-CN" altLang="en-US" sz="2400" dirty="0"/>
          </a:p>
          <a:p>
            <a:pPr eaLnBrk="1" hangingPunct="1">
              <a:lnSpc>
                <a:spcPct val="90000"/>
              </a:lnSpc>
              <a:buClr>
                <a:srgbClr val="C00000"/>
              </a:buClr>
            </a:pPr>
            <a:r>
              <a:rPr kumimoji="0" lang="en-US" altLang="zh-CN" sz="2400" dirty="0"/>
              <a:t>(2)</a:t>
            </a:r>
            <a:r>
              <a:rPr kumimoji="0" lang="zh-CN" altLang="en-US" sz="2400" dirty="0"/>
              <a:t>来自执行部件的反馈信息</a:t>
            </a:r>
            <a:r>
              <a:rPr kumimoji="0" lang="en-US" altLang="zh-CN" sz="2400" dirty="0" err="1"/>
              <a:t>Bj</a:t>
            </a:r>
            <a:endParaRPr kumimoji="0" lang="zh-CN" altLang="en-US" sz="2400" dirty="0"/>
          </a:p>
          <a:p>
            <a:pPr eaLnBrk="1" hangingPunct="1">
              <a:lnSpc>
                <a:spcPct val="90000"/>
              </a:lnSpc>
              <a:buClr>
                <a:srgbClr val="C00000"/>
              </a:buClr>
            </a:pPr>
            <a:r>
              <a:rPr kumimoji="0" lang="en-US" altLang="zh-CN" sz="2400" dirty="0"/>
              <a:t>(3)</a:t>
            </a:r>
            <a:r>
              <a:rPr kumimoji="0" lang="zh-CN" altLang="en-US" sz="2400" dirty="0"/>
              <a:t>来自时序产生器的时序信号，包括节拍电位信号</a:t>
            </a:r>
            <a:r>
              <a:rPr kumimoji="0" lang="en-US" altLang="zh-CN" sz="2400" dirty="0"/>
              <a:t>M</a:t>
            </a:r>
            <a:r>
              <a:rPr kumimoji="0" lang="zh-CN" altLang="en-US" sz="2400" dirty="0"/>
              <a:t>和节拍脉冲信号</a:t>
            </a:r>
            <a:r>
              <a:rPr kumimoji="0" lang="en-US" altLang="zh-CN" sz="2400" dirty="0"/>
              <a:t>T</a:t>
            </a:r>
            <a:endParaRPr kumimoji="0" lang="zh-CN" altLang="en-US" sz="2400" dirty="0"/>
          </a:p>
          <a:p>
            <a:pPr eaLnBrk="1" hangingPunct="1">
              <a:lnSpc>
                <a:spcPct val="90000"/>
              </a:lnSpc>
            </a:pPr>
            <a:endParaRPr lang="zh-CN" altLang="en-US" sz="2400" dirty="0"/>
          </a:p>
        </p:txBody>
      </p:sp>
      <p:pic>
        <p:nvPicPr>
          <p:cNvPr id="60419" name="Picture 4" descr="5">
            <a:extLst>
              <a:ext uri="{FF2B5EF4-FFF2-40B4-BE49-F238E27FC236}">
                <a16:creationId xmlns:a16="http://schemas.microsoft.com/office/drawing/2014/main" id="{A923A92B-2FFD-4473-8D82-9C8E7AA80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143000"/>
            <a:ext cx="5881688"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6908" name="Text Box 12">
            <a:extLst>
              <a:ext uri="{FF2B5EF4-FFF2-40B4-BE49-F238E27FC236}">
                <a16:creationId xmlns:a16="http://schemas.microsoft.com/office/drawing/2014/main" id="{77C494AC-4332-0045-AD8E-7801DA410D56}"/>
              </a:ext>
            </a:extLst>
          </p:cNvPr>
          <p:cNvSpPr txBox="1">
            <a:spLocks noChangeArrowheads="1"/>
          </p:cNvSpPr>
          <p:nvPr/>
        </p:nvSpPr>
        <p:spPr bwMode="auto">
          <a:xfrm>
            <a:off x="5180013" y="3294063"/>
            <a:ext cx="2533650" cy="457200"/>
          </a:xfrm>
          <a:prstGeom prst="rect">
            <a:avLst/>
          </a:prstGeom>
          <a:noFill/>
          <a:ln w="19050" algn="ctr">
            <a:noFill/>
            <a:miter lim="800000"/>
            <a:headEnd/>
            <a:tailEnd type="none" w="lg" len="lg"/>
          </a:ln>
          <a:effectLst/>
        </p:spPr>
        <p:txBody>
          <a:bodyPr wrap="none">
            <a:spAutoFit/>
          </a:bodyPr>
          <a:lstStyle/>
          <a:p>
            <a:pPr algn="ctr" eaLnBrk="1" hangingPunct="1">
              <a:defRPr/>
            </a:pPr>
            <a:r>
              <a:rPr kumimoji="0" lang="en-US" altLang="zh-CN" sz="2400" b="1" dirty="0">
                <a:solidFill>
                  <a:srgbClr val="FF3300"/>
                </a:solidFill>
                <a:ea typeface="方正准圆简体" pitchFamily="2" charset="-122"/>
              </a:rPr>
              <a:t>C=f(</a:t>
            </a:r>
            <a:r>
              <a:rPr kumimoji="0" lang="en-US" altLang="zh-CN" sz="2400" b="1" dirty="0" err="1">
                <a:solidFill>
                  <a:srgbClr val="FF3300"/>
                </a:solidFill>
                <a:ea typeface="方正准圆简体" pitchFamily="2" charset="-122"/>
              </a:rPr>
              <a:t>Im,Mi,Tk,Bj</a:t>
            </a:r>
            <a:r>
              <a:rPr kumimoji="0" lang="en-US" altLang="zh-CN" sz="2400" b="1" dirty="0">
                <a:solidFill>
                  <a:srgbClr val="FF3300"/>
                </a:solidFill>
                <a:ea typeface="方正准圆简体" pitchFamily="2" charset="-122"/>
              </a:rPr>
              <a:t>)</a:t>
            </a:r>
            <a:endParaRPr lang="zh-CN" altLang="en-US" sz="2400" dirty="0">
              <a:solidFill>
                <a:srgbClr val="FF3300"/>
              </a:solidFill>
              <a:effectLst>
                <a:outerShdw blurRad="38100" dist="38100" dir="2700000" algn="tl">
                  <a:srgbClr val="C0C0C0"/>
                </a:outerShdw>
              </a:effectLst>
              <a:ea typeface="方正准圆简体" pitchFamily="2" charset="-122"/>
            </a:endParaRPr>
          </a:p>
        </p:txBody>
      </p:sp>
      <p:sp>
        <p:nvSpPr>
          <p:cNvPr id="336911" name="Text Box 15">
            <a:extLst>
              <a:ext uri="{FF2B5EF4-FFF2-40B4-BE49-F238E27FC236}">
                <a16:creationId xmlns:a16="http://schemas.microsoft.com/office/drawing/2014/main" id="{28CE2EF0-26DC-2942-8D48-14FC565AC519}"/>
              </a:ext>
            </a:extLst>
          </p:cNvPr>
          <p:cNvSpPr txBox="1">
            <a:spLocks noChangeArrowheads="1"/>
          </p:cNvSpPr>
          <p:nvPr/>
        </p:nvSpPr>
        <p:spPr bwMode="auto">
          <a:xfrm>
            <a:off x="228599" y="239153"/>
            <a:ext cx="8897471" cy="762000"/>
          </a:xfrm>
          <a:prstGeom prst="rect">
            <a:avLst/>
          </a:prstGeom>
          <a:noFill/>
          <a:ln w="19050" algn="ctr">
            <a:noFill/>
            <a:miter lim="800000"/>
            <a:headEnd/>
            <a:tailEnd type="none" w="lg" len="lg"/>
          </a:ln>
          <a:effectLst/>
        </p:spPr>
        <p:txBody>
          <a:bodyPr wrap="squar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l" eaLnBrk="1" hangingPunct="1">
              <a:spcBef>
                <a:spcPct val="20000"/>
              </a:spcBef>
              <a:buClr>
                <a:srgbClr val="99FF33"/>
              </a:buClr>
              <a:buFont typeface="Wingdings" panose="05000000000000000000" pitchFamily="2" charset="2"/>
              <a:buNone/>
            </a:pPr>
            <a:r>
              <a:rPr lang="zh-CN" altLang="en-US" sz="4400" b="1" dirty="0">
                <a:solidFill>
                  <a:srgbClr val="000099"/>
                </a:solidFill>
              </a:rPr>
              <a:t>硬连线控制器的结构图</a:t>
            </a:r>
          </a:p>
        </p:txBody>
      </p:sp>
    </p:spTree>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a:extLst>
              <a:ext uri="{FF2B5EF4-FFF2-40B4-BE49-F238E27FC236}">
                <a16:creationId xmlns:a16="http://schemas.microsoft.com/office/drawing/2014/main" id="{30FA2DD5-B73A-5344-BA52-02244C3596E4}"/>
              </a:ext>
            </a:extLst>
          </p:cNvPr>
          <p:cNvSpPr>
            <a:spLocks noGrp="1" noChangeArrowheads="1"/>
          </p:cNvSpPr>
          <p:nvPr>
            <p:ph type="title"/>
          </p:nvPr>
        </p:nvSpPr>
        <p:spPr/>
        <p:txBody>
          <a:bodyPr/>
          <a:lstStyle/>
          <a:p>
            <a:pPr eaLnBrk="1" hangingPunct="1"/>
            <a:r>
              <a:rPr lang="zh-CN" altLang="en-US"/>
              <a:t>指令执行流程</a:t>
            </a:r>
          </a:p>
        </p:txBody>
      </p:sp>
      <p:sp>
        <p:nvSpPr>
          <p:cNvPr id="61442" name="Rectangle 3">
            <a:extLst>
              <a:ext uri="{FF2B5EF4-FFF2-40B4-BE49-F238E27FC236}">
                <a16:creationId xmlns:a16="http://schemas.microsoft.com/office/drawing/2014/main" id="{43716429-85AA-4DED-9724-FD7662ED24DC}"/>
              </a:ext>
            </a:extLst>
          </p:cNvPr>
          <p:cNvSpPr>
            <a:spLocks noGrp="1" noChangeArrowheads="1"/>
          </p:cNvSpPr>
          <p:nvPr>
            <p:ph idx="1"/>
          </p:nvPr>
        </p:nvSpPr>
        <p:spPr/>
        <p:txBody>
          <a:bodyPr/>
          <a:lstStyle/>
          <a:p>
            <a:pPr eaLnBrk="1" hangingPunct="1"/>
            <a:r>
              <a:rPr lang="zh-CN" altLang="en-US" dirty="0"/>
              <a:t>在硬连线控制器中，通常时序产生器除了产生节拍脉冲信号外，还应当产生节拍电位信号（与微程序控制器不同）</a:t>
            </a:r>
          </a:p>
          <a:p>
            <a:pPr eaLnBrk="1" hangingPunct="1"/>
            <a:r>
              <a:rPr lang="zh-CN" altLang="en-US" dirty="0"/>
              <a:t>在一个指令周期中，要顺序执行一系列微操作，这就需要设置若干个节拍电位，来保证这些微操作的执行的先后顺序。</a:t>
            </a:r>
            <a:endParaRPr lang="en-US" altLang="zh-CN" dirty="0"/>
          </a:p>
          <a:p>
            <a:pPr eaLnBrk="1" hangingPunct="1">
              <a:buFont typeface="Wingdings 2" panose="05020102010507070707" pitchFamily="18" charset="2"/>
              <a:buNone/>
            </a:pPr>
            <a:r>
              <a:rPr lang="zh-CN" altLang="en-US" dirty="0"/>
              <a:t>例：若</a:t>
            </a:r>
            <a:r>
              <a:rPr lang="en-US" altLang="zh-CN" dirty="0"/>
              <a:t>C3</a:t>
            </a:r>
            <a:r>
              <a:rPr lang="zh-CN" altLang="en-US" dirty="0"/>
              <a:t>为主存读操作控制信号，在取指令或取操作数（例如：</a:t>
            </a:r>
            <a:r>
              <a:rPr lang="en-US" altLang="zh-CN" dirty="0"/>
              <a:t>LAD</a:t>
            </a:r>
            <a:r>
              <a:rPr lang="zh-CN" altLang="en-US" dirty="0"/>
              <a:t>）时该信号都有效</a:t>
            </a:r>
            <a:endParaRPr lang="en-US" altLang="zh-CN" dirty="0"/>
          </a:p>
          <a:p>
            <a:pPr eaLnBrk="1" hangingPunct="1">
              <a:buFont typeface="Wingdings 2" panose="05020102010507070707" pitchFamily="18" charset="2"/>
              <a:buNone/>
            </a:pPr>
            <a:r>
              <a:rPr lang="en-US" altLang="zh-CN" dirty="0"/>
              <a:t>	C3=M1+M3</a:t>
            </a:r>
            <a:r>
              <a:rPr lang="en-US" altLang="zh-CN" dirty="0">
                <a:sym typeface="Symbol" panose="05050102010706020507" pitchFamily="18" charset="2"/>
              </a:rPr>
              <a:t>LAD</a:t>
            </a:r>
            <a:r>
              <a:rPr lang="zh-CN" altLang="en-US" dirty="0">
                <a:sym typeface="Symbol" panose="05050102010706020507" pitchFamily="18" charset="2"/>
              </a:rPr>
              <a:t>）</a:t>
            </a:r>
            <a:endParaRPr lang="zh-CN" altLang="en-US" dirty="0"/>
          </a:p>
        </p:txBody>
      </p:sp>
    </p:spTree>
  </p:cSld>
  <p:clrMapOvr>
    <a:masterClrMapping/>
  </p:clrMapOvr>
  <p:transition spd="med">
    <p:pull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A761FF11-4222-874D-A1D4-7A30715E242C}"/>
              </a:ext>
            </a:extLst>
          </p:cNvPr>
          <p:cNvSpPr>
            <a:spLocks noGrp="1" noChangeArrowheads="1"/>
          </p:cNvSpPr>
          <p:nvPr>
            <p:ph idx="1"/>
          </p:nvPr>
        </p:nvSpPr>
        <p:spPr>
          <a:xfrm>
            <a:off x="300038" y="230981"/>
            <a:ext cx="8843962" cy="571500"/>
          </a:xfrm>
        </p:spPr>
        <p:txBody>
          <a:bodyPr/>
          <a:lstStyle/>
          <a:p>
            <a:pPr eaLnBrk="1" hangingPunct="1">
              <a:buFont typeface="Wingdings 2" panose="05020102010507070707" pitchFamily="18" charset="2"/>
              <a:buNone/>
            </a:pPr>
            <a:r>
              <a:rPr lang="zh-CN" altLang="en-US" sz="4400" dirty="0">
                <a:solidFill>
                  <a:srgbClr val="000099"/>
                </a:solidFill>
                <a:ea typeface="黑体" panose="02010609060101010101" pitchFamily="49" charset="-122"/>
              </a:rPr>
              <a:t>硬连线控制器的指令周期流程图</a:t>
            </a:r>
          </a:p>
        </p:txBody>
      </p:sp>
      <p:sp>
        <p:nvSpPr>
          <p:cNvPr id="62467" name="Line 48">
            <a:extLst>
              <a:ext uri="{FF2B5EF4-FFF2-40B4-BE49-F238E27FC236}">
                <a16:creationId xmlns:a16="http://schemas.microsoft.com/office/drawing/2014/main" id="{3BC2F6EA-4C23-475F-8FA8-4CD82AB813C1}"/>
              </a:ext>
            </a:extLst>
          </p:cNvPr>
          <p:cNvSpPr>
            <a:spLocks noChangeShapeType="1"/>
          </p:cNvSpPr>
          <p:nvPr/>
        </p:nvSpPr>
        <p:spPr bwMode="auto">
          <a:xfrm>
            <a:off x="257175" y="1336675"/>
            <a:ext cx="8543925" cy="0"/>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68" name="Line 45">
            <a:extLst>
              <a:ext uri="{FF2B5EF4-FFF2-40B4-BE49-F238E27FC236}">
                <a16:creationId xmlns:a16="http://schemas.microsoft.com/office/drawing/2014/main" id="{CB845659-FACA-4224-A415-B9B4B2CB20E5}"/>
              </a:ext>
            </a:extLst>
          </p:cNvPr>
          <p:cNvSpPr>
            <a:spLocks noChangeShapeType="1"/>
          </p:cNvSpPr>
          <p:nvPr/>
        </p:nvSpPr>
        <p:spPr bwMode="auto">
          <a:xfrm>
            <a:off x="271463" y="4856162"/>
            <a:ext cx="8543925" cy="0"/>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69" name="Line 44">
            <a:extLst>
              <a:ext uri="{FF2B5EF4-FFF2-40B4-BE49-F238E27FC236}">
                <a16:creationId xmlns:a16="http://schemas.microsoft.com/office/drawing/2014/main" id="{EBC30C17-0ECB-490F-9AEA-FB76097C9F4C}"/>
              </a:ext>
            </a:extLst>
          </p:cNvPr>
          <p:cNvSpPr>
            <a:spLocks noChangeShapeType="1"/>
          </p:cNvSpPr>
          <p:nvPr/>
        </p:nvSpPr>
        <p:spPr bwMode="auto">
          <a:xfrm>
            <a:off x="257175" y="3349625"/>
            <a:ext cx="8543925" cy="0"/>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70" name="AutoShape 6">
            <a:extLst>
              <a:ext uri="{FF2B5EF4-FFF2-40B4-BE49-F238E27FC236}">
                <a16:creationId xmlns:a16="http://schemas.microsoft.com/office/drawing/2014/main" id="{373D30C0-578F-4F2B-8E69-1646831B3BD7}"/>
              </a:ext>
            </a:extLst>
          </p:cNvPr>
          <p:cNvSpPr>
            <a:spLocks noChangeArrowheads="1"/>
          </p:cNvSpPr>
          <p:nvPr/>
        </p:nvSpPr>
        <p:spPr bwMode="auto">
          <a:xfrm>
            <a:off x="1042988" y="4133850"/>
            <a:ext cx="1114425" cy="3857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R1→R0</a:t>
            </a:r>
          </a:p>
        </p:txBody>
      </p:sp>
      <p:sp>
        <p:nvSpPr>
          <p:cNvPr id="62471" name="AutoShape 7">
            <a:extLst>
              <a:ext uri="{FF2B5EF4-FFF2-40B4-BE49-F238E27FC236}">
                <a16:creationId xmlns:a16="http://schemas.microsoft.com/office/drawing/2014/main" id="{A9228BDA-9D58-4A0F-BD28-D343229273BD}"/>
              </a:ext>
            </a:extLst>
          </p:cNvPr>
          <p:cNvSpPr>
            <a:spLocks noChangeArrowheads="1"/>
          </p:cNvSpPr>
          <p:nvPr/>
        </p:nvSpPr>
        <p:spPr bwMode="auto">
          <a:xfrm>
            <a:off x="2728913" y="4133850"/>
            <a:ext cx="1114425" cy="3857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IR→AR</a:t>
            </a:r>
          </a:p>
        </p:txBody>
      </p:sp>
      <p:sp>
        <p:nvSpPr>
          <p:cNvPr id="62472" name="AutoShape 8">
            <a:extLst>
              <a:ext uri="{FF2B5EF4-FFF2-40B4-BE49-F238E27FC236}">
                <a16:creationId xmlns:a16="http://schemas.microsoft.com/office/drawing/2014/main" id="{F518F24B-E80F-4F16-8F24-A36BB071BD1F}"/>
              </a:ext>
            </a:extLst>
          </p:cNvPr>
          <p:cNvSpPr>
            <a:spLocks noChangeArrowheads="1"/>
          </p:cNvSpPr>
          <p:nvPr/>
        </p:nvSpPr>
        <p:spPr bwMode="auto">
          <a:xfrm>
            <a:off x="4138613" y="4133850"/>
            <a:ext cx="1597025" cy="3857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R1+R2→R2</a:t>
            </a:r>
          </a:p>
        </p:txBody>
      </p:sp>
      <p:sp>
        <p:nvSpPr>
          <p:cNvPr id="62473" name="AutoShape 9">
            <a:extLst>
              <a:ext uri="{FF2B5EF4-FFF2-40B4-BE49-F238E27FC236}">
                <a16:creationId xmlns:a16="http://schemas.microsoft.com/office/drawing/2014/main" id="{7E5F678E-3F9C-4564-9DE4-6D5CFF703C01}"/>
              </a:ext>
            </a:extLst>
          </p:cNvPr>
          <p:cNvSpPr>
            <a:spLocks noChangeArrowheads="1"/>
          </p:cNvSpPr>
          <p:nvPr/>
        </p:nvSpPr>
        <p:spPr bwMode="auto">
          <a:xfrm>
            <a:off x="6086475" y="4133850"/>
            <a:ext cx="1114425" cy="3857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R3→AR</a:t>
            </a:r>
          </a:p>
        </p:txBody>
      </p:sp>
      <p:sp>
        <p:nvSpPr>
          <p:cNvPr id="62474" name="AutoShape 10">
            <a:extLst>
              <a:ext uri="{FF2B5EF4-FFF2-40B4-BE49-F238E27FC236}">
                <a16:creationId xmlns:a16="http://schemas.microsoft.com/office/drawing/2014/main" id="{0A677FA2-A6F9-4CC6-9C10-4964DE17FB2C}"/>
              </a:ext>
            </a:extLst>
          </p:cNvPr>
          <p:cNvSpPr>
            <a:spLocks noChangeArrowheads="1"/>
          </p:cNvSpPr>
          <p:nvPr/>
        </p:nvSpPr>
        <p:spPr bwMode="auto">
          <a:xfrm>
            <a:off x="7743825" y="4133850"/>
            <a:ext cx="1114425" cy="3857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IR→PC</a:t>
            </a:r>
          </a:p>
        </p:txBody>
      </p:sp>
      <p:sp>
        <p:nvSpPr>
          <p:cNvPr id="62475" name="AutoShape 11">
            <a:extLst>
              <a:ext uri="{FF2B5EF4-FFF2-40B4-BE49-F238E27FC236}">
                <a16:creationId xmlns:a16="http://schemas.microsoft.com/office/drawing/2014/main" id="{78942B51-F72A-45CA-BB7D-AAD25A2408CB}"/>
              </a:ext>
            </a:extLst>
          </p:cNvPr>
          <p:cNvSpPr>
            <a:spLocks noChangeArrowheads="1"/>
          </p:cNvSpPr>
          <p:nvPr/>
        </p:nvSpPr>
        <p:spPr bwMode="auto">
          <a:xfrm>
            <a:off x="2436813" y="4911725"/>
            <a:ext cx="1751012" cy="942975"/>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70000"/>
              </a:lnSpc>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AR→ABUS(D)</a:t>
            </a:r>
          </a:p>
          <a:p>
            <a:pPr algn="ctr" eaLnBrk="1" hangingPunct="1">
              <a:lnSpc>
                <a:spcPct val="70000"/>
              </a:lnSpc>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DBUS→DR</a:t>
            </a:r>
          </a:p>
          <a:p>
            <a:pPr algn="ctr" eaLnBrk="1" hangingPunct="1">
              <a:lnSpc>
                <a:spcPct val="70000"/>
              </a:lnSpc>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DR→R1</a:t>
            </a:r>
          </a:p>
        </p:txBody>
      </p:sp>
      <p:sp>
        <p:nvSpPr>
          <p:cNvPr id="62476" name="Line 13">
            <a:extLst>
              <a:ext uri="{FF2B5EF4-FFF2-40B4-BE49-F238E27FC236}">
                <a16:creationId xmlns:a16="http://schemas.microsoft.com/office/drawing/2014/main" id="{02C19FC9-7BBD-4777-BA9C-D5BD6EFEA6C2}"/>
              </a:ext>
            </a:extLst>
          </p:cNvPr>
          <p:cNvSpPr>
            <a:spLocks noChangeShapeType="1"/>
          </p:cNvSpPr>
          <p:nvPr/>
        </p:nvSpPr>
        <p:spPr bwMode="auto">
          <a:xfrm>
            <a:off x="1614488" y="3455987"/>
            <a:ext cx="6686550"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77" name="Freeform 14">
            <a:extLst>
              <a:ext uri="{FF2B5EF4-FFF2-40B4-BE49-F238E27FC236}">
                <a16:creationId xmlns:a16="http://schemas.microsoft.com/office/drawing/2014/main" id="{648D8AA0-7785-454C-ACD4-8F247502E7CE}"/>
              </a:ext>
            </a:extLst>
          </p:cNvPr>
          <p:cNvSpPr>
            <a:spLocks/>
          </p:cNvSpPr>
          <p:nvPr/>
        </p:nvSpPr>
        <p:spPr bwMode="auto">
          <a:xfrm>
            <a:off x="2914650" y="6208712"/>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78" name="Freeform 15">
            <a:extLst>
              <a:ext uri="{FF2B5EF4-FFF2-40B4-BE49-F238E27FC236}">
                <a16:creationId xmlns:a16="http://schemas.microsoft.com/office/drawing/2014/main" id="{390DE23C-2E5E-443F-8333-EB9F34907E76}"/>
              </a:ext>
            </a:extLst>
          </p:cNvPr>
          <p:cNvSpPr>
            <a:spLocks/>
          </p:cNvSpPr>
          <p:nvPr/>
        </p:nvSpPr>
        <p:spPr bwMode="auto">
          <a:xfrm>
            <a:off x="1236663" y="6262687"/>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79" name="Freeform 16">
            <a:extLst>
              <a:ext uri="{FF2B5EF4-FFF2-40B4-BE49-F238E27FC236}">
                <a16:creationId xmlns:a16="http://schemas.microsoft.com/office/drawing/2014/main" id="{0FB4C83A-A798-4F1F-B92B-E5B670030D96}"/>
              </a:ext>
            </a:extLst>
          </p:cNvPr>
          <p:cNvSpPr>
            <a:spLocks/>
          </p:cNvSpPr>
          <p:nvPr/>
        </p:nvSpPr>
        <p:spPr bwMode="auto">
          <a:xfrm>
            <a:off x="4614863" y="6223000"/>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0" name="Freeform 17">
            <a:extLst>
              <a:ext uri="{FF2B5EF4-FFF2-40B4-BE49-F238E27FC236}">
                <a16:creationId xmlns:a16="http://schemas.microsoft.com/office/drawing/2014/main" id="{0BF6B430-93A5-40CA-8D6E-4998C274A5BB}"/>
              </a:ext>
            </a:extLst>
          </p:cNvPr>
          <p:cNvSpPr>
            <a:spLocks/>
          </p:cNvSpPr>
          <p:nvPr/>
        </p:nvSpPr>
        <p:spPr bwMode="auto">
          <a:xfrm>
            <a:off x="6289675" y="6175375"/>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1" name="Freeform 18">
            <a:extLst>
              <a:ext uri="{FF2B5EF4-FFF2-40B4-BE49-F238E27FC236}">
                <a16:creationId xmlns:a16="http://schemas.microsoft.com/office/drawing/2014/main" id="{5E126409-0B08-4817-8899-B7412036D7D2}"/>
              </a:ext>
            </a:extLst>
          </p:cNvPr>
          <p:cNvSpPr>
            <a:spLocks/>
          </p:cNvSpPr>
          <p:nvPr/>
        </p:nvSpPr>
        <p:spPr bwMode="auto">
          <a:xfrm>
            <a:off x="7888288" y="6176962"/>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2" name="Line 19">
            <a:extLst>
              <a:ext uri="{FF2B5EF4-FFF2-40B4-BE49-F238E27FC236}">
                <a16:creationId xmlns:a16="http://schemas.microsoft.com/office/drawing/2014/main" id="{C0BBFC2C-2590-490E-AB92-8C4A946144BA}"/>
              </a:ext>
            </a:extLst>
          </p:cNvPr>
          <p:cNvSpPr>
            <a:spLocks noChangeShapeType="1"/>
          </p:cNvSpPr>
          <p:nvPr/>
        </p:nvSpPr>
        <p:spPr bwMode="auto">
          <a:xfrm>
            <a:off x="1614488" y="3443287"/>
            <a:ext cx="0" cy="690563"/>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3" name="Line 20">
            <a:extLst>
              <a:ext uri="{FF2B5EF4-FFF2-40B4-BE49-F238E27FC236}">
                <a16:creationId xmlns:a16="http://schemas.microsoft.com/office/drawing/2014/main" id="{36697331-A978-4795-B3D8-88CC506101AC}"/>
              </a:ext>
            </a:extLst>
          </p:cNvPr>
          <p:cNvSpPr>
            <a:spLocks noChangeShapeType="1"/>
          </p:cNvSpPr>
          <p:nvPr/>
        </p:nvSpPr>
        <p:spPr bwMode="auto">
          <a:xfrm>
            <a:off x="3292475" y="3448050"/>
            <a:ext cx="0" cy="665162"/>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4" name="Line 21">
            <a:extLst>
              <a:ext uri="{FF2B5EF4-FFF2-40B4-BE49-F238E27FC236}">
                <a16:creationId xmlns:a16="http://schemas.microsoft.com/office/drawing/2014/main" id="{614FF201-D04D-4211-BE1E-FD7341365DEA}"/>
              </a:ext>
            </a:extLst>
          </p:cNvPr>
          <p:cNvSpPr>
            <a:spLocks noChangeShapeType="1"/>
          </p:cNvSpPr>
          <p:nvPr/>
        </p:nvSpPr>
        <p:spPr bwMode="auto">
          <a:xfrm>
            <a:off x="4929188" y="3462337"/>
            <a:ext cx="0" cy="68580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5" name="Line 22">
            <a:extLst>
              <a:ext uri="{FF2B5EF4-FFF2-40B4-BE49-F238E27FC236}">
                <a16:creationId xmlns:a16="http://schemas.microsoft.com/office/drawing/2014/main" id="{A5B87AAE-F880-45BF-8FBF-540ADCCD479E}"/>
              </a:ext>
            </a:extLst>
          </p:cNvPr>
          <p:cNvSpPr>
            <a:spLocks noChangeShapeType="1"/>
          </p:cNvSpPr>
          <p:nvPr/>
        </p:nvSpPr>
        <p:spPr bwMode="auto">
          <a:xfrm>
            <a:off x="6643688" y="3490912"/>
            <a:ext cx="0" cy="657225"/>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6" name="Line 23">
            <a:extLst>
              <a:ext uri="{FF2B5EF4-FFF2-40B4-BE49-F238E27FC236}">
                <a16:creationId xmlns:a16="http://schemas.microsoft.com/office/drawing/2014/main" id="{1B9F4502-4A61-4C10-8C96-B46AF82A6609}"/>
              </a:ext>
            </a:extLst>
          </p:cNvPr>
          <p:cNvSpPr>
            <a:spLocks noChangeShapeType="1"/>
          </p:cNvSpPr>
          <p:nvPr/>
        </p:nvSpPr>
        <p:spPr bwMode="auto">
          <a:xfrm>
            <a:off x="8286750" y="3465512"/>
            <a:ext cx="0" cy="682625"/>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7" name="Line 24">
            <a:extLst>
              <a:ext uri="{FF2B5EF4-FFF2-40B4-BE49-F238E27FC236}">
                <a16:creationId xmlns:a16="http://schemas.microsoft.com/office/drawing/2014/main" id="{8CD636AC-84DA-4E56-87A2-583F28BF3041}"/>
              </a:ext>
            </a:extLst>
          </p:cNvPr>
          <p:cNvSpPr>
            <a:spLocks noChangeShapeType="1"/>
          </p:cNvSpPr>
          <p:nvPr/>
        </p:nvSpPr>
        <p:spPr bwMode="auto">
          <a:xfrm>
            <a:off x="4929188" y="2376487"/>
            <a:ext cx="0" cy="1039813"/>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8" name="Line 25">
            <a:extLst>
              <a:ext uri="{FF2B5EF4-FFF2-40B4-BE49-F238E27FC236}">
                <a16:creationId xmlns:a16="http://schemas.microsoft.com/office/drawing/2014/main" id="{59671EF1-5F78-49F8-A464-7D06F1AF957D}"/>
              </a:ext>
            </a:extLst>
          </p:cNvPr>
          <p:cNvSpPr>
            <a:spLocks noChangeShapeType="1"/>
          </p:cNvSpPr>
          <p:nvPr/>
        </p:nvSpPr>
        <p:spPr bwMode="auto">
          <a:xfrm>
            <a:off x="4929188" y="1236662"/>
            <a:ext cx="0" cy="314325"/>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89" name="Line 26">
            <a:extLst>
              <a:ext uri="{FF2B5EF4-FFF2-40B4-BE49-F238E27FC236}">
                <a16:creationId xmlns:a16="http://schemas.microsoft.com/office/drawing/2014/main" id="{1729B07C-7B67-4A3B-87F7-3FBF02E4ADF6}"/>
              </a:ext>
            </a:extLst>
          </p:cNvPr>
          <p:cNvSpPr>
            <a:spLocks noChangeShapeType="1"/>
          </p:cNvSpPr>
          <p:nvPr/>
        </p:nvSpPr>
        <p:spPr bwMode="auto">
          <a:xfrm>
            <a:off x="1614488" y="4533900"/>
            <a:ext cx="0" cy="1843087"/>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90" name="Line 27">
            <a:extLst>
              <a:ext uri="{FF2B5EF4-FFF2-40B4-BE49-F238E27FC236}">
                <a16:creationId xmlns:a16="http://schemas.microsoft.com/office/drawing/2014/main" id="{B6545A6F-49FA-4FC7-B369-4B7609525C4D}"/>
              </a:ext>
            </a:extLst>
          </p:cNvPr>
          <p:cNvSpPr>
            <a:spLocks noChangeShapeType="1"/>
          </p:cNvSpPr>
          <p:nvPr/>
        </p:nvSpPr>
        <p:spPr bwMode="auto">
          <a:xfrm>
            <a:off x="3300413" y="5880100"/>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91" name="Line 28">
            <a:extLst>
              <a:ext uri="{FF2B5EF4-FFF2-40B4-BE49-F238E27FC236}">
                <a16:creationId xmlns:a16="http://schemas.microsoft.com/office/drawing/2014/main" id="{DD37C7B0-6FF1-42F3-AB7E-9F081A43367E}"/>
              </a:ext>
            </a:extLst>
          </p:cNvPr>
          <p:cNvSpPr>
            <a:spLocks noChangeShapeType="1"/>
          </p:cNvSpPr>
          <p:nvPr/>
        </p:nvSpPr>
        <p:spPr bwMode="auto">
          <a:xfrm>
            <a:off x="6643688" y="4538662"/>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92" name="Line 29">
            <a:extLst>
              <a:ext uri="{FF2B5EF4-FFF2-40B4-BE49-F238E27FC236}">
                <a16:creationId xmlns:a16="http://schemas.microsoft.com/office/drawing/2014/main" id="{BB0DC060-843F-4E7D-8EED-82158B634DB5}"/>
              </a:ext>
            </a:extLst>
          </p:cNvPr>
          <p:cNvSpPr>
            <a:spLocks noChangeShapeType="1"/>
          </p:cNvSpPr>
          <p:nvPr/>
        </p:nvSpPr>
        <p:spPr bwMode="auto">
          <a:xfrm>
            <a:off x="6670675" y="5681662"/>
            <a:ext cx="0" cy="60960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93" name="Line 30">
            <a:extLst>
              <a:ext uri="{FF2B5EF4-FFF2-40B4-BE49-F238E27FC236}">
                <a16:creationId xmlns:a16="http://schemas.microsoft.com/office/drawing/2014/main" id="{C4F1825A-297F-4AA5-B0C8-0A2F0BB81E16}"/>
              </a:ext>
            </a:extLst>
          </p:cNvPr>
          <p:cNvSpPr>
            <a:spLocks noChangeShapeType="1"/>
          </p:cNvSpPr>
          <p:nvPr/>
        </p:nvSpPr>
        <p:spPr bwMode="auto">
          <a:xfrm>
            <a:off x="8286750" y="4519612"/>
            <a:ext cx="0" cy="175577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94" name="Line 31">
            <a:extLst>
              <a:ext uri="{FF2B5EF4-FFF2-40B4-BE49-F238E27FC236}">
                <a16:creationId xmlns:a16="http://schemas.microsoft.com/office/drawing/2014/main" id="{837ABABD-FA6C-4E5A-9569-2D0FA035C671}"/>
              </a:ext>
            </a:extLst>
          </p:cNvPr>
          <p:cNvSpPr>
            <a:spLocks noChangeShapeType="1"/>
          </p:cNvSpPr>
          <p:nvPr/>
        </p:nvSpPr>
        <p:spPr bwMode="auto">
          <a:xfrm>
            <a:off x="3300413" y="4533900"/>
            <a:ext cx="0" cy="32861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95" name="Line 32">
            <a:extLst>
              <a:ext uri="{FF2B5EF4-FFF2-40B4-BE49-F238E27FC236}">
                <a16:creationId xmlns:a16="http://schemas.microsoft.com/office/drawing/2014/main" id="{C36A15BB-9FB6-4EA2-9B17-38F73BC39063}"/>
              </a:ext>
            </a:extLst>
          </p:cNvPr>
          <p:cNvSpPr>
            <a:spLocks noChangeShapeType="1"/>
          </p:cNvSpPr>
          <p:nvPr/>
        </p:nvSpPr>
        <p:spPr bwMode="auto">
          <a:xfrm>
            <a:off x="4943475" y="4533900"/>
            <a:ext cx="25400" cy="177641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496" name="Text Box 33">
            <a:extLst>
              <a:ext uri="{FF2B5EF4-FFF2-40B4-BE49-F238E27FC236}">
                <a16:creationId xmlns:a16="http://schemas.microsoft.com/office/drawing/2014/main" id="{9A2D9105-0858-4D81-97A2-61324FD08D47}"/>
              </a:ext>
            </a:extLst>
          </p:cNvPr>
          <p:cNvSpPr txBox="1">
            <a:spLocks noChangeArrowheads="1"/>
          </p:cNvSpPr>
          <p:nvPr/>
        </p:nvSpPr>
        <p:spPr bwMode="auto">
          <a:xfrm>
            <a:off x="4532237" y="819150"/>
            <a:ext cx="8034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ea typeface="楷体" panose="02010609060101010101" pitchFamily="49" charset="-122"/>
                <a:cs typeface="Times New Roman" panose="02020603050405020304" pitchFamily="18" charset="0"/>
              </a:rPr>
              <a:t>开始</a:t>
            </a:r>
          </a:p>
        </p:txBody>
      </p:sp>
      <p:sp>
        <p:nvSpPr>
          <p:cNvPr id="62497" name="Text Box 34">
            <a:extLst>
              <a:ext uri="{FF2B5EF4-FFF2-40B4-BE49-F238E27FC236}">
                <a16:creationId xmlns:a16="http://schemas.microsoft.com/office/drawing/2014/main" id="{25020AAF-9E08-480D-B0E0-D3DC3686078C}"/>
              </a:ext>
            </a:extLst>
          </p:cNvPr>
          <p:cNvSpPr txBox="1">
            <a:spLocks noChangeArrowheads="1"/>
          </p:cNvSpPr>
          <p:nvPr/>
        </p:nvSpPr>
        <p:spPr bwMode="auto">
          <a:xfrm>
            <a:off x="3671045" y="931862"/>
            <a:ext cx="9621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RD(I)</a:t>
            </a:r>
            <a:endParaRPr kumimoji="0" lang="zh-CN" altLang="en-US" sz="2400">
              <a:ea typeface="楷体" panose="02010609060101010101" pitchFamily="49" charset="-122"/>
              <a:cs typeface="Times New Roman" panose="02020603050405020304" pitchFamily="18" charset="0"/>
            </a:endParaRPr>
          </a:p>
        </p:txBody>
      </p:sp>
      <p:sp>
        <p:nvSpPr>
          <p:cNvPr id="62498" name="Text Box 35">
            <a:extLst>
              <a:ext uri="{FF2B5EF4-FFF2-40B4-BE49-F238E27FC236}">
                <a16:creationId xmlns:a16="http://schemas.microsoft.com/office/drawing/2014/main" id="{6DF1D590-5C6E-4F07-BB71-93FBC9BFEF05}"/>
              </a:ext>
            </a:extLst>
          </p:cNvPr>
          <p:cNvSpPr txBox="1">
            <a:spLocks noChangeArrowheads="1"/>
          </p:cNvSpPr>
          <p:nvPr/>
        </p:nvSpPr>
        <p:spPr bwMode="auto">
          <a:xfrm>
            <a:off x="1202606" y="2878137"/>
            <a:ext cx="9364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MOV</a:t>
            </a:r>
          </a:p>
        </p:txBody>
      </p:sp>
      <p:sp>
        <p:nvSpPr>
          <p:cNvPr id="62499" name="Text Box 36">
            <a:extLst>
              <a:ext uri="{FF2B5EF4-FFF2-40B4-BE49-F238E27FC236}">
                <a16:creationId xmlns:a16="http://schemas.microsoft.com/office/drawing/2014/main" id="{05725511-BA2F-4D99-8E80-1327380F9D56}"/>
              </a:ext>
            </a:extLst>
          </p:cNvPr>
          <p:cNvSpPr txBox="1">
            <a:spLocks noChangeArrowheads="1"/>
          </p:cNvSpPr>
          <p:nvPr/>
        </p:nvSpPr>
        <p:spPr bwMode="auto">
          <a:xfrm>
            <a:off x="2860445" y="2892425"/>
            <a:ext cx="8354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LAD</a:t>
            </a:r>
          </a:p>
        </p:txBody>
      </p:sp>
      <p:sp>
        <p:nvSpPr>
          <p:cNvPr id="62500" name="Text Box 37">
            <a:extLst>
              <a:ext uri="{FF2B5EF4-FFF2-40B4-BE49-F238E27FC236}">
                <a16:creationId xmlns:a16="http://schemas.microsoft.com/office/drawing/2014/main" id="{866F3BEB-4631-4CD9-9B15-404C77AA7BB0}"/>
              </a:ext>
            </a:extLst>
          </p:cNvPr>
          <p:cNvSpPr txBox="1">
            <a:spLocks noChangeArrowheads="1"/>
          </p:cNvSpPr>
          <p:nvPr/>
        </p:nvSpPr>
        <p:spPr bwMode="auto">
          <a:xfrm>
            <a:off x="4108134" y="2892425"/>
            <a:ext cx="8531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ADD</a:t>
            </a:r>
          </a:p>
        </p:txBody>
      </p:sp>
      <p:sp>
        <p:nvSpPr>
          <p:cNvPr id="62501" name="Text Box 38">
            <a:extLst>
              <a:ext uri="{FF2B5EF4-FFF2-40B4-BE49-F238E27FC236}">
                <a16:creationId xmlns:a16="http://schemas.microsoft.com/office/drawing/2014/main" id="{0068834B-AB8C-4B83-A4B5-B514CE1C40F6}"/>
              </a:ext>
            </a:extLst>
          </p:cNvPr>
          <p:cNvSpPr txBox="1">
            <a:spLocks noChangeArrowheads="1"/>
          </p:cNvSpPr>
          <p:nvPr/>
        </p:nvSpPr>
        <p:spPr bwMode="auto">
          <a:xfrm>
            <a:off x="6240018" y="2878137"/>
            <a:ext cx="7946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STO</a:t>
            </a:r>
          </a:p>
        </p:txBody>
      </p:sp>
      <p:sp>
        <p:nvSpPr>
          <p:cNvPr id="62502" name="Text Box 39">
            <a:extLst>
              <a:ext uri="{FF2B5EF4-FFF2-40B4-BE49-F238E27FC236}">
                <a16:creationId xmlns:a16="http://schemas.microsoft.com/office/drawing/2014/main" id="{4E7E6A84-92FE-4630-A20B-E131E6697C68}"/>
              </a:ext>
            </a:extLst>
          </p:cNvPr>
          <p:cNvSpPr txBox="1">
            <a:spLocks noChangeArrowheads="1"/>
          </p:cNvSpPr>
          <p:nvPr/>
        </p:nvSpPr>
        <p:spPr bwMode="auto">
          <a:xfrm>
            <a:off x="7847669" y="2878137"/>
            <a:ext cx="8162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JMP</a:t>
            </a:r>
          </a:p>
        </p:txBody>
      </p:sp>
      <p:sp>
        <p:nvSpPr>
          <p:cNvPr id="62503" name="Text Box 40">
            <a:extLst>
              <a:ext uri="{FF2B5EF4-FFF2-40B4-BE49-F238E27FC236}">
                <a16:creationId xmlns:a16="http://schemas.microsoft.com/office/drawing/2014/main" id="{9E9C80BA-E571-49E2-8070-4971A0831E74}"/>
              </a:ext>
            </a:extLst>
          </p:cNvPr>
          <p:cNvSpPr txBox="1">
            <a:spLocks noChangeArrowheads="1"/>
          </p:cNvSpPr>
          <p:nvPr/>
        </p:nvSpPr>
        <p:spPr bwMode="auto">
          <a:xfrm>
            <a:off x="2364068" y="4457700"/>
            <a:ext cx="10583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RD(D)</a:t>
            </a:r>
          </a:p>
        </p:txBody>
      </p:sp>
      <p:sp>
        <p:nvSpPr>
          <p:cNvPr id="62504" name="Text Box 41">
            <a:extLst>
              <a:ext uri="{FF2B5EF4-FFF2-40B4-BE49-F238E27FC236}">
                <a16:creationId xmlns:a16="http://schemas.microsoft.com/office/drawing/2014/main" id="{6575B9EE-6633-4B21-94EC-E37D7B4B4FC2}"/>
              </a:ext>
            </a:extLst>
          </p:cNvPr>
          <p:cNvSpPr txBox="1">
            <a:spLocks noChangeArrowheads="1"/>
          </p:cNvSpPr>
          <p:nvPr/>
        </p:nvSpPr>
        <p:spPr bwMode="auto">
          <a:xfrm>
            <a:off x="5510961" y="4454525"/>
            <a:ext cx="11256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WE(D)</a:t>
            </a:r>
          </a:p>
        </p:txBody>
      </p:sp>
      <p:sp>
        <p:nvSpPr>
          <p:cNvPr id="62505" name="Line 47">
            <a:extLst>
              <a:ext uri="{FF2B5EF4-FFF2-40B4-BE49-F238E27FC236}">
                <a16:creationId xmlns:a16="http://schemas.microsoft.com/office/drawing/2014/main" id="{30BD6CAB-DD56-4EFD-81D3-5CE2ACC53823}"/>
              </a:ext>
            </a:extLst>
          </p:cNvPr>
          <p:cNvSpPr>
            <a:spLocks noChangeShapeType="1"/>
          </p:cNvSpPr>
          <p:nvPr/>
        </p:nvSpPr>
        <p:spPr bwMode="auto">
          <a:xfrm>
            <a:off x="300038" y="6122987"/>
            <a:ext cx="8543925" cy="0"/>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506" name="Line 49">
            <a:extLst>
              <a:ext uri="{FF2B5EF4-FFF2-40B4-BE49-F238E27FC236}">
                <a16:creationId xmlns:a16="http://schemas.microsoft.com/office/drawing/2014/main" id="{7B37A24F-A2DD-4252-B85F-25BCC2241CC5}"/>
              </a:ext>
            </a:extLst>
          </p:cNvPr>
          <p:cNvSpPr>
            <a:spLocks noChangeShapeType="1"/>
          </p:cNvSpPr>
          <p:nvPr/>
        </p:nvSpPr>
        <p:spPr bwMode="auto">
          <a:xfrm>
            <a:off x="400050" y="1336675"/>
            <a:ext cx="0" cy="2027237"/>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507" name="Line 50">
            <a:extLst>
              <a:ext uri="{FF2B5EF4-FFF2-40B4-BE49-F238E27FC236}">
                <a16:creationId xmlns:a16="http://schemas.microsoft.com/office/drawing/2014/main" id="{A48629C3-B317-415D-848F-CEEF25E6C923}"/>
              </a:ext>
            </a:extLst>
          </p:cNvPr>
          <p:cNvSpPr>
            <a:spLocks noChangeShapeType="1"/>
          </p:cNvSpPr>
          <p:nvPr/>
        </p:nvSpPr>
        <p:spPr bwMode="auto">
          <a:xfrm>
            <a:off x="400050" y="3414712"/>
            <a:ext cx="0" cy="1393825"/>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508" name="Line 51">
            <a:extLst>
              <a:ext uri="{FF2B5EF4-FFF2-40B4-BE49-F238E27FC236}">
                <a16:creationId xmlns:a16="http://schemas.microsoft.com/office/drawing/2014/main" id="{004E6A4C-B1A6-4BDA-BB30-A261501051BB}"/>
              </a:ext>
            </a:extLst>
          </p:cNvPr>
          <p:cNvSpPr>
            <a:spLocks noChangeShapeType="1"/>
          </p:cNvSpPr>
          <p:nvPr/>
        </p:nvSpPr>
        <p:spPr bwMode="auto">
          <a:xfrm>
            <a:off x="400050" y="4808537"/>
            <a:ext cx="0" cy="131445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2509" name="Text Box 53">
            <a:extLst>
              <a:ext uri="{FF2B5EF4-FFF2-40B4-BE49-F238E27FC236}">
                <a16:creationId xmlns:a16="http://schemas.microsoft.com/office/drawing/2014/main" id="{78D9DD92-23D1-45A7-8E9C-D4D6D2AFB5DE}"/>
              </a:ext>
            </a:extLst>
          </p:cNvPr>
          <p:cNvSpPr txBox="1">
            <a:spLocks noChangeArrowheads="1"/>
          </p:cNvSpPr>
          <p:nvPr/>
        </p:nvSpPr>
        <p:spPr bwMode="auto">
          <a:xfrm>
            <a:off x="89670" y="2332037"/>
            <a:ext cx="6286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M1</a:t>
            </a:r>
          </a:p>
        </p:txBody>
      </p:sp>
      <p:sp>
        <p:nvSpPr>
          <p:cNvPr id="62510" name="Text Box 54">
            <a:extLst>
              <a:ext uri="{FF2B5EF4-FFF2-40B4-BE49-F238E27FC236}">
                <a16:creationId xmlns:a16="http://schemas.microsoft.com/office/drawing/2014/main" id="{169E7D0B-DE24-4029-8615-A82713A685C9}"/>
              </a:ext>
            </a:extLst>
          </p:cNvPr>
          <p:cNvSpPr txBox="1">
            <a:spLocks noChangeArrowheads="1"/>
          </p:cNvSpPr>
          <p:nvPr/>
        </p:nvSpPr>
        <p:spPr bwMode="auto">
          <a:xfrm>
            <a:off x="81733" y="4003675"/>
            <a:ext cx="628698" cy="46166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M2</a:t>
            </a:r>
          </a:p>
        </p:txBody>
      </p:sp>
      <p:sp>
        <p:nvSpPr>
          <p:cNvPr id="62511" name="Text Box 55">
            <a:extLst>
              <a:ext uri="{FF2B5EF4-FFF2-40B4-BE49-F238E27FC236}">
                <a16:creationId xmlns:a16="http://schemas.microsoft.com/office/drawing/2014/main" id="{026301C4-5250-47EA-A302-79876BC2D39C}"/>
              </a:ext>
            </a:extLst>
          </p:cNvPr>
          <p:cNvSpPr txBox="1">
            <a:spLocks noChangeArrowheads="1"/>
          </p:cNvSpPr>
          <p:nvPr/>
        </p:nvSpPr>
        <p:spPr bwMode="auto">
          <a:xfrm>
            <a:off x="81733" y="5260975"/>
            <a:ext cx="628698" cy="46166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M3</a:t>
            </a:r>
          </a:p>
        </p:txBody>
      </p:sp>
      <p:sp>
        <p:nvSpPr>
          <p:cNvPr id="62512" name="AutoShape 12">
            <a:extLst>
              <a:ext uri="{FF2B5EF4-FFF2-40B4-BE49-F238E27FC236}">
                <a16:creationId xmlns:a16="http://schemas.microsoft.com/office/drawing/2014/main" id="{6B585027-B416-4A9C-A210-2609D1EC64AF}"/>
              </a:ext>
            </a:extLst>
          </p:cNvPr>
          <p:cNvSpPr>
            <a:spLocks noChangeArrowheads="1"/>
          </p:cNvSpPr>
          <p:nvPr/>
        </p:nvSpPr>
        <p:spPr bwMode="auto">
          <a:xfrm>
            <a:off x="5891213" y="5003800"/>
            <a:ext cx="1543050" cy="701675"/>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R2→DBUS</a:t>
            </a:r>
          </a:p>
        </p:txBody>
      </p:sp>
      <p:sp>
        <p:nvSpPr>
          <p:cNvPr id="62513" name="AutoShape 4">
            <a:extLst>
              <a:ext uri="{FF2B5EF4-FFF2-40B4-BE49-F238E27FC236}">
                <a16:creationId xmlns:a16="http://schemas.microsoft.com/office/drawing/2014/main" id="{F075F57F-BF0C-4488-BD3A-B2C60EBC759A}"/>
              </a:ext>
            </a:extLst>
          </p:cNvPr>
          <p:cNvSpPr>
            <a:spLocks noChangeArrowheads="1"/>
          </p:cNvSpPr>
          <p:nvPr/>
        </p:nvSpPr>
        <p:spPr bwMode="auto">
          <a:xfrm>
            <a:off x="3829050" y="1525587"/>
            <a:ext cx="2185988" cy="900113"/>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PC→ABUS(I)</a:t>
            </a: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DBUS→IR</a:t>
            </a: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PC+1</a:t>
            </a:r>
          </a:p>
        </p:txBody>
      </p:sp>
    </p:spTree>
  </p:cSld>
  <p:clrMapOvr>
    <a:masterClrMapping/>
  </p:clrMapOvr>
  <p:transition spd="med">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a:extLst>
              <a:ext uri="{FF2B5EF4-FFF2-40B4-BE49-F238E27FC236}">
                <a16:creationId xmlns:a16="http://schemas.microsoft.com/office/drawing/2014/main" id="{07425613-9736-9B45-B3A8-5F8B2686BEC9}"/>
              </a:ext>
            </a:extLst>
          </p:cNvPr>
          <p:cNvSpPr>
            <a:spLocks noGrp="1" noChangeArrowheads="1"/>
          </p:cNvSpPr>
          <p:nvPr>
            <p:ph type="title"/>
          </p:nvPr>
        </p:nvSpPr>
        <p:spPr/>
        <p:txBody>
          <a:bodyPr/>
          <a:lstStyle/>
          <a:p>
            <a:pPr eaLnBrk="1" hangingPunct="1"/>
            <a:r>
              <a:rPr lang="zh-CN" altLang="en-US"/>
              <a:t>微操作控制信号的产生</a:t>
            </a:r>
          </a:p>
        </p:txBody>
      </p:sp>
      <p:sp>
        <p:nvSpPr>
          <p:cNvPr id="63490" name="Rectangle 3">
            <a:extLst>
              <a:ext uri="{FF2B5EF4-FFF2-40B4-BE49-F238E27FC236}">
                <a16:creationId xmlns:a16="http://schemas.microsoft.com/office/drawing/2014/main" id="{016628B0-1A87-49F7-8C9E-BDC0F9F9DC95}"/>
              </a:ext>
            </a:extLst>
          </p:cNvPr>
          <p:cNvSpPr>
            <a:spLocks noGrp="1" noChangeArrowheads="1"/>
          </p:cNvSpPr>
          <p:nvPr>
            <p:ph idx="1"/>
          </p:nvPr>
        </p:nvSpPr>
        <p:spPr/>
        <p:txBody>
          <a:bodyPr/>
          <a:lstStyle/>
          <a:p>
            <a:pPr eaLnBrk="1" hangingPunct="1"/>
            <a:r>
              <a:rPr lang="zh-CN" altLang="en-US"/>
              <a:t>在微程序控制器中，微操作控制信号由微指令产生，并且可以重复使用</a:t>
            </a:r>
          </a:p>
          <a:p>
            <a:pPr eaLnBrk="1" hangingPunct="1"/>
            <a:r>
              <a:rPr lang="zh-CN" altLang="en-US"/>
              <a:t>而在硬布线控制器中，某一微操作控制信号由布尔表达式描述的输出函数产生</a:t>
            </a:r>
          </a:p>
          <a:p>
            <a:pPr eaLnBrk="1" hangingPunct="1"/>
            <a:r>
              <a:rPr lang="zh-CN" altLang="en-US"/>
              <a:t>设计微操作控制信号的方法：</a:t>
            </a:r>
          </a:p>
          <a:p>
            <a:pPr lvl="1" eaLnBrk="1" hangingPunct="1"/>
            <a:r>
              <a:rPr lang="zh-CN" altLang="en-US"/>
              <a:t>根据所有机器指令流程图，寻找出产生同一个微操作信号的所有条件</a:t>
            </a:r>
          </a:p>
          <a:p>
            <a:pPr lvl="1" eaLnBrk="1" hangingPunct="1"/>
            <a:r>
              <a:rPr lang="zh-CN" altLang="en-US"/>
              <a:t>与适当的节拍电位和节拍脉冲组合，写出其布尔代数表达式并进行简化</a:t>
            </a:r>
          </a:p>
          <a:p>
            <a:pPr lvl="1" eaLnBrk="1" hangingPunct="1"/>
            <a:r>
              <a:rPr lang="zh-CN" altLang="en-US"/>
              <a:t>用门电路或可编程器件来实现</a:t>
            </a:r>
          </a:p>
        </p:txBody>
      </p:sp>
    </p:spTree>
  </p:cSld>
  <p:clrMapOvr>
    <a:masterClrMapping/>
  </p:clrMapOvr>
  <p:transition spd="med">
    <p:pull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a:extLst>
              <a:ext uri="{FF2B5EF4-FFF2-40B4-BE49-F238E27FC236}">
                <a16:creationId xmlns:a16="http://schemas.microsoft.com/office/drawing/2014/main" id="{91E5BD82-E5F4-6C44-A850-413AEDDAB2CF}"/>
              </a:ext>
            </a:extLst>
          </p:cNvPr>
          <p:cNvSpPr>
            <a:spLocks noGrp="1" noChangeArrowheads="1"/>
          </p:cNvSpPr>
          <p:nvPr>
            <p:ph type="title"/>
          </p:nvPr>
        </p:nvSpPr>
        <p:spPr/>
        <p:txBody>
          <a:bodyPr/>
          <a:lstStyle/>
          <a:p>
            <a:pPr eaLnBrk="1" hangingPunct="1">
              <a:defRPr/>
            </a:pPr>
            <a:r>
              <a:rPr lang="zh-CN" altLang="en-US" dirty="0"/>
              <a:t>例</a:t>
            </a:r>
            <a:r>
              <a:rPr lang="en-US" altLang="zh-CN" dirty="0"/>
              <a:t>3</a:t>
            </a:r>
            <a:r>
              <a:rPr lang="zh-CN" altLang="en-US" dirty="0"/>
              <a:t>（</a:t>
            </a:r>
            <a:r>
              <a:rPr lang="en-US" altLang="zh-CN" dirty="0"/>
              <a:t>1</a:t>
            </a:r>
            <a:r>
              <a:rPr lang="zh-CN" altLang="en-US" dirty="0"/>
              <a:t>）</a:t>
            </a:r>
            <a:endParaRPr lang="en-US" altLang="zh-CN" dirty="0"/>
          </a:p>
        </p:txBody>
      </p:sp>
      <p:sp>
        <p:nvSpPr>
          <p:cNvPr id="64514" name="Rectangle 3">
            <a:extLst>
              <a:ext uri="{FF2B5EF4-FFF2-40B4-BE49-F238E27FC236}">
                <a16:creationId xmlns:a16="http://schemas.microsoft.com/office/drawing/2014/main" id="{6787CCA5-9826-484E-B2B3-8C61F7983EC5}"/>
              </a:ext>
            </a:extLst>
          </p:cNvPr>
          <p:cNvSpPr>
            <a:spLocks noGrp="1" noChangeArrowheads="1"/>
          </p:cNvSpPr>
          <p:nvPr>
            <p:ph idx="1"/>
          </p:nvPr>
        </p:nvSpPr>
        <p:spPr/>
        <p:txBody>
          <a:bodyPr/>
          <a:lstStyle/>
          <a:p>
            <a:pPr marL="0" indent="0" eaLnBrk="1" hangingPunct="1">
              <a:buFont typeface="Wingdings 2" panose="05020102010507070707" pitchFamily="18" charset="2"/>
              <a:buNone/>
            </a:pPr>
            <a:r>
              <a:rPr lang="zh-CN" altLang="en-US"/>
              <a:t>     根据上图，写出以下控制信号</a:t>
            </a:r>
            <a:r>
              <a:rPr lang="en-US" altLang="zh-CN"/>
              <a:t>RD(I)</a:t>
            </a:r>
            <a:r>
              <a:rPr lang="zh-CN" altLang="en-US"/>
              <a:t>、</a:t>
            </a:r>
            <a:r>
              <a:rPr lang="en-US" altLang="zh-CN"/>
              <a:t>RD(D)</a:t>
            </a:r>
            <a:r>
              <a:rPr lang="zh-CN" altLang="en-US"/>
              <a:t>、</a:t>
            </a:r>
            <a:r>
              <a:rPr lang="en-US" altLang="zh-CN"/>
              <a:t>WE(D)</a:t>
            </a:r>
            <a:r>
              <a:rPr lang="zh-CN" altLang="en-US"/>
              <a:t>、</a:t>
            </a:r>
            <a:r>
              <a:rPr lang="en-US" altLang="zh-CN"/>
              <a:t>LDPC</a:t>
            </a:r>
            <a:r>
              <a:rPr lang="zh-CN" altLang="en-US"/>
              <a:t>、</a:t>
            </a:r>
            <a:r>
              <a:rPr lang="en-US" altLang="zh-CN"/>
              <a:t>LDIR</a:t>
            </a:r>
            <a:r>
              <a:rPr lang="zh-CN" altLang="en-US"/>
              <a:t>、</a:t>
            </a:r>
            <a:r>
              <a:rPr lang="en-US" altLang="zh-CN"/>
              <a:t>LDAR</a:t>
            </a:r>
            <a:r>
              <a:rPr lang="zh-CN" altLang="en-US"/>
              <a:t>、</a:t>
            </a:r>
            <a:r>
              <a:rPr lang="en-US" altLang="zh-CN"/>
              <a:t>LDDR</a:t>
            </a:r>
            <a:r>
              <a:rPr lang="zh-CN" altLang="en-US"/>
              <a:t>、</a:t>
            </a:r>
            <a:r>
              <a:rPr lang="en-US" altLang="zh-CN"/>
              <a:t>PC+1</a:t>
            </a:r>
            <a:r>
              <a:rPr lang="zh-CN" altLang="en-US"/>
              <a:t>、</a:t>
            </a:r>
            <a:r>
              <a:rPr lang="en-US" altLang="zh-CN"/>
              <a:t>LDR2</a:t>
            </a:r>
            <a:r>
              <a:rPr lang="zh-CN" altLang="en-US"/>
              <a:t>的逻辑表达式。其中每个操作控制信号的含义：</a:t>
            </a:r>
          </a:p>
          <a:p>
            <a:pPr marL="0" indent="0" eaLnBrk="1" hangingPunct="1">
              <a:buFont typeface="Wingdings 2" panose="05020102010507070707" pitchFamily="18" charset="2"/>
              <a:buNone/>
            </a:pPr>
            <a:r>
              <a:rPr lang="en-US" altLang="zh-CN"/>
              <a:t>RD</a:t>
            </a:r>
            <a:r>
              <a:rPr lang="zh-CN" altLang="en-US"/>
              <a:t>（</a:t>
            </a:r>
            <a:r>
              <a:rPr lang="en-US" altLang="zh-CN"/>
              <a:t>I</a:t>
            </a:r>
            <a:r>
              <a:rPr lang="zh-CN" altLang="en-US"/>
              <a:t>）－指存读命令    </a:t>
            </a:r>
            <a:r>
              <a:rPr lang="en-US" altLang="zh-CN"/>
              <a:t>RD</a:t>
            </a:r>
            <a:r>
              <a:rPr lang="zh-CN" altLang="en-US"/>
              <a:t>（</a:t>
            </a:r>
            <a:r>
              <a:rPr lang="en-US" altLang="zh-CN"/>
              <a:t>D</a:t>
            </a:r>
            <a:r>
              <a:rPr lang="zh-CN" altLang="en-US"/>
              <a:t>）－数存读命令</a:t>
            </a:r>
          </a:p>
          <a:p>
            <a:pPr marL="0" indent="0" eaLnBrk="1" hangingPunct="1">
              <a:buFont typeface="Wingdings 2" panose="05020102010507070707" pitchFamily="18" charset="2"/>
              <a:buNone/>
            </a:pPr>
            <a:r>
              <a:rPr lang="en-US" altLang="zh-CN"/>
              <a:t>WE</a:t>
            </a:r>
            <a:r>
              <a:rPr lang="zh-CN" altLang="en-US"/>
              <a:t>（</a:t>
            </a:r>
            <a:r>
              <a:rPr lang="en-US" altLang="zh-CN"/>
              <a:t>D</a:t>
            </a:r>
            <a:r>
              <a:rPr lang="zh-CN" altLang="en-US"/>
              <a:t>）－数存写命令  </a:t>
            </a:r>
            <a:r>
              <a:rPr lang="en-US" altLang="zh-CN"/>
              <a:t>LDPC</a:t>
            </a:r>
            <a:r>
              <a:rPr lang="zh-CN" altLang="en-US"/>
              <a:t>－打入</a:t>
            </a:r>
            <a:r>
              <a:rPr lang="en-US" altLang="zh-CN"/>
              <a:t>PC</a:t>
            </a:r>
          </a:p>
          <a:p>
            <a:pPr marL="0" indent="0" eaLnBrk="1" hangingPunct="1">
              <a:buFont typeface="Wingdings 2" panose="05020102010507070707" pitchFamily="18" charset="2"/>
              <a:buNone/>
            </a:pPr>
            <a:r>
              <a:rPr lang="en-US" altLang="zh-CN"/>
              <a:t>LDIR</a:t>
            </a:r>
            <a:r>
              <a:rPr lang="zh-CN" altLang="en-US"/>
              <a:t>－打入</a:t>
            </a:r>
            <a:r>
              <a:rPr lang="en-US" altLang="zh-CN"/>
              <a:t>IR      LDAR</a:t>
            </a:r>
            <a:r>
              <a:rPr lang="zh-CN" altLang="en-US"/>
              <a:t>－打入数存地址寄存器</a:t>
            </a:r>
          </a:p>
          <a:p>
            <a:pPr marL="0" indent="0" eaLnBrk="1" hangingPunct="1">
              <a:buFont typeface="Wingdings 2" panose="05020102010507070707" pitchFamily="18" charset="2"/>
              <a:buNone/>
            </a:pPr>
            <a:r>
              <a:rPr lang="en-US" altLang="zh-CN"/>
              <a:t>LDDR</a:t>
            </a:r>
            <a:r>
              <a:rPr lang="zh-CN" altLang="en-US"/>
              <a:t>－打入数据缓冲寄存器      </a:t>
            </a:r>
            <a:r>
              <a:rPr lang="en-US" altLang="zh-CN"/>
              <a:t>PC</a:t>
            </a:r>
            <a:r>
              <a:rPr lang="zh-CN" altLang="en-US"/>
              <a:t>＋</a:t>
            </a:r>
            <a:r>
              <a:rPr lang="en-US" altLang="zh-CN"/>
              <a:t>1</a:t>
            </a:r>
            <a:r>
              <a:rPr lang="zh-CN" altLang="en-US"/>
              <a:t>－</a:t>
            </a:r>
            <a:r>
              <a:rPr lang="en-US" altLang="zh-CN"/>
              <a:t>PC</a:t>
            </a:r>
            <a:r>
              <a:rPr lang="zh-CN" altLang="en-US"/>
              <a:t>加</a:t>
            </a:r>
            <a:r>
              <a:rPr lang="en-US" altLang="zh-CN"/>
              <a:t>1</a:t>
            </a:r>
          </a:p>
          <a:p>
            <a:pPr marL="0" indent="0" eaLnBrk="1" hangingPunct="1">
              <a:buFont typeface="Wingdings 2" panose="05020102010507070707" pitchFamily="18" charset="2"/>
              <a:buNone/>
            </a:pPr>
            <a:r>
              <a:rPr lang="en-US" altLang="zh-CN"/>
              <a:t>LDR2</a:t>
            </a:r>
            <a:r>
              <a:rPr lang="zh-CN" altLang="en-US"/>
              <a:t>－打入</a:t>
            </a:r>
            <a:r>
              <a:rPr lang="en-US" altLang="zh-CN"/>
              <a:t>R2</a:t>
            </a:r>
            <a:r>
              <a:rPr lang="zh-CN" altLang="en-US"/>
              <a:t>寄存器</a:t>
            </a:r>
          </a:p>
        </p:txBody>
      </p:sp>
    </p:spTree>
  </p:cSld>
  <p:clrMapOvr>
    <a:masterClrMapping/>
  </p:clrMapOvr>
  <p:transition spd="med">
    <p:pull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a:extLst>
              <a:ext uri="{FF2B5EF4-FFF2-40B4-BE49-F238E27FC236}">
                <a16:creationId xmlns:a16="http://schemas.microsoft.com/office/drawing/2014/main" id="{19A1254A-1E31-D647-84C7-FCFC566F8E8C}"/>
              </a:ext>
            </a:extLst>
          </p:cNvPr>
          <p:cNvSpPr>
            <a:spLocks noGrp="1" noChangeArrowheads="1"/>
          </p:cNvSpPr>
          <p:nvPr>
            <p:ph type="title"/>
          </p:nvPr>
        </p:nvSpPr>
        <p:spPr/>
        <p:txBody>
          <a:bodyPr/>
          <a:lstStyle/>
          <a:p>
            <a:pPr eaLnBrk="1" hangingPunct="1">
              <a:defRPr/>
            </a:pPr>
            <a:r>
              <a:rPr lang="zh-CN" altLang="en-US" dirty="0"/>
              <a:t>例</a:t>
            </a:r>
            <a:r>
              <a:rPr lang="en-US" altLang="zh-CN" dirty="0"/>
              <a:t>3</a:t>
            </a:r>
            <a:r>
              <a:rPr lang="zh-CN" altLang="en-US" dirty="0"/>
              <a:t>（</a:t>
            </a:r>
            <a:r>
              <a:rPr lang="en-US" altLang="zh-CN" dirty="0"/>
              <a:t>2</a:t>
            </a:r>
            <a:r>
              <a:rPr lang="zh-CN" altLang="en-US" dirty="0"/>
              <a:t>）</a:t>
            </a:r>
            <a:endParaRPr lang="en-US" altLang="zh-CN" dirty="0"/>
          </a:p>
        </p:txBody>
      </p:sp>
      <p:sp>
        <p:nvSpPr>
          <p:cNvPr id="65538" name="Rectangle 3">
            <a:extLst>
              <a:ext uri="{FF2B5EF4-FFF2-40B4-BE49-F238E27FC236}">
                <a16:creationId xmlns:a16="http://schemas.microsoft.com/office/drawing/2014/main" id="{6A015C91-66BC-4EC8-A099-9FE464A69C43}"/>
              </a:ext>
            </a:extLst>
          </p:cNvPr>
          <p:cNvSpPr>
            <a:spLocks noGrp="1" noChangeArrowheads="1"/>
          </p:cNvSpPr>
          <p:nvPr>
            <p:ph idx="1"/>
          </p:nvPr>
        </p:nvSpPr>
        <p:spPr/>
        <p:txBody>
          <a:bodyPr/>
          <a:lstStyle/>
          <a:p>
            <a:pPr eaLnBrk="1" hangingPunct="1">
              <a:buFont typeface="Wingdings 2" panose="05020102010507070707" pitchFamily="18" charset="2"/>
              <a:buNone/>
            </a:pPr>
            <a:r>
              <a:rPr lang="zh-CN" altLang="en-US"/>
              <a:t>解：设</a:t>
            </a:r>
            <a:r>
              <a:rPr lang="en-US" altLang="zh-CN"/>
              <a:t>M1</a:t>
            </a:r>
            <a:r>
              <a:rPr lang="zh-CN" altLang="en-US"/>
              <a:t>、</a:t>
            </a:r>
            <a:r>
              <a:rPr lang="en-US" altLang="zh-CN"/>
              <a:t>M2</a:t>
            </a:r>
            <a:r>
              <a:rPr lang="zh-CN" altLang="en-US"/>
              <a:t>和</a:t>
            </a:r>
            <a:r>
              <a:rPr lang="en-US" altLang="zh-CN"/>
              <a:t>M3</a:t>
            </a:r>
            <a:r>
              <a:rPr lang="zh-CN" altLang="en-US"/>
              <a:t>为节拍电位，</a:t>
            </a:r>
            <a:r>
              <a:rPr lang="en-US" altLang="zh-CN"/>
              <a:t>T1</a:t>
            </a:r>
            <a:r>
              <a:rPr lang="zh-CN" altLang="en-US"/>
              <a:t>、</a:t>
            </a:r>
            <a:r>
              <a:rPr lang="en-US" altLang="zh-CN"/>
              <a:t>T2</a:t>
            </a:r>
            <a:r>
              <a:rPr lang="zh-CN" altLang="en-US"/>
              <a:t>、</a:t>
            </a:r>
            <a:r>
              <a:rPr lang="en-US" altLang="zh-CN"/>
              <a:t>T3</a:t>
            </a:r>
            <a:r>
              <a:rPr lang="zh-CN" altLang="en-US"/>
              <a:t>和</a:t>
            </a:r>
            <a:r>
              <a:rPr lang="en-US" altLang="zh-CN"/>
              <a:t>T4</a:t>
            </a:r>
            <a:r>
              <a:rPr lang="zh-CN" altLang="en-US"/>
              <a:t>为一个</a:t>
            </a:r>
            <a:r>
              <a:rPr lang="en-US" altLang="zh-CN"/>
              <a:t>CPU</a:t>
            </a:r>
            <a:r>
              <a:rPr lang="zh-CN" altLang="en-US"/>
              <a:t>周期中的节拍脉冲信号，</a:t>
            </a:r>
            <a:r>
              <a:rPr lang="en-US" altLang="zh-CN"/>
              <a:t>MOV</a:t>
            </a:r>
            <a:r>
              <a:rPr lang="zh-CN" altLang="en-US"/>
              <a:t>、</a:t>
            </a:r>
            <a:r>
              <a:rPr lang="en-US" altLang="zh-CN"/>
              <a:t>LAD</a:t>
            </a:r>
            <a:r>
              <a:rPr lang="zh-CN" altLang="en-US"/>
              <a:t>、</a:t>
            </a:r>
            <a:r>
              <a:rPr lang="en-US" altLang="zh-CN"/>
              <a:t>ADD</a:t>
            </a:r>
            <a:r>
              <a:rPr lang="zh-CN" altLang="en-US"/>
              <a:t>、</a:t>
            </a:r>
            <a:r>
              <a:rPr lang="en-US" altLang="zh-CN"/>
              <a:t>STO</a:t>
            </a:r>
            <a:r>
              <a:rPr lang="zh-CN" altLang="en-US"/>
              <a:t>和</a:t>
            </a:r>
            <a:r>
              <a:rPr lang="en-US" altLang="zh-CN"/>
              <a:t>JMP</a:t>
            </a:r>
            <a:r>
              <a:rPr lang="zh-CN" altLang="en-US"/>
              <a:t>分别表示对应机器指令的</a:t>
            </a:r>
            <a:r>
              <a:rPr lang="en-US" altLang="zh-CN"/>
              <a:t>OP</a:t>
            </a:r>
            <a:r>
              <a:rPr lang="zh-CN" altLang="en-US"/>
              <a:t>操作码译码输出信号，则有如下逻辑表达式：</a:t>
            </a:r>
          </a:p>
          <a:p>
            <a:pPr eaLnBrk="1" hangingPunct="1">
              <a:buFont typeface="Wingdings 2" panose="05020102010507070707" pitchFamily="18" charset="2"/>
              <a:buNone/>
            </a:pPr>
            <a:r>
              <a:rPr lang="en-US" altLang="zh-CN" sz="2400"/>
              <a:t>RD</a:t>
            </a:r>
            <a:r>
              <a:rPr lang="zh-CN" altLang="en-US" sz="2400"/>
              <a:t>（</a:t>
            </a:r>
            <a:r>
              <a:rPr lang="en-US" altLang="zh-CN" sz="2400"/>
              <a:t>I</a:t>
            </a:r>
            <a:r>
              <a:rPr lang="zh-CN" altLang="en-US" sz="2400"/>
              <a:t>）＝</a:t>
            </a:r>
            <a:r>
              <a:rPr lang="en-US" altLang="zh-CN" sz="2400"/>
              <a:t>M1</a:t>
            </a:r>
            <a:r>
              <a:rPr lang="zh-CN" altLang="en-US" sz="2400"/>
              <a:t>（电位信号）    </a:t>
            </a:r>
            <a:r>
              <a:rPr lang="en-US" altLang="zh-CN" sz="2400"/>
              <a:t>RD</a:t>
            </a:r>
            <a:r>
              <a:rPr lang="zh-CN" altLang="en-US" sz="2400"/>
              <a:t>（</a:t>
            </a:r>
            <a:r>
              <a:rPr lang="en-US" altLang="zh-CN" sz="2400"/>
              <a:t>D</a:t>
            </a:r>
            <a:r>
              <a:rPr lang="zh-CN" altLang="en-US" sz="2400"/>
              <a:t>）＝</a:t>
            </a:r>
            <a:r>
              <a:rPr lang="en-US" altLang="zh-CN" sz="2400"/>
              <a:t>M3LAD</a:t>
            </a:r>
            <a:r>
              <a:rPr lang="zh-CN" altLang="en-US" sz="2400"/>
              <a:t>（电位信号）</a:t>
            </a:r>
          </a:p>
          <a:p>
            <a:pPr eaLnBrk="1" hangingPunct="1">
              <a:buFont typeface="Wingdings 2" panose="05020102010507070707" pitchFamily="18" charset="2"/>
              <a:buNone/>
            </a:pPr>
            <a:r>
              <a:rPr lang="en-US" altLang="zh-CN" sz="2400"/>
              <a:t>WE</a:t>
            </a:r>
            <a:r>
              <a:rPr lang="zh-CN" altLang="en-US" sz="2400"/>
              <a:t>（</a:t>
            </a:r>
            <a:r>
              <a:rPr lang="en-US" altLang="zh-CN" sz="2400"/>
              <a:t>D</a:t>
            </a:r>
            <a:r>
              <a:rPr lang="zh-CN" altLang="en-US" sz="2400"/>
              <a:t>）＝</a:t>
            </a:r>
            <a:r>
              <a:rPr lang="en-US" altLang="zh-CN" sz="2400"/>
              <a:t>M3T3STO</a:t>
            </a:r>
            <a:r>
              <a:rPr lang="zh-CN" altLang="en-US" sz="2400"/>
              <a:t>（脉冲信号）</a:t>
            </a:r>
          </a:p>
          <a:p>
            <a:pPr eaLnBrk="1" hangingPunct="1">
              <a:buFont typeface="Wingdings 2" panose="05020102010507070707" pitchFamily="18" charset="2"/>
              <a:buNone/>
            </a:pPr>
            <a:r>
              <a:rPr lang="en-US" altLang="zh-CN" sz="2400"/>
              <a:t>LDPC</a:t>
            </a:r>
            <a:r>
              <a:rPr lang="zh-CN" altLang="en-US" sz="2400"/>
              <a:t>＝</a:t>
            </a:r>
            <a:r>
              <a:rPr lang="en-US" altLang="zh-CN" sz="2400"/>
              <a:t>M1T4</a:t>
            </a:r>
            <a:r>
              <a:rPr lang="zh-CN" altLang="en-US" sz="2400"/>
              <a:t>＋</a:t>
            </a:r>
            <a:r>
              <a:rPr lang="en-US" altLang="zh-CN" sz="2400"/>
              <a:t>M2T4JMP</a:t>
            </a:r>
          </a:p>
          <a:p>
            <a:pPr eaLnBrk="1" hangingPunct="1">
              <a:buFont typeface="Wingdings 2" panose="05020102010507070707" pitchFamily="18" charset="2"/>
              <a:buNone/>
            </a:pPr>
            <a:r>
              <a:rPr lang="en-US" altLang="zh-CN" sz="2400"/>
              <a:t>LDIR</a:t>
            </a:r>
            <a:r>
              <a:rPr lang="zh-CN" altLang="en-US" sz="2400"/>
              <a:t>＝</a:t>
            </a:r>
            <a:r>
              <a:rPr lang="en-US" altLang="zh-CN" sz="2400"/>
              <a:t>M1T4		LDAR</a:t>
            </a:r>
            <a:r>
              <a:rPr lang="zh-CN" altLang="en-US" sz="2400"/>
              <a:t>＝</a:t>
            </a:r>
            <a:r>
              <a:rPr lang="en-US" altLang="zh-CN" sz="2400"/>
              <a:t>M2T4</a:t>
            </a:r>
            <a:r>
              <a:rPr lang="zh-CN" altLang="en-US" sz="2400"/>
              <a:t>（</a:t>
            </a:r>
            <a:r>
              <a:rPr lang="en-US" altLang="zh-CN" sz="2400"/>
              <a:t>LAD</a:t>
            </a:r>
            <a:r>
              <a:rPr lang="zh-CN" altLang="en-US" sz="2400"/>
              <a:t>＋</a:t>
            </a:r>
            <a:r>
              <a:rPr lang="en-US" altLang="zh-CN" sz="2400"/>
              <a:t>STO</a:t>
            </a:r>
            <a:r>
              <a:rPr lang="zh-CN" altLang="en-US" sz="2400"/>
              <a:t>）</a:t>
            </a:r>
          </a:p>
          <a:p>
            <a:pPr eaLnBrk="1" hangingPunct="1">
              <a:buFont typeface="Wingdings 2" panose="05020102010507070707" pitchFamily="18" charset="2"/>
              <a:buNone/>
            </a:pPr>
            <a:r>
              <a:rPr lang="en-US" altLang="zh-CN" sz="2400"/>
              <a:t>LDDR</a:t>
            </a:r>
            <a:r>
              <a:rPr lang="zh-CN" altLang="en-US" sz="2400"/>
              <a:t>＝</a:t>
            </a:r>
            <a:r>
              <a:rPr lang="en-US" altLang="zh-CN" sz="2400"/>
              <a:t>M2T3</a:t>
            </a:r>
            <a:r>
              <a:rPr lang="zh-CN" altLang="en-US" sz="2400"/>
              <a:t>（</a:t>
            </a:r>
            <a:r>
              <a:rPr lang="en-US" altLang="zh-CN" sz="2400"/>
              <a:t>MOV</a:t>
            </a:r>
            <a:r>
              <a:rPr lang="zh-CN" altLang="en-US" sz="2400"/>
              <a:t>＋</a:t>
            </a:r>
            <a:r>
              <a:rPr lang="en-US" altLang="zh-CN" sz="2400"/>
              <a:t>ADD</a:t>
            </a:r>
            <a:r>
              <a:rPr lang="zh-CN" altLang="en-US" sz="2400"/>
              <a:t>）＋</a:t>
            </a:r>
            <a:r>
              <a:rPr lang="en-US" altLang="zh-CN" sz="2400"/>
              <a:t>M3T3LAD       PC+1</a:t>
            </a:r>
            <a:r>
              <a:rPr lang="zh-CN" altLang="en-US" sz="2400"/>
              <a:t>＝</a:t>
            </a:r>
            <a:r>
              <a:rPr lang="en-US" altLang="zh-CN" sz="2400"/>
              <a:t>M1T3</a:t>
            </a:r>
          </a:p>
          <a:p>
            <a:pPr eaLnBrk="1" hangingPunct="1">
              <a:buFont typeface="Wingdings 2" panose="05020102010507070707" pitchFamily="18" charset="2"/>
              <a:buNone/>
            </a:pPr>
            <a:r>
              <a:rPr lang="en-US" altLang="zh-CN" sz="2400"/>
              <a:t>LDR2</a:t>
            </a:r>
            <a:r>
              <a:rPr lang="zh-CN" altLang="en-US" sz="2400"/>
              <a:t>＝</a:t>
            </a:r>
            <a:r>
              <a:rPr lang="en-US" altLang="zh-CN" sz="2400"/>
              <a:t>M2T4ADD</a:t>
            </a:r>
          </a:p>
        </p:txBody>
      </p:sp>
    </p:spTree>
  </p:cSld>
  <p:clrMapOvr>
    <a:masterClrMapping/>
  </p:clrMapOvr>
  <p:transition spd="med">
    <p:pull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B5C842-3F56-C14A-A055-DC48E1A4526D}"/>
              </a:ext>
            </a:extLst>
          </p:cNvPr>
          <p:cNvSpPr>
            <a:spLocks noGrp="1"/>
          </p:cNvSpPr>
          <p:nvPr>
            <p:ph type="title"/>
          </p:nvPr>
        </p:nvSpPr>
        <p:spPr/>
        <p:txBody>
          <a:bodyPr/>
          <a:lstStyle/>
          <a:p>
            <a:pPr>
              <a:defRPr/>
            </a:pPr>
            <a:r>
              <a:rPr lang="zh-CN" altLang="en-US" dirty="0"/>
              <a:t>例</a:t>
            </a:r>
            <a:r>
              <a:rPr lang="en-US" altLang="zh-CN" dirty="0"/>
              <a:t>3</a:t>
            </a:r>
            <a:r>
              <a:rPr lang="zh-CN" altLang="en-US" dirty="0"/>
              <a:t>（</a:t>
            </a:r>
            <a:r>
              <a:rPr lang="en-US" altLang="zh-CN" dirty="0"/>
              <a:t>3</a:t>
            </a:r>
            <a:r>
              <a:rPr lang="zh-CN" altLang="en-US" dirty="0"/>
              <a:t>）</a:t>
            </a:r>
            <a:r>
              <a:rPr lang="en-US" altLang="zh-CN" dirty="0"/>
              <a:t>  CPU</a:t>
            </a:r>
            <a:r>
              <a:rPr lang="zh-CN" altLang="en-US" dirty="0"/>
              <a:t>模型</a:t>
            </a:r>
          </a:p>
        </p:txBody>
      </p:sp>
      <p:pic>
        <p:nvPicPr>
          <p:cNvPr id="66562" name="内容占位符 2">
            <a:extLst>
              <a:ext uri="{FF2B5EF4-FFF2-40B4-BE49-F238E27FC236}">
                <a16:creationId xmlns:a16="http://schemas.microsoft.com/office/drawing/2014/main" id="{0BBB9332-38AA-4DC7-A486-DF33DE4A84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89013" y="981075"/>
            <a:ext cx="7165975" cy="5400675"/>
          </a:xfrm>
        </p:spPr>
      </p:pic>
    </p:spTree>
  </p:cSld>
  <p:clrMapOvr>
    <a:masterClrMapping/>
  </p:clrMapOvr>
  <p:transition spd="med">
    <p:pull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a:extLst>
              <a:ext uri="{FF2B5EF4-FFF2-40B4-BE49-F238E27FC236}">
                <a16:creationId xmlns:a16="http://schemas.microsoft.com/office/drawing/2014/main" id="{820E7160-9F48-3542-B2CB-0EB1EB4B5892}"/>
              </a:ext>
            </a:extLst>
          </p:cNvPr>
          <p:cNvSpPr>
            <a:spLocks noGrp="1" noChangeArrowheads="1"/>
          </p:cNvSpPr>
          <p:nvPr>
            <p:ph type="title"/>
          </p:nvPr>
        </p:nvSpPr>
        <p:spPr/>
        <p:txBody>
          <a:bodyPr/>
          <a:lstStyle/>
          <a:p>
            <a:pPr eaLnBrk="1" hangingPunct="1"/>
            <a:r>
              <a:rPr lang="zh-CN" altLang="en-US" sz="4800"/>
              <a:t>设计举例</a:t>
            </a:r>
          </a:p>
        </p:txBody>
      </p:sp>
      <p:sp>
        <p:nvSpPr>
          <p:cNvPr id="67586" name="Rectangle 3">
            <a:extLst>
              <a:ext uri="{FF2B5EF4-FFF2-40B4-BE49-F238E27FC236}">
                <a16:creationId xmlns:a16="http://schemas.microsoft.com/office/drawing/2014/main" id="{8C3F44F9-C4FA-454E-B087-B52923A6166B}"/>
              </a:ext>
            </a:extLst>
          </p:cNvPr>
          <p:cNvSpPr>
            <a:spLocks noGrp="1" noChangeArrowheads="1"/>
          </p:cNvSpPr>
          <p:nvPr>
            <p:ph idx="1"/>
          </p:nvPr>
        </p:nvSpPr>
        <p:spPr/>
        <p:txBody>
          <a:bodyPr/>
          <a:lstStyle/>
          <a:p>
            <a:pPr marL="0" indent="0" eaLnBrk="1" hangingPunct="1">
              <a:buFont typeface="Wingdings 2" panose="05020102010507070707" pitchFamily="18" charset="2"/>
              <a:buNone/>
            </a:pPr>
            <a:r>
              <a:rPr lang="zh-CN" altLang="en-US" sz="2800"/>
              <a:t>    设计下图所示模型机的控制器，设该机指令系统仅为五条指令，采用硬布线控制器，指令如下：</a:t>
            </a:r>
          </a:p>
          <a:p>
            <a:pPr lvl="1" eaLnBrk="1" hangingPunct="1">
              <a:buFont typeface="Wingdings" panose="05000000000000000000" pitchFamily="2" charset="2"/>
              <a:buNone/>
            </a:pPr>
            <a:r>
              <a:rPr lang="en-US" altLang="zh-CN" sz="2400"/>
              <a:t>CLA		</a:t>
            </a:r>
            <a:r>
              <a:rPr lang="zh-CN" altLang="en-US" sz="2400"/>
              <a:t>清零指令	指令功能：	</a:t>
            </a:r>
            <a:r>
              <a:rPr lang="en-US" altLang="zh-CN" sz="2400"/>
              <a:t>0→AC</a:t>
            </a:r>
            <a:endParaRPr lang="zh-CN" altLang="en-US" sz="2400"/>
          </a:p>
          <a:p>
            <a:pPr lvl="1" eaLnBrk="1" hangingPunct="1">
              <a:buFont typeface="Wingdings" panose="05000000000000000000" pitchFamily="2" charset="2"/>
              <a:buNone/>
            </a:pPr>
            <a:r>
              <a:rPr lang="en-US" altLang="zh-CN" sz="2400"/>
              <a:t>ADD AC,M</a:t>
            </a:r>
            <a:r>
              <a:rPr lang="zh-CN" altLang="en-US" sz="2400"/>
              <a:t>加法指令			</a:t>
            </a:r>
            <a:r>
              <a:rPr lang="en-US" altLang="zh-CN" sz="2400"/>
              <a:t>(AC)+(M)→AC</a:t>
            </a:r>
            <a:endParaRPr lang="zh-CN" altLang="en-US" sz="2400"/>
          </a:p>
          <a:p>
            <a:pPr lvl="1" eaLnBrk="1" hangingPunct="1">
              <a:buFont typeface="Wingdings" panose="05000000000000000000" pitchFamily="2" charset="2"/>
              <a:buNone/>
            </a:pPr>
            <a:r>
              <a:rPr lang="en-US" altLang="zh-CN" sz="2400"/>
              <a:t>STA M 		</a:t>
            </a:r>
            <a:r>
              <a:rPr lang="zh-CN" altLang="en-US" sz="2400"/>
              <a:t>存数指令			</a:t>
            </a:r>
            <a:r>
              <a:rPr lang="en-US" altLang="zh-CN" sz="2400"/>
              <a:t>(AC)→M</a:t>
            </a:r>
          </a:p>
          <a:p>
            <a:pPr lvl="1" eaLnBrk="1" hangingPunct="1">
              <a:buFont typeface="Wingdings" panose="05000000000000000000" pitchFamily="2" charset="2"/>
              <a:buNone/>
            </a:pPr>
            <a:r>
              <a:rPr lang="en-US" altLang="zh-CN" sz="2400"/>
              <a:t>JMP m		</a:t>
            </a:r>
            <a:r>
              <a:rPr lang="zh-CN" altLang="en-US" sz="2400"/>
              <a:t>跳转指令 			</a:t>
            </a:r>
            <a:r>
              <a:rPr lang="en-US" altLang="zh-CN" sz="2400"/>
              <a:t>m→PC</a:t>
            </a:r>
            <a:endParaRPr lang="zh-CN" altLang="en-US" sz="2400"/>
          </a:p>
          <a:p>
            <a:pPr lvl="1" eaLnBrk="1" hangingPunct="1">
              <a:buFont typeface="Wingdings" panose="05000000000000000000" pitchFamily="2" charset="2"/>
              <a:buNone/>
            </a:pPr>
            <a:r>
              <a:rPr lang="en-US" altLang="zh-CN" sz="2400"/>
              <a:t>NOP </a:t>
            </a:r>
            <a:r>
              <a:rPr lang="zh-CN" altLang="en-US" sz="2400"/>
              <a:t>　		空指令			延时</a:t>
            </a:r>
          </a:p>
        </p:txBody>
      </p:sp>
    </p:spTree>
  </p:cSld>
  <p:clrMapOvr>
    <a:masterClrMapping/>
  </p:clrMapOvr>
  <p:transition spd="med">
    <p:pull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5C1DF4C6-28DE-412A-9AFB-AF718185EEA6}"/>
              </a:ext>
            </a:extLst>
          </p:cNvPr>
          <p:cNvSpPr>
            <a:spLocks noGrp="1" noChangeArrowheads="1"/>
          </p:cNvSpPr>
          <p:nvPr>
            <p:ph type="title"/>
          </p:nvPr>
        </p:nvSpPr>
        <p:spPr>
          <a:xfrm>
            <a:off x="228600" y="236538"/>
            <a:ext cx="8897937" cy="762000"/>
          </a:xfrm>
        </p:spPr>
        <p:txBody>
          <a:bodyPr/>
          <a:lstStyle/>
          <a:p>
            <a:pPr eaLnBrk="1" hangingPunct="1">
              <a:defRPr/>
            </a:pPr>
            <a:r>
              <a:rPr lang="en-US" altLang="zh-CN" dirty="0"/>
              <a:t>CPU</a:t>
            </a:r>
            <a:r>
              <a:rPr lang="zh-CN" altLang="en-US" dirty="0"/>
              <a:t>模型</a:t>
            </a:r>
            <a:endParaRPr lang="en-US" altLang="zh-CN" dirty="0"/>
          </a:p>
        </p:txBody>
      </p:sp>
      <p:sp>
        <p:nvSpPr>
          <p:cNvPr id="23555" name="AutoShape 91">
            <a:extLst>
              <a:ext uri="{FF2B5EF4-FFF2-40B4-BE49-F238E27FC236}">
                <a16:creationId xmlns:a16="http://schemas.microsoft.com/office/drawing/2014/main" id="{C0F02D72-28FD-45B9-9189-74D0DF0FD68D}"/>
              </a:ext>
            </a:extLst>
          </p:cNvPr>
          <p:cNvSpPr>
            <a:spLocks noChangeArrowheads="1"/>
          </p:cNvSpPr>
          <p:nvPr/>
        </p:nvSpPr>
        <p:spPr bwMode="auto">
          <a:xfrm flipV="1">
            <a:off x="5676900" y="5400675"/>
            <a:ext cx="449263" cy="260350"/>
          </a:xfrm>
          <a:prstGeom prst="rightArrow">
            <a:avLst>
              <a:gd name="adj1" fmla="val 50000"/>
              <a:gd name="adj2" fmla="val 43140"/>
            </a:avLst>
          </a:prstGeom>
          <a:solidFill>
            <a:srgbClr val="FFFF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724" name="AutoShape 92">
            <a:extLst>
              <a:ext uri="{FF2B5EF4-FFF2-40B4-BE49-F238E27FC236}">
                <a16:creationId xmlns:a16="http://schemas.microsoft.com/office/drawing/2014/main" id="{A1BE8368-8395-48A0-872E-7E790B09CD05}"/>
              </a:ext>
            </a:extLst>
          </p:cNvPr>
          <p:cNvSpPr>
            <a:spLocks noChangeArrowheads="1"/>
          </p:cNvSpPr>
          <p:nvPr/>
        </p:nvSpPr>
        <p:spPr bwMode="auto">
          <a:xfrm flipV="1">
            <a:off x="5705475" y="4708525"/>
            <a:ext cx="449263" cy="260350"/>
          </a:xfrm>
          <a:prstGeom prst="rightArrow">
            <a:avLst>
              <a:gd name="adj1" fmla="val 50000"/>
              <a:gd name="adj2" fmla="val 43140"/>
            </a:avLst>
          </a:prstGeom>
          <a:solidFill>
            <a:srgbClr val="FFFF00"/>
          </a:solidFill>
          <a:ln w="19050">
            <a:solidFill>
              <a:schemeClr val="tx1"/>
            </a:solidFill>
            <a:miter lim="800000"/>
            <a:headEnd/>
            <a:tailEnd type="none" w="lg" len="lg"/>
          </a:ln>
          <a:effectLst/>
        </p:spPr>
        <p:txBody>
          <a:bodyPr rot="10800000"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sp>
        <p:nvSpPr>
          <p:cNvPr id="23557" name="Rectangle 93">
            <a:extLst>
              <a:ext uri="{FF2B5EF4-FFF2-40B4-BE49-F238E27FC236}">
                <a16:creationId xmlns:a16="http://schemas.microsoft.com/office/drawing/2014/main" id="{D7504542-0FB1-4285-ABAB-6E62AD2634D5}"/>
              </a:ext>
            </a:extLst>
          </p:cNvPr>
          <p:cNvSpPr>
            <a:spLocks noChangeArrowheads="1"/>
          </p:cNvSpPr>
          <p:nvPr/>
        </p:nvSpPr>
        <p:spPr bwMode="auto">
          <a:xfrm flipV="1">
            <a:off x="5670550" y="4306888"/>
            <a:ext cx="127000" cy="1287462"/>
          </a:xfrm>
          <a:prstGeom prst="rect">
            <a:avLst/>
          </a:prstGeom>
          <a:solidFill>
            <a:srgbClr val="FFFF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81" name="AutoShape 49">
            <a:extLst>
              <a:ext uri="{FF2B5EF4-FFF2-40B4-BE49-F238E27FC236}">
                <a16:creationId xmlns:a16="http://schemas.microsoft.com/office/drawing/2014/main" id="{0BF6A979-01E5-4705-888A-DC1FBC4BC854}"/>
              </a:ext>
            </a:extLst>
          </p:cNvPr>
          <p:cNvSpPr>
            <a:spLocks noChangeArrowheads="1"/>
          </p:cNvSpPr>
          <p:nvPr/>
        </p:nvSpPr>
        <p:spPr bwMode="auto">
          <a:xfrm>
            <a:off x="4376738" y="4135438"/>
            <a:ext cx="247650" cy="304800"/>
          </a:xfrm>
          <a:prstGeom prst="upArrow">
            <a:avLst>
              <a:gd name="adj1" fmla="val 50000"/>
              <a:gd name="adj2" fmla="val 30769"/>
            </a:avLst>
          </a:prstGeom>
          <a:solidFill>
            <a:srgbClr val="FFFF00"/>
          </a:solidFill>
          <a:ln w="19050">
            <a:solidFill>
              <a:schemeClr val="tx1"/>
            </a:solidFill>
            <a:miter lim="800000"/>
            <a:headEnd/>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sp>
        <p:nvSpPr>
          <p:cNvPr id="23559" name="Rectangle 7">
            <a:extLst>
              <a:ext uri="{FF2B5EF4-FFF2-40B4-BE49-F238E27FC236}">
                <a16:creationId xmlns:a16="http://schemas.microsoft.com/office/drawing/2014/main" id="{B7EEF549-458F-4D62-A133-4FDC7D7ABBE0}"/>
              </a:ext>
            </a:extLst>
          </p:cNvPr>
          <p:cNvSpPr>
            <a:spLocks noChangeArrowheads="1"/>
          </p:cNvSpPr>
          <p:nvPr/>
        </p:nvSpPr>
        <p:spPr bwMode="auto">
          <a:xfrm>
            <a:off x="811213" y="4073525"/>
            <a:ext cx="1187450" cy="682625"/>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contourClr>
              <a:srgbClr val="006600"/>
            </a:contourClr>
          </a:sp3d>
        </p:spPr>
        <p:txBody>
          <a:bodyPr wrap="none"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输入</a:t>
            </a:r>
          </a:p>
          <a:p>
            <a:pPr algn="ctr" eaLnBrk="1" hangingPunct="1">
              <a:lnSpc>
                <a:spcPct val="80000"/>
              </a:lnSpc>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a:t>
            </a:r>
            <a:r>
              <a:rPr kumimoji="0" lang="zh-CN" altLang="en-US" sz="2400">
                <a:solidFill>
                  <a:schemeClr val="bg1"/>
                </a:solidFill>
                <a:ea typeface="楷体" panose="02010609060101010101" pitchFamily="49" charset="-122"/>
                <a:cs typeface="Times New Roman" panose="02020603050405020304" pitchFamily="18" charset="0"/>
              </a:rPr>
              <a:t>输出</a:t>
            </a:r>
          </a:p>
        </p:txBody>
      </p:sp>
      <p:sp>
        <p:nvSpPr>
          <p:cNvPr id="23560" name="Rectangle 8">
            <a:extLst>
              <a:ext uri="{FF2B5EF4-FFF2-40B4-BE49-F238E27FC236}">
                <a16:creationId xmlns:a16="http://schemas.microsoft.com/office/drawing/2014/main" id="{4E273DB3-BC7D-4B52-BB4E-34378F5EEB14}"/>
              </a:ext>
            </a:extLst>
          </p:cNvPr>
          <p:cNvSpPr>
            <a:spLocks noChangeArrowheads="1"/>
          </p:cNvSpPr>
          <p:nvPr/>
        </p:nvSpPr>
        <p:spPr bwMode="auto">
          <a:xfrm>
            <a:off x="3968750" y="1808163"/>
            <a:ext cx="1625600" cy="450850"/>
          </a:xfrm>
          <a:prstGeom prst="rect">
            <a:avLst/>
          </a:prstGeom>
          <a:solidFill>
            <a:srgbClr val="9900CC"/>
          </a:solidFill>
          <a:ln w="9525">
            <a:miter lim="800000"/>
            <a:headEnd/>
            <a:tailEnd/>
          </a:ln>
          <a:scene3d>
            <a:camera prst="legacyObliqueTopRight"/>
            <a:lightRig rig="legacyFlat3" dir="b"/>
          </a:scene3d>
          <a:sp3d extrusionH="354000" prstMaterial="legacyMatte">
            <a:bevelT w="13500" h="13500" prst="angle"/>
            <a:bevelB w="13500" h="13500" prst="angle"/>
            <a:extrusionClr>
              <a:srgbClr val="9900CC"/>
            </a:extrusionClr>
            <a:contourClr>
              <a:srgbClr val="9900CC"/>
            </a:contourClr>
          </a:sp3d>
        </p:spPr>
        <p:txBody>
          <a:bodyPr wrap="none"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ALU</a:t>
            </a:r>
          </a:p>
        </p:txBody>
      </p:sp>
      <p:sp>
        <p:nvSpPr>
          <p:cNvPr id="23561" name="Rectangle 9">
            <a:extLst>
              <a:ext uri="{FF2B5EF4-FFF2-40B4-BE49-F238E27FC236}">
                <a16:creationId xmlns:a16="http://schemas.microsoft.com/office/drawing/2014/main" id="{D78E98E8-B8B4-492B-A6E6-D650B90FDC1E}"/>
              </a:ext>
            </a:extLst>
          </p:cNvPr>
          <p:cNvSpPr>
            <a:spLocks noChangeArrowheads="1"/>
          </p:cNvSpPr>
          <p:nvPr/>
        </p:nvSpPr>
        <p:spPr bwMode="auto">
          <a:xfrm>
            <a:off x="6329363" y="1719263"/>
            <a:ext cx="1770062" cy="769937"/>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操作控制器</a:t>
            </a: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时序产生器</a:t>
            </a:r>
          </a:p>
        </p:txBody>
      </p:sp>
      <p:sp>
        <p:nvSpPr>
          <p:cNvPr id="23562" name="Rectangle 10">
            <a:extLst>
              <a:ext uri="{FF2B5EF4-FFF2-40B4-BE49-F238E27FC236}">
                <a16:creationId xmlns:a16="http://schemas.microsoft.com/office/drawing/2014/main" id="{7C5511E5-F34C-40FE-98AF-4A49B33693E5}"/>
              </a:ext>
            </a:extLst>
          </p:cNvPr>
          <p:cNvSpPr>
            <a:spLocks noChangeArrowheads="1"/>
          </p:cNvSpPr>
          <p:nvPr/>
        </p:nvSpPr>
        <p:spPr bwMode="auto">
          <a:xfrm>
            <a:off x="3336925" y="2584450"/>
            <a:ext cx="1800225" cy="392113"/>
          </a:xfrm>
          <a:prstGeom prst="rect">
            <a:avLst/>
          </a:prstGeom>
          <a:solidFill>
            <a:srgbClr val="996633"/>
          </a:solidFill>
          <a:ln w="9525">
            <a:miter lim="800000"/>
            <a:headEnd/>
            <a:tailEnd/>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200">
                <a:solidFill>
                  <a:schemeClr val="bg1"/>
                </a:solidFill>
                <a:ea typeface="楷体" panose="02010609060101010101" pitchFamily="49" charset="-122"/>
                <a:cs typeface="Times New Roman" panose="02020603050405020304" pitchFamily="18" charset="0"/>
              </a:rPr>
              <a:t>累加器</a:t>
            </a:r>
            <a:r>
              <a:rPr kumimoji="0" lang="en-US" altLang="zh-CN" sz="2200">
                <a:solidFill>
                  <a:schemeClr val="bg1"/>
                </a:solidFill>
                <a:ea typeface="楷体" panose="02010609060101010101" pitchFamily="49" charset="-122"/>
                <a:cs typeface="Times New Roman" panose="02020603050405020304" pitchFamily="18" charset="0"/>
              </a:rPr>
              <a:t>AC</a:t>
            </a:r>
          </a:p>
        </p:txBody>
      </p:sp>
      <p:sp>
        <p:nvSpPr>
          <p:cNvPr id="23563" name="Rectangle 17">
            <a:extLst>
              <a:ext uri="{FF2B5EF4-FFF2-40B4-BE49-F238E27FC236}">
                <a16:creationId xmlns:a16="http://schemas.microsoft.com/office/drawing/2014/main" id="{852D28AA-8DC2-4D39-B3B5-EFB7025D2CF8}"/>
              </a:ext>
            </a:extLst>
          </p:cNvPr>
          <p:cNvSpPr>
            <a:spLocks noChangeArrowheads="1"/>
          </p:cNvSpPr>
          <p:nvPr/>
        </p:nvSpPr>
        <p:spPr bwMode="auto">
          <a:xfrm>
            <a:off x="811213" y="2767013"/>
            <a:ext cx="1189037" cy="682625"/>
          </a:xfrm>
          <a:prstGeom prst="rect">
            <a:avLst/>
          </a:prstGeom>
          <a:solidFill>
            <a:srgbClr val="0066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6600"/>
            </a:extrusionClr>
            <a:contourClr>
              <a:srgbClr val="006600"/>
            </a:contourClr>
          </a:sp3d>
        </p:spPr>
        <p:txBody>
          <a:bodyPr wrap="none"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存储器</a:t>
            </a:r>
          </a:p>
        </p:txBody>
      </p:sp>
      <p:sp>
        <p:nvSpPr>
          <p:cNvPr id="23564" name="Rectangle 18">
            <a:extLst>
              <a:ext uri="{FF2B5EF4-FFF2-40B4-BE49-F238E27FC236}">
                <a16:creationId xmlns:a16="http://schemas.microsoft.com/office/drawing/2014/main" id="{171DFBD0-60FC-4F50-A5E1-EBC9356B0CCA}"/>
              </a:ext>
            </a:extLst>
          </p:cNvPr>
          <p:cNvSpPr>
            <a:spLocks noChangeArrowheads="1"/>
          </p:cNvSpPr>
          <p:nvPr/>
        </p:nvSpPr>
        <p:spPr bwMode="auto">
          <a:xfrm>
            <a:off x="2679700" y="3165475"/>
            <a:ext cx="2019300" cy="392113"/>
          </a:xfrm>
          <a:prstGeom prst="rect">
            <a:avLst/>
          </a:prstGeom>
          <a:solidFill>
            <a:srgbClr val="996633"/>
          </a:solidFill>
          <a:ln w="9525">
            <a:miter lim="800000"/>
            <a:headEnd/>
            <a:tailEnd/>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200">
                <a:solidFill>
                  <a:schemeClr val="bg1"/>
                </a:solidFill>
                <a:ea typeface="楷体" panose="02010609060101010101" pitchFamily="49" charset="-122"/>
                <a:cs typeface="Times New Roman" panose="02020603050405020304" pitchFamily="18" charset="0"/>
              </a:rPr>
              <a:t>状态条件寄存器</a:t>
            </a:r>
            <a:endParaRPr kumimoji="0" lang="en-US" altLang="zh-CN" sz="2200">
              <a:solidFill>
                <a:schemeClr val="bg1"/>
              </a:solidFill>
              <a:ea typeface="楷体" panose="02010609060101010101" pitchFamily="49" charset="-122"/>
              <a:cs typeface="Times New Roman" panose="02020603050405020304" pitchFamily="18" charset="0"/>
            </a:endParaRPr>
          </a:p>
        </p:txBody>
      </p:sp>
      <p:sp>
        <p:nvSpPr>
          <p:cNvPr id="23565" name="Rectangle 19">
            <a:extLst>
              <a:ext uri="{FF2B5EF4-FFF2-40B4-BE49-F238E27FC236}">
                <a16:creationId xmlns:a16="http://schemas.microsoft.com/office/drawing/2014/main" id="{8EBB3385-C12F-4185-88B4-0E693CFAFBEC}"/>
              </a:ext>
            </a:extLst>
          </p:cNvPr>
          <p:cNvSpPr>
            <a:spLocks noChangeArrowheads="1"/>
          </p:cNvSpPr>
          <p:nvPr/>
        </p:nvSpPr>
        <p:spPr bwMode="auto">
          <a:xfrm>
            <a:off x="3395663" y="3741738"/>
            <a:ext cx="2119312" cy="392112"/>
          </a:xfrm>
          <a:prstGeom prst="rect">
            <a:avLst/>
          </a:prstGeom>
          <a:solidFill>
            <a:srgbClr val="996633"/>
          </a:solidFill>
          <a:ln w="9525">
            <a:miter lim="800000"/>
            <a:headEnd/>
            <a:tailEnd/>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200">
                <a:solidFill>
                  <a:schemeClr val="bg1"/>
                </a:solidFill>
                <a:ea typeface="楷体" panose="02010609060101010101" pitchFamily="49" charset="-122"/>
                <a:cs typeface="Times New Roman" panose="02020603050405020304" pitchFamily="18" charset="0"/>
              </a:rPr>
              <a:t>缓冲寄存器</a:t>
            </a:r>
            <a:r>
              <a:rPr kumimoji="0" lang="en-US" altLang="zh-CN" sz="2200">
                <a:solidFill>
                  <a:schemeClr val="bg1"/>
                </a:solidFill>
                <a:ea typeface="楷体" panose="02010609060101010101" pitchFamily="49" charset="-122"/>
                <a:cs typeface="Times New Roman" panose="02020603050405020304" pitchFamily="18" charset="0"/>
              </a:rPr>
              <a:t>DR</a:t>
            </a:r>
          </a:p>
        </p:txBody>
      </p:sp>
      <p:sp>
        <p:nvSpPr>
          <p:cNvPr id="23566" name="Rectangle 20">
            <a:extLst>
              <a:ext uri="{FF2B5EF4-FFF2-40B4-BE49-F238E27FC236}">
                <a16:creationId xmlns:a16="http://schemas.microsoft.com/office/drawing/2014/main" id="{EFD19BC7-97BA-43F9-BA25-DA9F3460DE98}"/>
              </a:ext>
            </a:extLst>
          </p:cNvPr>
          <p:cNvSpPr>
            <a:spLocks noChangeArrowheads="1"/>
          </p:cNvSpPr>
          <p:nvPr/>
        </p:nvSpPr>
        <p:spPr bwMode="auto">
          <a:xfrm>
            <a:off x="6249988" y="3778250"/>
            <a:ext cx="2003425" cy="392113"/>
          </a:xfrm>
          <a:prstGeom prst="rect">
            <a:avLst/>
          </a:prstGeom>
          <a:solidFill>
            <a:srgbClr val="FF9900"/>
          </a:solidFill>
          <a:ln w="9525">
            <a:miter lim="800000"/>
            <a:headEnd/>
            <a:tailEnd/>
          </a:ln>
          <a:scene3d>
            <a:camera prst="legacyObliqueTopRight"/>
            <a:lightRig rig="legacyFlat3" dir="b"/>
          </a:scene3d>
          <a:sp3d extrusionH="227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指令寄存器</a:t>
            </a:r>
            <a:r>
              <a:rPr kumimoji="0" lang="en-US" altLang="zh-CN" sz="2400">
                <a:solidFill>
                  <a:schemeClr val="bg1"/>
                </a:solidFill>
                <a:ea typeface="楷体" panose="02010609060101010101" pitchFamily="49" charset="-122"/>
                <a:cs typeface="Times New Roman" panose="02020603050405020304" pitchFamily="18" charset="0"/>
              </a:rPr>
              <a:t>IR</a:t>
            </a:r>
          </a:p>
        </p:txBody>
      </p:sp>
      <p:sp>
        <p:nvSpPr>
          <p:cNvPr id="23567" name="Rectangle 21">
            <a:extLst>
              <a:ext uri="{FF2B5EF4-FFF2-40B4-BE49-F238E27FC236}">
                <a16:creationId xmlns:a16="http://schemas.microsoft.com/office/drawing/2014/main" id="{4CE5C5BF-0E98-4CCC-AD4E-4ABE96C9907E}"/>
              </a:ext>
            </a:extLst>
          </p:cNvPr>
          <p:cNvSpPr>
            <a:spLocks noChangeArrowheads="1"/>
          </p:cNvSpPr>
          <p:nvPr/>
        </p:nvSpPr>
        <p:spPr bwMode="auto">
          <a:xfrm>
            <a:off x="6169025" y="4645025"/>
            <a:ext cx="2162175" cy="392113"/>
          </a:xfrm>
          <a:prstGeom prst="rect">
            <a:avLst/>
          </a:prstGeom>
          <a:solidFill>
            <a:srgbClr val="FF9900"/>
          </a:solidFill>
          <a:ln w="9525">
            <a:miter lim="800000"/>
            <a:headEnd/>
            <a:tailEnd/>
          </a:ln>
          <a:scene3d>
            <a:camera prst="legacyObliqueTopRight"/>
            <a:lightRig rig="legacyFlat3" dir="b"/>
          </a:scene3d>
          <a:sp3d extrusionH="227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程序寄存器</a:t>
            </a:r>
            <a:r>
              <a:rPr kumimoji="0" lang="en-US" altLang="zh-CN" sz="2400">
                <a:solidFill>
                  <a:schemeClr val="bg1"/>
                </a:solidFill>
                <a:ea typeface="楷体" panose="02010609060101010101" pitchFamily="49" charset="-122"/>
                <a:cs typeface="Times New Roman" panose="02020603050405020304" pitchFamily="18" charset="0"/>
              </a:rPr>
              <a:t>PC</a:t>
            </a:r>
          </a:p>
        </p:txBody>
      </p:sp>
      <p:sp>
        <p:nvSpPr>
          <p:cNvPr id="23568" name="Rectangle 22">
            <a:extLst>
              <a:ext uri="{FF2B5EF4-FFF2-40B4-BE49-F238E27FC236}">
                <a16:creationId xmlns:a16="http://schemas.microsoft.com/office/drawing/2014/main" id="{070EC2BE-9FAB-472F-B1E5-5191EAB37125}"/>
              </a:ext>
            </a:extLst>
          </p:cNvPr>
          <p:cNvSpPr>
            <a:spLocks noChangeArrowheads="1"/>
          </p:cNvSpPr>
          <p:nvPr/>
        </p:nvSpPr>
        <p:spPr bwMode="auto">
          <a:xfrm>
            <a:off x="6138863" y="5330825"/>
            <a:ext cx="2162175" cy="392113"/>
          </a:xfrm>
          <a:prstGeom prst="rect">
            <a:avLst/>
          </a:prstGeom>
          <a:solidFill>
            <a:srgbClr val="996633"/>
          </a:solidFill>
          <a:ln w="9525">
            <a:miter lim="800000"/>
            <a:headEnd/>
            <a:tailEnd/>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地址寄存器</a:t>
            </a:r>
            <a:r>
              <a:rPr kumimoji="0" lang="en-US" altLang="zh-CN" sz="2400">
                <a:solidFill>
                  <a:schemeClr val="bg1"/>
                </a:solidFill>
                <a:ea typeface="楷体" panose="02010609060101010101" pitchFamily="49" charset="-122"/>
                <a:cs typeface="Times New Roman" panose="02020603050405020304" pitchFamily="18" charset="0"/>
              </a:rPr>
              <a:t>AR</a:t>
            </a:r>
          </a:p>
        </p:txBody>
      </p:sp>
      <p:sp>
        <p:nvSpPr>
          <p:cNvPr id="23569" name="Rectangle 23">
            <a:extLst>
              <a:ext uri="{FF2B5EF4-FFF2-40B4-BE49-F238E27FC236}">
                <a16:creationId xmlns:a16="http://schemas.microsoft.com/office/drawing/2014/main" id="{6E4E9323-9CC1-45F6-A7A3-234E5456C5D0}"/>
              </a:ext>
            </a:extLst>
          </p:cNvPr>
          <p:cNvSpPr>
            <a:spLocks noChangeArrowheads="1"/>
          </p:cNvSpPr>
          <p:nvPr/>
        </p:nvSpPr>
        <p:spPr bwMode="auto">
          <a:xfrm>
            <a:off x="6418263" y="2922588"/>
            <a:ext cx="1698625" cy="465137"/>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指令译码器</a:t>
            </a:r>
          </a:p>
        </p:txBody>
      </p:sp>
      <p:sp>
        <p:nvSpPr>
          <p:cNvPr id="23570" name="AutoShape 25">
            <a:extLst>
              <a:ext uri="{FF2B5EF4-FFF2-40B4-BE49-F238E27FC236}">
                <a16:creationId xmlns:a16="http://schemas.microsoft.com/office/drawing/2014/main" id="{9CE020A8-B745-40BF-81F0-E3403767E836}"/>
              </a:ext>
            </a:extLst>
          </p:cNvPr>
          <p:cNvSpPr>
            <a:spLocks noChangeArrowheads="1"/>
          </p:cNvSpPr>
          <p:nvPr/>
        </p:nvSpPr>
        <p:spPr bwMode="auto">
          <a:xfrm>
            <a:off x="7154863" y="5043488"/>
            <a:ext cx="261937" cy="246062"/>
          </a:xfrm>
          <a:prstGeom prst="downArrow">
            <a:avLst>
              <a:gd name="adj1" fmla="val 50000"/>
              <a:gd name="adj2" fmla="val 25000"/>
            </a:avLst>
          </a:prstGeom>
          <a:solidFill>
            <a:srgbClr val="FFFF00"/>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1" name="Rectangle 34">
            <a:extLst>
              <a:ext uri="{FF2B5EF4-FFF2-40B4-BE49-F238E27FC236}">
                <a16:creationId xmlns:a16="http://schemas.microsoft.com/office/drawing/2014/main" id="{B660454E-1FFF-4ABA-B3CB-D7105AE49E2F}"/>
              </a:ext>
            </a:extLst>
          </p:cNvPr>
          <p:cNvSpPr>
            <a:spLocks noChangeArrowheads="1"/>
          </p:cNvSpPr>
          <p:nvPr/>
        </p:nvSpPr>
        <p:spPr bwMode="auto">
          <a:xfrm>
            <a:off x="361950" y="5881688"/>
            <a:ext cx="7019925" cy="142875"/>
          </a:xfrm>
          <a:prstGeom prst="rect">
            <a:avLst/>
          </a:prstGeom>
          <a:solidFill>
            <a:srgbClr val="FFFF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3572" name="Group 38">
            <a:extLst>
              <a:ext uri="{FF2B5EF4-FFF2-40B4-BE49-F238E27FC236}">
                <a16:creationId xmlns:a16="http://schemas.microsoft.com/office/drawing/2014/main" id="{07A32516-8D02-4ECE-AC02-BF11F2B351D9}"/>
              </a:ext>
            </a:extLst>
          </p:cNvPr>
          <p:cNvGrpSpPr>
            <a:grpSpLocks/>
          </p:cNvGrpSpPr>
          <p:nvPr/>
        </p:nvGrpSpPr>
        <p:grpSpPr bwMode="auto">
          <a:xfrm>
            <a:off x="357188" y="2971800"/>
            <a:ext cx="455612" cy="3052763"/>
            <a:chOff x="225" y="2277"/>
            <a:chExt cx="287" cy="1923"/>
          </a:xfrm>
        </p:grpSpPr>
        <p:sp>
          <p:nvSpPr>
            <p:cNvPr id="23634" name="AutoShape 29">
              <a:extLst>
                <a:ext uri="{FF2B5EF4-FFF2-40B4-BE49-F238E27FC236}">
                  <a16:creationId xmlns:a16="http://schemas.microsoft.com/office/drawing/2014/main" id="{B83A753F-AFF6-42DC-8124-EDEF5B097A7A}"/>
                </a:ext>
              </a:extLst>
            </p:cNvPr>
            <p:cNvSpPr>
              <a:spLocks noChangeArrowheads="1"/>
            </p:cNvSpPr>
            <p:nvPr/>
          </p:nvSpPr>
          <p:spPr bwMode="auto">
            <a:xfrm>
              <a:off x="229" y="2277"/>
              <a:ext cx="283" cy="164"/>
            </a:xfrm>
            <a:prstGeom prst="rightArrow">
              <a:avLst>
                <a:gd name="adj1" fmla="val 50000"/>
                <a:gd name="adj2" fmla="val 43140"/>
              </a:avLst>
            </a:prstGeom>
            <a:solidFill>
              <a:srgbClr val="FFFF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62" name="AutoShape 30">
              <a:extLst>
                <a:ext uri="{FF2B5EF4-FFF2-40B4-BE49-F238E27FC236}">
                  <a16:creationId xmlns:a16="http://schemas.microsoft.com/office/drawing/2014/main" id="{31291730-EA04-4D7E-B393-2DF3B8064714}"/>
                </a:ext>
              </a:extLst>
            </p:cNvPr>
            <p:cNvSpPr>
              <a:spLocks noChangeArrowheads="1"/>
            </p:cNvSpPr>
            <p:nvPr/>
          </p:nvSpPr>
          <p:spPr bwMode="auto">
            <a:xfrm>
              <a:off x="229" y="3091"/>
              <a:ext cx="283" cy="164"/>
            </a:xfrm>
            <a:prstGeom prst="rightArrow">
              <a:avLst>
                <a:gd name="adj1" fmla="val 50000"/>
                <a:gd name="adj2" fmla="val 43140"/>
              </a:avLst>
            </a:prstGeom>
            <a:solidFill>
              <a:srgbClr val="FFFF00"/>
            </a:solidFill>
            <a:ln w="19050">
              <a:solidFill>
                <a:schemeClr val="tx1"/>
              </a:solid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sp>
          <p:nvSpPr>
            <p:cNvPr id="23636" name="Rectangle 31">
              <a:extLst>
                <a:ext uri="{FF2B5EF4-FFF2-40B4-BE49-F238E27FC236}">
                  <a16:creationId xmlns:a16="http://schemas.microsoft.com/office/drawing/2014/main" id="{400E9051-45D8-4BFB-A009-D7490FF1161A}"/>
                </a:ext>
              </a:extLst>
            </p:cNvPr>
            <p:cNvSpPr>
              <a:spLocks noChangeArrowheads="1"/>
            </p:cNvSpPr>
            <p:nvPr/>
          </p:nvSpPr>
          <p:spPr bwMode="auto">
            <a:xfrm>
              <a:off x="225" y="2319"/>
              <a:ext cx="80" cy="1881"/>
            </a:xfrm>
            <a:prstGeom prst="rect">
              <a:avLst/>
            </a:prstGeom>
            <a:solidFill>
              <a:srgbClr val="FFFF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37" name="Rectangle 32">
              <a:extLst>
                <a:ext uri="{FF2B5EF4-FFF2-40B4-BE49-F238E27FC236}">
                  <a16:creationId xmlns:a16="http://schemas.microsoft.com/office/drawing/2014/main" id="{0A3D3761-07FA-4EE0-87CB-0D5E5A01CD8B}"/>
                </a:ext>
              </a:extLst>
            </p:cNvPr>
            <p:cNvSpPr>
              <a:spLocks noChangeArrowheads="1"/>
            </p:cNvSpPr>
            <p:nvPr/>
          </p:nvSpPr>
          <p:spPr bwMode="auto">
            <a:xfrm>
              <a:off x="258" y="3144"/>
              <a:ext cx="90" cy="6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38" name="Rectangle 33">
              <a:extLst>
                <a:ext uri="{FF2B5EF4-FFF2-40B4-BE49-F238E27FC236}">
                  <a16:creationId xmlns:a16="http://schemas.microsoft.com/office/drawing/2014/main" id="{DE96253E-1A67-4D9D-954A-B38BA72A0486}"/>
                </a:ext>
              </a:extLst>
            </p:cNvPr>
            <p:cNvSpPr>
              <a:spLocks noChangeArrowheads="1"/>
            </p:cNvSpPr>
            <p:nvPr/>
          </p:nvSpPr>
          <p:spPr bwMode="auto">
            <a:xfrm>
              <a:off x="258" y="2334"/>
              <a:ext cx="90" cy="6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67" name="Rectangle 35">
              <a:extLst>
                <a:ext uri="{FF2B5EF4-FFF2-40B4-BE49-F238E27FC236}">
                  <a16:creationId xmlns:a16="http://schemas.microsoft.com/office/drawing/2014/main" id="{7F2D0274-78B4-4E53-BCA2-40D3D6E17486}"/>
                </a:ext>
              </a:extLst>
            </p:cNvPr>
            <p:cNvSpPr>
              <a:spLocks noChangeArrowheads="1"/>
            </p:cNvSpPr>
            <p:nvPr/>
          </p:nvSpPr>
          <p:spPr bwMode="auto">
            <a:xfrm>
              <a:off x="240" y="4086"/>
              <a:ext cx="60" cy="66"/>
            </a:xfrm>
            <a:prstGeom prst="rect">
              <a:avLst/>
            </a:prstGeom>
            <a:solidFill>
              <a:srgbClr val="FFFF00"/>
            </a:solidFill>
            <a:ln w="19050">
              <a:no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grpSp>
      <p:sp>
        <p:nvSpPr>
          <p:cNvPr id="23573" name="Rectangle 36">
            <a:extLst>
              <a:ext uri="{FF2B5EF4-FFF2-40B4-BE49-F238E27FC236}">
                <a16:creationId xmlns:a16="http://schemas.microsoft.com/office/drawing/2014/main" id="{A9DCB110-CDBC-43B9-9D8B-77D7CF0D8AA6}"/>
              </a:ext>
            </a:extLst>
          </p:cNvPr>
          <p:cNvSpPr>
            <a:spLocks noChangeArrowheads="1"/>
          </p:cNvSpPr>
          <p:nvPr/>
        </p:nvSpPr>
        <p:spPr bwMode="auto">
          <a:xfrm>
            <a:off x="7248525" y="5734050"/>
            <a:ext cx="133350" cy="290513"/>
          </a:xfrm>
          <a:prstGeom prst="rect">
            <a:avLst/>
          </a:prstGeom>
          <a:solidFill>
            <a:srgbClr val="FFFF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69" name="Rectangle 37">
            <a:extLst>
              <a:ext uri="{FF2B5EF4-FFF2-40B4-BE49-F238E27FC236}">
                <a16:creationId xmlns:a16="http://schemas.microsoft.com/office/drawing/2014/main" id="{F35E5B92-E14C-4CFF-9C90-50BA3CE8B73A}"/>
              </a:ext>
            </a:extLst>
          </p:cNvPr>
          <p:cNvSpPr>
            <a:spLocks noChangeArrowheads="1"/>
          </p:cNvSpPr>
          <p:nvPr/>
        </p:nvSpPr>
        <p:spPr bwMode="auto">
          <a:xfrm>
            <a:off x="7210425" y="5910263"/>
            <a:ext cx="95250" cy="104775"/>
          </a:xfrm>
          <a:prstGeom prst="rect">
            <a:avLst/>
          </a:prstGeom>
          <a:solidFill>
            <a:srgbClr val="FFFF00"/>
          </a:solidFill>
          <a:ln w="19050">
            <a:no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sp>
        <p:nvSpPr>
          <p:cNvPr id="23575" name="AutoShape 40">
            <a:extLst>
              <a:ext uri="{FF2B5EF4-FFF2-40B4-BE49-F238E27FC236}">
                <a16:creationId xmlns:a16="http://schemas.microsoft.com/office/drawing/2014/main" id="{A7A4A186-FEFF-400C-9AA4-83FD65F66D0C}"/>
              </a:ext>
            </a:extLst>
          </p:cNvPr>
          <p:cNvSpPr>
            <a:spLocks noChangeArrowheads="1"/>
          </p:cNvSpPr>
          <p:nvPr/>
        </p:nvSpPr>
        <p:spPr bwMode="auto">
          <a:xfrm flipH="1">
            <a:off x="2038350" y="2970213"/>
            <a:ext cx="449263" cy="260350"/>
          </a:xfrm>
          <a:prstGeom prst="rightArrow">
            <a:avLst>
              <a:gd name="adj1" fmla="val 50000"/>
              <a:gd name="adj2" fmla="val 43140"/>
            </a:avLst>
          </a:prstGeom>
          <a:solidFill>
            <a:srgbClr val="FFFF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73" name="AutoShape 41">
            <a:extLst>
              <a:ext uri="{FF2B5EF4-FFF2-40B4-BE49-F238E27FC236}">
                <a16:creationId xmlns:a16="http://schemas.microsoft.com/office/drawing/2014/main" id="{E2495D65-5F8E-4683-B3DD-33DF63846A1E}"/>
              </a:ext>
            </a:extLst>
          </p:cNvPr>
          <p:cNvSpPr>
            <a:spLocks noChangeArrowheads="1"/>
          </p:cNvSpPr>
          <p:nvPr/>
        </p:nvSpPr>
        <p:spPr bwMode="auto">
          <a:xfrm flipH="1">
            <a:off x="2038350" y="4233863"/>
            <a:ext cx="5316538" cy="288925"/>
          </a:xfrm>
          <a:prstGeom prst="rightArrow">
            <a:avLst>
              <a:gd name="adj1" fmla="val 50556"/>
              <a:gd name="adj2" fmla="val 41914"/>
            </a:avLst>
          </a:prstGeom>
          <a:solidFill>
            <a:srgbClr val="FFFF00"/>
          </a:solidFill>
          <a:ln w="19050">
            <a:solidFill>
              <a:schemeClr val="tx1"/>
            </a:solid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sp>
        <p:nvSpPr>
          <p:cNvPr id="23577" name="Rectangle 42">
            <a:extLst>
              <a:ext uri="{FF2B5EF4-FFF2-40B4-BE49-F238E27FC236}">
                <a16:creationId xmlns:a16="http://schemas.microsoft.com/office/drawing/2014/main" id="{979012AA-3CFD-4A3A-B1A5-127A127D3F0C}"/>
              </a:ext>
            </a:extLst>
          </p:cNvPr>
          <p:cNvSpPr>
            <a:spLocks noChangeArrowheads="1"/>
          </p:cNvSpPr>
          <p:nvPr/>
        </p:nvSpPr>
        <p:spPr bwMode="auto">
          <a:xfrm flipH="1">
            <a:off x="2366963" y="3036888"/>
            <a:ext cx="141287" cy="1273175"/>
          </a:xfrm>
          <a:prstGeom prst="rect">
            <a:avLst/>
          </a:prstGeom>
          <a:solidFill>
            <a:srgbClr val="FFFF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8" name="Rectangle 43">
            <a:extLst>
              <a:ext uri="{FF2B5EF4-FFF2-40B4-BE49-F238E27FC236}">
                <a16:creationId xmlns:a16="http://schemas.microsoft.com/office/drawing/2014/main" id="{DB793DF3-0923-4A67-BF78-FFAB1FE3C05A}"/>
              </a:ext>
            </a:extLst>
          </p:cNvPr>
          <p:cNvSpPr>
            <a:spLocks noChangeArrowheads="1"/>
          </p:cNvSpPr>
          <p:nvPr/>
        </p:nvSpPr>
        <p:spPr bwMode="auto">
          <a:xfrm flipH="1">
            <a:off x="2379663" y="4273550"/>
            <a:ext cx="128587"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9" name="Rectangle 44">
            <a:extLst>
              <a:ext uri="{FF2B5EF4-FFF2-40B4-BE49-F238E27FC236}">
                <a16:creationId xmlns:a16="http://schemas.microsoft.com/office/drawing/2014/main" id="{107AF018-4351-4C29-A8FB-C7C71506C58A}"/>
              </a:ext>
            </a:extLst>
          </p:cNvPr>
          <p:cNvSpPr>
            <a:spLocks noChangeArrowheads="1"/>
          </p:cNvSpPr>
          <p:nvPr/>
        </p:nvSpPr>
        <p:spPr bwMode="auto">
          <a:xfrm flipH="1">
            <a:off x="2298700" y="3060700"/>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0" name="AutoShape 46">
            <a:extLst>
              <a:ext uri="{FF2B5EF4-FFF2-40B4-BE49-F238E27FC236}">
                <a16:creationId xmlns:a16="http://schemas.microsoft.com/office/drawing/2014/main" id="{77FF599E-5FA6-45E8-8F3B-A4E9C0DCA045}"/>
              </a:ext>
            </a:extLst>
          </p:cNvPr>
          <p:cNvSpPr>
            <a:spLocks noChangeArrowheads="1"/>
          </p:cNvSpPr>
          <p:nvPr/>
        </p:nvSpPr>
        <p:spPr bwMode="auto">
          <a:xfrm>
            <a:off x="4813300" y="2973388"/>
            <a:ext cx="260350" cy="709612"/>
          </a:xfrm>
          <a:prstGeom prst="upArrow">
            <a:avLst>
              <a:gd name="adj1" fmla="val 50000"/>
              <a:gd name="adj2" fmla="val 68140"/>
            </a:avLst>
          </a:prstGeom>
          <a:solidFill>
            <a:srgbClr val="FFFF00"/>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79" name="AutoShape 47">
            <a:extLst>
              <a:ext uri="{FF2B5EF4-FFF2-40B4-BE49-F238E27FC236}">
                <a16:creationId xmlns:a16="http://schemas.microsoft.com/office/drawing/2014/main" id="{A47E530E-1988-4CBD-954B-47A8CC4961AC}"/>
              </a:ext>
            </a:extLst>
          </p:cNvPr>
          <p:cNvSpPr>
            <a:spLocks noChangeArrowheads="1"/>
          </p:cNvSpPr>
          <p:nvPr/>
        </p:nvSpPr>
        <p:spPr bwMode="auto">
          <a:xfrm>
            <a:off x="5276850" y="2260600"/>
            <a:ext cx="260350" cy="1422400"/>
          </a:xfrm>
          <a:prstGeom prst="upArrow">
            <a:avLst>
              <a:gd name="adj1" fmla="val 49639"/>
              <a:gd name="adj2" fmla="val 84405"/>
            </a:avLst>
          </a:prstGeom>
          <a:solidFill>
            <a:srgbClr val="FFFF00"/>
          </a:solidFill>
          <a:ln w="19050">
            <a:solidFill>
              <a:schemeClr val="tx1"/>
            </a:solidFill>
            <a:miter lim="800000"/>
            <a:headEnd/>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sp>
        <p:nvSpPr>
          <p:cNvPr id="23582" name="AutoShape 48">
            <a:extLst>
              <a:ext uri="{FF2B5EF4-FFF2-40B4-BE49-F238E27FC236}">
                <a16:creationId xmlns:a16="http://schemas.microsoft.com/office/drawing/2014/main" id="{EDE0B83E-38C5-4B61-905A-5C8ECDB862BD}"/>
              </a:ext>
            </a:extLst>
          </p:cNvPr>
          <p:cNvSpPr>
            <a:spLocks noChangeArrowheads="1"/>
          </p:cNvSpPr>
          <p:nvPr/>
        </p:nvSpPr>
        <p:spPr bwMode="auto">
          <a:xfrm>
            <a:off x="7164388" y="3363913"/>
            <a:ext cx="261937" cy="376237"/>
          </a:xfrm>
          <a:prstGeom prst="upArrow">
            <a:avLst>
              <a:gd name="adj1" fmla="val 50000"/>
              <a:gd name="adj2" fmla="val 35909"/>
            </a:avLst>
          </a:prstGeom>
          <a:solidFill>
            <a:srgbClr val="FFFF00"/>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3" name="Rectangle 50">
            <a:extLst>
              <a:ext uri="{FF2B5EF4-FFF2-40B4-BE49-F238E27FC236}">
                <a16:creationId xmlns:a16="http://schemas.microsoft.com/office/drawing/2014/main" id="{3B51C1B0-28FF-468A-A9A5-2B451E128DD4}"/>
              </a:ext>
            </a:extLst>
          </p:cNvPr>
          <p:cNvSpPr>
            <a:spLocks noChangeArrowheads="1"/>
          </p:cNvSpPr>
          <p:nvPr/>
        </p:nvSpPr>
        <p:spPr bwMode="auto">
          <a:xfrm flipH="1">
            <a:off x="4449763" y="4273550"/>
            <a:ext cx="100012"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83" name="AutoShape 51">
            <a:extLst>
              <a:ext uri="{FF2B5EF4-FFF2-40B4-BE49-F238E27FC236}">
                <a16:creationId xmlns:a16="http://schemas.microsoft.com/office/drawing/2014/main" id="{2A6EC9E7-F982-4988-B129-23625B80E2A1}"/>
              </a:ext>
            </a:extLst>
          </p:cNvPr>
          <p:cNvSpPr>
            <a:spLocks noChangeArrowheads="1"/>
          </p:cNvSpPr>
          <p:nvPr/>
        </p:nvSpPr>
        <p:spPr bwMode="auto">
          <a:xfrm>
            <a:off x="7177088" y="4144963"/>
            <a:ext cx="247650" cy="304800"/>
          </a:xfrm>
          <a:prstGeom prst="upArrow">
            <a:avLst>
              <a:gd name="adj1" fmla="val 50000"/>
              <a:gd name="adj2" fmla="val 30769"/>
            </a:avLst>
          </a:prstGeom>
          <a:solidFill>
            <a:srgbClr val="FFFF00"/>
          </a:solidFill>
          <a:ln w="19050">
            <a:solidFill>
              <a:schemeClr val="tx1"/>
            </a:solidFill>
            <a:miter lim="800000"/>
            <a:headEnd/>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sp>
        <p:nvSpPr>
          <p:cNvPr id="23585" name="Rectangle 52">
            <a:extLst>
              <a:ext uri="{FF2B5EF4-FFF2-40B4-BE49-F238E27FC236}">
                <a16:creationId xmlns:a16="http://schemas.microsoft.com/office/drawing/2014/main" id="{04124026-7E32-4F8C-9D68-99DE7E81A038}"/>
              </a:ext>
            </a:extLst>
          </p:cNvPr>
          <p:cNvSpPr>
            <a:spLocks noChangeArrowheads="1"/>
          </p:cNvSpPr>
          <p:nvPr/>
        </p:nvSpPr>
        <p:spPr bwMode="auto">
          <a:xfrm flipH="1">
            <a:off x="7192963" y="4321175"/>
            <a:ext cx="100012" cy="11430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6" name="AutoShape 53">
            <a:extLst>
              <a:ext uri="{FF2B5EF4-FFF2-40B4-BE49-F238E27FC236}">
                <a16:creationId xmlns:a16="http://schemas.microsoft.com/office/drawing/2014/main" id="{66A67CB8-FEC9-4459-9173-BBD9B32B1F98}"/>
              </a:ext>
            </a:extLst>
          </p:cNvPr>
          <p:cNvSpPr>
            <a:spLocks noChangeArrowheads="1"/>
          </p:cNvSpPr>
          <p:nvPr/>
        </p:nvSpPr>
        <p:spPr bwMode="auto">
          <a:xfrm>
            <a:off x="5530850" y="3856038"/>
            <a:ext cx="711200" cy="233362"/>
          </a:xfrm>
          <a:prstGeom prst="rightArrow">
            <a:avLst>
              <a:gd name="adj1" fmla="val 50000"/>
              <a:gd name="adj2" fmla="val 76191"/>
            </a:avLst>
          </a:prstGeom>
          <a:solidFill>
            <a:srgbClr val="FFFF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3587" name="Group 107">
            <a:extLst>
              <a:ext uri="{FF2B5EF4-FFF2-40B4-BE49-F238E27FC236}">
                <a16:creationId xmlns:a16="http://schemas.microsoft.com/office/drawing/2014/main" id="{9E48F8BA-7BBB-4815-810F-F52F65EB2542}"/>
              </a:ext>
            </a:extLst>
          </p:cNvPr>
          <p:cNvGrpSpPr>
            <a:grpSpLocks/>
          </p:cNvGrpSpPr>
          <p:nvPr/>
        </p:nvGrpSpPr>
        <p:grpSpPr bwMode="auto">
          <a:xfrm>
            <a:off x="6921500" y="2492375"/>
            <a:ext cx="900113" cy="333375"/>
            <a:chOff x="4360" y="1920"/>
            <a:chExt cx="567" cy="265"/>
          </a:xfrm>
        </p:grpSpPr>
        <p:sp>
          <p:nvSpPr>
            <p:cNvPr id="23627" name="Line 55">
              <a:extLst>
                <a:ext uri="{FF2B5EF4-FFF2-40B4-BE49-F238E27FC236}">
                  <a16:creationId xmlns:a16="http://schemas.microsoft.com/office/drawing/2014/main" id="{43940691-0E33-4E07-B031-2B6BE254CD57}"/>
                </a:ext>
              </a:extLst>
            </p:cNvPr>
            <p:cNvSpPr>
              <a:spLocks noChangeShapeType="1"/>
            </p:cNvSpPr>
            <p:nvPr/>
          </p:nvSpPr>
          <p:spPr bwMode="auto">
            <a:xfrm flipV="1">
              <a:off x="4360" y="1920"/>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8" name="Line 56">
              <a:extLst>
                <a:ext uri="{FF2B5EF4-FFF2-40B4-BE49-F238E27FC236}">
                  <a16:creationId xmlns:a16="http://schemas.microsoft.com/office/drawing/2014/main" id="{4163D5D1-BA3C-4147-96C2-4B8D1FC1C1B1}"/>
                </a:ext>
              </a:extLst>
            </p:cNvPr>
            <p:cNvSpPr>
              <a:spLocks noChangeShapeType="1"/>
            </p:cNvSpPr>
            <p:nvPr/>
          </p:nvSpPr>
          <p:spPr bwMode="auto">
            <a:xfrm flipV="1">
              <a:off x="4460" y="1920"/>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9" name="Line 57">
              <a:extLst>
                <a:ext uri="{FF2B5EF4-FFF2-40B4-BE49-F238E27FC236}">
                  <a16:creationId xmlns:a16="http://schemas.microsoft.com/office/drawing/2014/main" id="{A5D3A898-6933-43B3-98EC-31341612A9E3}"/>
                </a:ext>
              </a:extLst>
            </p:cNvPr>
            <p:cNvSpPr>
              <a:spLocks noChangeShapeType="1"/>
            </p:cNvSpPr>
            <p:nvPr/>
          </p:nvSpPr>
          <p:spPr bwMode="auto">
            <a:xfrm flipV="1">
              <a:off x="4551" y="1920"/>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0" name="Line 58">
              <a:extLst>
                <a:ext uri="{FF2B5EF4-FFF2-40B4-BE49-F238E27FC236}">
                  <a16:creationId xmlns:a16="http://schemas.microsoft.com/office/drawing/2014/main" id="{3E2073F3-DDE6-4F0F-88E8-09A6B7533842}"/>
                </a:ext>
              </a:extLst>
            </p:cNvPr>
            <p:cNvSpPr>
              <a:spLocks noChangeShapeType="1"/>
            </p:cNvSpPr>
            <p:nvPr/>
          </p:nvSpPr>
          <p:spPr bwMode="auto">
            <a:xfrm flipV="1">
              <a:off x="4643" y="1920"/>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1" name="Line 59">
              <a:extLst>
                <a:ext uri="{FF2B5EF4-FFF2-40B4-BE49-F238E27FC236}">
                  <a16:creationId xmlns:a16="http://schemas.microsoft.com/office/drawing/2014/main" id="{0FC79E9A-0DA4-4FB7-B915-41501EE05355}"/>
                </a:ext>
              </a:extLst>
            </p:cNvPr>
            <p:cNvSpPr>
              <a:spLocks noChangeShapeType="1"/>
            </p:cNvSpPr>
            <p:nvPr/>
          </p:nvSpPr>
          <p:spPr bwMode="auto">
            <a:xfrm flipV="1">
              <a:off x="4726" y="1920"/>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2" name="Line 60">
              <a:extLst>
                <a:ext uri="{FF2B5EF4-FFF2-40B4-BE49-F238E27FC236}">
                  <a16:creationId xmlns:a16="http://schemas.microsoft.com/office/drawing/2014/main" id="{B776C06B-612C-44DF-85A3-AA11BCFC84EB}"/>
                </a:ext>
              </a:extLst>
            </p:cNvPr>
            <p:cNvSpPr>
              <a:spLocks noChangeShapeType="1"/>
            </p:cNvSpPr>
            <p:nvPr/>
          </p:nvSpPr>
          <p:spPr bwMode="auto">
            <a:xfrm flipV="1">
              <a:off x="4835" y="1920"/>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3" name="Line 61">
              <a:extLst>
                <a:ext uri="{FF2B5EF4-FFF2-40B4-BE49-F238E27FC236}">
                  <a16:creationId xmlns:a16="http://schemas.microsoft.com/office/drawing/2014/main" id="{F04AB99C-EFD4-4B13-962D-718A06DE07B2}"/>
                </a:ext>
              </a:extLst>
            </p:cNvPr>
            <p:cNvSpPr>
              <a:spLocks noChangeShapeType="1"/>
            </p:cNvSpPr>
            <p:nvPr/>
          </p:nvSpPr>
          <p:spPr bwMode="auto">
            <a:xfrm flipV="1">
              <a:off x="4927" y="1920"/>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23588" name="Line 62">
            <a:extLst>
              <a:ext uri="{FF2B5EF4-FFF2-40B4-BE49-F238E27FC236}">
                <a16:creationId xmlns:a16="http://schemas.microsoft.com/office/drawing/2014/main" id="{836E9C55-7456-4819-A70F-CB5A6E938253}"/>
              </a:ext>
            </a:extLst>
          </p:cNvPr>
          <p:cNvSpPr>
            <a:spLocks noChangeShapeType="1"/>
          </p:cNvSpPr>
          <p:nvPr/>
        </p:nvSpPr>
        <p:spPr bwMode="auto">
          <a:xfrm flipH="1">
            <a:off x="8139113" y="1812925"/>
            <a:ext cx="288925"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89" name="Line 63">
            <a:extLst>
              <a:ext uri="{FF2B5EF4-FFF2-40B4-BE49-F238E27FC236}">
                <a16:creationId xmlns:a16="http://schemas.microsoft.com/office/drawing/2014/main" id="{490223C2-C8EE-431C-9CF6-30D4D98CE893}"/>
              </a:ext>
            </a:extLst>
          </p:cNvPr>
          <p:cNvSpPr>
            <a:spLocks noChangeShapeType="1"/>
          </p:cNvSpPr>
          <p:nvPr/>
        </p:nvSpPr>
        <p:spPr bwMode="auto">
          <a:xfrm flipH="1">
            <a:off x="8139113" y="2246313"/>
            <a:ext cx="288925"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nvGrpSpPr>
          <p:cNvPr id="23590" name="Group 80">
            <a:extLst>
              <a:ext uri="{FF2B5EF4-FFF2-40B4-BE49-F238E27FC236}">
                <a16:creationId xmlns:a16="http://schemas.microsoft.com/office/drawing/2014/main" id="{5F2965C9-8ECE-4463-AFD5-D8E80D0374F5}"/>
              </a:ext>
            </a:extLst>
          </p:cNvPr>
          <p:cNvGrpSpPr>
            <a:grpSpLocks/>
          </p:cNvGrpSpPr>
          <p:nvPr/>
        </p:nvGrpSpPr>
        <p:grpSpPr bwMode="auto">
          <a:xfrm>
            <a:off x="6530975" y="1317625"/>
            <a:ext cx="871538" cy="333375"/>
            <a:chOff x="4162" y="1124"/>
            <a:chExt cx="549" cy="265"/>
          </a:xfrm>
        </p:grpSpPr>
        <p:sp>
          <p:nvSpPr>
            <p:cNvPr id="23620" name="Line 64">
              <a:extLst>
                <a:ext uri="{FF2B5EF4-FFF2-40B4-BE49-F238E27FC236}">
                  <a16:creationId xmlns:a16="http://schemas.microsoft.com/office/drawing/2014/main" id="{17DC231E-B5D9-499C-A6CC-F7D3ACC75DDA}"/>
                </a:ext>
              </a:extLst>
            </p:cNvPr>
            <p:cNvSpPr>
              <a:spLocks noChangeShapeType="1"/>
            </p:cNvSpPr>
            <p:nvPr/>
          </p:nvSpPr>
          <p:spPr bwMode="auto">
            <a:xfrm flipV="1">
              <a:off x="4162" y="1124"/>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1" name="Line 65">
              <a:extLst>
                <a:ext uri="{FF2B5EF4-FFF2-40B4-BE49-F238E27FC236}">
                  <a16:creationId xmlns:a16="http://schemas.microsoft.com/office/drawing/2014/main" id="{76E296C2-706E-4712-AE03-53E1F208C967}"/>
                </a:ext>
              </a:extLst>
            </p:cNvPr>
            <p:cNvSpPr>
              <a:spLocks noChangeShapeType="1"/>
            </p:cNvSpPr>
            <p:nvPr/>
          </p:nvSpPr>
          <p:spPr bwMode="auto">
            <a:xfrm flipV="1">
              <a:off x="4262" y="1124"/>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2" name="Line 66">
              <a:extLst>
                <a:ext uri="{FF2B5EF4-FFF2-40B4-BE49-F238E27FC236}">
                  <a16:creationId xmlns:a16="http://schemas.microsoft.com/office/drawing/2014/main" id="{D087CF6C-486F-42EA-9D32-AA439DBBFBA2}"/>
                </a:ext>
              </a:extLst>
            </p:cNvPr>
            <p:cNvSpPr>
              <a:spLocks noChangeShapeType="1"/>
            </p:cNvSpPr>
            <p:nvPr/>
          </p:nvSpPr>
          <p:spPr bwMode="auto">
            <a:xfrm flipV="1">
              <a:off x="4353" y="1124"/>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3" name="Line 67">
              <a:extLst>
                <a:ext uri="{FF2B5EF4-FFF2-40B4-BE49-F238E27FC236}">
                  <a16:creationId xmlns:a16="http://schemas.microsoft.com/office/drawing/2014/main" id="{BCA8BAAA-DC2F-456F-BA82-E29030F421FA}"/>
                </a:ext>
              </a:extLst>
            </p:cNvPr>
            <p:cNvSpPr>
              <a:spLocks noChangeShapeType="1"/>
            </p:cNvSpPr>
            <p:nvPr/>
          </p:nvSpPr>
          <p:spPr bwMode="auto">
            <a:xfrm flipV="1">
              <a:off x="4445" y="1124"/>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4" name="Line 68">
              <a:extLst>
                <a:ext uri="{FF2B5EF4-FFF2-40B4-BE49-F238E27FC236}">
                  <a16:creationId xmlns:a16="http://schemas.microsoft.com/office/drawing/2014/main" id="{16E16BD3-743A-4045-B804-0291B241AD8D}"/>
                </a:ext>
              </a:extLst>
            </p:cNvPr>
            <p:cNvSpPr>
              <a:spLocks noChangeShapeType="1"/>
            </p:cNvSpPr>
            <p:nvPr/>
          </p:nvSpPr>
          <p:spPr bwMode="auto">
            <a:xfrm flipV="1">
              <a:off x="4528" y="1124"/>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5" name="Line 69">
              <a:extLst>
                <a:ext uri="{FF2B5EF4-FFF2-40B4-BE49-F238E27FC236}">
                  <a16:creationId xmlns:a16="http://schemas.microsoft.com/office/drawing/2014/main" id="{8AEC5424-2810-4A14-BA2E-535C95B6F0FB}"/>
                </a:ext>
              </a:extLst>
            </p:cNvPr>
            <p:cNvSpPr>
              <a:spLocks noChangeShapeType="1"/>
            </p:cNvSpPr>
            <p:nvPr/>
          </p:nvSpPr>
          <p:spPr bwMode="auto">
            <a:xfrm flipV="1">
              <a:off x="4619" y="1124"/>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6" name="Line 70">
              <a:extLst>
                <a:ext uri="{FF2B5EF4-FFF2-40B4-BE49-F238E27FC236}">
                  <a16:creationId xmlns:a16="http://schemas.microsoft.com/office/drawing/2014/main" id="{C94FBA6B-BB30-4EB3-BEB7-9EF76B75CD59}"/>
                </a:ext>
              </a:extLst>
            </p:cNvPr>
            <p:cNvSpPr>
              <a:spLocks noChangeShapeType="1"/>
            </p:cNvSpPr>
            <p:nvPr/>
          </p:nvSpPr>
          <p:spPr bwMode="auto">
            <a:xfrm flipV="1">
              <a:off x="4711" y="1124"/>
              <a:ext cx="0" cy="26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23591" name="Text Box 71">
            <a:extLst>
              <a:ext uri="{FF2B5EF4-FFF2-40B4-BE49-F238E27FC236}">
                <a16:creationId xmlns:a16="http://schemas.microsoft.com/office/drawing/2014/main" id="{DF62D9C8-55A5-4BAE-A701-97C3639ED386}"/>
              </a:ext>
            </a:extLst>
          </p:cNvPr>
          <p:cNvSpPr txBox="1">
            <a:spLocks noChangeArrowheads="1"/>
          </p:cNvSpPr>
          <p:nvPr/>
        </p:nvSpPr>
        <p:spPr bwMode="auto">
          <a:xfrm>
            <a:off x="8328446" y="1592263"/>
            <a:ext cx="700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000" dirty="0">
                <a:latin typeface="楷体" panose="02010609060101010101" pitchFamily="49" charset="-122"/>
                <a:ea typeface="楷体" panose="02010609060101010101" pitchFamily="49" charset="-122"/>
              </a:rPr>
              <a:t>时钟</a:t>
            </a:r>
          </a:p>
        </p:txBody>
      </p:sp>
      <p:sp>
        <p:nvSpPr>
          <p:cNvPr id="23592" name="Text Box 72">
            <a:extLst>
              <a:ext uri="{FF2B5EF4-FFF2-40B4-BE49-F238E27FC236}">
                <a16:creationId xmlns:a16="http://schemas.microsoft.com/office/drawing/2014/main" id="{5DB78F5D-5A5A-4500-9637-F9AC604FFF4E}"/>
              </a:ext>
            </a:extLst>
          </p:cNvPr>
          <p:cNvSpPr txBox="1">
            <a:spLocks noChangeArrowheads="1"/>
          </p:cNvSpPr>
          <p:nvPr/>
        </p:nvSpPr>
        <p:spPr bwMode="auto">
          <a:xfrm>
            <a:off x="8314158" y="1951038"/>
            <a:ext cx="700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spcBef>
                <a:spcPct val="0"/>
              </a:spcBef>
              <a:buClrTx/>
              <a:buNone/>
            </a:pPr>
            <a:r>
              <a:rPr kumimoji="0" lang="zh-CN" altLang="en-US" sz="2000" dirty="0">
                <a:latin typeface="楷体" panose="02010609060101010101" pitchFamily="49" charset="-122"/>
                <a:ea typeface="楷体" panose="02010609060101010101" pitchFamily="49" charset="-122"/>
              </a:rPr>
              <a:t>状态</a:t>
            </a:r>
          </a:p>
          <a:p>
            <a:pPr eaLnBrk="1" hangingPunct="1">
              <a:lnSpc>
                <a:spcPct val="80000"/>
              </a:lnSpc>
              <a:spcBef>
                <a:spcPct val="0"/>
              </a:spcBef>
              <a:buClrTx/>
              <a:buNone/>
            </a:pPr>
            <a:r>
              <a:rPr kumimoji="0" lang="zh-CN" altLang="en-US" sz="2000" dirty="0">
                <a:latin typeface="楷体" panose="02010609060101010101" pitchFamily="49" charset="-122"/>
                <a:ea typeface="楷体" panose="02010609060101010101" pitchFamily="49" charset="-122"/>
              </a:rPr>
              <a:t>反馈</a:t>
            </a:r>
          </a:p>
        </p:txBody>
      </p:sp>
      <p:sp>
        <p:nvSpPr>
          <p:cNvPr id="23593" name="Line 73">
            <a:extLst>
              <a:ext uri="{FF2B5EF4-FFF2-40B4-BE49-F238E27FC236}">
                <a16:creationId xmlns:a16="http://schemas.microsoft.com/office/drawing/2014/main" id="{1534C2F3-1DDD-49BE-A821-F02AA8F2E622}"/>
              </a:ext>
            </a:extLst>
          </p:cNvPr>
          <p:cNvSpPr>
            <a:spLocks noChangeShapeType="1"/>
          </p:cNvSpPr>
          <p:nvPr/>
        </p:nvSpPr>
        <p:spPr bwMode="auto">
          <a:xfrm flipH="1">
            <a:off x="8286750" y="3943350"/>
            <a:ext cx="288925"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94" name="Text Box 74">
            <a:extLst>
              <a:ext uri="{FF2B5EF4-FFF2-40B4-BE49-F238E27FC236}">
                <a16:creationId xmlns:a16="http://schemas.microsoft.com/office/drawing/2014/main" id="{85A10C5B-CABA-4D14-92B8-80AAB624D96F}"/>
              </a:ext>
            </a:extLst>
          </p:cNvPr>
          <p:cNvSpPr txBox="1">
            <a:spLocks noChangeArrowheads="1"/>
          </p:cNvSpPr>
          <p:nvPr/>
        </p:nvSpPr>
        <p:spPr bwMode="auto">
          <a:xfrm>
            <a:off x="8509000" y="3717925"/>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p>
        </p:txBody>
      </p:sp>
      <p:sp>
        <p:nvSpPr>
          <p:cNvPr id="23595" name="Line 75">
            <a:extLst>
              <a:ext uri="{FF2B5EF4-FFF2-40B4-BE49-F238E27FC236}">
                <a16:creationId xmlns:a16="http://schemas.microsoft.com/office/drawing/2014/main" id="{CDC4F1AA-278B-4A28-BAA4-895F7BC36AAB}"/>
              </a:ext>
            </a:extLst>
          </p:cNvPr>
          <p:cNvSpPr>
            <a:spLocks noChangeShapeType="1"/>
          </p:cNvSpPr>
          <p:nvPr/>
        </p:nvSpPr>
        <p:spPr bwMode="auto">
          <a:xfrm flipH="1">
            <a:off x="8359775" y="4800600"/>
            <a:ext cx="288925"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96" name="Text Box 76">
            <a:extLst>
              <a:ext uri="{FF2B5EF4-FFF2-40B4-BE49-F238E27FC236}">
                <a16:creationId xmlns:a16="http://schemas.microsoft.com/office/drawing/2014/main" id="{09E707C4-D97A-4B64-9DB5-4E1F0C0ACE21}"/>
              </a:ext>
            </a:extLst>
          </p:cNvPr>
          <p:cNvSpPr txBox="1">
            <a:spLocks noChangeArrowheads="1"/>
          </p:cNvSpPr>
          <p:nvPr/>
        </p:nvSpPr>
        <p:spPr bwMode="auto">
          <a:xfrm>
            <a:off x="8582025" y="4575175"/>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p>
        </p:txBody>
      </p:sp>
      <p:sp>
        <p:nvSpPr>
          <p:cNvPr id="23597" name="Line 77">
            <a:extLst>
              <a:ext uri="{FF2B5EF4-FFF2-40B4-BE49-F238E27FC236}">
                <a16:creationId xmlns:a16="http://schemas.microsoft.com/office/drawing/2014/main" id="{D1F95BDD-3BFF-4BC3-87A1-91A524A4D446}"/>
              </a:ext>
            </a:extLst>
          </p:cNvPr>
          <p:cNvSpPr>
            <a:spLocks noChangeShapeType="1"/>
          </p:cNvSpPr>
          <p:nvPr/>
        </p:nvSpPr>
        <p:spPr bwMode="auto">
          <a:xfrm flipH="1">
            <a:off x="8345488" y="5510213"/>
            <a:ext cx="288925"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98" name="Text Box 78">
            <a:extLst>
              <a:ext uri="{FF2B5EF4-FFF2-40B4-BE49-F238E27FC236}">
                <a16:creationId xmlns:a16="http://schemas.microsoft.com/office/drawing/2014/main" id="{269E68FA-CB62-41BF-B249-0E2D7D9B7DF7}"/>
              </a:ext>
            </a:extLst>
          </p:cNvPr>
          <p:cNvSpPr txBox="1">
            <a:spLocks noChangeArrowheads="1"/>
          </p:cNvSpPr>
          <p:nvPr/>
        </p:nvSpPr>
        <p:spPr bwMode="auto">
          <a:xfrm>
            <a:off x="8567738" y="5284788"/>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p>
        </p:txBody>
      </p:sp>
      <p:sp>
        <p:nvSpPr>
          <p:cNvPr id="23599" name="Text Box 79">
            <a:extLst>
              <a:ext uri="{FF2B5EF4-FFF2-40B4-BE49-F238E27FC236}">
                <a16:creationId xmlns:a16="http://schemas.microsoft.com/office/drawing/2014/main" id="{901771C7-2654-4FDB-BC68-1EF7164DEDA4}"/>
              </a:ext>
            </a:extLst>
          </p:cNvPr>
          <p:cNvSpPr txBox="1">
            <a:spLocks noChangeArrowheads="1"/>
          </p:cNvSpPr>
          <p:nvPr/>
        </p:nvSpPr>
        <p:spPr bwMode="auto">
          <a:xfrm>
            <a:off x="7354888" y="1214438"/>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latin typeface="楷体" panose="02010609060101010101" pitchFamily="49" charset="-122"/>
                <a:ea typeface="楷体" panose="02010609060101010101" pitchFamily="49" charset="-122"/>
              </a:rPr>
              <a:t>指令执行控制</a:t>
            </a:r>
          </a:p>
        </p:txBody>
      </p:sp>
      <p:sp>
        <p:nvSpPr>
          <p:cNvPr id="23600" name="Line 81">
            <a:extLst>
              <a:ext uri="{FF2B5EF4-FFF2-40B4-BE49-F238E27FC236}">
                <a16:creationId xmlns:a16="http://schemas.microsoft.com/office/drawing/2014/main" id="{E071D4D3-AE55-49F9-B185-64FD269BCC4E}"/>
              </a:ext>
            </a:extLst>
          </p:cNvPr>
          <p:cNvSpPr>
            <a:spLocks noChangeShapeType="1"/>
          </p:cNvSpPr>
          <p:nvPr/>
        </p:nvSpPr>
        <p:spPr bwMode="auto">
          <a:xfrm>
            <a:off x="3136900" y="3957638"/>
            <a:ext cx="2460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01" name="Text Box 82">
            <a:extLst>
              <a:ext uri="{FF2B5EF4-FFF2-40B4-BE49-F238E27FC236}">
                <a16:creationId xmlns:a16="http://schemas.microsoft.com/office/drawing/2014/main" id="{94EC514F-80A8-4250-B05C-58AA5BDBBFF0}"/>
              </a:ext>
            </a:extLst>
          </p:cNvPr>
          <p:cNvSpPr txBox="1">
            <a:spLocks noChangeArrowheads="1"/>
          </p:cNvSpPr>
          <p:nvPr/>
        </p:nvSpPr>
        <p:spPr bwMode="auto">
          <a:xfrm>
            <a:off x="2878138" y="373221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p>
        </p:txBody>
      </p:sp>
      <p:sp>
        <p:nvSpPr>
          <p:cNvPr id="23602" name="Line 83">
            <a:extLst>
              <a:ext uri="{FF2B5EF4-FFF2-40B4-BE49-F238E27FC236}">
                <a16:creationId xmlns:a16="http://schemas.microsoft.com/office/drawing/2014/main" id="{A0E122C8-4EE6-4684-A1EE-4150BFC6C50D}"/>
              </a:ext>
            </a:extLst>
          </p:cNvPr>
          <p:cNvSpPr>
            <a:spLocks noChangeShapeType="1"/>
          </p:cNvSpPr>
          <p:nvPr/>
        </p:nvSpPr>
        <p:spPr bwMode="auto">
          <a:xfrm>
            <a:off x="3079750" y="2782888"/>
            <a:ext cx="2460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03" name="Text Box 84">
            <a:extLst>
              <a:ext uri="{FF2B5EF4-FFF2-40B4-BE49-F238E27FC236}">
                <a16:creationId xmlns:a16="http://schemas.microsoft.com/office/drawing/2014/main" id="{27952340-888C-4EA1-A93A-5836D53133A7}"/>
              </a:ext>
            </a:extLst>
          </p:cNvPr>
          <p:cNvSpPr txBox="1">
            <a:spLocks noChangeArrowheads="1"/>
          </p:cNvSpPr>
          <p:nvPr/>
        </p:nvSpPr>
        <p:spPr bwMode="auto">
          <a:xfrm>
            <a:off x="2835275" y="2571750"/>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p>
        </p:txBody>
      </p:sp>
      <p:sp>
        <p:nvSpPr>
          <p:cNvPr id="23604" name="Line 85">
            <a:extLst>
              <a:ext uri="{FF2B5EF4-FFF2-40B4-BE49-F238E27FC236}">
                <a16:creationId xmlns:a16="http://schemas.microsoft.com/office/drawing/2014/main" id="{51A7334F-6553-4985-BF77-ABE0CE6C0755}"/>
              </a:ext>
            </a:extLst>
          </p:cNvPr>
          <p:cNvSpPr>
            <a:spLocks noChangeShapeType="1"/>
          </p:cNvSpPr>
          <p:nvPr/>
        </p:nvSpPr>
        <p:spPr bwMode="auto">
          <a:xfrm>
            <a:off x="2843213" y="1897063"/>
            <a:ext cx="0" cy="121920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05" name="Line 86">
            <a:extLst>
              <a:ext uri="{FF2B5EF4-FFF2-40B4-BE49-F238E27FC236}">
                <a16:creationId xmlns:a16="http://schemas.microsoft.com/office/drawing/2014/main" id="{61C8F369-654E-449C-9104-1BD849B372B9}"/>
              </a:ext>
            </a:extLst>
          </p:cNvPr>
          <p:cNvSpPr>
            <a:spLocks noChangeShapeType="1"/>
          </p:cNvSpPr>
          <p:nvPr/>
        </p:nvSpPr>
        <p:spPr bwMode="auto">
          <a:xfrm>
            <a:off x="2830513" y="1898650"/>
            <a:ext cx="1131887"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3606" name="AutoShape 87">
            <a:extLst>
              <a:ext uri="{FF2B5EF4-FFF2-40B4-BE49-F238E27FC236}">
                <a16:creationId xmlns:a16="http://schemas.microsoft.com/office/drawing/2014/main" id="{AC85D5F2-CFD0-4FA6-8CA4-987CC2AB617F}"/>
              </a:ext>
            </a:extLst>
          </p:cNvPr>
          <p:cNvSpPr>
            <a:spLocks noChangeArrowheads="1"/>
          </p:cNvSpPr>
          <p:nvPr/>
        </p:nvSpPr>
        <p:spPr bwMode="auto">
          <a:xfrm>
            <a:off x="4799013" y="2246313"/>
            <a:ext cx="261937" cy="288925"/>
          </a:xfrm>
          <a:prstGeom prst="upArrow">
            <a:avLst>
              <a:gd name="adj1" fmla="val 50000"/>
              <a:gd name="adj2" fmla="val 27576"/>
            </a:avLst>
          </a:prstGeom>
          <a:solidFill>
            <a:srgbClr val="FFFF00"/>
          </a:solidFill>
          <a:ln w="19050">
            <a:solidFill>
              <a:schemeClr val="tx1"/>
            </a:solid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07" name="AutoShape 88">
            <a:extLst>
              <a:ext uri="{FF2B5EF4-FFF2-40B4-BE49-F238E27FC236}">
                <a16:creationId xmlns:a16="http://schemas.microsoft.com/office/drawing/2014/main" id="{E1CB48FB-B90F-43BE-875C-29B791921A9B}"/>
              </a:ext>
            </a:extLst>
          </p:cNvPr>
          <p:cNvSpPr>
            <a:spLocks noChangeArrowheads="1"/>
          </p:cNvSpPr>
          <p:nvPr/>
        </p:nvSpPr>
        <p:spPr bwMode="auto">
          <a:xfrm rot="5378730" flipV="1">
            <a:off x="3465512" y="2039938"/>
            <a:ext cx="506413" cy="465138"/>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00"/>
          </a:solidFill>
          <a:ln w="19050">
            <a:solidFill>
              <a:schemeClr val="tx1"/>
            </a:solidFill>
            <a:miter lim="800000"/>
            <a:headEnd/>
            <a:tailEnd type="none" w="lg" len="lg"/>
          </a:ln>
        </p:spPr>
        <p:txBody>
          <a:bodyPr wrap="none" anchor="ctr"/>
          <a:lstStyle/>
          <a:p>
            <a:endParaRPr lang="zh-CN" altLang="en-US"/>
          </a:p>
        </p:txBody>
      </p:sp>
      <p:sp>
        <p:nvSpPr>
          <p:cNvPr id="197721" name="Rectangle 89">
            <a:extLst>
              <a:ext uri="{FF2B5EF4-FFF2-40B4-BE49-F238E27FC236}">
                <a16:creationId xmlns:a16="http://schemas.microsoft.com/office/drawing/2014/main" id="{6A14AC5F-2007-4628-A343-B3E90FE929BA}"/>
              </a:ext>
            </a:extLst>
          </p:cNvPr>
          <p:cNvSpPr>
            <a:spLocks noChangeArrowheads="1"/>
          </p:cNvSpPr>
          <p:nvPr/>
        </p:nvSpPr>
        <p:spPr bwMode="auto">
          <a:xfrm flipH="1">
            <a:off x="404813" y="5899150"/>
            <a:ext cx="128587" cy="109538"/>
          </a:xfrm>
          <a:prstGeom prst="rect">
            <a:avLst/>
          </a:prstGeom>
          <a:solidFill>
            <a:srgbClr val="FFFF00"/>
          </a:solidFill>
          <a:ln w="19050">
            <a:no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sp>
        <p:nvSpPr>
          <p:cNvPr id="23609" name="Rectangle 94">
            <a:extLst>
              <a:ext uri="{FF2B5EF4-FFF2-40B4-BE49-F238E27FC236}">
                <a16:creationId xmlns:a16="http://schemas.microsoft.com/office/drawing/2014/main" id="{0AFAF21B-7ACE-4754-8FB7-AB7BE0983F3B}"/>
              </a:ext>
            </a:extLst>
          </p:cNvPr>
          <p:cNvSpPr>
            <a:spLocks noChangeArrowheads="1"/>
          </p:cNvSpPr>
          <p:nvPr/>
        </p:nvSpPr>
        <p:spPr bwMode="auto">
          <a:xfrm flipV="1">
            <a:off x="5722938" y="4803775"/>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10" name="Rectangle 95">
            <a:extLst>
              <a:ext uri="{FF2B5EF4-FFF2-40B4-BE49-F238E27FC236}">
                <a16:creationId xmlns:a16="http://schemas.microsoft.com/office/drawing/2014/main" id="{9E4653E6-C777-4926-B8A5-1E43B7581CAF}"/>
              </a:ext>
            </a:extLst>
          </p:cNvPr>
          <p:cNvSpPr>
            <a:spLocks noChangeArrowheads="1"/>
          </p:cNvSpPr>
          <p:nvPr/>
        </p:nvSpPr>
        <p:spPr bwMode="auto">
          <a:xfrm flipV="1">
            <a:off x="5722938" y="5475288"/>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728" name="Rectangle 96">
            <a:extLst>
              <a:ext uri="{FF2B5EF4-FFF2-40B4-BE49-F238E27FC236}">
                <a16:creationId xmlns:a16="http://schemas.microsoft.com/office/drawing/2014/main" id="{71483D34-1B76-48D4-9082-71735DF49A92}"/>
              </a:ext>
            </a:extLst>
          </p:cNvPr>
          <p:cNvSpPr>
            <a:spLocks noChangeArrowheads="1"/>
          </p:cNvSpPr>
          <p:nvPr/>
        </p:nvSpPr>
        <p:spPr bwMode="auto">
          <a:xfrm flipV="1">
            <a:off x="5680075" y="4413250"/>
            <a:ext cx="111125" cy="88900"/>
          </a:xfrm>
          <a:prstGeom prst="rect">
            <a:avLst/>
          </a:prstGeom>
          <a:solidFill>
            <a:srgbClr val="FFFF00"/>
          </a:solidFill>
          <a:ln w="19050">
            <a:noFill/>
            <a:miter lim="800000"/>
            <a:headEnd/>
            <a:tailEnd type="none" w="lg" len="lg"/>
          </a:ln>
          <a:effectLst/>
        </p:spPr>
        <p:txBody>
          <a:bodyPr rot="10800000" wrap="none" anchor="ctr"/>
          <a:lstStyle/>
          <a:p>
            <a:pPr algn="ctr" eaLnBrk="1" hangingPunct="1">
              <a:defRPr/>
            </a:pPr>
            <a:endParaRPr kumimoji="0" lang="zh-CN" altLang="en-US" sz="1800">
              <a:effectLst>
                <a:outerShdw blurRad="38100" dist="38100" dir="2700000" algn="tl">
                  <a:srgbClr val="FFFFFF"/>
                </a:outerShdw>
              </a:effectLst>
              <a:latin typeface="Tahoma" pitchFamily="34" charset="0"/>
              <a:ea typeface="宋体" pitchFamily="2" charset="-122"/>
            </a:endParaRPr>
          </a:p>
        </p:txBody>
      </p:sp>
      <p:sp>
        <p:nvSpPr>
          <p:cNvPr id="23612" name="Line 99">
            <a:extLst>
              <a:ext uri="{FF2B5EF4-FFF2-40B4-BE49-F238E27FC236}">
                <a16:creationId xmlns:a16="http://schemas.microsoft.com/office/drawing/2014/main" id="{CCFF4F56-7941-4DE8-84ED-C7658F24308A}"/>
              </a:ext>
            </a:extLst>
          </p:cNvPr>
          <p:cNvSpPr>
            <a:spLocks noChangeShapeType="1"/>
          </p:cNvSpPr>
          <p:nvPr/>
        </p:nvSpPr>
        <p:spPr bwMode="auto">
          <a:xfrm>
            <a:off x="4716463" y="1462088"/>
            <a:ext cx="0" cy="29051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13" name="Text Box 100">
            <a:extLst>
              <a:ext uri="{FF2B5EF4-FFF2-40B4-BE49-F238E27FC236}">
                <a16:creationId xmlns:a16="http://schemas.microsoft.com/office/drawing/2014/main" id="{2D1322D1-6A95-434B-917C-92DA1F4B91F5}"/>
              </a:ext>
            </a:extLst>
          </p:cNvPr>
          <p:cNvSpPr txBox="1">
            <a:spLocks noChangeArrowheads="1"/>
          </p:cNvSpPr>
          <p:nvPr/>
        </p:nvSpPr>
        <p:spPr bwMode="auto">
          <a:xfrm>
            <a:off x="4548188" y="113506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p>
        </p:txBody>
      </p:sp>
      <p:sp>
        <p:nvSpPr>
          <p:cNvPr id="23614" name="Line 101">
            <a:extLst>
              <a:ext uri="{FF2B5EF4-FFF2-40B4-BE49-F238E27FC236}">
                <a16:creationId xmlns:a16="http://schemas.microsoft.com/office/drawing/2014/main" id="{735E3244-BF4C-49AE-AF28-BA9CE6643472}"/>
              </a:ext>
            </a:extLst>
          </p:cNvPr>
          <p:cNvSpPr>
            <a:spLocks noChangeShapeType="1"/>
          </p:cNvSpPr>
          <p:nvPr/>
        </p:nvSpPr>
        <p:spPr bwMode="auto">
          <a:xfrm>
            <a:off x="4932363" y="1462088"/>
            <a:ext cx="0" cy="29051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15" name="Line 102">
            <a:extLst>
              <a:ext uri="{FF2B5EF4-FFF2-40B4-BE49-F238E27FC236}">
                <a16:creationId xmlns:a16="http://schemas.microsoft.com/office/drawing/2014/main" id="{27C015FA-0056-4E46-AA6E-A25590177849}"/>
              </a:ext>
            </a:extLst>
          </p:cNvPr>
          <p:cNvSpPr>
            <a:spLocks noChangeShapeType="1"/>
          </p:cNvSpPr>
          <p:nvPr/>
        </p:nvSpPr>
        <p:spPr bwMode="auto">
          <a:xfrm>
            <a:off x="5149850" y="1462088"/>
            <a:ext cx="0" cy="29051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16" name="Text Box 103">
            <a:extLst>
              <a:ext uri="{FF2B5EF4-FFF2-40B4-BE49-F238E27FC236}">
                <a16:creationId xmlns:a16="http://schemas.microsoft.com/office/drawing/2014/main" id="{9F8528F5-411B-4055-98E6-E9A02F4E3EA8}"/>
              </a:ext>
            </a:extLst>
          </p:cNvPr>
          <p:cNvSpPr txBox="1">
            <a:spLocks noChangeArrowheads="1"/>
          </p:cNvSpPr>
          <p:nvPr/>
        </p:nvSpPr>
        <p:spPr bwMode="auto">
          <a:xfrm>
            <a:off x="4765675" y="113506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p>
        </p:txBody>
      </p:sp>
      <p:sp>
        <p:nvSpPr>
          <p:cNvPr id="23617" name="Text Box 104">
            <a:extLst>
              <a:ext uri="{FF2B5EF4-FFF2-40B4-BE49-F238E27FC236}">
                <a16:creationId xmlns:a16="http://schemas.microsoft.com/office/drawing/2014/main" id="{D3C10D4C-CA2B-4841-BB2C-031FB31A40D5}"/>
              </a:ext>
            </a:extLst>
          </p:cNvPr>
          <p:cNvSpPr txBox="1">
            <a:spLocks noChangeArrowheads="1"/>
          </p:cNvSpPr>
          <p:nvPr/>
        </p:nvSpPr>
        <p:spPr bwMode="auto">
          <a:xfrm>
            <a:off x="4983163" y="113506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p>
        </p:txBody>
      </p:sp>
      <p:sp>
        <p:nvSpPr>
          <p:cNvPr id="23618" name="Rectangle 105">
            <a:extLst>
              <a:ext uri="{FF2B5EF4-FFF2-40B4-BE49-F238E27FC236}">
                <a16:creationId xmlns:a16="http://schemas.microsoft.com/office/drawing/2014/main" id="{05496F7F-B0F1-47CA-BD75-936DD5129B4B}"/>
              </a:ext>
            </a:extLst>
          </p:cNvPr>
          <p:cNvSpPr>
            <a:spLocks noChangeArrowheads="1"/>
          </p:cNvSpPr>
          <p:nvPr/>
        </p:nvSpPr>
        <p:spPr bwMode="auto">
          <a:xfrm>
            <a:off x="2598738" y="1216025"/>
            <a:ext cx="6473825" cy="4913313"/>
          </a:xfrm>
          <a:prstGeom prst="rect">
            <a:avLst/>
          </a:prstGeom>
          <a:noFill/>
          <a:ln w="22225">
            <a:solidFill>
              <a:srgbClr val="FF0000"/>
            </a:solidFill>
            <a:prstDash val="dash"/>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19" name="Text Box 106">
            <a:extLst>
              <a:ext uri="{FF2B5EF4-FFF2-40B4-BE49-F238E27FC236}">
                <a16:creationId xmlns:a16="http://schemas.microsoft.com/office/drawing/2014/main" id="{8C740338-53DC-49CD-A542-40C6734B328A}"/>
              </a:ext>
            </a:extLst>
          </p:cNvPr>
          <p:cNvSpPr txBox="1">
            <a:spLocks noChangeArrowheads="1"/>
          </p:cNvSpPr>
          <p:nvPr/>
        </p:nvSpPr>
        <p:spPr bwMode="auto">
          <a:xfrm>
            <a:off x="2898775" y="5197475"/>
            <a:ext cx="1019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a:solidFill>
                  <a:srgbClr val="FF0000"/>
                </a:solidFill>
                <a:ea typeface="宋体" panose="02010600030101010101" pitchFamily="2" charset="-122"/>
              </a:rPr>
              <a:t>CPU</a:t>
            </a:r>
          </a:p>
        </p:txBody>
      </p:sp>
    </p:spTree>
  </p:cSld>
  <p:clrMapOvr>
    <a:masterClrMapping/>
  </p:clrMapOvr>
  <p:transition spd="med">
    <p:pull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Line 3">
            <a:extLst>
              <a:ext uri="{FF2B5EF4-FFF2-40B4-BE49-F238E27FC236}">
                <a16:creationId xmlns:a16="http://schemas.microsoft.com/office/drawing/2014/main" id="{1D81FE99-C1E5-4F12-B8CB-40A85183DA9D}"/>
              </a:ext>
            </a:extLst>
          </p:cNvPr>
          <p:cNvSpPr>
            <a:spLocks noChangeShapeType="1"/>
          </p:cNvSpPr>
          <p:nvPr/>
        </p:nvSpPr>
        <p:spPr bwMode="auto">
          <a:xfrm>
            <a:off x="4672013" y="1214438"/>
            <a:ext cx="0" cy="188595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35" name="AutoShape 7">
            <a:extLst>
              <a:ext uri="{FF2B5EF4-FFF2-40B4-BE49-F238E27FC236}">
                <a16:creationId xmlns:a16="http://schemas.microsoft.com/office/drawing/2014/main" id="{48646F2F-518C-4CFD-BCFE-4D75B9C7AC54}"/>
              </a:ext>
            </a:extLst>
          </p:cNvPr>
          <p:cNvSpPr>
            <a:spLocks noChangeArrowheads="1"/>
          </p:cNvSpPr>
          <p:nvPr/>
        </p:nvSpPr>
        <p:spPr bwMode="auto">
          <a:xfrm>
            <a:off x="3578225" y="2214563"/>
            <a:ext cx="2185988"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DR→IR, PC+1</a:t>
            </a:r>
          </a:p>
        </p:txBody>
      </p:sp>
      <p:sp>
        <p:nvSpPr>
          <p:cNvPr id="69636" name="AutoShape 8">
            <a:extLst>
              <a:ext uri="{FF2B5EF4-FFF2-40B4-BE49-F238E27FC236}">
                <a16:creationId xmlns:a16="http://schemas.microsoft.com/office/drawing/2014/main" id="{06FCBA12-AD10-4E22-9C2C-465D76E1959D}"/>
              </a:ext>
            </a:extLst>
          </p:cNvPr>
          <p:cNvSpPr>
            <a:spLocks noChangeArrowheads="1"/>
          </p:cNvSpPr>
          <p:nvPr/>
        </p:nvSpPr>
        <p:spPr bwMode="auto">
          <a:xfrm>
            <a:off x="985838" y="3500438"/>
            <a:ext cx="985837"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0→AC</a:t>
            </a:r>
          </a:p>
        </p:txBody>
      </p:sp>
      <p:sp>
        <p:nvSpPr>
          <p:cNvPr id="69637" name="AutoShape 9">
            <a:extLst>
              <a:ext uri="{FF2B5EF4-FFF2-40B4-BE49-F238E27FC236}">
                <a16:creationId xmlns:a16="http://schemas.microsoft.com/office/drawing/2014/main" id="{CCDD4EF4-8503-4D8F-A577-BA5892FB1DE2}"/>
              </a:ext>
            </a:extLst>
          </p:cNvPr>
          <p:cNvSpPr>
            <a:spLocks noChangeArrowheads="1"/>
          </p:cNvSpPr>
          <p:nvPr/>
        </p:nvSpPr>
        <p:spPr bwMode="auto">
          <a:xfrm>
            <a:off x="2286000" y="3500438"/>
            <a:ext cx="1914525"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IR→AR→ABUS</a:t>
            </a:r>
          </a:p>
        </p:txBody>
      </p:sp>
      <p:sp>
        <p:nvSpPr>
          <p:cNvPr id="69638" name="AutoShape 10">
            <a:extLst>
              <a:ext uri="{FF2B5EF4-FFF2-40B4-BE49-F238E27FC236}">
                <a16:creationId xmlns:a16="http://schemas.microsoft.com/office/drawing/2014/main" id="{2E61F6AF-FFF2-45F9-8140-CBDD8CC24147}"/>
              </a:ext>
            </a:extLst>
          </p:cNvPr>
          <p:cNvSpPr>
            <a:spLocks noChangeArrowheads="1"/>
          </p:cNvSpPr>
          <p:nvPr/>
        </p:nvSpPr>
        <p:spPr bwMode="auto">
          <a:xfrm>
            <a:off x="4500563" y="3500438"/>
            <a:ext cx="1971675"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IR→AR→ABUS</a:t>
            </a:r>
          </a:p>
        </p:txBody>
      </p:sp>
      <p:sp>
        <p:nvSpPr>
          <p:cNvPr id="69639" name="AutoShape 11">
            <a:extLst>
              <a:ext uri="{FF2B5EF4-FFF2-40B4-BE49-F238E27FC236}">
                <a16:creationId xmlns:a16="http://schemas.microsoft.com/office/drawing/2014/main" id="{E98289D8-A871-4956-9B4B-FC5D0F488D28}"/>
              </a:ext>
            </a:extLst>
          </p:cNvPr>
          <p:cNvSpPr>
            <a:spLocks noChangeArrowheads="1"/>
          </p:cNvSpPr>
          <p:nvPr/>
        </p:nvSpPr>
        <p:spPr bwMode="auto">
          <a:xfrm>
            <a:off x="6772275" y="3500438"/>
            <a:ext cx="1057275"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IR→PC</a:t>
            </a:r>
          </a:p>
        </p:txBody>
      </p:sp>
      <p:sp>
        <p:nvSpPr>
          <p:cNvPr id="69640" name="AutoShape 12">
            <a:extLst>
              <a:ext uri="{FF2B5EF4-FFF2-40B4-BE49-F238E27FC236}">
                <a16:creationId xmlns:a16="http://schemas.microsoft.com/office/drawing/2014/main" id="{013E0D7D-6254-4F47-A76C-B738AFAF7481}"/>
              </a:ext>
            </a:extLst>
          </p:cNvPr>
          <p:cNvSpPr>
            <a:spLocks noChangeArrowheads="1"/>
          </p:cNvSpPr>
          <p:nvPr/>
        </p:nvSpPr>
        <p:spPr bwMode="auto">
          <a:xfrm>
            <a:off x="8101013" y="3500438"/>
            <a:ext cx="757237"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endParaRPr kumimoji="0" lang="en-US" altLang="zh-CN" sz="2000">
              <a:ea typeface="宋体" panose="02010600030101010101" pitchFamily="2" charset="-122"/>
              <a:cs typeface="Times New Roman" panose="02020603050405020304" pitchFamily="18" charset="0"/>
            </a:endParaRPr>
          </a:p>
        </p:txBody>
      </p:sp>
      <p:sp>
        <p:nvSpPr>
          <p:cNvPr id="69641" name="AutoShape 13">
            <a:extLst>
              <a:ext uri="{FF2B5EF4-FFF2-40B4-BE49-F238E27FC236}">
                <a16:creationId xmlns:a16="http://schemas.microsoft.com/office/drawing/2014/main" id="{DEFCC3E0-18DE-4E2C-A53E-095570F2717B}"/>
              </a:ext>
            </a:extLst>
          </p:cNvPr>
          <p:cNvSpPr>
            <a:spLocks noChangeArrowheads="1"/>
          </p:cNvSpPr>
          <p:nvPr/>
        </p:nvSpPr>
        <p:spPr bwMode="auto">
          <a:xfrm>
            <a:off x="2471738" y="5229225"/>
            <a:ext cx="1543050" cy="828675"/>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DR→ALU</a:t>
            </a:r>
          </a:p>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AC→ALU</a:t>
            </a:r>
          </a:p>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ALU→AC</a:t>
            </a:r>
          </a:p>
        </p:txBody>
      </p:sp>
      <p:sp>
        <p:nvSpPr>
          <p:cNvPr id="69642" name="AutoShape 14">
            <a:extLst>
              <a:ext uri="{FF2B5EF4-FFF2-40B4-BE49-F238E27FC236}">
                <a16:creationId xmlns:a16="http://schemas.microsoft.com/office/drawing/2014/main" id="{D89A342D-3983-481C-B9B6-92E6584D896E}"/>
              </a:ext>
            </a:extLst>
          </p:cNvPr>
          <p:cNvSpPr>
            <a:spLocks noChangeArrowheads="1"/>
          </p:cNvSpPr>
          <p:nvPr/>
        </p:nvSpPr>
        <p:spPr bwMode="auto">
          <a:xfrm>
            <a:off x="4714875" y="5486400"/>
            <a:ext cx="1543050" cy="360363"/>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DR→DBUS</a:t>
            </a:r>
          </a:p>
        </p:txBody>
      </p:sp>
      <p:sp>
        <p:nvSpPr>
          <p:cNvPr id="69643" name="Line 15">
            <a:extLst>
              <a:ext uri="{FF2B5EF4-FFF2-40B4-BE49-F238E27FC236}">
                <a16:creationId xmlns:a16="http://schemas.microsoft.com/office/drawing/2014/main" id="{967D5E44-F1F4-40C2-AA7B-C3D47AEAA7B8}"/>
              </a:ext>
            </a:extLst>
          </p:cNvPr>
          <p:cNvSpPr>
            <a:spLocks noChangeShapeType="1"/>
          </p:cNvSpPr>
          <p:nvPr/>
        </p:nvSpPr>
        <p:spPr bwMode="auto">
          <a:xfrm>
            <a:off x="1514475" y="3100388"/>
            <a:ext cx="6972300"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44" name="Freeform 16">
            <a:extLst>
              <a:ext uri="{FF2B5EF4-FFF2-40B4-BE49-F238E27FC236}">
                <a16:creationId xmlns:a16="http://schemas.microsoft.com/office/drawing/2014/main" id="{C17E8299-4173-4B52-AD9A-1C48E416F34C}"/>
              </a:ext>
            </a:extLst>
          </p:cNvPr>
          <p:cNvSpPr>
            <a:spLocks/>
          </p:cNvSpPr>
          <p:nvPr/>
        </p:nvSpPr>
        <p:spPr bwMode="auto">
          <a:xfrm>
            <a:off x="2871788" y="6400800"/>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45" name="Freeform 17">
            <a:extLst>
              <a:ext uri="{FF2B5EF4-FFF2-40B4-BE49-F238E27FC236}">
                <a16:creationId xmlns:a16="http://schemas.microsoft.com/office/drawing/2014/main" id="{19C25D86-D98C-4932-9BE7-1E7D356DFAD4}"/>
              </a:ext>
            </a:extLst>
          </p:cNvPr>
          <p:cNvSpPr>
            <a:spLocks/>
          </p:cNvSpPr>
          <p:nvPr/>
        </p:nvSpPr>
        <p:spPr bwMode="auto">
          <a:xfrm>
            <a:off x="1114425" y="4171950"/>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46" name="Freeform 18">
            <a:extLst>
              <a:ext uri="{FF2B5EF4-FFF2-40B4-BE49-F238E27FC236}">
                <a16:creationId xmlns:a16="http://schemas.microsoft.com/office/drawing/2014/main" id="{791BB3D3-9469-4A37-AEBC-29F3EF4BBB20}"/>
              </a:ext>
            </a:extLst>
          </p:cNvPr>
          <p:cNvSpPr>
            <a:spLocks/>
          </p:cNvSpPr>
          <p:nvPr/>
        </p:nvSpPr>
        <p:spPr bwMode="auto">
          <a:xfrm>
            <a:off x="5114925" y="6415088"/>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9647" name="Freeform 19">
            <a:extLst>
              <a:ext uri="{FF2B5EF4-FFF2-40B4-BE49-F238E27FC236}">
                <a16:creationId xmlns:a16="http://schemas.microsoft.com/office/drawing/2014/main" id="{5B689D11-6A40-4F4A-9B71-9B1D4354719F}"/>
              </a:ext>
            </a:extLst>
          </p:cNvPr>
          <p:cNvSpPr>
            <a:spLocks/>
          </p:cNvSpPr>
          <p:nvPr/>
        </p:nvSpPr>
        <p:spPr bwMode="auto">
          <a:xfrm>
            <a:off x="6929438" y="4171950"/>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48" name="Freeform 20">
            <a:extLst>
              <a:ext uri="{FF2B5EF4-FFF2-40B4-BE49-F238E27FC236}">
                <a16:creationId xmlns:a16="http://schemas.microsoft.com/office/drawing/2014/main" id="{9F764760-C810-411F-9937-1CBA84CB8C0A}"/>
              </a:ext>
            </a:extLst>
          </p:cNvPr>
          <p:cNvSpPr>
            <a:spLocks/>
          </p:cNvSpPr>
          <p:nvPr/>
        </p:nvSpPr>
        <p:spPr bwMode="auto">
          <a:xfrm>
            <a:off x="8115300" y="4186238"/>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49" name="Line 21">
            <a:extLst>
              <a:ext uri="{FF2B5EF4-FFF2-40B4-BE49-F238E27FC236}">
                <a16:creationId xmlns:a16="http://schemas.microsoft.com/office/drawing/2014/main" id="{2727EF1E-3FBE-405C-A469-2CA443271012}"/>
              </a:ext>
            </a:extLst>
          </p:cNvPr>
          <p:cNvSpPr>
            <a:spLocks noChangeShapeType="1"/>
          </p:cNvSpPr>
          <p:nvPr/>
        </p:nvSpPr>
        <p:spPr bwMode="auto">
          <a:xfrm>
            <a:off x="1500188" y="3086100"/>
            <a:ext cx="0" cy="414338"/>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50" name="Line 22">
            <a:extLst>
              <a:ext uri="{FF2B5EF4-FFF2-40B4-BE49-F238E27FC236}">
                <a16:creationId xmlns:a16="http://schemas.microsoft.com/office/drawing/2014/main" id="{0E413EC8-B0D4-4177-A61F-9E1016639424}"/>
              </a:ext>
            </a:extLst>
          </p:cNvPr>
          <p:cNvSpPr>
            <a:spLocks noChangeShapeType="1"/>
          </p:cNvSpPr>
          <p:nvPr/>
        </p:nvSpPr>
        <p:spPr bwMode="auto">
          <a:xfrm>
            <a:off x="3243263" y="3100388"/>
            <a:ext cx="0" cy="414337"/>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51" name="Line 23">
            <a:extLst>
              <a:ext uri="{FF2B5EF4-FFF2-40B4-BE49-F238E27FC236}">
                <a16:creationId xmlns:a16="http://schemas.microsoft.com/office/drawing/2014/main" id="{32624957-08B7-4F94-B4CC-ED9E05AD9526}"/>
              </a:ext>
            </a:extLst>
          </p:cNvPr>
          <p:cNvSpPr>
            <a:spLocks noChangeShapeType="1"/>
          </p:cNvSpPr>
          <p:nvPr/>
        </p:nvSpPr>
        <p:spPr bwMode="auto">
          <a:xfrm>
            <a:off x="7300913" y="3100388"/>
            <a:ext cx="0" cy="414337"/>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52" name="Line 24">
            <a:extLst>
              <a:ext uri="{FF2B5EF4-FFF2-40B4-BE49-F238E27FC236}">
                <a16:creationId xmlns:a16="http://schemas.microsoft.com/office/drawing/2014/main" id="{69E13ED4-2351-47F9-9F45-9C63D815361D}"/>
              </a:ext>
            </a:extLst>
          </p:cNvPr>
          <p:cNvSpPr>
            <a:spLocks noChangeShapeType="1"/>
          </p:cNvSpPr>
          <p:nvPr/>
        </p:nvSpPr>
        <p:spPr bwMode="auto">
          <a:xfrm>
            <a:off x="8486775" y="3100388"/>
            <a:ext cx="0" cy="414337"/>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53" name="Line 25">
            <a:extLst>
              <a:ext uri="{FF2B5EF4-FFF2-40B4-BE49-F238E27FC236}">
                <a16:creationId xmlns:a16="http://schemas.microsoft.com/office/drawing/2014/main" id="{39804E88-0CFC-48DF-8C93-05195A99EDCF}"/>
              </a:ext>
            </a:extLst>
          </p:cNvPr>
          <p:cNvSpPr>
            <a:spLocks noChangeShapeType="1"/>
          </p:cNvSpPr>
          <p:nvPr/>
        </p:nvSpPr>
        <p:spPr bwMode="auto">
          <a:xfrm>
            <a:off x="4672013" y="585788"/>
            <a:ext cx="0" cy="314325"/>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54" name="Line 26">
            <a:extLst>
              <a:ext uri="{FF2B5EF4-FFF2-40B4-BE49-F238E27FC236}">
                <a16:creationId xmlns:a16="http://schemas.microsoft.com/office/drawing/2014/main" id="{FD7111E7-83AE-4F77-898D-CA28B661395D}"/>
              </a:ext>
            </a:extLst>
          </p:cNvPr>
          <p:cNvSpPr>
            <a:spLocks noChangeShapeType="1"/>
          </p:cNvSpPr>
          <p:nvPr/>
        </p:nvSpPr>
        <p:spPr bwMode="auto">
          <a:xfrm>
            <a:off x="1500188" y="3857625"/>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55" name="Line 27">
            <a:extLst>
              <a:ext uri="{FF2B5EF4-FFF2-40B4-BE49-F238E27FC236}">
                <a16:creationId xmlns:a16="http://schemas.microsoft.com/office/drawing/2014/main" id="{D941F78A-E528-4321-B653-1AE3F97750A5}"/>
              </a:ext>
            </a:extLst>
          </p:cNvPr>
          <p:cNvSpPr>
            <a:spLocks noChangeShapeType="1"/>
          </p:cNvSpPr>
          <p:nvPr/>
        </p:nvSpPr>
        <p:spPr bwMode="auto">
          <a:xfrm>
            <a:off x="3243263" y="6072188"/>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9656" name="Line 28">
            <a:extLst>
              <a:ext uri="{FF2B5EF4-FFF2-40B4-BE49-F238E27FC236}">
                <a16:creationId xmlns:a16="http://schemas.microsoft.com/office/drawing/2014/main" id="{2590F2DA-85A0-489E-9735-DAC2D36712B5}"/>
              </a:ext>
            </a:extLst>
          </p:cNvPr>
          <p:cNvSpPr>
            <a:spLocks noChangeShapeType="1"/>
          </p:cNvSpPr>
          <p:nvPr/>
        </p:nvSpPr>
        <p:spPr bwMode="auto">
          <a:xfrm>
            <a:off x="5486400" y="5857875"/>
            <a:ext cx="0" cy="6572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9657" name="Line 29">
            <a:extLst>
              <a:ext uri="{FF2B5EF4-FFF2-40B4-BE49-F238E27FC236}">
                <a16:creationId xmlns:a16="http://schemas.microsoft.com/office/drawing/2014/main" id="{0690E7D5-F787-424D-8CA8-353DDAE97BF5}"/>
              </a:ext>
            </a:extLst>
          </p:cNvPr>
          <p:cNvSpPr>
            <a:spLocks noChangeShapeType="1"/>
          </p:cNvSpPr>
          <p:nvPr/>
        </p:nvSpPr>
        <p:spPr bwMode="auto">
          <a:xfrm>
            <a:off x="7300913" y="3857625"/>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58" name="Line 30">
            <a:extLst>
              <a:ext uri="{FF2B5EF4-FFF2-40B4-BE49-F238E27FC236}">
                <a16:creationId xmlns:a16="http://schemas.microsoft.com/office/drawing/2014/main" id="{CB31199F-1C5E-429B-BE57-C8BCF7D817E7}"/>
              </a:ext>
            </a:extLst>
          </p:cNvPr>
          <p:cNvSpPr>
            <a:spLocks noChangeShapeType="1"/>
          </p:cNvSpPr>
          <p:nvPr/>
        </p:nvSpPr>
        <p:spPr bwMode="auto">
          <a:xfrm>
            <a:off x="8486775" y="3857625"/>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59" name="Line 31">
            <a:extLst>
              <a:ext uri="{FF2B5EF4-FFF2-40B4-BE49-F238E27FC236}">
                <a16:creationId xmlns:a16="http://schemas.microsoft.com/office/drawing/2014/main" id="{397E0D0E-96C6-424C-96BF-BC4476CD8B83}"/>
              </a:ext>
            </a:extLst>
          </p:cNvPr>
          <p:cNvSpPr>
            <a:spLocks noChangeShapeType="1"/>
          </p:cNvSpPr>
          <p:nvPr/>
        </p:nvSpPr>
        <p:spPr bwMode="auto">
          <a:xfrm>
            <a:off x="3243263" y="4729163"/>
            <a:ext cx="0" cy="50006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60" name="Line 32">
            <a:extLst>
              <a:ext uri="{FF2B5EF4-FFF2-40B4-BE49-F238E27FC236}">
                <a16:creationId xmlns:a16="http://schemas.microsoft.com/office/drawing/2014/main" id="{D97E4019-B3FC-4F79-9F35-7C1952812AEA}"/>
              </a:ext>
            </a:extLst>
          </p:cNvPr>
          <p:cNvSpPr>
            <a:spLocks noChangeShapeType="1"/>
          </p:cNvSpPr>
          <p:nvPr/>
        </p:nvSpPr>
        <p:spPr bwMode="auto">
          <a:xfrm>
            <a:off x="5486400" y="4743450"/>
            <a:ext cx="0" cy="74295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61" name="Text Box 33">
            <a:extLst>
              <a:ext uri="{FF2B5EF4-FFF2-40B4-BE49-F238E27FC236}">
                <a16:creationId xmlns:a16="http://schemas.microsoft.com/office/drawing/2014/main" id="{4F8CA724-3E0B-480C-9529-4747835DBAD3}"/>
              </a:ext>
            </a:extLst>
          </p:cNvPr>
          <p:cNvSpPr txBox="1">
            <a:spLocks noChangeArrowheads="1"/>
          </p:cNvSpPr>
          <p:nvPr/>
        </p:nvSpPr>
        <p:spPr bwMode="auto">
          <a:xfrm>
            <a:off x="4275138" y="1539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dirty="0">
                <a:latin typeface="Tahoma" panose="020B0604030504040204" pitchFamily="34" charset="0"/>
                <a:ea typeface="宋体" panose="02010600030101010101" pitchFamily="2" charset="-122"/>
              </a:rPr>
              <a:t>开始</a:t>
            </a:r>
          </a:p>
        </p:txBody>
      </p:sp>
      <p:sp>
        <p:nvSpPr>
          <p:cNvPr id="69662" name="Text Box 34">
            <a:extLst>
              <a:ext uri="{FF2B5EF4-FFF2-40B4-BE49-F238E27FC236}">
                <a16:creationId xmlns:a16="http://schemas.microsoft.com/office/drawing/2014/main" id="{D215D977-C497-48B5-92CD-D2095E5D439E}"/>
              </a:ext>
            </a:extLst>
          </p:cNvPr>
          <p:cNvSpPr txBox="1">
            <a:spLocks noChangeArrowheads="1"/>
          </p:cNvSpPr>
          <p:nvPr/>
        </p:nvSpPr>
        <p:spPr bwMode="auto">
          <a:xfrm>
            <a:off x="2979738" y="1524000"/>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RD</a:t>
            </a:r>
          </a:p>
        </p:txBody>
      </p:sp>
      <p:sp>
        <p:nvSpPr>
          <p:cNvPr id="69663" name="Text Box 35">
            <a:extLst>
              <a:ext uri="{FF2B5EF4-FFF2-40B4-BE49-F238E27FC236}">
                <a16:creationId xmlns:a16="http://schemas.microsoft.com/office/drawing/2014/main" id="{C5E5952C-A9D0-47F9-AAEA-10DBC561A6E2}"/>
              </a:ext>
            </a:extLst>
          </p:cNvPr>
          <p:cNvSpPr txBox="1">
            <a:spLocks noChangeArrowheads="1"/>
          </p:cNvSpPr>
          <p:nvPr/>
        </p:nvSpPr>
        <p:spPr bwMode="auto">
          <a:xfrm>
            <a:off x="1075302" y="2681288"/>
            <a:ext cx="8354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CLA</a:t>
            </a:r>
          </a:p>
        </p:txBody>
      </p:sp>
      <p:sp>
        <p:nvSpPr>
          <p:cNvPr id="69664" name="Text Box 36">
            <a:extLst>
              <a:ext uri="{FF2B5EF4-FFF2-40B4-BE49-F238E27FC236}">
                <a16:creationId xmlns:a16="http://schemas.microsoft.com/office/drawing/2014/main" id="{0EFF552F-5368-4ECE-B98E-60FA16F562B2}"/>
              </a:ext>
            </a:extLst>
          </p:cNvPr>
          <p:cNvSpPr txBox="1">
            <a:spLocks noChangeArrowheads="1"/>
          </p:cNvSpPr>
          <p:nvPr/>
        </p:nvSpPr>
        <p:spPr bwMode="auto">
          <a:xfrm>
            <a:off x="2808288" y="2695575"/>
            <a:ext cx="852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ADD</a:t>
            </a:r>
          </a:p>
        </p:txBody>
      </p:sp>
      <p:sp>
        <p:nvSpPr>
          <p:cNvPr id="69665" name="Text Box 37">
            <a:extLst>
              <a:ext uri="{FF2B5EF4-FFF2-40B4-BE49-F238E27FC236}">
                <a16:creationId xmlns:a16="http://schemas.microsoft.com/office/drawing/2014/main" id="{C567E088-767A-4A71-BF02-EA52406373F4}"/>
              </a:ext>
            </a:extLst>
          </p:cNvPr>
          <p:cNvSpPr txBox="1">
            <a:spLocks noChangeArrowheads="1"/>
          </p:cNvSpPr>
          <p:nvPr/>
        </p:nvSpPr>
        <p:spPr bwMode="auto">
          <a:xfrm>
            <a:off x="5094288" y="2695575"/>
            <a:ext cx="773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STA</a:t>
            </a:r>
          </a:p>
        </p:txBody>
      </p:sp>
      <p:sp>
        <p:nvSpPr>
          <p:cNvPr id="69666" name="Text Box 38">
            <a:extLst>
              <a:ext uri="{FF2B5EF4-FFF2-40B4-BE49-F238E27FC236}">
                <a16:creationId xmlns:a16="http://schemas.microsoft.com/office/drawing/2014/main" id="{41845566-806F-4A40-83F8-0F5BB39DC4D8}"/>
              </a:ext>
            </a:extLst>
          </p:cNvPr>
          <p:cNvSpPr txBox="1">
            <a:spLocks noChangeArrowheads="1"/>
          </p:cNvSpPr>
          <p:nvPr/>
        </p:nvSpPr>
        <p:spPr bwMode="auto">
          <a:xfrm>
            <a:off x="6904695" y="2681288"/>
            <a:ext cx="8162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JMP</a:t>
            </a:r>
          </a:p>
        </p:txBody>
      </p:sp>
      <p:sp>
        <p:nvSpPr>
          <p:cNvPr id="69667" name="Text Box 39">
            <a:extLst>
              <a:ext uri="{FF2B5EF4-FFF2-40B4-BE49-F238E27FC236}">
                <a16:creationId xmlns:a16="http://schemas.microsoft.com/office/drawing/2014/main" id="{BAA31BD7-CD1F-439D-9482-0C17BEAD7B68}"/>
              </a:ext>
            </a:extLst>
          </p:cNvPr>
          <p:cNvSpPr txBox="1">
            <a:spLocks noChangeArrowheads="1"/>
          </p:cNvSpPr>
          <p:nvPr/>
        </p:nvSpPr>
        <p:spPr bwMode="auto">
          <a:xfrm>
            <a:off x="8051800" y="2681288"/>
            <a:ext cx="854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NOP</a:t>
            </a:r>
          </a:p>
        </p:txBody>
      </p:sp>
      <p:sp>
        <p:nvSpPr>
          <p:cNvPr id="69668" name="Text Box 40">
            <a:extLst>
              <a:ext uri="{FF2B5EF4-FFF2-40B4-BE49-F238E27FC236}">
                <a16:creationId xmlns:a16="http://schemas.microsoft.com/office/drawing/2014/main" id="{724FE811-BF02-4776-AF9C-78F0AFB53226}"/>
              </a:ext>
            </a:extLst>
          </p:cNvPr>
          <p:cNvSpPr txBox="1">
            <a:spLocks noChangeArrowheads="1"/>
          </p:cNvSpPr>
          <p:nvPr/>
        </p:nvSpPr>
        <p:spPr bwMode="auto">
          <a:xfrm>
            <a:off x="1893888" y="4324350"/>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RD</a:t>
            </a:r>
          </a:p>
        </p:txBody>
      </p:sp>
      <p:sp>
        <p:nvSpPr>
          <p:cNvPr id="69669" name="Text Box 41">
            <a:extLst>
              <a:ext uri="{FF2B5EF4-FFF2-40B4-BE49-F238E27FC236}">
                <a16:creationId xmlns:a16="http://schemas.microsoft.com/office/drawing/2014/main" id="{B05F3877-A1D2-4E09-A605-925BCA9CADCE}"/>
              </a:ext>
            </a:extLst>
          </p:cNvPr>
          <p:cNvSpPr txBox="1">
            <a:spLocks noChangeArrowheads="1"/>
          </p:cNvSpPr>
          <p:nvPr/>
        </p:nvSpPr>
        <p:spPr bwMode="auto">
          <a:xfrm>
            <a:off x="4060468" y="5414963"/>
            <a:ext cx="6976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WE</a:t>
            </a:r>
          </a:p>
        </p:txBody>
      </p:sp>
      <p:sp>
        <p:nvSpPr>
          <p:cNvPr id="69670" name="AutoShape 49">
            <a:extLst>
              <a:ext uri="{FF2B5EF4-FFF2-40B4-BE49-F238E27FC236}">
                <a16:creationId xmlns:a16="http://schemas.microsoft.com/office/drawing/2014/main" id="{D961A38B-F910-4996-BDED-CEE864EC8B62}"/>
              </a:ext>
            </a:extLst>
          </p:cNvPr>
          <p:cNvSpPr>
            <a:spLocks noChangeArrowheads="1"/>
          </p:cNvSpPr>
          <p:nvPr/>
        </p:nvSpPr>
        <p:spPr bwMode="auto">
          <a:xfrm>
            <a:off x="3579813" y="914400"/>
            <a:ext cx="2185987" cy="360363"/>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PC→AR→ABUS</a:t>
            </a:r>
          </a:p>
        </p:txBody>
      </p:sp>
      <p:sp>
        <p:nvSpPr>
          <p:cNvPr id="69671" name="AutoShape 50">
            <a:extLst>
              <a:ext uri="{FF2B5EF4-FFF2-40B4-BE49-F238E27FC236}">
                <a16:creationId xmlns:a16="http://schemas.microsoft.com/office/drawing/2014/main" id="{31C4E749-CC7E-4DB8-BC1F-B5E6A3E7955D}"/>
              </a:ext>
            </a:extLst>
          </p:cNvPr>
          <p:cNvSpPr>
            <a:spLocks noChangeArrowheads="1"/>
          </p:cNvSpPr>
          <p:nvPr/>
        </p:nvSpPr>
        <p:spPr bwMode="auto">
          <a:xfrm>
            <a:off x="3578225" y="1563688"/>
            <a:ext cx="2185988"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DBUS→DR</a:t>
            </a:r>
          </a:p>
        </p:txBody>
      </p:sp>
      <p:sp>
        <p:nvSpPr>
          <p:cNvPr id="69672" name="Line 51">
            <a:extLst>
              <a:ext uri="{FF2B5EF4-FFF2-40B4-BE49-F238E27FC236}">
                <a16:creationId xmlns:a16="http://schemas.microsoft.com/office/drawing/2014/main" id="{293BC36B-5E85-46B7-8182-EE6B2CFF4B3B}"/>
              </a:ext>
            </a:extLst>
          </p:cNvPr>
          <p:cNvSpPr>
            <a:spLocks noChangeShapeType="1"/>
          </p:cNvSpPr>
          <p:nvPr/>
        </p:nvSpPr>
        <p:spPr bwMode="auto">
          <a:xfrm>
            <a:off x="5486400" y="3114675"/>
            <a:ext cx="0" cy="414338"/>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73" name="AutoShape 52">
            <a:extLst>
              <a:ext uri="{FF2B5EF4-FFF2-40B4-BE49-F238E27FC236}">
                <a16:creationId xmlns:a16="http://schemas.microsoft.com/office/drawing/2014/main" id="{47522C95-057F-4B69-80D5-DA53E9D24BBA}"/>
              </a:ext>
            </a:extLst>
          </p:cNvPr>
          <p:cNvSpPr>
            <a:spLocks noChangeArrowheads="1"/>
          </p:cNvSpPr>
          <p:nvPr/>
        </p:nvSpPr>
        <p:spPr bwMode="auto">
          <a:xfrm>
            <a:off x="2471738" y="4371975"/>
            <a:ext cx="1543050" cy="360363"/>
          </a:xfrm>
          <a:prstGeom prst="flowChartProcess">
            <a:avLst/>
          </a:prstGeom>
          <a:solidFill>
            <a:srgbClr val="006600"/>
          </a:solidFill>
          <a:ln w="19050">
            <a:solidFill>
              <a:schemeClr val="folHlink"/>
            </a:solidFill>
            <a:miter lim="800000"/>
            <a:headEnd/>
            <a:tailEnd type="none" w="lg" len="lg"/>
          </a:ln>
        </p:spPr>
        <p:txBody>
          <a:bodyPr wrap="none" tIns="8280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7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DBUS→DR</a:t>
            </a:r>
          </a:p>
        </p:txBody>
      </p:sp>
      <p:sp>
        <p:nvSpPr>
          <p:cNvPr id="69674" name="AutoShape 53">
            <a:extLst>
              <a:ext uri="{FF2B5EF4-FFF2-40B4-BE49-F238E27FC236}">
                <a16:creationId xmlns:a16="http://schemas.microsoft.com/office/drawing/2014/main" id="{0F83B0DA-DAC9-47BF-BAD3-6901E1D1B8D4}"/>
              </a:ext>
            </a:extLst>
          </p:cNvPr>
          <p:cNvSpPr>
            <a:spLocks noChangeArrowheads="1"/>
          </p:cNvSpPr>
          <p:nvPr/>
        </p:nvSpPr>
        <p:spPr bwMode="auto">
          <a:xfrm>
            <a:off x="4714875" y="4371975"/>
            <a:ext cx="1543050" cy="360363"/>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AC→DR</a:t>
            </a:r>
          </a:p>
        </p:txBody>
      </p:sp>
      <p:sp>
        <p:nvSpPr>
          <p:cNvPr id="69675" name="Line 54">
            <a:extLst>
              <a:ext uri="{FF2B5EF4-FFF2-40B4-BE49-F238E27FC236}">
                <a16:creationId xmlns:a16="http://schemas.microsoft.com/office/drawing/2014/main" id="{1E5D31D5-FCF7-49A3-9B05-EB1AFE67EA6B}"/>
              </a:ext>
            </a:extLst>
          </p:cNvPr>
          <p:cNvSpPr>
            <a:spLocks noChangeShapeType="1"/>
          </p:cNvSpPr>
          <p:nvPr/>
        </p:nvSpPr>
        <p:spPr bwMode="auto">
          <a:xfrm>
            <a:off x="3243263" y="3871913"/>
            <a:ext cx="0" cy="50006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76" name="Line 55">
            <a:extLst>
              <a:ext uri="{FF2B5EF4-FFF2-40B4-BE49-F238E27FC236}">
                <a16:creationId xmlns:a16="http://schemas.microsoft.com/office/drawing/2014/main" id="{53FD4943-D96F-4456-A87B-2BE733B394D7}"/>
              </a:ext>
            </a:extLst>
          </p:cNvPr>
          <p:cNvSpPr>
            <a:spLocks noChangeShapeType="1"/>
          </p:cNvSpPr>
          <p:nvPr/>
        </p:nvSpPr>
        <p:spPr bwMode="auto">
          <a:xfrm>
            <a:off x="5486400" y="3871913"/>
            <a:ext cx="0" cy="50006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9677" name="Text Box 56">
            <a:extLst>
              <a:ext uri="{FF2B5EF4-FFF2-40B4-BE49-F238E27FC236}">
                <a16:creationId xmlns:a16="http://schemas.microsoft.com/office/drawing/2014/main" id="{AA553C23-63F4-468F-85B1-AEB762C97CD8}"/>
              </a:ext>
            </a:extLst>
          </p:cNvPr>
          <p:cNvSpPr txBox="1">
            <a:spLocks noChangeArrowheads="1"/>
          </p:cNvSpPr>
          <p:nvPr/>
        </p:nvSpPr>
        <p:spPr bwMode="auto">
          <a:xfrm>
            <a:off x="74613" y="311991"/>
            <a:ext cx="2982912" cy="841375"/>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kumimoji="0" lang="en-US" altLang="zh-CN" sz="2400" dirty="0">
                <a:solidFill>
                  <a:srgbClr val="000099"/>
                </a:solidFill>
                <a:latin typeface="楷体" panose="02010609060101010101" pitchFamily="49" charset="-122"/>
                <a:ea typeface="楷体" panose="02010609060101010101" pitchFamily="49" charset="-122"/>
              </a:rPr>
              <a:t>1. </a:t>
            </a:r>
            <a:r>
              <a:rPr kumimoji="0" lang="zh-CN" altLang="en-US" sz="2400" dirty="0">
                <a:solidFill>
                  <a:srgbClr val="000099"/>
                </a:solidFill>
                <a:latin typeface="楷体" panose="02010609060101010101" pitchFamily="49" charset="-122"/>
                <a:ea typeface="楷体" panose="02010609060101010101" pitchFamily="49" charset="-122"/>
              </a:rPr>
              <a:t>分析指令，列出所有指令的操作流程</a:t>
            </a:r>
          </a:p>
        </p:txBody>
      </p:sp>
    </p:spTree>
  </p:cSld>
  <p:clrMapOvr>
    <a:masterClrMapping/>
  </p:clrMapOvr>
  <p:transition spd="med">
    <p:pull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Line 65">
            <a:extLst>
              <a:ext uri="{FF2B5EF4-FFF2-40B4-BE49-F238E27FC236}">
                <a16:creationId xmlns:a16="http://schemas.microsoft.com/office/drawing/2014/main" id="{52F922B1-040A-4FCC-801B-AB7357CCE307}"/>
              </a:ext>
            </a:extLst>
          </p:cNvPr>
          <p:cNvSpPr>
            <a:spLocks noChangeShapeType="1"/>
          </p:cNvSpPr>
          <p:nvPr/>
        </p:nvSpPr>
        <p:spPr bwMode="auto">
          <a:xfrm>
            <a:off x="4672013" y="1214438"/>
            <a:ext cx="0" cy="188595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187" name="Line 3">
            <a:extLst>
              <a:ext uri="{FF2B5EF4-FFF2-40B4-BE49-F238E27FC236}">
                <a16:creationId xmlns:a16="http://schemas.microsoft.com/office/drawing/2014/main" id="{53D5A568-DBCB-4148-B631-B118535C1443}"/>
              </a:ext>
            </a:extLst>
          </p:cNvPr>
          <p:cNvSpPr>
            <a:spLocks noChangeShapeType="1"/>
          </p:cNvSpPr>
          <p:nvPr/>
        </p:nvSpPr>
        <p:spPr bwMode="auto">
          <a:xfrm flipV="1">
            <a:off x="277813" y="706438"/>
            <a:ext cx="5283200" cy="7937"/>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188" name="Line 4">
            <a:extLst>
              <a:ext uri="{FF2B5EF4-FFF2-40B4-BE49-F238E27FC236}">
                <a16:creationId xmlns:a16="http://schemas.microsoft.com/office/drawing/2014/main" id="{DC7F545B-615F-4C99-97A5-39ECCB34865B}"/>
              </a:ext>
            </a:extLst>
          </p:cNvPr>
          <p:cNvSpPr>
            <a:spLocks noChangeShapeType="1"/>
          </p:cNvSpPr>
          <p:nvPr/>
        </p:nvSpPr>
        <p:spPr bwMode="auto">
          <a:xfrm>
            <a:off x="277813" y="4100513"/>
            <a:ext cx="8543925" cy="0"/>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189" name="Line 5">
            <a:extLst>
              <a:ext uri="{FF2B5EF4-FFF2-40B4-BE49-F238E27FC236}">
                <a16:creationId xmlns:a16="http://schemas.microsoft.com/office/drawing/2014/main" id="{BF8B7C82-C510-4397-BF45-378F69E9F776}"/>
              </a:ext>
            </a:extLst>
          </p:cNvPr>
          <p:cNvSpPr>
            <a:spLocks noChangeShapeType="1"/>
          </p:cNvSpPr>
          <p:nvPr/>
        </p:nvSpPr>
        <p:spPr bwMode="auto">
          <a:xfrm>
            <a:off x="277813" y="2714625"/>
            <a:ext cx="8543925" cy="0"/>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62" name="AutoShape 7">
            <a:extLst>
              <a:ext uri="{FF2B5EF4-FFF2-40B4-BE49-F238E27FC236}">
                <a16:creationId xmlns:a16="http://schemas.microsoft.com/office/drawing/2014/main" id="{C3891C4C-62D6-4629-B302-76B10F9F9F39}"/>
              </a:ext>
            </a:extLst>
          </p:cNvPr>
          <p:cNvSpPr>
            <a:spLocks noChangeArrowheads="1"/>
          </p:cNvSpPr>
          <p:nvPr/>
        </p:nvSpPr>
        <p:spPr bwMode="auto">
          <a:xfrm>
            <a:off x="3578225" y="2214563"/>
            <a:ext cx="2185988"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DR→IR, PC+1</a:t>
            </a:r>
          </a:p>
        </p:txBody>
      </p:sp>
      <p:sp>
        <p:nvSpPr>
          <p:cNvPr id="70663" name="AutoShape 9">
            <a:extLst>
              <a:ext uri="{FF2B5EF4-FFF2-40B4-BE49-F238E27FC236}">
                <a16:creationId xmlns:a16="http://schemas.microsoft.com/office/drawing/2014/main" id="{27A56093-CCE5-4C97-B0AF-29C3FA70A193}"/>
              </a:ext>
            </a:extLst>
          </p:cNvPr>
          <p:cNvSpPr>
            <a:spLocks noChangeArrowheads="1"/>
          </p:cNvSpPr>
          <p:nvPr/>
        </p:nvSpPr>
        <p:spPr bwMode="auto">
          <a:xfrm>
            <a:off x="985838" y="3500438"/>
            <a:ext cx="985837"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0→AC</a:t>
            </a:r>
          </a:p>
        </p:txBody>
      </p:sp>
      <p:sp>
        <p:nvSpPr>
          <p:cNvPr id="70664" name="AutoShape 10">
            <a:extLst>
              <a:ext uri="{FF2B5EF4-FFF2-40B4-BE49-F238E27FC236}">
                <a16:creationId xmlns:a16="http://schemas.microsoft.com/office/drawing/2014/main" id="{25E37240-3BA7-4011-846D-1B1B6882B4C6}"/>
              </a:ext>
            </a:extLst>
          </p:cNvPr>
          <p:cNvSpPr>
            <a:spLocks noChangeArrowheads="1"/>
          </p:cNvSpPr>
          <p:nvPr/>
        </p:nvSpPr>
        <p:spPr bwMode="auto">
          <a:xfrm>
            <a:off x="2286000" y="3500438"/>
            <a:ext cx="1914525"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IR→AR→ABUS</a:t>
            </a:r>
          </a:p>
        </p:txBody>
      </p:sp>
      <p:sp>
        <p:nvSpPr>
          <p:cNvPr id="70665" name="AutoShape 11">
            <a:extLst>
              <a:ext uri="{FF2B5EF4-FFF2-40B4-BE49-F238E27FC236}">
                <a16:creationId xmlns:a16="http://schemas.microsoft.com/office/drawing/2014/main" id="{06145CB4-F192-43D9-B473-1FCACC136191}"/>
              </a:ext>
            </a:extLst>
          </p:cNvPr>
          <p:cNvSpPr>
            <a:spLocks noChangeArrowheads="1"/>
          </p:cNvSpPr>
          <p:nvPr/>
        </p:nvSpPr>
        <p:spPr bwMode="auto">
          <a:xfrm>
            <a:off x="4500563" y="3500438"/>
            <a:ext cx="1971675"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IR→AR→ABUS</a:t>
            </a:r>
          </a:p>
        </p:txBody>
      </p:sp>
      <p:sp>
        <p:nvSpPr>
          <p:cNvPr id="70666" name="AutoShape 12">
            <a:extLst>
              <a:ext uri="{FF2B5EF4-FFF2-40B4-BE49-F238E27FC236}">
                <a16:creationId xmlns:a16="http://schemas.microsoft.com/office/drawing/2014/main" id="{B776AACE-915A-4F7D-A5EC-0522265276DD}"/>
              </a:ext>
            </a:extLst>
          </p:cNvPr>
          <p:cNvSpPr>
            <a:spLocks noChangeArrowheads="1"/>
          </p:cNvSpPr>
          <p:nvPr/>
        </p:nvSpPr>
        <p:spPr bwMode="auto">
          <a:xfrm>
            <a:off x="6772275" y="3500438"/>
            <a:ext cx="1057275"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IR→PC</a:t>
            </a:r>
          </a:p>
        </p:txBody>
      </p:sp>
      <p:sp>
        <p:nvSpPr>
          <p:cNvPr id="70667" name="AutoShape 13">
            <a:extLst>
              <a:ext uri="{FF2B5EF4-FFF2-40B4-BE49-F238E27FC236}">
                <a16:creationId xmlns:a16="http://schemas.microsoft.com/office/drawing/2014/main" id="{0872BAEC-9F25-43C1-AEA6-FAAE9B0672CD}"/>
              </a:ext>
            </a:extLst>
          </p:cNvPr>
          <p:cNvSpPr>
            <a:spLocks noChangeArrowheads="1"/>
          </p:cNvSpPr>
          <p:nvPr/>
        </p:nvSpPr>
        <p:spPr bwMode="auto">
          <a:xfrm>
            <a:off x="8101013" y="3500438"/>
            <a:ext cx="757237"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endParaRPr kumimoji="0" lang="en-US" altLang="zh-CN" sz="2000">
              <a:ea typeface="宋体" panose="02010600030101010101" pitchFamily="2" charset="-122"/>
              <a:cs typeface="Times New Roman" panose="02020603050405020304" pitchFamily="18" charset="0"/>
            </a:endParaRPr>
          </a:p>
        </p:txBody>
      </p:sp>
      <p:sp>
        <p:nvSpPr>
          <p:cNvPr id="70668" name="AutoShape 14">
            <a:extLst>
              <a:ext uri="{FF2B5EF4-FFF2-40B4-BE49-F238E27FC236}">
                <a16:creationId xmlns:a16="http://schemas.microsoft.com/office/drawing/2014/main" id="{D69A443F-A033-4001-8E2D-D14CED2AF3CF}"/>
              </a:ext>
            </a:extLst>
          </p:cNvPr>
          <p:cNvSpPr>
            <a:spLocks noChangeArrowheads="1"/>
          </p:cNvSpPr>
          <p:nvPr/>
        </p:nvSpPr>
        <p:spPr bwMode="auto">
          <a:xfrm>
            <a:off x="2471738" y="5229225"/>
            <a:ext cx="1543050" cy="828675"/>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DR→ALU</a:t>
            </a:r>
          </a:p>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AC→ALU</a:t>
            </a:r>
          </a:p>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ALU→AC</a:t>
            </a:r>
          </a:p>
        </p:txBody>
      </p:sp>
      <p:sp>
        <p:nvSpPr>
          <p:cNvPr id="70669" name="AutoShape 15">
            <a:extLst>
              <a:ext uri="{FF2B5EF4-FFF2-40B4-BE49-F238E27FC236}">
                <a16:creationId xmlns:a16="http://schemas.microsoft.com/office/drawing/2014/main" id="{BCF17332-99E0-41CB-BB12-30AD1ADB0485}"/>
              </a:ext>
            </a:extLst>
          </p:cNvPr>
          <p:cNvSpPr>
            <a:spLocks noChangeArrowheads="1"/>
          </p:cNvSpPr>
          <p:nvPr/>
        </p:nvSpPr>
        <p:spPr bwMode="auto">
          <a:xfrm>
            <a:off x="4714875" y="5486400"/>
            <a:ext cx="1543050" cy="360363"/>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DR→DBUS</a:t>
            </a:r>
          </a:p>
        </p:txBody>
      </p:sp>
      <p:sp>
        <p:nvSpPr>
          <p:cNvPr id="70670" name="Line 16">
            <a:extLst>
              <a:ext uri="{FF2B5EF4-FFF2-40B4-BE49-F238E27FC236}">
                <a16:creationId xmlns:a16="http://schemas.microsoft.com/office/drawing/2014/main" id="{9420CD64-F359-4FFE-B038-84BD95693D69}"/>
              </a:ext>
            </a:extLst>
          </p:cNvPr>
          <p:cNvSpPr>
            <a:spLocks noChangeShapeType="1"/>
          </p:cNvSpPr>
          <p:nvPr/>
        </p:nvSpPr>
        <p:spPr bwMode="auto">
          <a:xfrm>
            <a:off x="1514475" y="3100388"/>
            <a:ext cx="6972300"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71" name="Freeform 17">
            <a:extLst>
              <a:ext uri="{FF2B5EF4-FFF2-40B4-BE49-F238E27FC236}">
                <a16:creationId xmlns:a16="http://schemas.microsoft.com/office/drawing/2014/main" id="{A77A5F39-1892-4D7D-8947-05764FC028BC}"/>
              </a:ext>
            </a:extLst>
          </p:cNvPr>
          <p:cNvSpPr>
            <a:spLocks/>
          </p:cNvSpPr>
          <p:nvPr/>
        </p:nvSpPr>
        <p:spPr bwMode="auto">
          <a:xfrm>
            <a:off x="2871788" y="6400800"/>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72" name="Freeform 18">
            <a:extLst>
              <a:ext uri="{FF2B5EF4-FFF2-40B4-BE49-F238E27FC236}">
                <a16:creationId xmlns:a16="http://schemas.microsoft.com/office/drawing/2014/main" id="{72BE0794-5CF3-43AE-9BCD-F258F911EEE0}"/>
              </a:ext>
            </a:extLst>
          </p:cNvPr>
          <p:cNvSpPr>
            <a:spLocks/>
          </p:cNvSpPr>
          <p:nvPr/>
        </p:nvSpPr>
        <p:spPr bwMode="auto">
          <a:xfrm>
            <a:off x="1114425" y="4171950"/>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73" name="Freeform 19">
            <a:extLst>
              <a:ext uri="{FF2B5EF4-FFF2-40B4-BE49-F238E27FC236}">
                <a16:creationId xmlns:a16="http://schemas.microsoft.com/office/drawing/2014/main" id="{8D3BBCDF-EBE1-4C9C-99EF-F4106B37232F}"/>
              </a:ext>
            </a:extLst>
          </p:cNvPr>
          <p:cNvSpPr>
            <a:spLocks/>
          </p:cNvSpPr>
          <p:nvPr/>
        </p:nvSpPr>
        <p:spPr bwMode="auto">
          <a:xfrm>
            <a:off x="5114925" y="6415088"/>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74" name="Freeform 20">
            <a:extLst>
              <a:ext uri="{FF2B5EF4-FFF2-40B4-BE49-F238E27FC236}">
                <a16:creationId xmlns:a16="http://schemas.microsoft.com/office/drawing/2014/main" id="{C5107034-1B6A-4045-B41A-C545D5E1B045}"/>
              </a:ext>
            </a:extLst>
          </p:cNvPr>
          <p:cNvSpPr>
            <a:spLocks/>
          </p:cNvSpPr>
          <p:nvPr/>
        </p:nvSpPr>
        <p:spPr bwMode="auto">
          <a:xfrm>
            <a:off x="6929438" y="4171950"/>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75" name="Freeform 21">
            <a:extLst>
              <a:ext uri="{FF2B5EF4-FFF2-40B4-BE49-F238E27FC236}">
                <a16:creationId xmlns:a16="http://schemas.microsoft.com/office/drawing/2014/main" id="{B723E1A5-A00C-4C2D-9BCD-BE35F4D793A7}"/>
              </a:ext>
            </a:extLst>
          </p:cNvPr>
          <p:cNvSpPr>
            <a:spLocks/>
          </p:cNvSpPr>
          <p:nvPr/>
        </p:nvSpPr>
        <p:spPr bwMode="auto">
          <a:xfrm>
            <a:off x="8115300" y="4186238"/>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76" name="Line 22">
            <a:extLst>
              <a:ext uri="{FF2B5EF4-FFF2-40B4-BE49-F238E27FC236}">
                <a16:creationId xmlns:a16="http://schemas.microsoft.com/office/drawing/2014/main" id="{E959D594-3027-46A9-9881-6FBA8CE215F3}"/>
              </a:ext>
            </a:extLst>
          </p:cNvPr>
          <p:cNvSpPr>
            <a:spLocks noChangeShapeType="1"/>
          </p:cNvSpPr>
          <p:nvPr/>
        </p:nvSpPr>
        <p:spPr bwMode="auto">
          <a:xfrm>
            <a:off x="1500188" y="3086100"/>
            <a:ext cx="0" cy="414338"/>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77" name="Line 23">
            <a:extLst>
              <a:ext uri="{FF2B5EF4-FFF2-40B4-BE49-F238E27FC236}">
                <a16:creationId xmlns:a16="http://schemas.microsoft.com/office/drawing/2014/main" id="{4ADEA482-B16C-4DA5-AACE-B89A68BAB4FB}"/>
              </a:ext>
            </a:extLst>
          </p:cNvPr>
          <p:cNvSpPr>
            <a:spLocks noChangeShapeType="1"/>
          </p:cNvSpPr>
          <p:nvPr/>
        </p:nvSpPr>
        <p:spPr bwMode="auto">
          <a:xfrm>
            <a:off x="3243263" y="3100388"/>
            <a:ext cx="0" cy="414337"/>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78" name="Line 25">
            <a:extLst>
              <a:ext uri="{FF2B5EF4-FFF2-40B4-BE49-F238E27FC236}">
                <a16:creationId xmlns:a16="http://schemas.microsoft.com/office/drawing/2014/main" id="{3C3C1467-06E2-4338-B887-F3D372909788}"/>
              </a:ext>
            </a:extLst>
          </p:cNvPr>
          <p:cNvSpPr>
            <a:spLocks noChangeShapeType="1"/>
          </p:cNvSpPr>
          <p:nvPr/>
        </p:nvSpPr>
        <p:spPr bwMode="auto">
          <a:xfrm>
            <a:off x="7300913" y="3100388"/>
            <a:ext cx="0" cy="414337"/>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79" name="Line 26">
            <a:extLst>
              <a:ext uri="{FF2B5EF4-FFF2-40B4-BE49-F238E27FC236}">
                <a16:creationId xmlns:a16="http://schemas.microsoft.com/office/drawing/2014/main" id="{6D7D8AAC-7F00-4D7A-B7D0-A68144A2AC16}"/>
              </a:ext>
            </a:extLst>
          </p:cNvPr>
          <p:cNvSpPr>
            <a:spLocks noChangeShapeType="1"/>
          </p:cNvSpPr>
          <p:nvPr/>
        </p:nvSpPr>
        <p:spPr bwMode="auto">
          <a:xfrm>
            <a:off x="8486775" y="3100388"/>
            <a:ext cx="0" cy="414337"/>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80" name="Line 28">
            <a:extLst>
              <a:ext uri="{FF2B5EF4-FFF2-40B4-BE49-F238E27FC236}">
                <a16:creationId xmlns:a16="http://schemas.microsoft.com/office/drawing/2014/main" id="{FB39D456-A59D-4672-AC63-18BE1D43E9B3}"/>
              </a:ext>
            </a:extLst>
          </p:cNvPr>
          <p:cNvSpPr>
            <a:spLocks noChangeShapeType="1"/>
          </p:cNvSpPr>
          <p:nvPr/>
        </p:nvSpPr>
        <p:spPr bwMode="auto">
          <a:xfrm>
            <a:off x="4672013" y="585788"/>
            <a:ext cx="0" cy="314325"/>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81" name="Line 29">
            <a:extLst>
              <a:ext uri="{FF2B5EF4-FFF2-40B4-BE49-F238E27FC236}">
                <a16:creationId xmlns:a16="http://schemas.microsoft.com/office/drawing/2014/main" id="{32EFF5D2-FC42-459E-8627-9001B667F18B}"/>
              </a:ext>
            </a:extLst>
          </p:cNvPr>
          <p:cNvSpPr>
            <a:spLocks noChangeShapeType="1"/>
          </p:cNvSpPr>
          <p:nvPr/>
        </p:nvSpPr>
        <p:spPr bwMode="auto">
          <a:xfrm>
            <a:off x="1500188" y="3857625"/>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82" name="Line 30">
            <a:extLst>
              <a:ext uri="{FF2B5EF4-FFF2-40B4-BE49-F238E27FC236}">
                <a16:creationId xmlns:a16="http://schemas.microsoft.com/office/drawing/2014/main" id="{C8B4F252-EA42-4FFC-8C77-A63552A394CF}"/>
              </a:ext>
            </a:extLst>
          </p:cNvPr>
          <p:cNvSpPr>
            <a:spLocks noChangeShapeType="1"/>
          </p:cNvSpPr>
          <p:nvPr/>
        </p:nvSpPr>
        <p:spPr bwMode="auto">
          <a:xfrm>
            <a:off x="3243263" y="6072188"/>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83" name="Line 31">
            <a:extLst>
              <a:ext uri="{FF2B5EF4-FFF2-40B4-BE49-F238E27FC236}">
                <a16:creationId xmlns:a16="http://schemas.microsoft.com/office/drawing/2014/main" id="{AD5A5A3A-6960-49B1-BE0C-EB98FF21FF79}"/>
              </a:ext>
            </a:extLst>
          </p:cNvPr>
          <p:cNvSpPr>
            <a:spLocks noChangeShapeType="1"/>
          </p:cNvSpPr>
          <p:nvPr/>
        </p:nvSpPr>
        <p:spPr bwMode="auto">
          <a:xfrm>
            <a:off x="5486400" y="5857875"/>
            <a:ext cx="0" cy="6572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84" name="Line 32">
            <a:extLst>
              <a:ext uri="{FF2B5EF4-FFF2-40B4-BE49-F238E27FC236}">
                <a16:creationId xmlns:a16="http://schemas.microsoft.com/office/drawing/2014/main" id="{54638CB3-163F-4D7B-B98C-1EF06E5BAD11}"/>
              </a:ext>
            </a:extLst>
          </p:cNvPr>
          <p:cNvSpPr>
            <a:spLocks noChangeShapeType="1"/>
          </p:cNvSpPr>
          <p:nvPr/>
        </p:nvSpPr>
        <p:spPr bwMode="auto">
          <a:xfrm>
            <a:off x="7300913" y="3857625"/>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85" name="Line 33">
            <a:extLst>
              <a:ext uri="{FF2B5EF4-FFF2-40B4-BE49-F238E27FC236}">
                <a16:creationId xmlns:a16="http://schemas.microsoft.com/office/drawing/2014/main" id="{53B08260-11FB-43BD-8D73-8AF4391E1B62}"/>
              </a:ext>
            </a:extLst>
          </p:cNvPr>
          <p:cNvSpPr>
            <a:spLocks noChangeShapeType="1"/>
          </p:cNvSpPr>
          <p:nvPr/>
        </p:nvSpPr>
        <p:spPr bwMode="auto">
          <a:xfrm>
            <a:off x="8486775" y="3857625"/>
            <a:ext cx="0" cy="428625"/>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86" name="Line 34">
            <a:extLst>
              <a:ext uri="{FF2B5EF4-FFF2-40B4-BE49-F238E27FC236}">
                <a16:creationId xmlns:a16="http://schemas.microsoft.com/office/drawing/2014/main" id="{BD8FD4B7-74F3-453A-9CF0-0B0BB6EEA317}"/>
              </a:ext>
            </a:extLst>
          </p:cNvPr>
          <p:cNvSpPr>
            <a:spLocks noChangeShapeType="1"/>
          </p:cNvSpPr>
          <p:nvPr/>
        </p:nvSpPr>
        <p:spPr bwMode="auto">
          <a:xfrm>
            <a:off x="3243263" y="4729163"/>
            <a:ext cx="0" cy="50006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87" name="Line 35">
            <a:extLst>
              <a:ext uri="{FF2B5EF4-FFF2-40B4-BE49-F238E27FC236}">
                <a16:creationId xmlns:a16="http://schemas.microsoft.com/office/drawing/2014/main" id="{24EAEB72-BC0E-4CF0-858C-2FF07C750841}"/>
              </a:ext>
            </a:extLst>
          </p:cNvPr>
          <p:cNvSpPr>
            <a:spLocks noChangeShapeType="1"/>
          </p:cNvSpPr>
          <p:nvPr/>
        </p:nvSpPr>
        <p:spPr bwMode="auto">
          <a:xfrm>
            <a:off x="5486400" y="4743450"/>
            <a:ext cx="0" cy="74295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688" name="Text Box 36">
            <a:extLst>
              <a:ext uri="{FF2B5EF4-FFF2-40B4-BE49-F238E27FC236}">
                <a16:creationId xmlns:a16="http://schemas.microsoft.com/office/drawing/2014/main" id="{0EE8ACA4-0D72-466D-A9E3-8DCCB1F66FF5}"/>
              </a:ext>
            </a:extLst>
          </p:cNvPr>
          <p:cNvSpPr txBox="1">
            <a:spLocks noChangeArrowheads="1"/>
          </p:cNvSpPr>
          <p:nvPr/>
        </p:nvSpPr>
        <p:spPr bwMode="auto">
          <a:xfrm>
            <a:off x="4275138" y="15398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rPr>
              <a:t>开始</a:t>
            </a:r>
          </a:p>
        </p:txBody>
      </p:sp>
      <p:sp>
        <p:nvSpPr>
          <p:cNvPr id="70689" name="Text Box 37">
            <a:extLst>
              <a:ext uri="{FF2B5EF4-FFF2-40B4-BE49-F238E27FC236}">
                <a16:creationId xmlns:a16="http://schemas.microsoft.com/office/drawing/2014/main" id="{BB7DA7B2-9435-476C-8576-42FEF0C9789B}"/>
              </a:ext>
            </a:extLst>
          </p:cNvPr>
          <p:cNvSpPr txBox="1">
            <a:spLocks noChangeArrowheads="1"/>
          </p:cNvSpPr>
          <p:nvPr/>
        </p:nvSpPr>
        <p:spPr bwMode="auto">
          <a:xfrm>
            <a:off x="5751513" y="1524000"/>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RD</a:t>
            </a:r>
          </a:p>
        </p:txBody>
      </p:sp>
      <p:sp>
        <p:nvSpPr>
          <p:cNvPr id="70690" name="Text Box 38">
            <a:extLst>
              <a:ext uri="{FF2B5EF4-FFF2-40B4-BE49-F238E27FC236}">
                <a16:creationId xmlns:a16="http://schemas.microsoft.com/office/drawing/2014/main" id="{6551D10A-2765-4896-B115-A3F5C389C0D9}"/>
              </a:ext>
            </a:extLst>
          </p:cNvPr>
          <p:cNvSpPr txBox="1">
            <a:spLocks noChangeArrowheads="1"/>
          </p:cNvSpPr>
          <p:nvPr/>
        </p:nvSpPr>
        <p:spPr bwMode="auto">
          <a:xfrm>
            <a:off x="1075302" y="2681288"/>
            <a:ext cx="8354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CLA</a:t>
            </a:r>
          </a:p>
        </p:txBody>
      </p:sp>
      <p:sp>
        <p:nvSpPr>
          <p:cNvPr id="70691" name="Text Box 39">
            <a:extLst>
              <a:ext uri="{FF2B5EF4-FFF2-40B4-BE49-F238E27FC236}">
                <a16:creationId xmlns:a16="http://schemas.microsoft.com/office/drawing/2014/main" id="{F0B505AF-5406-4665-8483-039C8372D01E}"/>
              </a:ext>
            </a:extLst>
          </p:cNvPr>
          <p:cNvSpPr txBox="1">
            <a:spLocks noChangeArrowheads="1"/>
          </p:cNvSpPr>
          <p:nvPr/>
        </p:nvSpPr>
        <p:spPr bwMode="auto">
          <a:xfrm>
            <a:off x="2808288" y="2695575"/>
            <a:ext cx="852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ADD</a:t>
            </a:r>
          </a:p>
        </p:txBody>
      </p:sp>
      <p:sp>
        <p:nvSpPr>
          <p:cNvPr id="70692" name="Text Box 40">
            <a:extLst>
              <a:ext uri="{FF2B5EF4-FFF2-40B4-BE49-F238E27FC236}">
                <a16:creationId xmlns:a16="http://schemas.microsoft.com/office/drawing/2014/main" id="{A4C97D49-62D5-42C4-A9DB-B9E0AB0B3B1D}"/>
              </a:ext>
            </a:extLst>
          </p:cNvPr>
          <p:cNvSpPr txBox="1">
            <a:spLocks noChangeArrowheads="1"/>
          </p:cNvSpPr>
          <p:nvPr/>
        </p:nvSpPr>
        <p:spPr bwMode="auto">
          <a:xfrm>
            <a:off x="5094288" y="2695575"/>
            <a:ext cx="773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dirty="0">
                <a:ea typeface="宋体" panose="02010600030101010101" pitchFamily="2" charset="-122"/>
                <a:cs typeface="Times New Roman" panose="02020603050405020304" pitchFamily="18" charset="0"/>
              </a:rPr>
              <a:t>STA</a:t>
            </a:r>
          </a:p>
        </p:txBody>
      </p:sp>
      <p:sp>
        <p:nvSpPr>
          <p:cNvPr id="70693" name="Text Box 41">
            <a:extLst>
              <a:ext uri="{FF2B5EF4-FFF2-40B4-BE49-F238E27FC236}">
                <a16:creationId xmlns:a16="http://schemas.microsoft.com/office/drawing/2014/main" id="{1E3DF301-4943-46A6-B975-197E9A4C2F08}"/>
              </a:ext>
            </a:extLst>
          </p:cNvPr>
          <p:cNvSpPr txBox="1">
            <a:spLocks noChangeArrowheads="1"/>
          </p:cNvSpPr>
          <p:nvPr/>
        </p:nvSpPr>
        <p:spPr bwMode="auto">
          <a:xfrm>
            <a:off x="6904695" y="2681288"/>
            <a:ext cx="8162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JMP</a:t>
            </a:r>
          </a:p>
        </p:txBody>
      </p:sp>
      <p:sp>
        <p:nvSpPr>
          <p:cNvPr id="70694" name="Text Box 42">
            <a:extLst>
              <a:ext uri="{FF2B5EF4-FFF2-40B4-BE49-F238E27FC236}">
                <a16:creationId xmlns:a16="http://schemas.microsoft.com/office/drawing/2014/main" id="{D8A7FA6F-4419-4FDC-A089-2B0E876EC9AF}"/>
              </a:ext>
            </a:extLst>
          </p:cNvPr>
          <p:cNvSpPr txBox="1">
            <a:spLocks noChangeArrowheads="1"/>
          </p:cNvSpPr>
          <p:nvPr/>
        </p:nvSpPr>
        <p:spPr bwMode="auto">
          <a:xfrm>
            <a:off x="8051800" y="2681288"/>
            <a:ext cx="854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NOP</a:t>
            </a:r>
          </a:p>
        </p:txBody>
      </p:sp>
      <p:sp>
        <p:nvSpPr>
          <p:cNvPr id="70695" name="Text Box 43">
            <a:extLst>
              <a:ext uri="{FF2B5EF4-FFF2-40B4-BE49-F238E27FC236}">
                <a16:creationId xmlns:a16="http://schemas.microsoft.com/office/drawing/2014/main" id="{5AB70B12-1D67-42FD-8EF1-B15D341BC994}"/>
              </a:ext>
            </a:extLst>
          </p:cNvPr>
          <p:cNvSpPr txBox="1">
            <a:spLocks noChangeArrowheads="1"/>
          </p:cNvSpPr>
          <p:nvPr/>
        </p:nvSpPr>
        <p:spPr bwMode="auto">
          <a:xfrm>
            <a:off x="3965575" y="4338638"/>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RD</a:t>
            </a:r>
          </a:p>
        </p:txBody>
      </p:sp>
      <p:sp>
        <p:nvSpPr>
          <p:cNvPr id="70696" name="Text Box 44">
            <a:extLst>
              <a:ext uri="{FF2B5EF4-FFF2-40B4-BE49-F238E27FC236}">
                <a16:creationId xmlns:a16="http://schemas.microsoft.com/office/drawing/2014/main" id="{33AE8350-5A86-471D-9EEE-A537250021BD}"/>
              </a:ext>
            </a:extLst>
          </p:cNvPr>
          <p:cNvSpPr txBox="1">
            <a:spLocks noChangeArrowheads="1"/>
          </p:cNvSpPr>
          <p:nvPr/>
        </p:nvSpPr>
        <p:spPr bwMode="auto">
          <a:xfrm>
            <a:off x="4101743" y="5453063"/>
            <a:ext cx="6976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WE</a:t>
            </a:r>
          </a:p>
        </p:txBody>
      </p:sp>
      <p:sp>
        <p:nvSpPr>
          <p:cNvPr id="349229" name="Line 45">
            <a:extLst>
              <a:ext uri="{FF2B5EF4-FFF2-40B4-BE49-F238E27FC236}">
                <a16:creationId xmlns:a16="http://schemas.microsoft.com/office/drawing/2014/main" id="{52E6C8CF-BEAD-4950-A7DB-3098978C1080}"/>
              </a:ext>
            </a:extLst>
          </p:cNvPr>
          <p:cNvSpPr>
            <a:spLocks noChangeShapeType="1"/>
          </p:cNvSpPr>
          <p:nvPr/>
        </p:nvSpPr>
        <p:spPr bwMode="auto">
          <a:xfrm>
            <a:off x="279400" y="6315075"/>
            <a:ext cx="8543925" cy="0"/>
          </a:xfrm>
          <a:prstGeom prst="line">
            <a:avLst/>
          </a:prstGeom>
          <a:noFill/>
          <a:ln w="25400">
            <a:solidFill>
              <a:schemeClr val="tx1"/>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230" name="Line 46">
            <a:extLst>
              <a:ext uri="{FF2B5EF4-FFF2-40B4-BE49-F238E27FC236}">
                <a16:creationId xmlns:a16="http://schemas.microsoft.com/office/drawing/2014/main" id="{0002D655-C535-4507-B543-F96AC689F6A3}"/>
              </a:ext>
            </a:extLst>
          </p:cNvPr>
          <p:cNvSpPr>
            <a:spLocks noChangeShapeType="1"/>
          </p:cNvSpPr>
          <p:nvPr/>
        </p:nvSpPr>
        <p:spPr bwMode="auto">
          <a:xfrm>
            <a:off x="400050" y="714375"/>
            <a:ext cx="0" cy="200025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231" name="Line 47">
            <a:extLst>
              <a:ext uri="{FF2B5EF4-FFF2-40B4-BE49-F238E27FC236}">
                <a16:creationId xmlns:a16="http://schemas.microsoft.com/office/drawing/2014/main" id="{2D45A4C2-CB00-4992-9FA4-200231E0D510}"/>
              </a:ext>
            </a:extLst>
          </p:cNvPr>
          <p:cNvSpPr>
            <a:spLocks noChangeShapeType="1"/>
          </p:cNvSpPr>
          <p:nvPr/>
        </p:nvSpPr>
        <p:spPr bwMode="auto">
          <a:xfrm>
            <a:off x="400050" y="2700338"/>
            <a:ext cx="0" cy="14144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type="stealth" w="lg" len="lg"/>
                <a:tailEnd type="stealth" w="lg" len="lg"/>
              </a14:hiddenLine>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232" name="Line 48">
            <a:extLst>
              <a:ext uri="{FF2B5EF4-FFF2-40B4-BE49-F238E27FC236}">
                <a16:creationId xmlns:a16="http://schemas.microsoft.com/office/drawing/2014/main" id="{756DABCA-C426-4FBF-9EE2-205FAE5A9B34}"/>
              </a:ext>
            </a:extLst>
          </p:cNvPr>
          <p:cNvSpPr>
            <a:spLocks noChangeShapeType="1"/>
          </p:cNvSpPr>
          <p:nvPr/>
        </p:nvSpPr>
        <p:spPr bwMode="auto">
          <a:xfrm>
            <a:off x="400050" y="4114800"/>
            <a:ext cx="0" cy="2200275"/>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233" name="Text Box 49">
            <a:extLst>
              <a:ext uri="{FF2B5EF4-FFF2-40B4-BE49-F238E27FC236}">
                <a16:creationId xmlns:a16="http://schemas.microsoft.com/office/drawing/2014/main" id="{002F90F8-1D11-4DB1-86C4-9A80FC89C2BD}"/>
              </a:ext>
            </a:extLst>
          </p:cNvPr>
          <p:cNvSpPr txBox="1">
            <a:spLocks noChangeArrowheads="1"/>
          </p:cNvSpPr>
          <p:nvPr/>
        </p:nvSpPr>
        <p:spPr bwMode="auto">
          <a:xfrm>
            <a:off x="71438" y="1524000"/>
            <a:ext cx="649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M1</a:t>
            </a:r>
          </a:p>
        </p:txBody>
      </p:sp>
      <p:sp>
        <p:nvSpPr>
          <p:cNvPr id="349234" name="Text Box 50">
            <a:extLst>
              <a:ext uri="{FF2B5EF4-FFF2-40B4-BE49-F238E27FC236}">
                <a16:creationId xmlns:a16="http://schemas.microsoft.com/office/drawing/2014/main" id="{AFA341A7-4E57-4328-BF95-51F9C8097204}"/>
              </a:ext>
            </a:extLst>
          </p:cNvPr>
          <p:cNvSpPr txBox="1">
            <a:spLocks noChangeArrowheads="1"/>
          </p:cNvSpPr>
          <p:nvPr/>
        </p:nvSpPr>
        <p:spPr bwMode="auto">
          <a:xfrm>
            <a:off x="71438" y="3209925"/>
            <a:ext cx="649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M2</a:t>
            </a:r>
          </a:p>
        </p:txBody>
      </p:sp>
      <p:sp>
        <p:nvSpPr>
          <p:cNvPr id="349235" name="Text Box 51">
            <a:extLst>
              <a:ext uri="{FF2B5EF4-FFF2-40B4-BE49-F238E27FC236}">
                <a16:creationId xmlns:a16="http://schemas.microsoft.com/office/drawing/2014/main" id="{F247111D-7964-4E72-BCE3-6C57A3A882D2}"/>
              </a:ext>
            </a:extLst>
          </p:cNvPr>
          <p:cNvSpPr txBox="1">
            <a:spLocks noChangeArrowheads="1"/>
          </p:cNvSpPr>
          <p:nvPr/>
        </p:nvSpPr>
        <p:spPr bwMode="auto">
          <a:xfrm>
            <a:off x="71438" y="4938713"/>
            <a:ext cx="649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M3</a:t>
            </a:r>
          </a:p>
        </p:txBody>
      </p:sp>
      <p:sp>
        <p:nvSpPr>
          <p:cNvPr id="70704" name="AutoShape 55">
            <a:extLst>
              <a:ext uri="{FF2B5EF4-FFF2-40B4-BE49-F238E27FC236}">
                <a16:creationId xmlns:a16="http://schemas.microsoft.com/office/drawing/2014/main" id="{3CA62D0E-914D-443B-8B6A-8E85F002DA44}"/>
              </a:ext>
            </a:extLst>
          </p:cNvPr>
          <p:cNvSpPr>
            <a:spLocks noChangeArrowheads="1"/>
          </p:cNvSpPr>
          <p:nvPr/>
        </p:nvSpPr>
        <p:spPr bwMode="auto">
          <a:xfrm>
            <a:off x="3579813" y="914400"/>
            <a:ext cx="2185987" cy="360363"/>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PC→AR→ABUS</a:t>
            </a:r>
          </a:p>
        </p:txBody>
      </p:sp>
      <p:sp>
        <p:nvSpPr>
          <p:cNvPr id="70705" name="AutoShape 56">
            <a:extLst>
              <a:ext uri="{FF2B5EF4-FFF2-40B4-BE49-F238E27FC236}">
                <a16:creationId xmlns:a16="http://schemas.microsoft.com/office/drawing/2014/main" id="{41BBA795-D497-4632-B961-9759F338BE4B}"/>
              </a:ext>
            </a:extLst>
          </p:cNvPr>
          <p:cNvSpPr>
            <a:spLocks noChangeArrowheads="1"/>
          </p:cNvSpPr>
          <p:nvPr/>
        </p:nvSpPr>
        <p:spPr bwMode="auto">
          <a:xfrm>
            <a:off x="3578225" y="1563688"/>
            <a:ext cx="2185988" cy="360362"/>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DBUS→DR</a:t>
            </a:r>
          </a:p>
        </p:txBody>
      </p:sp>
      <p:sp>
        <p:nvSpPr>
          <p:cNvPr id="70706" name="Line 57">
            <a:extLst>
              <a:ext uri="{FF2B5EF4-FFF2-40B4-BE49-F238E27FC236}">
                <a16:creationId xmlns:a16="http://schemas.microsoft.com/office/drawing/2014/main" id="{D1489691-716F-4361-BD69-FB6D16D8FC42}"/>
              </a:ext>
            </a:extLst>
          </p:cNvPr>
          <p:cNvSpPr>
            <a:spLocks noChangeShapeType="1"/>
          </p:cNvSpPr>
          <p:nvPr/>
        </p:nvSpPr>
        <p:spPr bwMode="auto">
          <a:xfrm>
            <a:off x="5486400" y="3114675"/>
            <a:ext cx="0" cy="414338"/>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707" name="AutoShape 58">
            <a:extLst>
              <a:ext uri="{FF2B5EF4-FFF2-40B4-BE49-F238E27FC236}">
                <a16:creationId xmlns:a16="http://schemas.microsoft.com/office/drawing/2014/main" id="{DEB1F0F7-3A96-4C78-8F5D-02B7E508809E}"/>
              </a:ext>
            </a:extLst>
          </p:cNvPr>
          <p:cNvSpPr>
            <a:spLocks noChangeArrowheads="1"/>
          </p:cNvSpPr>
          <p:nvPr/>
        </p:nvSpPr>
        <p:spPr bwMode="auto">
          <a:xfrm>
            <a:off x="2471738" y="4371975"/>
            <a:ext cx="1543050" cy="360363"/>
          </a:xfrm>
          <a:prstGeom prst="flowChartProcess">
            <a:avLst/>
          </a:prstGeom>
          <a:solidFill>
            <a:srgbClr val="006600"/>
          </a:solidFill>
          <a:ln w="19050">
            <a:solidFill>
              <a:schemeClr val="folHlink"/>
            </a:solidFill>
            <a:miter lim="800000"/>
            <a:headEnd/>
            <a:tailEnd type="none" w="lg" len="lg"/>
          </a:ln>
        </p:spPr>
        <p:txBody>
          <a:bodyPr wrap="none" tIns="8280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7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DBUS→DR</a:t>
            </a:r>
          </a:p>
        </p:txBody>
      </p:sp>
      <p:sp>
        <p:nvSpPr>
          <p:cNvPr id="70708" name="AutoShape 60">
            <a:extLst>
              <a:ext uri="{FF2B5EF4-FFF2-40B4-BE49-F238E27FC236}">
                <a16:creationId xmlns:a16="http://schemas.microsoft.com/office/drawing/2014/main" id="{B68E1C19-A9FE-484D-A788-BB781D26D13E}"/>
              </a:ext>
            </a:extLst>
          </p:cNvPr>
          <p:cNvSpPr>
            <a:spLocks noChangeArrowheads="1"/>
          </p:cNvSpPr>
          <p:nvPr/>
        </p:nvSpPr>
        <p:spPr bwMode="auto">
          <a:xfrm>
            <a:off x="4714875" y="4371975"/>
            <a:ext cx="1543050" cy="360363"/>
          </a:xfrm>
          <a:prstGeom prst="flowChartProcess">
            <a:avLst/>
          </a:prstGeom>
          <a:solidFill>
            <a:srgbClr val="006600"/>
          </a:solidFill>
          <a:ln w="19050">
            <a:solidFill>
              <a:schemeClr val="folHlink"/>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AC→DR</a:t>
            </a:r>
          </a:p>
        </p:txBody>
      </p:sp>
      <p:sp>
        <p:nvSpPr>
          <p:cNvPr id="70709" name="Line 63">
            <a:extLst>
              <a:ext uri="{FF2B5EF4-FFF2-40B4-BE49-F238E27FC236}">
                <a16:creationId xmlns:a16="http://schemas.microsoft.com/office/drawing/2014/main" id="{6D8B7EBC-A34C-4EEA-AA91-C6D8CDCF74FD}"/>
              </a:ext>
            </a:extLst>
          </p:cNvPr>
          <p:cNvSpPr>
            <a:spLocks noChangeShapeType="1"/>
          </p:cNvSpPr>
          <p:nvPr/>
        </p:nvSpPr>
        <p:spPr bwMode="auto">
          <a:xfrm>
            <a:off x="3243263" y="3871913"/>
            <a:ext cx="0" cy="50006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710" name="Line 64">
            <a:extLst>
              <a:ext uri="{FF2B5EF4-FFF2-40B4-BE49-F238E27FC236}">
                <a16:creationId xmlns:a16="http://schemas.microsoft.com/office/drawing/2014/main" id="{8CBA6224-C4E0-45B3-A766-C8CC9C1C1952}"/>
              </a:ext>
            </a:extLst>
          </p:cNvPr>
          <p:cNvSpPr>
            <a:spLocks noChangeShapeType="1"/>
          </p:cNvSpPr>
          <p:nvPr/>
        </p:nvSpPr>
        <p:spPr bwMode="auto">
          <a:xfrm>
            <a:off x="5486400" y="3871913"/>
            <a:ext cx="0" cy="500062"/>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711" name="Text Box 66">
            <a:extLst>
              <a:ext uri="{FF2B5EF4-FFF2-40B4-BE49-F238E27FC236}">
                <a16:creationId xmlns:a16="http://schemas.microsoft.com/office/drawing/2014/main" id="{98D87E9D-8701-442A-A401-FEA7402C2495}"/>
              </a:ext>
            </a:extLst>
          </p:cNvPr>
          <p:cNvSpPr txBox="1">
            <a:spLocks noChangeArrowheads="1"/>
          </p:cNvSpPr>
          <p:nvPr/>
        </p:nvSpPr>
        <p:spPr bwMode="auto">
          <a:xfrm>
            <a:off x="5926416" y="223569"/>
            <a:ext cx="2617786" cy="1200329"/>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kumimoji="0" lang="en-US" altLang="zh-CN" sz="2400" dirty="0">
                <a:solidFill>
                  <a:srgbClr val="000099"/>
                </a:solidFill>
                <a:latin typeface="楷体" panose="02010609060101010101" pitchFamily="49" charset="-122"/>
                <a:ea typeface="楷体" panose="02010609060101010101" pitchFamily="49" charset="-122"/>
              </a:rPr>
              <a:t>2.</a:t>
            </a:r>
            <a:r>
              <a:rPr kumimoji="0" lang="zh-CN" altLang="en-US" sz="2400" dirty="0">
                <a:solidFill>
                  <a:srgbClr val="000099"/>
                </a:solidFill>
                <a:latin typeface="楷体" panose="02010609060101010101" pitchFamily="49" charset="-122"/>
                <a:ea typeface="楷体" panose="02010609060101010101" pitchFamily="49" charset="-122"/>
              </a:rPr>
              <a:t>对执行流程进行时序划分</a:t>
            </a:r>
            <a:r>
              <a:rPr kumimoji="0" lang="en-US" altLang="zh-CN" sz="2400" dirty="0">
                <a:solidFill>
                  <a:srgbClr val="000099"/>
                </a:solidFill>
                <a:latin typeface="楷体" panose="02010609060101010101" pitchFamily="49" charset="-122"/>
                <a:ea typeface="楷体" panose="02010609060101010101" pitchFamily="49" charset="-122"/>
              </a:rPr>
              <a:t>(</a:t>
            </a:r>
            <a:r>
              <a:rPr kumimoji="0" lang="zh-CN" altLang="en-US" sz="2400" dirty="0">
                <a:solidFill>
                  <a:srgbClr val="000099"/>
                </a:solidFill>
                <a:latin typeface="楷体" panose="02010609060101010101" pitchFamily="49" charset="-122"/>
                <a:ea typeface="楷体" panose="02010609060101010101" pitchFamily="49" charset="-122"/>
              </a:rPr>
              <a:t>分配周期和脉冲</a:t>
            </a:r>
            <a:r>
              <a:rPr kumimoji="0" lang="en-US" altLang="zh-CN" sz="2400" dirty="0">
                <a:solidFill>
                  <a:srgbClr val="000099"/>
                </a:solidFill>
                <a:latin typeface="楷体" panose="02010609060101010101" pitchFamily="49" charset="-122"/>
                <a:ea typeface="楷体" panose="02010609060101010101" pitchFamily="49" charset="-122"/>
              </a:rPr>
              <a:t>)</a:t>
            </a:r>
          </a:p>
        </p:txBody>
      </p:sp>
      <p:sp>
        <p:nvSpPr>
          <p:cNvPr id="349251" name="Line 67">
            <a:extLst>
              <a:ext uri="{FF2B5EF4-FFF2-40B4-BE49-F238E27FC236}">
                <a16:creationId xmlns:a16="http://schemas.microsoft.com/office/drawing/2014/main" id="{6BFFD22D-21C5-4972-97CC-037DC68021FF}"/>
              </a:ext>
            </a:extLst>
          </p:cNvPr>
          <p:cNvSpPr>
            <a:spLocks noChangeShapeType="1"/>
          </p:cNvSpPr>
          <p:nvPr/>
        </p:nvSpPr>
        <p:spPr bwMode="auto">
          <a:xfrm>
            <a:off x="2771775" y="1428750"/>
            <a:ext cx="3629025" cy="0"/>
          </a:xfrm>
          <a:prstGeom prst="line">
            <a:avLst/>
          </a:prstGeom>
          <a:noFill/>
          <a:ln w="25400">
            <a:solidFill>
              <a:srgbClr val="FF9900"/>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252" name="Line 68">
            <a:extLst>
              <a:ext uri="{FF2B5EF4-FFF2-40B4-BE49-F238E27FC236}">
                <a16:creationId xmlns:a16="http://schemas.microsoft.com/office/drawing/2014/main" id="{60980BCF-7DB9-45BF-ACAF-44089762705B}"/>
              </a:ext>
            </a:extLst>
          </p:cNvPr>
          <p:cNvSpPr>
            <a:spLocks noChangeShapeType="1"/>
          </p:cNvSpPr>
          <p:nvPr/>
        </p:nvSpPr>
        <p:spPr bwMode="auto">
          <a:xfrm>
            <a:off x="2743200" y="2085975"/>
            <a:ext cx="3629025" cy="0"/>
          </a:xfrm>
          <a:prstGeom prst="line">
            <a:avLst/>
          </a:prstGeom>
          <a:noFill/>
          <a:ln w="25400">
            <a:solidFill>
              <a:srgbClr val="FF9900"/>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253" name="Line 69">
            <a:extLst>
              <a:ext uri="{FF2B5EF4-FFF2-40B4-BE49-F238E27FC236}">
                <a16:creationId xmlns:a16="http://schemas.microsoft.com/office/drawing/2014/main" id="{F6927446-42EF-4DA4-BC46-5044990B5DC8}"/>
              </a:ext>
            </a:extLst>
          </p:cNvPr>
          <p:cNvSpPr>
            <a:spLocks noChangeShapeType="1"/>
          </p:cNvSpPr>
          <p:nvPr/>
        </p:nvSpPr>
        <p:spPr bwMode="auto">
          <a:xfrm>
            <a:off x="2271713" y="5000625"/>
            <a:ext cx="2014537" cy="0"/>
          </a:xfrm>
          <a:prstGeom prst="line">
            <a:avLst/>
          </a:prstGeom>
          <a:noFill/>
          <a:ln w="25400">
            <a:solidFill>
              <a:srgbClr val="FF9900"/>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254" name="Line 70">
            <a:extLst>
              <a:ext uri="{FF2B5EF4-FFF2-40B4-BE49-F238E27FC236}">
                <a16:creationId xmlns:a16="http://schemas.microsoft.com/office/drawing/2014/main" id="{CADD2F20-5334-4DD8-A3A8-C7EC52EF0882}"/>
              </a:ext>
            </a:extLst>
          </p:cNvPr>
          <p:cNvSpPr>
            <a:spLocks noChangeShapeType="1"/>
          </p:cNvSpPr>
          <p:nvPr/>
        </p:nvSpPr>
        <p:spPr bwMode="auto">
          <a:xfrm>
            <a:off x="4471988" y="5000625"/>
            <a:ext cx="2014537" cy="0"/>
          </a:xfrm>
          <a:prstGeom prst="line">
            <a:avLst/>
          </a:prstGeom>
          <a:noFill/>
          <a:ln w="25400">
            <a:solidFill>
              <a:srgbClr val="FF9900"/>
            </a:solidFill>
            <a:prstDash val="dash"/>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49255" name="Text Box 71">
            <a:extLst>
              <a:ext uri="{FF2B5EF4-FFF2-40B4-BE49-F238E27FC236}">
                <a16:creationId xmlns:a16="http://schemas.microsoft.com/office/drawing/2014/main" id="{DB009ED9-F264-4BC1-9550-66A8589F1DE5}"/>
              </a:ext>
            </a:extLst>
          </p:cNvPr>
          <p:cNvSpPr txBox="1">
            <a:spLocks noChangeArrowheads="1"/>
          </p:cNvSpPr>
          <p:nvPr/>
        </p:nvSpPr>
        <p:spPr bwMode="auto">
          <a:xfrm>
            <a:off x="2933293" y="2225160"/>
            <a:ext cx="543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T4</a:t>
            </a:r>
          </a:p>
        </p:txBody>
      </p:sp>
      <p:sp>
        <p:nvSpPr>
          <p:cNvPr id="349256" name="Text Box 72">
            <a:extLst>
              <a:ext uri="{FF2B5EF4-FFF2-40B4-BE49-F238E27FC236}">
                <a16:creationId xmlns:a16="http://schemas.microsoft.com/office/drawing/2014/main" id="{AB6196E5-E9B1-439D-A0D8-F2ABFCAB3E8E}"/>
              </a:ext>
            </a:extLst>
          </p:cNvPr>
          <p:cNvSpPr txBox="1">
            <a:spLocks noChangeArrowheads="1"/>
          </p:cNvSpPr>
          <p:nvPr/>
        </p:nvSpPr>
        <p:spPr bwMode="auto">
          <a:xfrm>
            <a:off x="2933293" y="924997"/>
            <a:ext cx="543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T1</a:t>
            </a:r>
          </a:p>
        </p:txBody>
      </p:sp>
      <p:sp>
        <p:nvSpPr>
          <p:cNvPr id="349257" name="Text Box 73">
            <a:extLst>
              <a:ext uri="{FF2B5EF4-FFF2-40B4-BE49-F238E27FC236}">
                <a16:creationId xmlns:a16="http://schemas.microsoft.com/office/drawing/2014/main" id="{C3E482EE-691C-4945-A837-93BC24615560}"/>
              </a:ext>
            </a:extLst>
          </p:cNvPr>
          <p:cNvSpPr txBox="1">
            <a:spLocks noChangeArrowheads="1"/>
          </p:cNvSpPr>
          <p:nvPr/>
        </p:nvSpPr>
        <p:spPr bwMode="auto">
          <a:xfrm>
            <a:off x="2481922" y="1567935"/>
            <a:ext cx="9797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T2,T3</a:t>
            </a:r>
          </a:p>
        </p:txBody>
      </p:sp>
      <p:sp>
        <p:nvSpPr>
          <p:cNvPr id="349258" name="Text Box 74">
            <a:extLst>
              <a:ext uri="{FF2B5EF4-FFF2-40B4-BE49-F238E27FC236}">
                <a16:creationId xmlns:a16="http://schemas.microsoft.com/office/drawing/2014/main" id="{1BD152C7-2D41-4BD7-BBFB-D16E68F0FD9A}"/>
              </a:ext>
            </a:extLst>
          </p:cNvPr>
          <p:cNvSpPr txBox="1">
            <a:spLocks noChangeArrowheads="1"/>
          </p:cNvSpPr>
          <p:nvPr/>
        </p:nvSpPr>
        <p:spPr bwMode="auto">
          <a:xfrm>
            <a:off x="4133443" y="3139560"/>
            <a:ext cx="543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T1</a:t>
            </a:r>
          </a:p>
        </p:txBody>
      </p:sp>
      <p:sp>
        <p:nvSpPr>
          <p:cNvPr id="349259" name="Text Box 75">
            <a:extLst>
              <a:ext uri="{FF2B5EF4-FFF2-40B4-BE49-F238E27FC236}">
                <a16:creationId xmlns:a16="http://schemas.microsoft.com/office/drawing/2014/main" id="{42A5867A-1872-45FB-BBA0-731EC3F3391D}"/>
              </a:ext>
            </a:extLst>
          </p:cNvPr>
          <p:cNvSpPr txBox="1">
            <a:spLocks noChangeArrowheads="1"/>
          </p:cNvSpPr>
          <p:nvPr/>
        </p:nvSpPr>
        <p:spPr bwMode="auto">
          <a:xfrm>
            <a:off x="1381785" y="4382572"/>
            <a:ext cx="9797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T1,T2</a:t>
            </a:r>
            <a:endParaRPr kumimoji="0" lang="zh-CN" altLang="en-US" sz="2400">
              <a:ea typeface="宋体" panose="02010600030101010101" pitchFamily="2" charset="-122"/>
              <a:cs typeface="Times New Roman" panose="02020603050405020304" pitchFamily="18" charset="0"/>
            </a:endParaRPr>
          </a:p>
        </p:txBody>
      </p:sp>
      <p:sp>
        <p:nvSpPr>
          <p:cNvPr id="349260" name="Text Box 76">
            <a:extLst>
              <a:ext uri="{FF2B5EF4-FFF2-40B4-BE49-F238E27FC236}">
                <a16:creationId xmlns:a16="http://schemas.microsoft.com/office/drawing/2014/main" id="{9FF05BFC-B9B9-47F2-BD15-9AB4B85DAEE6}"/>
              </a:ext>
            </a:extLst>
          </p:cNvPr>
          <p:cNvSpPr txBox="1">
            <a:spLocks noChangeArrowheads="1"/>
          </p:cNvSpPr>
          <p:nvPr/>
        </p:nvSpPr>
        <p:spPr bwMode="auto">
          <a:xfrm>
            <a:off x="6390868" y="4396860"/>
            <a:ext cx="543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T1</a:t>
            </a:r>
          </a:p>
        </p:txBody>
      </p:sp>
      <p:sp>
        <p:nvSpPr>
          <p:cNvPr id="349261" name="Text Box 77">
            <a:extLst>
              <a:ext uri="{FF2B5EF4-FFF2-40B4-BE49-F238E27FC236}">
                <a16:creationId xmlns:a16="http://schemas.microsoft.com/office/drawing/2014/main" id="{AB168AE1-52BB-4989-94DD-073E77F308E0}"/>
              </a:ext>
            </a:extLst>
          </p:cNvPr>
          <p:cNvSpPr txBox="1">
            <a:spLocks noChangeArrowheads="1"/>
          </p:cNvSpPr>
          <p:nvPr/>
        </p:nvSpPr>
        <p:spPr bwMode="auto">
          <a:xfrm>
            <a:off x="6417335" y="5484297"/>
            <a:ext cx="9797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T2,T3</a:t>
            </a:r>
            <a:endParaRPr kumimoji="0" lang="zh-CN" altLang="en-US" sz="2400">
              <a:ea typeface="宋体" panose="02010600030101010101" pitchFamily="2" charset="-122"/>
              <a:cs typeface="Times New Roman" panose="02020603050405020304" pitchFamily="18" charset="0"/>
            </a:endParaRPr>
          </a:p>
        </p:txBody>
      </p:sp>
      <p:sp>
        <p:nvSpPr>
          <p:cNvPr id="349262" name="Text Box 78">
            <a:extLst>
              <a:ext uri="{FF2B5EF4-FFF2-40B4-BE49-F238E27FC236}">
                <a16:creationId xmlns:a16="http://schemas.microsoft.com/office/drawing/2014/main" id="{711C39D6-E5DD-47F0-B4E9-F28CB95AD952}"/>
              </a:ext>
            </a:extLst>
          </p:cNvPr>
          <p:cNvSpPr txBox="1">
            <a:spLocks noChangeArrowheads="1"/>
          </p:cNvSpPr>
          <p:nvPr/>
        </p:nvSpPr>
        <p:spPr bwMode="auto">
          <a:xfrm>
            <a:off x="1825218" y="5435085"/>
            <a:ext cx="543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T3</a:t>
            </a:r>
            <a:endParaRPr kumimoji="0" lang="zh-CN" altLang="en-US" sz="2400">
              <a:ea typeface="宋体" panose="02010600030101010101" pitchFamily="2" charset="-122"/>
              <a:cs typeface="Times New Roman" panose="02020603050405020304" pitchFamily="18" charset="0"/>
            </a:endParaRPr>
          </a:p>
        </p:txBody>
      </p:sp>
      <p:sp>
        <p:nvSpPr>
          <p:cNvPr id="349263" name="AutoShape 79">
            <a:extLst>
              <a:ext uri="{FF2B5EF4-FFF2-40B4-BE49-F238E27FC236}">
                <a16:creationId xmlns:a16="http://schemas.microsoft.com/office/drawing/2014/main" id="{DDF5617D-80CF-4849-83BE-A86C435F5CA9}"/>
              </a:ext>
            </a:extLst>
          </p:cNvPr>
          <p:cNvSpPr>
            <a:spLocks noChangeArrowheads="1"/>
          </p:cNvSpPr>
          <p:nvPr/>
        </p:nvSpPr>
        <p:spPr bwMode="auto">
          <a:xfrm>
            <a:off x="560388" y="0"/>
            <a:ext cx="2044700" cy="1382713"/>
          </a:xfrm>
          <a:prstGeom prst="wedgeRoundRectCallout">
            <a:avLst>
              <a:gd name="adj1" fmla="val 72130"/>
              <a:gd name="adj2" fmla="val 38403"/>
              <a:gd name="adj3" fmla="val 16667"/>
            </a:avLst>
          </a:prstGeom>
          <a:solidFill>
            <a:srgbClr val="008000"/>
          </a:solidFill>
          <a:ln w="19050">
            <a:noFill/>
            <a:miter lim="800000"/>
            <a:headEnd/>
            <a:tailEnd type="none" w="lg" len="lg"/>
          </a:ln>
          <a:effectLst>
            <a:outerShdw dist="107763" dir="2700000" sx="96000" sy="96000" algn="ctr" rotWithShape="0">
              <a:schemeClr val="bg2">
                <a:alpha val="50000"/>
              </a:schemeClr>
            </a:outerShdw>
          </a:effectLst>
        </p:spPr>
        <p:txBody>
          <a:bodyPr lIns="0" rIns="0"/>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000" dirty="0">
                <a:solidFill>
                  <a:schemeClr val="bg1"/>
                </a:solidFill>
                <a:latin typeface="楷体" panose="02010609060101010101" pitchFamily="49" charset="-122"/>
                <a:ea typeface="楷体" panose="02010609060101010101" pitchFamily="49" charset="-122"/>
              </a:rPr>
              <a:t>一般一个微操作分配一个时钟周期，读写内存分配两个时钟周期</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918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92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92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92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918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92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91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92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92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922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925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92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92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925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92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925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925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92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926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926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4925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4925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349263"/>
                                        </p:tgtEl>
                                        <p:attrNameLst>
                                          <p:attrName>style.visibility</p:attrName>
                                        </p:attrNameLst>
                                      </p:cBhvr>
                                      <p:to>
                                        <p:strVal val="visible"/>
                                      </p:to>
                                    </p:set>
                                    <p:animEffect transition="in" filter="dissolve">
                                      <p:cBhvr>
                                        <p:cTn id="55" dur="500"/>
                                        <p:tgtEl>
                                          <p:spTgt spid="349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233" grpId="0"/>
      <p:bldP spid="349234" grpId="0"/>
      <p:bldP spid="349235" grpId="0"/>
      <p:bldP spid="349255" grpId="0"/>
      <p:bldP spid="349256" grpId="0"/>
      <p:bldP spid="349257" grpId="0"/>
      <p:bldP spid="349258" grpId="0"/>
      <p:bldP spid="349259" grpId="0"/>
      <p:bldP spid="349260" grpId="0"/>
      <p:bldP spid="349261" grpId="0"/>
      <p:bldP spid="349262" grpId="0"/>
      <p:bldP spid="34926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29012739-452F-694F-9A04-4489F73385C4}"/>
              </a:ext>
            </a:extLst>
          </p:cNvPr>
          <p:cNvSpPr>
            <a:spLocks noGrp="1" noChangeArrowheads="1"/>
          </p:cNvSpPr>
          <p:nvPr>
            <p:ph type="title"/>
          </p:nvPr>
        </p:nvSpPr>
        <p:spPr/>
        <p:txBody>
          <a:bodyPr/>
          <a:lstStyle/>
          <a:p>
            <a:pPr eaLnBrk="1" hangingPunct="1"/>
            <a:r>
              <a:rPr lang="zh-CN" altLang="en-US" sz="4800"/>
              <a:t>设计举例</a:t>
            </a:r>
          </a:p>
        </p:txBody>
      </p:sp>
      <p:sp>
        <p:nvSpPr>
          <p:cNvPr id="71682" name="Rectangle 3">
            <a:extLst>
              <a:ext uri="{FF2B5EF4-FFF2-40B4-BE49-F238E27FC236}">
                <a16:creationId xmlns:a16="http://schemas.microsoft.com/office/drawing/2014/main" id="{8B2DCA93-2660-4748-9C5E-D2209F278720}"/>
              </a:ext>
            </a:extLst>
          </p:cNvPr>
          <p:cNvSpPr>
            <a:spLocks noGrp="1" noChangeArrowheads="1"/>
          </p:cNvSpPr>
          <p:nvPr>
            <p:ph idx="1"/>
          </p:nvPr>
        </p:nvSpPr>
        <p:spPr/>
        <p:txBody>
          <a:bodyPr/>
          <a:lstStyle/>
          <a:p>
            <a:pPr eaLnBrk="1" hangingPunct="1">
              <a:buFont typeface="Wingdings 2" panose="05020102010507070707" pitchFamily="18" charset="2"/>
              <a:buNone/>
            </a:pPr>
            <a:r>
              <a:rPr lang="en-US" altLang="zh-CN" sz="3600" dirty="0"/>
              <a:t>3. </a:t>
            </a:r>
            <a:r>
              <a:rPr lang="zh-CN" altLang="en-US" sz="3600" dirty="0"/>
              <a:t>总结综合所有微操作如下表</a:t>
            </a:r>
          </a:p>
        </p:txBody>
      </p:sp>
      <p:sp>
        <p:nvSpPr>
          <p:cNvPr id="71683" name="页脚占位符 3">
            <a:extLst>
              <a:ext uri="{FF2B5EF4-FFF2-40B4-BE49-F238E27FC236}">
                <a16:creationId xmlns:a16="http://schemas.microsoft.com/office/drawing/2014/main" id="{F47B406B-F19F-48E8-991F-13EAAE553803}"/>
              </a:ext>
            </a:extLst>
          </p:cNvPr>
          <p:cNvSpPr>
            <a:spLocks noGrp="1"/>
          </p:cNvSpPr>
          <p:nvPr>
            <p:ph type="ftr" sz="quarter" idx="4294967295"/>
          </p:nvPr>
        </p:nvSpPr>
        <p:spPr bwMode="auto">
          <a:xfrm>
            <a:off x="3028950" y="6356350"/>
            <a:ext cx="3086100" cy="365125"/>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lang="zh-CN" altLang="en-US" sz="1600">
                <a:solidFill>
                  <a:srgbClr val="0099FF"/>
                </a:solidFill>
                <a:latin typeface="楷体_GB2312" pitchFamily="49" charset="-122"/>
              </a:rPr>
              <a:t>计算机学院 体系结构中心</a:t>
            </a:r>
          </a:p>
        </p:txBody>
      </p:sp>
      <p:graphicFrame>
        <p:nvGraphicFramePr>
          <p:cNvPr id="351305" name="Group 73">
            <a:extLst>
              <a:ext uri="{FF2B5EF4-FFF2-40B4-BE49-F238E27FC236}">
                <a16:creationId xmlns:a16="http://schemas.microsoft.com/office/drawing/2014/main" id="{964EB537-FA25-B94A-9B28-5E48BD0DF5C7}"/>
              </a:ext>
            </a:extLst>
          </p:cNvPr>
          <p:cNvGraphicFramePr>
            <a:graphicFrameLocks noGrp="1"/>
          </p:cNvGraphicFramePr>
          <p:nvPr/>
        </p:nvGraphicFramePr>
        <p:xfrm>
          <a:off x="890588" y="2333625"/>
          <a:ext cx="7381875" cy="2743200"/>
        </p:xfrm>
        <a:graphic>
          <a:graphicData uri="http://schemas.openxmlformats.org/drawingml/2006/table">
            <a:tbl>
              <a:tblPr/>
              <a:tblGrid>
                <a:gridCol w="633412">
                  <a:extLst>
                    <a:ext uri="{9D8B030D-6E8A-4147-A177-3AD203B41FA5}">
                      <a16:colId xmlns:a16="http://schemas.microsoft.com/office/drawing/2014/main" val="20000"/>
                    </a:ext>
                  </a:extLst>
                </a:gridCol>
                <a:gridCol w="3059113">
                  <a:extLst>
                    <a:ext uri="{9D8B030D-6E8A-4147-A177-3AD203B41FA5}">
                      <a16:colId xmlns:a16="http://schemas.microsoft.com/office/drawing/2014/main" val="20001"/>
                    </a:ext>
                  </a:extLst>
                </a:gridCol>
                <a:gridCol w="741362">
                  <a:extLst>
                    <a:ext uri="{9D8B030D-6E8A-4147-A177-3AD203B41FA5}">
                      <a16:colId xmlns:a16="http://schemas.microsoft.com/office/drawing/2014/main" val="20002"/>
                    </a:ext>
                  </a:extLst>
                </a:gridCol>
                <a:gridCol w="2947988">
                  <a:extLst>
                    <a:ext uri="{9D8B030D-6E8A-4147-A177-3AD203B41FA5}">
                      <a16:colId xmlns:a16="http://schemas.microsoft.com/office/drawing/2014/main" val="20003"/>
                    </a:ext>
                  </a:extLst>
                </a:gridCol>
              </a:tblGrid>
              <a:tr h="4556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C0</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PC→AR→ABUS</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C6</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DR→DBUS</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4556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C1</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PC+1→PC</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C7</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DBUS→DR</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4556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C2</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IR→PC</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C8</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AC→DR</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4556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C3</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IR→AR→ABUS</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C9</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AC→ALU</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4556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C4</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DR→IR</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C10</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ALU→AC</a:t>
                      </a: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C5</a:t>
                      </a: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DR→ALU</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C11</a:t>
                      </a: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itchFamily="18" charset="0"/>
                          <a:ea typeface="楷体_GB2312" pitchFamily="49" charset="-122"/>
                        </a:rPr>
                        <a:t>0→AC</a:t>
                      </a:r>
                      <a:endParaRPr kumimoji="1" lang="zh-CN" altLang="en-US" sz="24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spd="med">
    <p:pull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4F5A8CA1-0EA7-2141-8DFE-4E2192EED690}"/>
              </a:ext>
            </a:extLst>
          </p:cNvPr>
          <p:cNvSpPr>
            <a:spLocks noGrp="1" noChangeArrowheads="1"/>
          </p:cNvSpPr>
          <p:nvPr>
            <p:ph type="title"/>
          </p:nvPr>
        </p:nvSpPr>
        <p:spPr/>
        <p:txBody>
          <a:bodyPr/>
          <a:lstStyle/>
          <a:p>
            <a:pPr eaLnBrk="1" hangingPunct="1"/>
            <a:r>
              <a:rPr lang="zh-CN" altLang="en-US"/>
              <a:t>设计举例</a:t>
            </a:r>
          </a:p>
        </p:txBody>
      </p:sp>
      <p:sp>
        <p:nvSpPr>
          <p:cNvPr id="72706" name="Rectangle 3">
            <a:extLst>
              <a:ext uri="{FF2B5EF4-FFF2-40B4-BE49-F238E27FC236}">
                <a16:creationId xmlns:a16="http://schemas.microsoft.com/office/drawing/2014/main" id="{CC157BF7-8614-44D7-B826-5D434DD6B4A2}"/>
              </a:ext>
            </a:extLst>
          </p:cNvPr>
          <p:cNvSpPr>
            <a:spLocks noGrp="1" noChangeArrowheads="1"/>
          </p:cNvSpPr>
          <p:nvPr>
            <p:ph idx="1"/>
          </p:nvPr>
        </p:nvSpPr>
        <p:spPr>
          <a:xfrm>
            <a:off x="207963" y="955675"/>
            <a:ext cx="8683625" cy="5902325"/>
          </a:xfrm>
        </p:spPr>
        <p:txBody>
          <a:bodyPr/>
          <a:lstStyle/>
          <a:p>
            <a:pPr eaLnBrk="1" hangingPunct="1">
              <a:buFont typeface="Wingdings 2" panose="05020102010507070707" pitchFamily="18" charset="2"/>
              <a:buNone/>
            </a:pPr>
            <a:r>
              <a:rPr lang="en-US" altLang="zh-CN" dirty="0"/>
              <a:t>4. </a:t>
            </a:r>
            <a:r>
              <a:rPr lang="zh-CN" altLang="en-US" dirty="0"/>
              <a:t>列出各微操作的逻辑函数表达式</a:t>
            </a:r>
          </a:p>
          <a:p>
            <a:pPr lvl="1" eaLnBrk="1" hangingPunct="1">
              <a:buFont typeface="Wingdings" panose="05000000000000000000" pitchFamily="2" charset="2"/>
              <a:buNone/>
            </a:pPr>
            <a:r>
              <a:rPr lang="en-US" altLang="zh-CN" sz="2400" dirty="0"/>
              <a:t>C0</a:t>
            </a:r>
            <a:r>
              <a:rPr lang="zh-CN" altLang="en-US" sz="2400" dirty="0"/>
              <a:t>： </a:t>
            </a:r>
            <a:r>
              <a:rPr lang="en-US" altLang="zh-CN" sz="2400" dirty="0"/>
              <a:t>PC→AR→ABUS = M1 T1</a:t>
            </a:r>
          </a:p>
          <a:p>
            <a:pPr lvl="1" eaLnBrk="1" hangingPunct="1">
              <a:buFont typeface="Wingdings" panose="05000000000000000000" pitchFamily="2" charset="2"/>
              <a:buNone/>
            </a:pPr>
            <a:r>
              <a:rPr lang="en-US" altLang="zh-CN" sz="2400" dirty="0"/>
              <a:t>C1</a:t>
            </a:r>
            <a:r>
              <a:rPr lang="zh-CN" altLang="en-US" sz="2400" dirty="0"/>
              <a:t>： </a:t>
            </a:r>
            <a:r>
              <a:rPr lang="en-US" altLang="zh-CN" sz="2400" dirty="0"/>
              <a:t>PC+1→PC = M1 T4</a:t>
            </a:r>
          </a:p>
          <a:p>
            <a:pPr lvl="1" eaLnBrk="1" hangingPunct="1">
              <a:buFont typeface="Wingdings" panose="05000000000000000000" pitchFamily="2" charset="2"/>
              <a:buNone/>
            </a:pPr>
            <a:r>
              <a:rPr lang="en-US" altLang="zh-CN" sz="2400" dirty="0"/>
              <a:t>C2</a:t>
            </a:r>
            <a:r>
              <a:rPr lang="zh-CN" altLang="en-US" sz="2400" dirty="0"/>
              <a:t>： </a:t>
            </a:r>
            <a:r>
              <a:rPr lang="en-US" altLang="zh-CN" sz="2400" dirty="0"/>
              <a:t>IR→PC = M2 T1 JMP</a:t>
            </a:r>
          </a:p>
          <a:p>
            <a:pPr lvl="1" eaLnBrk="1" hangingPunct="1">
              <a:buFont typeface="Wingdings" panose="05000000000000000000" pitchFamily="2" charset="2"/>
              <a:buNone/>
            </a:pPr>
            <a:r>
              <a:rPr lang="en-US" altLang="zh-CN" sz="2400" dirty="0"/>
              <a:t>C3</a:t>
            </a:r>
            <a:r>
              <a:rPr lang="zh-CN" altLang="en-US" sz="2400" dirty="0"/>
              <a:t>： </a:t>
            </a:r>
            <a:r>
              <a:rPr lang="en-US" altLang="zh-CN" sz="2400" dirty="0"/>
              <a:t>IR→AR→ABUS = M2 T1(ADD + STA)</a:t>
            </a:r>
          </a:p>
          <a:p>
            <a:pPr lvl="1" eaLnBrk="1" hangingPunct="1">
              <a:buFont typeface="Wingdings" panose="05000000000000000000" pitchFamily="2" charset="2"/>
              <a:buNone/>
            </a:pPr>
            <a:r>
              <a:rPr lang="en-US" altLang="zh-CN" sz="2400" dirty="0"/>
              <a:t>C4</a:t>
            </a:r>
            <a:r>
              <a:rPr lang="zh-CN" altLang="en-US" sz="2400" dirty="0"/>
              <a:t>： </a:t>
            </a:r>
            <a:r>
              <a:rPr lang="en-US" altLang="zh-CN" sz="2400" dirty="0"/>
              <a:t>DR→IR = M1 T4</a:t>
            </a:r>
          </a:p>
          <a:p>
            <a:pPr lvl="1" eaLnBrk="1" hangingPunct="1">
              <a:buFont typeface="Wingdings" panose="05000000000000000000" pitchFamily="2" charset="2"/>
              <a:buNone/>
            </a:pPr>
            <a:r>
              <a:rPr lang="en-US" altLang="zh-CN" sz="2400" dirty="0"/>
              <a:t>C5</a:t>
            </a:r>
            <a:r>
              <a:rPr lang="zh-CN" altLang="en-US" sz="2400" dirty="0"/>
              <a:t>： </a:t>
            </a:r>
            <a:r>
              <a:rPr lang="en-US" altLang="zh-CN" sz="2400" dirty="0"/>
              <a:t>DR→ALU = M3 T3 ADD</a:t>
            </a:r>
          </a:p>
          <a:p>
            <a:pPr lvl="1" eaLnBrk="1" hangingPunct="1">
              <a:buFont typeface="Wingdings" panose="05000000000000000000" pitchFamily="2" charset="2"/>
              <a:buNone/>
            </a:pPr>
            <a:r>
              <a:rPr lang="en-US" altLang="zh-CN" sz="2400" dirty="0"/>
              <a:t>C6</a:t>
            </a:r>
            <a:r>
              <a:rPr lang="zh-CN" altLang="en-US" sz="2400" dirty="0"/>
              <a:t>： </a:t>
            </a:r>
            <a:r>
              <a:rPr lang="en-US" altLang="zh-CN" sz="2400" dirty="0"/>
              <a:t>DR→DBUS = M3 (T2+T3) STA</a:t>
            </a:r>
          </a:p>
          <a:p>
            <a:pPr lvl="1" eaLnBrk="1" hangingPunct="1">
              <a:buFont typeface="Wingdings" panose="05000000000000000000" pitchFamily="2" charset="2"/>
              <a:buNone/>
            </a:pPr>
            <a:r>
              <a:rPr lang="en-US" altLang="zh-CN" sz="2400" dirty="0"/>
              <a:t>C7</a:t>
            </a:r>
            <a:r>
              <a:rPr lang="zh-CN" altLang="en-US" sz="2400" dirty="0"/>
              <a:t>： </a:t>
            </a:r>
            <a:r>
              <a:rPr lang="en-US" altLang="zh-CN" sz="2400" dirty="0"/>
              <a:t>DBUS→DR = M1 (T2+T3) + M3 (T1+T2) ADD</a:t>
            </a:r>
          </a:p>
          <a:p>
            <a:pPr lvl="1" eaLnBrk="1" hangingPunct="1">
              <a:buFont typeface="Wingdings" panose="05000000000000000000" pitchFamily="2" charset="2"/>
              <a:buNone/>
            </a:pPr>
            <a:r>
              <a:rPr lang="en-US" altLang="zh-CN" sz="2400" dirty="0"/>
              <a:t>C8</a:t>
            </a:r>
            <a:r>
              <a:rPr lang="zh-CN" altLang="en-US" sz="2400" dirty="0"/>
              <a:t>： </a:t>
            </a:r>
            <a:r>
              <a:rPr lang="en-US" altLang="zh-CN" sz="2400" dirty="0"/>
              <a:t>AC→DR = M3 T1 STA</a:t>
            </a:r>
          </a:p>
          <a:p>
            <a:pPr lvl="1" eaLnBrk="1" hangingPunct="1">
              <a:buFont typeface="Wingdings" panose="05000000000000000000" pitchFamily="2" charset="2"/>
              <a:buNone/>
            </a:pPr>
            <a:r>
              <a:rPr lang="en-US" altLang="zh-CN" sz="2400" dirty="0"/>
              <a:t>C9</a:t>
            </a:r>
            <a:r>
              <a:rPr lang="zh-CN" altLang="en-US" sz="2400" dirty="0"/>
              <a:t>： </a:t>
            </a:r>
            <a:r>
              <a:rPr lang="en-US" altLang="zh-CN" sz="2400" dirty="0"/>
              <a:t>AC→ALU = M3 T3 ADD</a:t>
            </a:r>
          </a:p>
          <a:p>
            <a:pPr lvl="1" eaLnBrk="1" hangingPunct="1">
              <a:buFont typeface="Wingdings" panose="05000000000000000000" pitchFamily="2" charset="2"/>
              <a:buNone/>
            </a:pPr>
            <a:r>
              <a:rPr lang="en-US" altLang="zh-CN" sz="2400" dirty="0"/>
              <a:t>C10</a:t>
            </a:r>
            <a:r>
              <a:rPr lang="zh-CN" altLang="en-US" sz="2400" dirty="0"/>
              <a:t>：</a:t>
            </a:r>
            <a:r>
              <a:rPr lang="en-US" altLang="zh-CN" sz="2400" dirty="0"/>
              <a:t>ALU→AC = M3 T3 ADD</a:t>
            </a:r>
          </a:p>
          <a:p>
            <a:pPr lvl="1" eaLnBrk="1" hangingPunct="1">
              <a:buFont typeface="Wingdings" panose="05000000000000000000" pitchFamily="2" charset="2"/>
              <a:buNone/>
            </a:pPr>
            <a:r>
              <a:rPr lang="en-US" altLang="zh-CN" sz="2400" dirty="0"/>
              <a:t>C11</a:t>
            </a:r>
            <a:r>
              <a:rPr lang="zh-CN" altLang="en-US" sz="2400" dirty="0"/>
              <a:t>：</a:t>
            </a:r>
            <a:r>
              <a:rPr lang="en-US" altLang="zh-CN" sz="2400" dirty="0"/>
              <a:t>0→AC = M2 T1 CLA</a:t>
            </a:r>
          </a:p>
        </p:txBody>
      </p:sp>
    </p:spTree>
  </p:cSld>
  <p:clrMapOvr>
    <a:masterClrMapping/>
  </p:clrMapOvr>
  <p:transition spd="med">
    <p:pull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C0A5C1-BFB8-1E4E-ADC8-F49BA4EABB38}"/>
              </a:ext>
            </a:extLst>
          </p:cNvPr>
          <p:cNvSpPr>
            <a:spLocks noGrp="1"/>
          </p:cNvSpPr>
          <p:nvPr>
            <p:ph type="title"/>
          </p:nvPr>
        </p:nvSpPr>
        <p:spPr/>
        <p:txBody>
          <a:bodyPr/>
          <a:lstStyle/>
          <a:p>
            <a:pPr>
              <a:defRPr/>
            </a:pPr>
            <a:r>
              <a:rPr lang="zh-CN" altLang="en-US" dirty="0"/>
              <a:t>例</a:t>
            </a:r>
          </a:p>
        </p:txBody>
      </p:sp>
      <p:sp>
        <p:nvSpPr>
          <p:cNvPr id="73730" name="内容占位符 2">
            <a:extLst>
              <a:ext uri="{FF2B5EF4-FFF2-40B4-BE49-F238E27FC236}">
                <a16:creationId xmlns:a16="http://schemas.microsoft.com/office/drawing/2014/main" id="{40DF56EB-7D1A-4847-B8AA-107E5421D5CD}"/>
              </a:ext>
            </a:extLst>
          </p:cNvPr>
          <p:cNvSpPr>
            <a:spLocks noGrp="1" noChangeArrowheads="1"/>
          </p:cNvSpPr>
          <p:nvPr>
            <p:ph idx="1"/>
          </p:nvPr>
        </p:nvSpPr>
        <p:spPr/>
        <p:txBody>
          <a:bodyPr/>
          <a:lstStyle/>
          <a:p>
            <a:pPr marL="0" indent="0">
              <a:buFont typeface="Wingdings 2" panose="05020102010507070707" pitchFamily="18" charset="2"/>
              <a:buNone/>
            </a:pPr>
            <a:r>
              <a:rPr lang="zh-CN" altLang="en-US"/>
              <a:t>相对于微程序控制器，硬布线控制器的特点是  </a:t>
            </a:r>
          </a:p>
          <a:p>
            <a:pPr marL="0" indent="0">
              <a:buFont typeface="Wingdings 2" panose="05020102010507070707" pitchFamily="18" charset="2"/>
              <a:buNone/>
            </a:pPr>
            <a:r>
              <a:rPr lang="zh-CN" altLang="en-US"/>
              <a:t> </a:t>
            </a:r>
            <a:r>
              <a:rPr lang="en-US" altLang="zh-CN"/>
              <a:t>A</a:t>
            </a:r>
            <a:r>
              <a:rPr lang="zh-CN" altLang="en-US"/>
              <a:t>．指令执行速度慢，指令功能的修改和扩展容易  </a:t>
            </a:r>
          </a:p>
          <a:p>
            <a:pPr marL="0" indent="0">
              <a:buFont typeface="Wingdings 2" panose="05020102010507070707" pitchFamily="18" charset="2"/>
              <a:buNone/>
            </a:pPr>
            <a:r>
              <a:rPr lang="zh-CN" altLang="en-US"/>
              <a:t> </a:t>
            </a:r>
            <a:r>
              <a:rPr lang="en-US" altLang="zh-CN"/>
              <a:t>B</a:t>
            </a:r>
            <a:r>
              <a:rPr lang="zh-CN" altLang="en-US"/>
              <a:t>．指令执行速度慢，指令功能的修改和扩展难  </a:t>
            </a:r>
          </a:p>
          <a:p>
            <a:pPr marL="0" indent="0">
              <a:buFont typeface="Wingdings 2" panose="05020102010507070707" pitchFamily="18" charset="2"/>
              <a:buNone/>
            </a:pPr>
            <a:r>
              <a:rPr lang="zh-CN" altLang="en-US"/>
              <a:t> </a:t>
            </a:r>
            <a:r>
              <a:rPr lang="en-US" altLang="zh-CN"/>
              <a:t>C</a:t>
            </a:r>
            <a:r>
              <a:rPr lang="zh-CN" altLang="en-US"/>
              <a:t>．指令执行速度快，指令功能的修改和扩展容易  </a:t>
            </a:r>
          </a:p>
          <a:p>
            <a:pPr marL="0" indent="0">
              <a:buFont typeface="Wingdings 2" panose="05020102010507070707" pitchFamily="18" charset="2"/>
              <a:buNone/>
            </a:pPr>
            <a:r>
              <a:rPr lang="zh-CN" altLang="en-US"/>
              <a:t> </a:t>
            </a:r>
            <a:r>
              <a:rPr lang="en-US" altLang="zh-CN"/>
              <a:t>D</a:t>
            </a:r>
            <a:r>
              <a:rPr lang="zh-CN" altLang="en-US"/>
              <a:t>．指令执行速度快，指令功能的修改和扩展难</a:t>
            </a:r>
          </a:p>
          <a:p>
            <a:pPr marL="0" indent="0">
              <a:buFont typeface="Wingdings 2" panose="05020102010507070707" pitchFamily="18" charset="2"/>
              <a:buNone/>
            </a:pPr>
            <a:endParaRPr lang="zh-CN" altLang="en-US"/>
          </a:p>
        </p:txBody>
      </p:sp>
    </p:spTree>
  </p:cSld>
  <p:clrMapOvr>
    <a:masterClrMapping/>
  </p:clrMapOvr>
  <p:transition spd="med">
    <p:pull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en-US" altLang="zh-CN" dirty="0"/>
              <a:t>5.6  </a:t>
            </a:r>
            <a:r>
              <a:rPr lang="zh-CN" altLang="en-US" dirty="0"/>
              <a:t>流水</a:t>
            </a:r>
            <a:r>
              <a:rPr lang="en-US" altLang="zh-CN" dirty="0"/>
              <a:t>CPU</a:t>
            </a:r>
            <a:endParaRPr lang="zh-CN" altLang="en-US" dirty="0"/>
          </a:p>
        </p:txBody>
      </p:sp>
    </p:spTree>
    <p:extLst>
      <p:ext uri="{BB962C8B-B14F-4D97-AF65-F5344CB8AC3E}">
        <p14:creationId xmlns:p14="http://schemas.microsoft.com/office/powerpoint/2010/main" val="334528924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07E91CED-BA07-AF4D-8FD9-EAFB9F4975A5}"/>
              </a:ext>
            </a:extLst>
          </p:cNvPr>
          <p:cNvSpPr>
            <a:spLocks noGrp="1" noChangeArrowheads="1"/>
          </p:cNvSpPr>
          <p:nvPr>
            <p:ph type="title"/>
          </p:nvPr>
        </p:nvSpPr>
        <p:spPr/>
        <p:txBody>
          <a:bodyPr/>
          <a:lstStyle/>
          <a:p>
            <a:pPr eaLnBrk="1" hangingPunct="1"/>
            <a:r>
              <a:rPr lang="zh-CN" altLang="en-US"/>
              <a:t>并行处理技术</a:t>
            </a:r>
            <a:endParaRPr lang="en-US" altLang="zh-CN"/>
          </a:p>
        </p:txBody>
      </p:sp>
      <p:sp>
        <p:nvSpPr>
          <p:cNvPr id="77826" name="Rectangle 3">
            <a:extLst>
              <a:ext uri="{FF2B5EF4-FFF2-40B4-BE49-F238E27FC236}">
                <a16:creationId xmlns:a16="http://schemas.microsoft.com/office/drawing/2014/main" id="{EEE564F7-A020-43A9-911F-CBAD1087E5C2}"/>
              </a:ext>
            </a:extLst>
          </p:cNvPr>
          <p:cNvSpPr>
            <a:spLocks noGrp="1" noChangeArrowheads="1"/>
          </p:cNvSpPr>
          <p:nvPr>
            <p:ph idx="1"/>
          </p:nvPr>
        </p:nvSpPr>
        <p:spPr/>
        <p:txBody>
          <a:bodyPr/>
          <a:lstStyle/>
          <a:p>
            <a:pPr eaLnBrk="1" hangingPunct="1">
              <a:lnSpc>
                <a:spcPct val="90000"/>
              </a:lnSpc>
            </a:pPr>
            <a:r>
              <a:rPr lang="zh-CN" altLang="en-US" sz="3000" dirty="0"/>
              <a:t>早期计算机是冯</a:t>
            </a:r>
            <a:r>
              <a:rPr lang="en-US" altLang="zh-CN" sz="3000" dirty="0">
                <a:cs typeface="Times New Roman" panose="02020603050405020304" pitchFamily="18" charset="0"/>
              </a:rPr>
              <a:t>·</a:t>
            </a:r>
            <a:r>
              <a:rPr lang="zh-CN" altLang="en-US" sz="3000" dirty="0">
                <a:cs typeface="Times New Roman" panose="02020603050405020304" pitchFamily="18" charset="0"/>
              </a:rPr>
              <a:t>诺伊曼体系结构，采用串行处理</a:t>
            </a:r>
          </a:p>
          <a:p>
            <a:pPr lvl="1" eaLnBrk="1" hangingPunct="1">
              <a:lnSpc>
                <a:spcPct val="90000"/>
              </a:lnSpc>
            </a:pPr>
            <a:r>
              <a:rPr lang="zh-CN" altLang="en-US" dirty="0">
                <a:cs typeface="Times New Roman" panose="02020603050405020304" pitchFamily="18" charset="0"/>
              </a:rPr>
              <a:t>计算机的各个操作只能串行地完成</a:t>
            </a:r>
          </a:p>
          <a:p>
            <a:pPr lvl="1" eaLnBrk="1" hangingPunct="1">
              <a:lnSpc>
                <a:spcPct val="90000"/>
              </a:lnSpc>
            </a:pPr>
            <a:r>
              <a:rPr lang="zh-CN" altLang="en-US" dirty="0">
                <a:cs typeface="Times New Roman" panose="02020603050405020304" pitchFamily="18" charset="0"/>
              </a:rPr>
              <a:t>任一时刻只能进行一个操作</a:t>
            </a:r>
          </a:p>
          <a:p>
            <a:pPr eaLnBrk="1" hangingPunct="1">
              <a:lnSpc>
                <a:spcPct val="90000"/>
              </a:lnSpc>
            </a:pPr>
            <a:r>
              <a:rPr lang="zh-CN" altLang="en-US" dirty="0"/>
              <a:t>并行性（</a:t>
            </a:r>
            <a:r>
              <a:rPr lang="en-US" altLang="zh-CN" dirty="0"/>
              <a:t>Parallelism</a:t>
            </a:r>
            <a:r>
              <a:rPr lang="zh-CN" altLang="en-US" dirty="0"/>
              <a:t>）概念</a:t>
            </a:r>
          </a:p>
          <a:p>
            <a:pPr lvl="1" eaLnBrk="1" hangingPunct="1">
              <a:lnSpc>
                <a:spcPct val="90000"/>
              </a:lnSpc>
            </a:pPr>
            <a:r>
              <a:rPr lang="zh-CN" altLang="en-US" dirty="0"/>
              <a:t>问题中具有可以同时进行运算或操作的特性</a:t>
            </a:r>
          </a:p>
          <a:p>
            <a:pPr lvl="1" eaLnBrk="1" hangingPunct="1">
              <a:lnSpc>
                <a:spcPct val="90000"/>
              </a:lnSpc>
            </a:pPr>
            <a:r>
              <a:rPr lang="zh-CN" altLang="en-US" dirty="0"/>
              <a:t>例：在相同时延的条件下，用</a:t>
            </a:r>
            <a:r>
              <a:rPr lang="en-US" altLang="zh-CN" dirty="0"/>
              <a:t>n</a:t>
            </a:r>
            <a:r>
              <a:rPr lang="zh-CN" altLang="en-US" dirty="0"/>
              <a:t>位运算器进行</a:t>
            </a:r>
            <a:r>
              <a:rPr lang="en-US" altLang="zh-CN" dirty="0"/>
              <a:t>n</a:t>
            </a:r>
            <a:r>
              <a:rPr lang="zh-CN" altLang="en-US" dirty="0"/>
              <a:t>位并行运算速度几乎是</a:t>
            </a:r>
            <a:r>
              <a:rPr lang="en-US" altLang="zh-CN" dirty="0"/>
              <a:t>1</a:t>
            </a:r>
            <a:r>
              <a:rPr lang="zh-CN" altLang="en-US" dirty="0"/>
              <a:t>位运算器进行</a:t>
            </a:r>
            <a:r>
              <a:rPr lang="en-US" altLang="zh-CN" dirty="0"/>
              <a:t>n</a:t>
            </a:r>
            <a:r>
              <a:rPr lang="zh-CN" altLang="en-US" dirty="0"/>
              <a:t>位串行运算的</a:t>
            </a:r>
            <a:r>
              <a:rPr lang="en-US" altLang="zh-CN" dirty="0"/>
              <a:t>n</a:t>
            </a:r>
            <a:r>
              <a:rPr lang="zh-CN" altLang="en-US" dirty="0"/>
              <a:t>倍（狭义）</a:t>
            </a:r>
          </a:p>
          <a:p>
            <a:pPr eaLnBrk="1" hangingPunct="1">
              <a:lnSpc>
                <a:spcPct val="90000"/>
              </a:lnSpc>
            </a:pPr>
            <a:r>
              <a:rPr lang="zh-CN" altLang="en-US" dirty="0"/>
              <a:t>（广义）含义</a:t>
            </a:r>
          </a:p>
          <a:p>
            <a:pPr lvl="1" eaLnBrk="1" hangingPunct="1">
              <a:lnSpc>
                <a:spcPct val="90000"/>
              </a:lnSpc>
            </a:pPr>
            <a:r>
              <a:rPr lang="zh-CN" altLang="en-US" dirty="0"/>
              <a:t>只要在同一时刻（同时性）或在同一时间间隔内（并发性）完成两种或两种以上性质相同或不同的工作，它们在时间上相互重叠，体现出了并行性</a:t>
            </a:r>
            <a:endParaRPr lang="zh-CN" altLang="en-US" dirty="0">
              <a:cs typeface="Times New Roman" panose="02020603050405020304" pitchFamily="18" charset="0"/>
            </a:endParaRPr>
          </a:p>
        </p:txBody>
      </p:sp>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a:extLst>
              <a:ext uri="{FF2B5EF4-FFF2-40B4-BE49-F238E27FC236}">
                <a16:creationId xmlns:a16="http://schemas.microsoft.com/office/drawing/2014/main" id="{DEABEE9A-C6C4-8245-BE73-3DC0DBB34A35}"/>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并行处理技术的</a:t>
            </a:r>
            <a:r>
              <a:rPr lang="zh-CN" altLang="en-US"/>
              <a:t>三种形式</a:t>
            </a:r>
          </a:p>
        </p:txBody>
      </p:sp>
      <p:sp>
        <p:nvSpPr>
          <p:cNvPr id="78850" name="Rectangle 3">
            <a:extLst>
              <a:ext uri="{FF2B5EF4-FFF2-40B4-BE49-F238E27FC236}">
                <a16:creationId xmlns:a16="http://schemas.microsoft.com/office/drawing/2014/main" id="{20FB1929-6CA4-4123-A341-83AC9A109597}"/>
              </a:ext>
            </a:extLst>
          </p:cNvPr>
          <p:cNvSpPr>
            <a:spLocks noGrp="1" noChangeArrowheads="1"/>
          </p:cNvSpPr>
          <p:nvPr>
            <p:ph idx="1"/>
          </p:nvPr>
        </p:nvSpPr>
        <p:spPr/>
        <p:txBody>
          <a:bodyPr/>
          <a:lstStyle/>
          <a:p>
            <a:pPr eaLnBrk="1" hangingPunct="1"/>
            <a:r>
              <a:rPr lang="zh-CN" altLang="en-US"/>
              <a:t>时间并行（重叠）：让多个处理过程在时间上相互错开，轮流使用同一套硬件设备的各个部件，以加快硬件周转而赢得速度，实现方式就是采用流水处理部件</a:t>
            </a:r>
          </a:p>
          <a:p>
            <a:pPr eaLnBrk="1" hangingPunct="1"/>
            <a:r>
              <a:rPr lang="zh-CN" altLang="en-US"/>
              <a:t>空间并行（资源重复）：以数量取胜</a:t>
            </a:r>
          </a:p>
          <a:p>
            <a:pPr lvl="1" eaLnBrk="1" hangingPunct="1"/>
            <a:r>
              <a:rPr lang="zh-CN" altLang="en-US"/>
              <a:t>它能真正的体现同时性</a:t>
            </a:r>
          </a:p>
          <a:p>
            <a:pPr lvl="1" eaLnBrk="1" hangingPunct="1"/>
            <a:r>
              <a:rPr lang="en-US" altLang="zh-CN"/>
              <a:t>LSI</a:t>
            </a:r>
            <a:r>
              <a:rPr lang="zh-CN" altLang="en-US"/>
              <a:t>和</a:t>
            </a:r>
            <a:r>
              <a:rPr lang="en-US" altLang="zh-CN"/>
              <a:t>VLSI</a:t>
            </a:r>
            <a:r>
              <a:rPr lang="zh-CN" altLang="en-US"/>
              <a:t>为其提供了技术保证</a:t>
            </a:r>
          </a:p>
          <a:p>
            <a:pPr lvl="1" eaLnBrk="1" hangingPunct="1"/>
            <a:r>
              <a:rPr lang="zh-CN" altLang="en-US">
                <a:cs typeface="Times New Roman" panose="02020603050405020304" pitchFamily="18" charset="0"/>
              </a:rPr>
              <a:t>如：多处理器系统和多计算机系统</a:t>
            </a:r>
            <a:endParaRPr lang="zh-CN" altLang="en-US"/>
          </a:p>
          <a:p>
            <a:pPr eaLnBrk="1" hangingPunct="1"/>
            <a:r>
              <a:rPr lang="zh-CN" altLang="en-US"/>
              <a:t>时间</a:t>
            </a:r>
            <a:r>
              <a:rPr lang="en-US" altLang="zh-CN"/>
              <a:t>+</a:t>
            </a:r>
            <a:r>
              <a:rPr lang="zh-CN" altLang="en-US"/>
              <a:t>空间并行</a:t>
            </a:r>
          </a:p>
          <a:p>
            <a:pPr lvl="1" eaLnBrk="1" hangingPunct="1"/>
            <a:r>
              <a:rPr lang="en-US" altLang="zh-CN"/>
              <a:t>Pentium</a:t>
            </a:r>
            <a:r>
              <a:rPr lang="zh-CN" altLang="en-US"/>
              <a:t>中采用了超标量流水线技术</a:t>
            </a:r>
          </a:p>
        </p:txBody>
      </p:sp>
    </p:spTree>
  </p:cSld>
  <p:clrMapOvr>
    <a:masterClrMapping/>
  </p:clrMapOvr>
  <p:transition spd="med">
    <p:pull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28DE1B15-C93D-5A4C-B255-B0E8F7732F68}"/>
              </a:ext>
            </a:extLst>
          </p:cNvPr>
          <p:cNvSpPr>
            <a:spLocks noGrp="1" noChangeArrowheads="1"/>
          </p:cNvSpPr>
          <p:nvPr>
            <p:ph type="title"/>
          </p:nvPr>
        </p:nvSpPr>
        <p:spPr/>
        <p:txBody>
          <a:bodyPr/>
          <a:lstStyle/>
          <a:p>
            <a:pPr eaLnBrk="1" hangingPunct="1"/>
            <a:r>
              <a:rPr lang="zh-CN" altLang="en-US"/>
              <a:t>流水</a:t>
            </a:r>
            <a:r>
              <a:rPr lang="en-US" altLang="zh-CN"/>
              <a:t>CPU</a:t>
            </a:r>
            <a:r>
              <a:rPr lang="zh-CN" altLang="en-US"/>
              <a:t>的结构</a:t>
            </a:r>
            <a:endParaRPr lang="en-US" altLang="zh-CN"/>
          </a:p>
        </p:txBody>
      </p:sp>
      <p:sp>
        <p:nvSpPr>
          <p:cNvPr id="79874" name="Rectangle 3">
            <a:extLst>
              <a:ext uri="{FF2B5EF4-FFF2-40B4-BE49-F238E27FC236}">
                <a16:creationId xmlns:a16="http://schemas.microsoft.com/office/drawing/2014/main" id="{603E8C1B-5AD4-4229-A022-D8E1B7D3694B}"/>
              </a:ext>
            </a:extLst>
          </p:cNvPr>
          <p:cNvSpPr>
            <a:spLocks noGrp="1" noChangeArrowheads="1"/>
          </p:cNvSpPr>
          <p:nvPr>
            <p:ph idx="1"/>
          </p:nvPr>
        </p:nvSpPr>
        <p:spPr/>
        <p:txBody>
          <a:bodyPr/>
          <a:lstStyle/>
          <a:p>
            <a:pPr eaLnBrk="1" hangingPunct="1"/>
            <a:r>
              <a:rPr lang="zh-CN" altLang="en-US" dirty="0">
                <a:cs typeface="Times New Roman" panose="02020603050405020304" pitchFamily="18" charset="0"/>
              </a:rPr>
              <a:t>流水计算机的系统组成</a:t>
            </a:r>
          </a:p>
          <a:p>
            <a:pPr lvl="1" eaLnBrk="1" hangingPunct="1"/>
            <a:r>
              <a:rPr lang="zh-CN" altLang="en-US" dirty="0"/>
              <a:t>存储器体系：主存采用多体交叉存储器；</a:t>
            </a:r>
            <a:r>
              <a:rPr lang="en-US" altLang="zh-CN" dirty="0"/>
              <a:t>Cache</a:t>
            </a:r>
          </a:p>
          <a:p>
            <a:pPr lvl="1" eaLnBrk="1" hangingPunct="1"/>
            <a:r>
              <a:rPr lang="zh-CN" altLang="en-US" dirty="0"/>
              <a:t>流水方式</a:t>
            </a:r>
            <a:r>
              <a:rPr lang="en-US" altLang="zh-CN" dirty="0"/>
              <a:t>CPU</a:t>
            </a:r>
            <a:r>
              <a:rPr lang="zh-CN" altLang="en-US" dirty="0"/>
              <a:t>：指令部件、指令队列、执行部件</a:t>
            </a:r>
          </a:p>
          <a:p>
            <a:pPr lvl="2" eaLnBrk="1" hangingPunct="1"/>
            <a:r>
              <a:rPr lang="zh-CN" altLang="en-US" dirty="0"/>
              <a:t>指令部件</a:t>
            </a:r>
          </a:p>
          <a:p>
            <a:pPr lvl="2" eaLnBrk="1" hangingPunct="1"/>
            <a:r>
              <a:rPr lang="zh-CN" altLang="en-US" dirty="0"/>
              <a:t>指令队列：</a:t>
            </a:r>
            <a:r>
              <a:rPr lang="en-US" altLang="zh-CN" dirty="0"/>
              <a:t>FIFO</a:t>
            </a:r>
          </a:p>
          <a:p>
            <a:pPr lvl="2" eaLnBrk="1" hangingPunct="1"/>
            <a:r>
              <a:rPr lang="zh-CN" altLang="en-US" dirty="0"/>
              <a:t>执行部件：可以有</a:t>
            </a:r>
            <a:r>
              <a:rPr lang="zh-CN" altLang="en-US" dirty="0">
                <a:solidFill>
                  <a:srgbClr val="C00000"/>
                </a:solidFill>
              </a:rPr>
              <a:t>多个</a:t>
            </a:r>
            <a:r>
              <a:rPr lang="zh-CN" altLang="en-US" dirty="0"/>
              <a:t>采用流水线方式构成的算术逻辑部件构成，可以将定点运算部件和浮点运算部件</a:t>
            </a:r>
            <a:r>
              <a:rPr lang="zh-CN" altLang="en-US" dirty="0">
                <a:solidFill>
                  <a:srgbClr val="C00000"/>
                </a:solidFill>
              </a:rPr>
              <a:t>分开</a:t>
            </a:r>
          </a:p>
        </p:txBody>
      </p:sp>
    </p:spTree>
  </p:cSld>
  <p:clrMapOvr>
    <a:masterClrMapping/>
  </p:clrMapOvr>
  <p:transition spd="med">
    <p:pull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a:extLst>
              <a:ext uri="{FF2B5EF4-FFF2-40B4-BE49-F238E27FC236}">
                <a16:creationId xmlns:a16="http://schemas.microsoft.com/office/drawing/2014/main" id="{994AAE3F-A9E9-B441-8471-0510D599BFA7}"/>
              </a:ext>
            </a:extLst>
          </p:cNvPr>
          <p:cNvSpPr>
            <a:spLocks noGrp="1" noChangeArrowheads="1"/>
          </p:cNvSpPr>
          <p:nvPr>
            <p:ph type="title"/>
          </p:nvPr>
        </p:nvSpPr>
        <p:spPr/>
        <p:txBody>
          <a:bodyPr/>
          <a:lstStyle/>
          <a:p>
            <a:pPr eaLnBrk="1" hangingPunct="1"/>
            <a:r>
              <a:rPr lang="zh-CN" altLang="en-US" dirty="0"/>
              <a:t>流水计算机系统组成原理示意图</a:t>
            </a:r>
            <a:endParaRPr lang="en-US" altLang="zh-CN" dirty="0"/>
          </a:p>
        </p:txBody>
      </p:sp>
      <p:sp>
        <p:nvSpPr>
          <p:cNvPr id="80898" name="Rectangle 3">
            <a:extLst>
              <a:ext uri="{FF2B5EF4-FFF2-40B4-BE49-F238E27FC236}">
                <a16:creationId xmlns:a16="http://schemas.microsoft.com/office/drawing/2014/main" id="{C8E8B51A-1B52-45D6-B279-8121FB50390E}"/>
              </a:ext>
            </a:extLst>
          </p:cNvPr>
          <p:cNvSpPr>
            <a:spLocks noGrp="1" noChangeArrowheads="1"/>
          </p:cNvSpPr>
          <p:nvPr>
            <p:ph idx="1"/>
          </p:nvPr>
        </p:nvSpPr>
        <p:spPr>
          <a:xfrm>
            <a:off x="203994" y="1143000"/>
            <a:ext cx="8736012" cy="5334000"/>
          </a:xfrm>
        </p:spPr>
        <p:txBody>
          <a:bodyPr/>
          <a:lstStyle/>
          <a:p>
            <a:pPr eaLnBrk="1" hangingPunct="1"/>
            <a:endParaRPr lang="zh-CN" altLang="en-US" dirty="0"/>
          </a:p>
        </p:txBody>
      </p:sp>
      <p:sp>
        <p:nvSpPr>
          <p:cNvPr id="80900" name="Rectangle 4">
            <a:extLst>
              <a:ext uri="{FF2B5EF4-FFF2-40B4-BE49-F238E27FC236}">
                <a16:creationId xmlns:a16="http://schemas.microsoft.com/office/drawing/2014/main" id="{F6E221C0-7A4D-4786-A725-46C6EAA7BF67}"/>
              </a:ext>
            </a:extLst>
          </p:cNvPr>
          <p:cNvSpPr>
            <a:spLocks noChangeArrowheads="1"/>
          </p:cNvSpPr>
          <p:nvPr/>
        </p:nvSpPr>
        <p:spPr bwMode="auto">
          <a:xfrm>
            <a:off x="530225" y="2540000"/>
            <a:ext cx="700088" cy="2257425"/>
          </a:xfrm>
          <a:prstGeom prst="rect">
            <a:avLst/>
          </a:prstGeom>
          <a:solidFill>
            <a:schemeClr val="accent1"/>
          </a:solidFill>
          <a:ln w="19050">
            <a:no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多体交叉存储器</a:t>
            </a:r>
          </a:p>
        </p:txBody>
      </p:sp>
      <p:sp>
        <p:nvSpPr>
          <p:cNvPr id="80901" name="Rectangle 5">
            <a:extLst>
              <a:ext uri="{FF2B5EF4-FFF2-40B4-BE49-F238E27FC236}">
                <a16:creationId xmlns:a16="http://schemas.microsoft.com/office/drawing/2014/main" id="{5C7128F4-9725-4623-9E87-1B31CE61C733}"/>
              </a:ext>
            </a:extLst>
          </p:cNvPr>
          <p:cNvSpPr>
            <a:spLocks noChangeArrowheads="1"/>
          </p:cNvSpPr>
          <p:nvPr/>
        </p:nvSpPr>
        <p:spPr bwMode="auto">
          <a:xfrm>
            <a:off x="1787525" y="3011488"/>
            <a:ext cx="700088" cy="1314450"/>
          </a:xfrm>
          <a:prstGeom prst="rect">
            <a:avLst/>
          </a:prstGeom>
          <a:solidFill>
            <a:schemeClr val="accent1"/>
          </a:solidFill>
          <a:ln w="19050">
            <a:noFill/>
            <a:miter lim="800000"/>
            <a:headEnd/>
            <a:tailEnd type="none" w="lg" len="lg"/>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Cache</a:t>
            </a:r>
          </a:p>
        </p:txBody>
      </p:sp>
      <p:sp>
        <p:nvSpPr>
          <p:cNvPr id="80902" name="Rectangle 6">
            <a:extLst>
              <a:ext uri="{FF2B5EF4-FFF2-40B4-BE49-F238E27FC236}">
                <a16:creationId xmlns:a16="http://schemas.microsoft.com/office/drawing/2014/main" id="{33B0AB71-F24C-4B88-8455-D778CFA27FEF}"/>
              </a:ext>
            </a:extLst>
          </p:cNvPr>
          <p:cNvSpPr>
            <a:spLocks noChangeArrowheads="1"/>
          </p:cNvSpPr>
          <p:nvPr/>
        </p:nvSpPr>
        <p:spPr bwMode="auto">
          <a:xfrm>
            <a:off x="3044825" y="3140075"/>
            <a:ext cx="1614488" cy="1057275"/>
          </a:xfrm>
          <a:prstGeom prst="rect">
            <a:avLst/>
          </a:prstGeom>
          <a:solidFill>
            <a:srgbClr val="00800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指令部件</a:t>
            </a: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a:t>
            </a:r>
            <a:r>
              <a:rPr kumimoji="0" lang="zh-CN" altLang="en-US" sz="2000">
                <a:solidFill>
                  <a:schemeClr val="bg1"/>
                </a:solidFill>
                <a:ea typeface="楷体" panose="02010609060101010101" pitchFamily="49" charset="-122"/>
                <a:cs typeface="Times New Roman" panose="02020603050405020304" pitchFamily="18" charset="0"/>
              </a:rPr>
              <a:t>指令</a:t>
            </a:r>
            <a:r>
              <a:rPr kumimoji="0" lang="en-US" altLang="zh-CN" sz="2000">
                <a:solidFill>
                  <a:schemeClr val="bg1"/>
                </a:solidFill>
                <a:ea typeface="楷体" panose="02010609060101010101" pitchFamily="49" charset="-122"/>
                <a:cs typeface="Times New Roman" panose="02020603050405020304" pitchFamily="18" charset="0"/>
              </a:rPr>
              <a:t>I+k+1)</a:t>
            </a:r>
          </a:p>
        </p:txBody>
      </p:sp>
      <p:sp>
        <p:nvSpPr>
          <p:cNvPr id="80903" name="Rectangle 7">
            <a:extLst>
              <a:ext uri="{FF2B5EF4-FFF2-40B4-BE49-F238E27FC236}">
                <a16:creationId xmlns:a16="http://schemas.microsoft.com/office/drawing/2014/main" id="{F485F492-4548-4E4D-82E6-07A292630522}"/>
              </a:ext>
            </a:extLst>
          </p:cNvPr>
          <p:cNvSpPr>
            <a:spLocks noChangeArrowheads="1"/>
          </p:cNvSpPr>
          <p:nvPr/>
        </p:nvSpPr>
        <p:spPr bwMode="auto">
          <a:xfrm>
            <a:off x="5216525" y="2962275"/>
            <a:ext cx="1414463" cy="1414463"/>
          </a:xfrm>
          <a:prstGeom prst="rect">
            <a:avLst/>
          </a:prstGeom>
          <a:solidFill>
            <a:srgbClr val="00800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a:t>
            </a:r>
            <a:r>
              <a:rPr kumimoji="0" lang="zh-CN" altLang="en-US" sz="2000">
                <a:solidFill>
                  <a:schemeClr val="bg1"/>
                </a:solidFill>
                <a:ea typeface="楷体" panose="02010609060101010101" pitchFamily="49" charset="-122"/>
                <a:cs typeface="Times New Roman" panose="02020603050405020304" pitchFamily="18" charset="0"/>
              </a:rPr>
              <a:t>指令</a:t>
            </a:r>
            <a:r>
              <a:rPr kumimoji="0" lang="en-US" altLang="zh-CN" sz="2000">
                <a:solidFill>
                  <a:schemeClr val="bg1"/>
                </a:solidFill>
                <a:ea typeface="楷体" panose="02010609060101010101" pitchFamily="49" charset="-122"/>
                <a:cs typeface="Times New Roman" panose="02020603050405020304" pitchFamily="18" charset="0"/>
              </a:rPr>
              <a:t>I+k)</a:t>
            </a: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 …</a:t>
            </a: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a:t>
            </a:r>
            <a:r>
              <a:rPr kumimoji="0" lang="zh-CN" altLang="en-US" sz="2000">
                <a:solidFill>
                  <a:schemeClr val="bg1"/>
                </a:solidFill>
                <a:ea typeface="楷体" panose="02010609060101010101" pitchFamily="49" charset="-122"/>
                <a:cs typeface="Times New Roman" panose="02020603050405020304" pitchFamily="18" charset="0"/>
              </a:rPr>
              <a:t>指令</a:t>
            </a:r>
            <a:r>
              <a:rPr kumimoji="0" lang="en-US" altLang="zh-CN" sz="2000">
                <a:solidFill>
                  <a:schemeClr val="bg1"/>
                </a:solidFill>
                <a:ea typeface="楷体" panose="02010609060101010101" pitchFamily="49" charset="-122"/>
                <a:cs typeface="Times New Roman" panose="02020603050405020304" pitchFamily="18" charset="0"/>
              </a:rPr>
              <a:t>I+2)</a:t>
            </a: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a:t>
            </a:r>
            <a:r>
              <a:rPr kumimoji="0" lang="zh-CN" altLang="en-US" sz="2000">
                <a:solidFill>
                  <a:schemeClr val="bg1"/>
                </a:solidFill>
                <a:ea typeface="楷体" panose="02010609060101010101" pitchFamily="49" charset="-122"/>
                <a:cs typeface="Times New Roman" panose="02020603050405020304" pitchFamily="18" charset="0"/>
              </a:rPr>
              <a:t>指令</a:t>
            </a:r>
            <a:r>
              <a:rPr kumimoji="0" lang="en-US" altLang="zh-CN" sz="2000">
                <a:solidFill>
                  <a:schemeClr val="bg1"/>
                </a:solidFill>
                <a:ea typeface="楷体" panose="02010609060101010101" pitchFamily="49" charset="-122"/>
                <a:cs typeface="Times New Roman" panose="02020603050405020304" pitchFamily="18" charset="0"/>
              </a:rPr>
              <a:t>I+1)</a:t>
            </a:r>
          </a:p>
        </p:txBody>
      </p:sp>
      <p:sp>
        <p:nvSpPr>
          <p:cNvPr id="80904" name="Rectangle 8">
            <a:extLst>
              <a:ext uri="{FF2B5EF4-FFF2-40B4-BE49-F238E27FC236}">
                <a16:creationId xmlns:a16="http://schemas.microsoft.com/office/drawing/2014/main" id="{07CF245D-A22E-479B-A7B8-696562AFDD21}"/>
              </a:ext>
            </a:extLst>
          </p:cNvPr>
          <p:cNvSpPr>
            <a:spLocks noChangeArrowheads="1"/>
          </p:cNvSpPr>
          <p:nvPr/>
        </p:nvSpPr>
        <p:spPr bwMode="auto">
          <a:xfrm>
            <a:off x="7188200" y="3154363"/>
            <a:ext cx="1228725" cy="1028700"/>
          </a:xfrm>
          <a:prstGeom prst="rect">
            <a:avLst/>
          </a:prstGeom>
          <a:solidFill>
            <a:srgbClr val="00800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执行部件</a:t>
            </a: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a:t>
            </a:r>
            <a:r>
              <a:rPr kumimoji="0" lang="zh-CN" altLang="en-US" sz="2000">
                <a:solidFill>
                  <a:schemeClr val="bg1"/>
                </a:solidFill>
                <a:ea typeface="楷体" panose="02010609060101010101" pitchFamily="49" charset="-122"/>
                <a:cs typeface="Times New Roman" panose="02020603050405020304" pitchFamily="18" charset="0"/>
              </a:rPr>
              <a:t>指令</a:t>
            </a:r>
            <a:r>
              <a:rPr kumimoji="0" lang="en-US" altLang="zh-CN" sz="2000">
                <a:solidFill>
                  <a:schemeClr val="bg1"/>
                </a:solidFill>
                <a:ea typeface="楷体" panose="02010609060101010101" pitchFamily="49" charset="-122"/>
                <a:cs typeface="Times New Roman" panose="02020603050405020304" pitchFamily="18" charset="0"/>
              </a:rPr>
              <a:t>I)</a:t>
            </a:r>
            <a:endParaRPr kumimoji="0" lang="zh-CN" altLang="en-US" sz="2000">
              <a:solidFill>
                <a:schemeClr val="bg1"/>
              </a:solidFill>
              <a:ea typeface="楷体" panose="02010609060101010101" pitchFamily="49" charset="-122"/>
              <a:cs typeface="Times New Roman" panose="02020603050405020304" pitchFamily="18" charset="0"/>
            </a:endParaRPr>
          </a:p>
        </p:txBody>
      </p:sp>
      <p:sp>
        <p:nvSpPr>
          <p:cNvPr id="80905" name="Line 10">
            <a:extLst>
              <a:ext uri="{FF2B5EF4-FFF2-40B4-BE49-F238E27FC236}">
                <a16:creationId xmlns:a16="http://schemas.microsoft.com/office/drawing/2014/main" id="{85B7BE57-ECFB-4FA7-8EB8-766ACECB3CD1}"/>
              </a:ext>
            </a:extLst>
          </p:cNvPr>
          <p:cNvSpPr>
            <a:spLocks noChangeShapeType="1"/>
          </p:cNvSpPr>
          <p:nvPr/>
        </p:nvSpPr>
        <p:spPr bwMode="auto">
          <a:xfrm>
            <a:off x="1244600" y="3668713"/>
            <a:ext cx="528638"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0906" name="Line 11">
            <a:extLst>
              <a:ext uri="{FF2B5EF4-FFF2-40B4-BE49-F238E27FC236}">
                <a16:creationId xmlns:a16="http://schemas.microsoft.com/office/drawing/2014/main" id="{7E1E83CF-AFAF-4B6D-82E0-004D77D0D13F}"/>
              </a:ext>
            </a:extLst>
          </p:cNvPr>
          <p:cNvSpPr>
            <a:spLocks noChangeShapeType="1"/>
          </p:cNvSpPr>
          <p:nvPr/>
        </p:nvSpPr>
        <p:spPr bwMode="auto">
          <a:xfrm>
            <a:off x="2501900" y="3668713"/>
            <a:ext cx="528638"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0907" name="Line 12">
            <a:extLst>
              <a:ext uri="{FF2B5EF4-FFF2-40B4-BE49-F238E27FC236}">
                <a16:creationId xmlns:a16="http://schemas.microsoft.com/office/drawing/2014/main" id="{A9C9A96A-ECA1-44BE-BBB8-8D7EA4AF38D1}"/>
              </a:ext>
            </a:extLst>
          </p:cNvPr>
          <p:cNvSpPr>
            <a:spLocks noChangeShapeType="1"/>
          </p:cNvSpPr>
          <p:nvPr/>
        </p:nvSpPr>
        <p:spPr bwMode="auto">
          <a:xfrm>
            <a:off x="4673600" y="3668713"/>
            <a:ext cx="528638"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0908" name="Line 13">
            <a:extLst>
              <a:ext uri="{FF2B5EF4-FFF2-40B4-BE49-F238E27FC236}">
                <a16:creationId xmlns:a16="http://schemas.microsoft.com/office/drawing/2014/main" id="{3683093B-5EF9-4E82-8FCB-26FCAC5305A3}"/>
              </a:ext>
            </a:extLst>
          </p:cNvPr>
          <p:cNvSpPr>
            <a:spLocks noChangeShapeType="1"/>
          </p:cNvSpPr>
          <p:nvPr/>
        </p:nvSpPr>
        <p:spPr bwMode="auto">
          <a:xfrm>
            <a:off x="6645275" y="3668713"/>
            <a:ext cx="528638"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0909" name="AutoShape 14">
            <a:extLst>
              <a:ext uri="{FF2B5EF4-FFF2-40B4-BE49-F238E27FC236}">
                <a16:creationId xmlns:a16="http://schemas.microsoft.com/office/drawing/2014/main" id="{15203E4A-237F-4BF3-85BD-A8816039EE45}"/>
              </a:ext>
            </a:extLst>
          </p:cNvPr>
          <p:cNvSpPr>
            <a:spLocks/>
          </p:cNvSpPr>
          <p:nvPr/>
        </p:nvSpPr>
        <p:spPr bwMode="auto">
          <a:xfrm rot="5400000" flipV="1">
            <a:off x="1394619" y="4018757"/>
            <a:ext cx="257175" cy="2014537"/>
          </a:xfrm>
          <a:prstGeom prst="rightBrace">
            <a:avLst>
              <a:gd name="adj1" fmla="val 65278"/>
              <a:gd name="adj2" fmla="val 50000"/>
            </a:avLst>
          </a:prstGeom>
          <a:noFill/>
          <a:ln w="28575">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75823" name="AutoShape 15">
            <a:extLst>
              <a:ext uri="{FF2B5EF4-FFF2-40B4-BE49-F238E27FC236}">
                <a16:creationId xmlns:a16="http://schemas.microsoft.com/office/drawing/2014/main" id="{8EC5CA08-E4E4-E946-9C46-42BD54DE4D34}"/>
              </a:ext>
            </a:extLst>
          </p:cNvPr>
          <p:cNvSpPr>
            <a:spLocks/>
          </p:cNvSpPr>
          <p:nvPr/>
        </p:nvSpPr>
        <p:spPr bwMode="auto">
          <a:xfrm rot="5400000" flipV="1">
            <a:off x="5566569" y="2340769"/>
            <a:ext cx="242888" cy="5372100"/>
          </a:xfrm>
          <a:prstGeom prst="rightBrace">
            <a:avLst>
              <a:gd name="adj1" fmla="val 184313"/>
              <a:gd name="adj2" fmla="val 50000"/>
            </a:avLst>
          </a:prstGeom>
          <a:noFill/>
          <a:ln w="28575">
            <a:solidFill>
              <a:schemeClr val="tx1"/>
            </a:solidFill>
            <a:round/>
            <a:headEnd/>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0911" name="Text Box 16">
            <a:extLst>
              <a:ext uri="{FF2B5EF4-FFF2-40B4-BE49-F238E27FC236}">
                <a16:creationId xmlns:a16="http://schemas.microsoft.com/office/drawing/2014/main" id="{59296A85-9A3D-45B1-9920-AD7E37170455}"/>
              </a:ext>
            </a:extLst>
          </p:cNvPr>
          <p:cNvSpPr txBox="1">
            <a:spLocks noChangeArrowheads="1"/>
          </p:cNvSpPr>
          <p:nvPr/>
        </p:nvSpPr>
        <p:spPr bwMode="auto">
          <a:xfrm>
            <a:off x="658813" y="5080000"/>
            <a:ext cx="1716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ea typeface="楷体" panose="02010609060101010101" pitchFamily="49" charset="-122"/>
                <a:cs typeface="Times New Roman" panose="02020603050405020304" pitchFamily="18" charset="0"/>
              </a:rPr>
              <a:t>存储器体系</a:t>
            </a:r>
          </a:p>
        </p:txBody>
      </p:sp>
      <p:sp>
        <p:nvSpPr>
          <p:cNvPr id="80912" name="Text Box 17">
            <a:extLst>
              <a:ext uri="{FF2B5EF4-FFF2-40B4-BE49-F238E27FC236}">
                <a16:creationId xmlns:a16="http://schemas.microsoft.com/office/drawing/2014/main" id="{8EBE8C05-67FF-40C4-B60F-459E16C06A83}"/>
              </a:ext>
            </a:extLst>
          </p:cNvPr>
          <p:cNvSpPr txBox="1">
            <a:spLocks noChangeArrowheads="1"/>
          </p:cNvSpPr>
          <p:nvPr/>
        </p:nvSpPr>
        <p:spPr bwMode="auto">
          <a:xfrm>
            <a:off x="4505638" y="5067300"/>
            <a:ext cx="23647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ea typeface="楷体" panose="02010609060101010101" pitchFamily="49" charset="-122"/>
                <a:cs typeface="Times New Roman" panose="02020603050405020304" pitchFamily="18" charset="0"/>
              </a:rPr>
              <a:t>流水方式的</a:t>
            </a:r>
            <a:r>
              <a:rPr kumimoji="0" lang="en-US" altLang="zh-CN" sz="2400">
                <a:ea typeface="楷体" panose="02010609060101010101" pitchFamily="49" charset="-122"/>
                <a:cs typeface="Times New Roman" panose="02020603050405020304" pitchFamily="18" charset="0"/>
              </a:rPr>
              <a:t>CPU</a:t>
            </a:r>
          </a:p>
        </p:txBody>
      </p:sp>
      <p:sp>
        <p:nvSpPr>
          <p:cNvPr id="80913" name="Text Box 18">
            <a:extLst>
              <a:ext uri="{FF2B5EF4-FFF2-40B4-BE49-F238E27FC236}">
                <a16:creationId xmlns:a16="http://schemas.microsoft.com/office/drawing/2014/main" id="{F0020543-A707-4690-8838-8F020C574843}"/>
              </a:ext>
            </a:extLst>
          </p:cNvPr>
          <p:cNvSpPr txBox="1">
            <a:spLocks noChangeArrowheads="1"/>
          </p:cNvSpPr>
          <p:nvPr/>
        </p:nvSpPr>
        <p:spPr bwMode="auto">
          <a:xfrm>
            <a:off x="2957513" y="1846263"/>
            <a:ext cx="197326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取指令</a:t>
            </a:r>
          </a:p>
          <a:p>
            <a:pP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指令译码</a:t>
            </a:r>
          </a:p>
          <a:p>
            <a:pP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计算操作数地址</a:t>
            </a:r>
          </a:p>
          <a:p>
            <a:pP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取操作数</a:t>
            </a:r>
          </a:p>
        </p:txBody>
      </p:sp>
      <p:sp>
        <p:nvSpPr>
          <p:cNvPr id="80914" name="Text Box 19">
            <a:extLst>
              <a:ext uri="{FF2B5EF4-FFF2-40B4-BE49-F238E27FC236}">
                <a16:creationId xmlns:a16="http://schemas.microsoft.com/office/drawing/2014/main" id="{2DC33DA2-8554-47D2-9E95-92357D64E39B}"/>
              </a:ext>
            </a:extLst>
          </p:cNvPr>
          <p:cNvSpPr txBox="1">
            <a:spLocks noChangeArrowheads="1"/>
          </p:cNvSpPr>
          <p:nvPr/>
        </p:nvSpPr>
        <p:spPr bwMode="auto">
          <a:xfrm>
            <a:off x="5143500" y="2270125"/>
            <a:ext cx="12065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FIFO</a:t>
            </a:r>
          </a:p>
          <a:p>
            <a:pP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指令队列</a:t>
            </a:r>
          </a:p>
        </p:txBody>
      </p:sp>
      <p:sp>
        <p:nvSpPr>
          <p:cNvPr id="80915" name="Text Box 20">
            <a:extLst>
              <a:ext uri="{FF2B5EF4-FFF2-40B4-BE49-F238E27FC236}">
                <a16:creationId xmlns:a16="http://schemas.microsoft.com/office/drawing/2014/main" id="{61F276C5-7157-42DB-9FE3-BBFF792719C5}"/>
              </a:ext>
            </a:extLst>
          </p:cNvPr>
          <p:cNvSpPr txBox="1">
            <a:spLocks noChangeArrowheads="1"/>
          </p:cNvSpPr>
          <p:nvPr/>
        </p:nvSpPr>
        <p:spPr bwMode="auto">
          <a:xfrm>
            <a:off x="7100888" y="2489200"/>
            <a:ext cx="14620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算术逻辑运</a:t>
            </a:r>
          </a:p>
          <a:p>
            <a:pPr eaLnBrk="1" hangingPunct="1">
              <a:spcBef>
                <a:spcPct val="0"/>
              </a:spcBef>
              <a:buClrTx/>
              <a:buFontTx/>
              <a:buNone/>
            </a:pPr>
            <a:r>
              <a:rPr kumimoji="0" lang="zh-CN" altLang="en-US" sz="2000">
                <a:ea typeface="楷体" panose="02010609060101010101" pitchFamily="49" charset="-122"/>
                <a:cs typeface="Times New Roman" panose="02020603050405020304" pitchFamily="18" charset="0"/>
              </a:rPr>
              <a:t>算流水线</a:t>
            </a:r>
          </a:p>
        </p:txBody>
      </p:sp>
    </p:spTree>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a:extLst>
              <a:ext uri="{FF2B5EF4-FFF2-40B4-BE49-F238E27FC236}">
                <a16:creationId xmlns:a16="http://schemas.microsoft.com/office/drawing/2014/main" id="{5D183954-FD9D-2E46-9E54-DE9D63A7C688}"/>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指令处理的分解</a:t>
            </a:r>
          </a:p>
        </p:txBody>
      </p:sp>
      <p:sp>
        <p:nvSpPr>
          <p:cNvPr id="82946" name="Rectangle 3">
            <a:extLst>
              <a:ext uri="{FF2B5EF4-FFF2-40B4-BE49-F238E27FC236}">
                <a16:creationId xmlns:a16="http://schemas.microsoft.com/office/drawing/2014/main" id="{D606DDA0-8632-42F5-B616-FD436D659EBE}"/>
              </a:ext>
            </a:extLst>
          </p:cNvPr>
          <p:cNvSpPr>
            <a:spLocks noGrp="1" noChangeArrowheads="1"/>
          </p:cNvSpPr>
          <p:nvPr>
            <p:ph idx="1"/>
          </p:nvPr>
        </p:nvSpPr>
        <p:spPr/>
        <p:txBody>
          <a:bodyPr/>
          <a:lstStyle/>
          <a:p>
            <a:pPr eaLnBrk="1" hangingPunct="1"/>
            <a:r>
              <a:rPr lang="zh-CN" altLang="en-US">
                <a:cs typeface="Times New Roman" panose="02020603050405020304" pitchFamily="18" charset="0"/>
              </a:rPr>
              <a:t>为了实现流水，把输入的任务（或过程）分割为一系列子任务，并使各子任务能在流水线的各个阶段并发地执行</a:t>
            </a:r>
          </a:p>
          <a:p>
            <a:pPr eaLnBrk="1" hangingPunct="1"/>
            <a:r>
              <a:rPr lang="zh-CN" altLang="en-US">
                <a:cs typeface="Times New Roman" panose="02020603050405020304" pitchFamily="18" charset="0"/>
              </a:rPr>
              <a:t>当任务连续不断地输入流水线时，在流水线的输出端便连续不断地吐出执行结果，从而实现了子任务级的并行性</a:t>
            </a:r>
          </a:p>
          <a:p>
            <a:pPr eaLnBrk="1" hangingPunct="1"/>
            <a:r>
              <a:rPr lang="en-US" altLang="zh-CN"/>
              <a:t>IF</a:t>
            </a:r>
            <a:r>
              <a:rPr lang="zh-CN" altLang="en-US"/>
              <a:t>（</a:t>
            </a:r>
            <a:r>
              <a:rPr lang="en-US" altLang="zh-CN"/>
              <a:t>Instruction Fetch</a:t>
            </a:r>
            <a:r>
              <a:rPr lang="zh-CN" altLang="en-US"/>
              <a:t>取指）   </a:t>
            </a:r>
          </a:p>
          <a:p>
            <a:pPr eaLnBrk="1" hangingPunct="1"/>
            <a:r>
              <a:rPr lang="en-US" altLang="zh-CN"/>
              <a:t>ID</a:t>
            </a:r>
            <a:r>
              <a:rPr lang="zh-CN" altLang="en-US"/>
              <a:t>（</a:t>
            </a:r>
            <a:r>
              <a:rPr lang="en-US" altLang="zh-CN"/>
              <a:t>Instruction Decode</a:t>
            </a:r>
            <a:r>
              <a:rPr lang="zh-CN" altLang="en-US"/>
              <a:t>指令译码）</a:t>
            </a:r>
          </a:p>
          <a:p>
            <a:pPr eaLnBrk="1" hangingPunct="1"/>
            <a:r>
              <a:rPr lang="en-US" altLang="zh-CN"/>
              <a:t>EX</a:t>
            </a:r>
            <a:r>
              <a:rPr lang="zh-CN" altLang="en-US"/>
              <a:t>（</a:t>
            </a:r>
            <a:r>
              <a:rPr lang="en-US" altLang="zh-CN"/>
              <a:t>Execution</a:t>
            </a:r>
            <a:r>
              <a:rPr lang="zh-CN" altLang="en-US"/>
              <a:t>执行）           </a:t>
            </a:r>
          </a:p>
          <a:p>
            <a:pPr eaLnBrk="1" hangingPunct="1"/>
            <a:r>
              <a:rPr lang="en-US" altLang="zh-CN"/>
              <a:t>WB</a:t>
            </a:r>
            <a:r>
              <a:rPr lang="zh-CN" altLang="en-US"/>
              <a:t>（</a:t>
            </a:r>
            <a:r>
              <a:rPr lang="en-US" altLang="zh-CN"/>
              <a:t>Write Back</a:t>
            </a:r>
            <a:r>
              <a:rPr lang="zh-CN" altLang="en-US"/>
              <a:t>写回）</a:t>
            </a:r>
            <a:endParaRPr lang="en-US" altLang="zh-CN"/>
          </a:p>
        </p:txBody>
      </p:sp>
    </p:spTree>
  </p:cSld>
  <p:clrMapOvr>
    <a:masterClrMapping/>
  </p:clrMapOvr>
  <p:transition spd="med">
    <p:pull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a:extLst>
              <a:ext uri="{FF2B5EF4-FFF2-40B4-BE49-F238E27FC236}">
                <a16:creationId xmlns:a16="http://schemas.microsoft.com/office/drawing/2014/main" id="{6386AB34-2CE5-E941-9457-CB97CB36A897}"/>
              </a:ext>
            </a:extLst>
          </p:cNvPr>
          <p:cNvSpPr>
            <a:spLocks noGrp="1" noChangeArrowheads="1"/>
          </p:cNvSpPr>
          <p:nvPr>
            <p:ph type="title"/>
          </p:nvPr>
        </p:nvSpPr>
        <p:spPr/>
        <p:txBody>
          <a:bodyPr/>
          <a:lstStyle/>
          <a:p>
            <a:pPr eaLnBrk="1" hangingPunct="1"/>
            <a:r>
              <a:rPr lang="en-US" altLang="zh-CN">
                <a:cs typeface="Times New Roman" panose="02020603050405020304" pitchFamily="18" charset="0"/>
              </a:rPr>
              <a:t>4</a:t>
            </a:r>
            <a:r>
              <a:rPr lang="zh-CN" altLang="en-US">
                <a:cs typeface="Times New Roman" panose="02020603050405020304" pitchFamily="18" charset="0"/>
              </a:rPr>
              <a:t>级指令流水线</a:t>
            </a:r>
          </a:p>
        </p:txBody>
      </p:sp>
      <p:sp>
        <p:nvSpPr>
          <p:cNvPr id="83970" name="Rectangle 3">
            <a:extLst>
              <a:ext uri="{FF2B5EF4-FFF2-40B4-BE49-F238E27FC236}">
                <a16:creationId xmlns:a16="http://schemas.microsoft.com/office/drawing/2014/main" id="{09033CCA-C7A3-470E-848E-98809082E56E}"/>
              </a:ext>
            </a:extLst>
          </p:cNvPr>
          <p:cNvSpPr>
            <a:spLocks noGrp="1" noChangeArrowheads="1"/>
          </p:cNvSpPr>
          <p:nvPr>
            <p:ph idx="1"/>
          </p:nvPr>
        </p:nvSpPr>
        <p:spPr/>
        <p:txBody>
          <a:bodyPr/>
          <a:lstStyle/>
          <a:p>
            <a:pPr eaLnBrk="1" hangingPunct="1"/>
            <a:r>
              <a:rPr lang="zh-CN" altLang="en-US">
                <a:cs typeface="Times New Roman" panose="02020603050405020304" pitchFamily="18" charset="0"/>
              </a:rPr>
              <a:t>一个指令的流水线阶段</a:t>
            </a:r>
          </a:p>
          <a:p>
            <a:pPr eaLnBrk="1" hangingPunct="1"/>
            <a:endParaRPr lang="zh-CN" altLang="en-US">
              <a:cs typeface="Times New Roman" panose="02020603050405020304" pitchFamily="18" charset="0"/>
            </a:endParaRPr>
          </a:p>
          <a:p>
            <a:pPr eaLnBrk="1" hangingPunct="1"/>
            <a:endParaRPr lang="zh-CN" altLang="en-US">
              <a:cs typeface="Times New Roman" panose="02020603050405020304" pitchFamily="18" charset="0"/>
            </a:endParaRPr>
          </a:p>
          <a:p>
            <a:pPr eaLnBrk="1" hangingPunct="1"/>
            <a:endParaRPr lang="zh-CN" altLang="en-US">
              <a:cs typeface="Times New Roman" panose="02020603050405020304" pitchFamily="18" charset="0"/>
            </a:endParaRPr>
          </a:p>
          <a:p>
            <a:pPr eaLnBrk="1" hangingPunct="1"/>
            <a:endParaRPr lang="zh-CN" altLang="en-US">
              <a:cs typeface="Times New Roman" panose="02020603050405020304" pitchFamily="18" charset="0"/>
            </a:endParaRPr>
          </a:p>
          <a:p>
            <a:pPr eaLnBrk="1" hangingPunct="1"/>
            <a:r>
              <a:rPr kumimoji="0" lang="zh-CN" altLang="en-US"/>
              <a:t>各阶段之间设有高速缓冲寄存器，以暂时保存上一过程段子任务处理的结果</a:t>
            </a:r>
          </a:p>
          <a:p>
            <a:pPr eaLnBrk="1" hangingPunct="1"/>
            <a:r>
              <a:rPr kumimoji="0" lang="zh-CN" altLang="en-US"/>
              <a:t>在统一的时钟信号控制下，数据从一个阶段流向相邻下一阶段</a:t>
            </a:r>
          </a:p>
        </p:txBody>
      </p:sp>
      <p:sp>
        <p:nvSpPr>
          <p:cNvPr id="83972" name="Rectangle 4">
            <a:extLst>
              <a:ext uri="{FF2B5EF4-FFF2-40B4-BE49-F238E27FC236}">
                <a16:creationId xmlns:a16="http://schemas.microsoft.com/office/drawing/2014/main" id="{C019B3D4-3808-4A2C-8B6A-E7B0707B9AD4}"/>
              </a:ext>
            </a:extLst>
          </p:cNvPr>
          <p:cNvSpPr>
            <a:spLocks noChangeArrowheads="1"/>
          </p:cNvSpPr>
          <p:nvPr/>
        </p:nvSpPr>
        <p:spPr bwMode="auto">
          <a:xfrm>
            <a:off x="2257425" y="2303463"/>
            <a:ext cx="700088" cy="600075"/>
          </a:xfrm>
          <a:prstGeom prst="rect">
            <a:avLst/>
          </a:prstGeom>
          <a:solidFill>
            <a:schemeClr val="accent1"/>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IF</a:t>
            </a:r>
          </a:p>
        </p:txBody>
      </p:sp>
      <p:sp>
        <p:nvSpPr>
          <p:cNvPr id="83973" name="Rectangle 5">
            <a:extLst>
              <a:ext uri="{FF2B5EF4-FFF2-40B4-BE49-F238E27FC236}">
                <a16:creationId xmlns:a16="http://schemas.microsoft.com/office/drawing/2014/main" id="{32AF2055-E3BB-4C13-A33A-2FEE4B3D9ABA}"/>
              </a:ext>
            </a:extLst>
          </p:cNvPr>
          <p:cNvSpPr>
            <a:spLocks noChangeArrowheads="1"/>
          </p:cNvSpPr>
          <p:nvPr/>
        </p:nvSpPr>
        <p:spPr bwMode="auto">
          <a:xfrm>
            <a:off x="3543300" y="2303463"/>
            <a:ext cx="700088" cy="600075"/>
          </a:xfrm>
          <a:prstGeom prst="rect">
            <a:avLst/>
          </a:prstGeom>
          <a:solidFill>
            <a:schemeClr val="accent1"/>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ID</a:t>
            </a:r>
          </a:p>
        </p:txBody>
      </p:sp>
      <p:sp>
        <p:nvSpPr>
          <p:cNvPr id="83974" name="Rectangle 6">
            <a:extLst>
              <a:ext uri="{FF2B5EF4-FFF2-40B4-BE49-F238E27FC236}">
                <a16:creationId xmlns:a16="http://schemas.microsoft.com/office/drawing/2014/main" id="{3FDB8E3E-4E15-4798-B32D-CEC0108455F4}"/>
              </a:ext>
            </a:extLst>
          </p:cNvPr>
          <p:cNvSpPr>
            <a:spLocks noChangeArrowheads="1"/>
          </p:cNvSpPr>
          <p:nvPr/>
        </p:nvSpPr>
        <p:spPr bwMode="auto">
          <a:xfrm>
            <a:off x="4829175" y="2303463"/>
            <a:ext cx="700088" cy="600075"/>
          </a:xfrm>
          <a:prstGeom prst="rect">
            <a:avLst/>
          </a:prstGeom>
          <a:solidFill>
            <a:schemeClr val="accent1"/>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EX</a:t>
            </a:r>
          </a:p>
        </p:txBody>
      </p:sp>
      <p:sp>
        <p:nvSpPr>
          <p:cNvPr id="83975" name="Rectangle 7">
            <a:extLst>
              <a:ext uri="{FF2B5EF4-FFF2-40B4-BE49-F238E27FC236}">
                <a16:creationId xmlns:a16="http://schemas.microsoft.com/office/drawing/2014/main" id="{BB894F7F-12EB-482C-9DAE-B8432C0CAB4A}"/>
              </a:ext>
            </a:extLst>
          </p:cNvPr>
          <p:cNvSpPr>
            <a:spLocks noChangeArrowheads="1"/>
          </p:cNvSpPr>
          <p:nvPr/>
        </p:nvSpPr>
        <p:spPr bwMode="auto">
          <a:xfrm>
            <a:off x="6115050" y="2303463"/>
            <a:ext cx="700088" cy="600075"/>
          </a:xfrm>
          <a:prstGeom prst="rect">
            <a:avLst/>
          </a:prstGeom>
          <a:solidFill>
            <a:schemeClr val="accent1"/>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WB</a:t>
            </a:r>
          </a:p>
        </p:txBody>
      </p:sp>
      <p:sp>
        <p:nvSpPr>
          <p:cNvPr id="83976" name="Text Box 8">
            <a:extLst>
              <a:ext uri="{FF2B5EF4-FFF2-40B4-BE49-F238E27FC236}">
                <a16:creationId xmlns:a16="http://schemas.microsoft.com/office/drawing/2014/main" id="{163F67FC-D495-44C3-B1D3-D992C7D39CC1}"/>
              </a:ext>
            </a:extLst>
          </p:cNvPr>
          <p:cNvSpPr txBox="1">
            <a:spLocks noChangeArrowheads="1"/>
          </p:cNvSpPr>
          <p:nvPr/>
        </p:nvSpPr>
        <p:spPr bwMode="auto">
          <a:xfrm>
            <a:off x="2353225" y="1827213"/>
            <a:ext cx="5100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S1</a:t>
            </a:r>
          </a:p>
        </p:txBody>
      </p:sp>
      <p:sp>
        <p:nvSpPr>
          <p:cNvPr id="83977" name="Text Box 9">
            <a:extLst>
              <a:ext uri="{FF2B5EF4-FFF2-40B4-BE49-F238E27FC236}">
                <a16:creationId xmlns:a16="http://schemas.microsoft.com/office/drawing/2014/main" id="{A6B61481-563D-48D1-8877-D60861962D5D}"/>
              </a:ext>
            </a:extLst>
          </p:cNvPr>
          <p:cNvSpPr txBox="1">
            <a:spLocks noChangeArrowheads="1"/>
          </p:cNvSpPr>
          <p:nvPr/>
        </p:nvSpPr>
        <p:spPr bwMode="auto">
          <a:xfrm>
            <a:off x="3637512" y="1827213"/>
            <a:ext cx="5100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S2</a:t>
            </a:r>
          </a:p>
        </p:txBody>
      </p:sp>
      <p:sp>
        <p:nvSpPr>
          <p:cNvPr id="83978" name="Text Box 10">
            <a:extLst>
              <a:ext uri="{FF2B5EF4-FFF2-40B4-BE49-F238E27FC236}">
                <a16:creationId xmlns:a16="http://schemas.microsoft.com/office/drawing/2014/main" id="{7B1F1671-9109-4712-83C5-5C9C4AB01083}"/>
              </a:ext>
            </a:extLst>
          </p:cNvPr>
          <p:cNvSpPr txBox="1">
            <a:spLocks noChangeArrowheads="1"/>
          </p:cNvSpPr>
          <p:nvPr/>
        </p:nvSpPr>
        <p:spPr bwMode="auto">
          <a:xfrm>
            <a:off x="4923387" y="1827213"/>
            <a:ext cx="5100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S3</a:t>
            </a:r>
          </a:p>
        </p:txBody>
      </p:sp>
      <p:sp>
        <p:nvSpPr>
          <p:cNvPr id="83979" name="Text Box 11">
            <a:extLst>
              <a:ext uri="{FF2B5EF4-FFF2-40B4-BE49-F238E27FC236}">
                <a16:creationId xmlns:a16="http://schemas.microsoft.com/office/drawing/2014/main" id="{52B2B97A-4DF6-4351-8135-AECA3C5F5246}"/>
              </a:ext>
            </a:extLst>
          </p:cNvPr>
          <p:cNvSpPr txBox="1">
            <a:spLocks noChangeArrowheads="1"/>
          </p:cNvSpPr>
          <p:nvPr/>
        </p:nvSpPr>
        <p:spPr bwMode="auto">
          <a:xfrm>
            <a:off x="6209262" y="1827213"/>
            <a:ext cx="5100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S4</a:t>
            </a:r>
          </a:p>
        </p:txBody>
      </p:sp>
      <p:sp>
        <p:nvSpPr>
          <p:cNvPr id="83980" name="Text Box 12">
            <a:extLst>
              <a:ext uri="{FF2B5EF4-FFF2-40B4-BE49-F238E27FC236}">
                <a16:creationId xmlns:a16="http://schemas.microsoft.com/office/drawing/2014/main" id="{42708293-A9A1-403A-9E07-50191A2B081C}"/>
              </a:ext>
            </a:extLst>
          </p:cNvPr>
          <p:cNvSpPr txBox="1">
            <a:spLocks noChangeArrowheads="1"/>
          </p:cNvSpPr>
          <p:nvPr/>
        </p:nvSpPr>
        <p:spPr bwMode="auto">
          <a:xfrm>
            <a:off x="1130300" y="2343150"/>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800">
                <a:ea typeface="楷体" panose="02010609060101010101" pitchFamily="49" charset="-122"/>
                <a:cs typeface="Times New Roman" panose="02020603050405020304" pitchFamily="18" charset="0"/>
              </a:rPr>
              <a:t>入</a:t>
            </a:r>
          </a:p>
        </p:txBody>
      </p:sp>
      <p:sp>
        <p:nvSpPr>
          <p:cNvPr id="83981" name="Text Box 13">
            <a:extLst>
              <a:ext uri="{FF2B5EF4-FFF2-40B4-BE49-F238E27FC236}">
                <a16:creationId xmlns:a16="http://schemas.microsoft.com/office/drawing/2014/main" id="{CAC66ABD-EB40-45B1-8B4F-13072B85B3D5}"/>
              </a:ext>
            </a:extLst>
          </p:cNvPr>
          <p:cNvSpPr txBox="1">
            <a:spLocks noChangeArrowheads="1"/>
          </p:cNvSpPr>
          <p:nvPr/>
        </p:nvSpPr>
        <p:spPr bwMode="auto">
          <a:xfrm>
            <a:off x="7402513" y="2344738"/>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800">
                <a:ea typeface="楷体" panose="02010609060101010101" pitchFamily="49" charset="-122"/>
                <a:cs typeface="Times New Roman" panose="02020603050405020304" pitchFamily="18" charset="0"/>
              </a:rPr>
              <a:t>出</a:t>
            </a:r>
          </a:p>
        </p:txBody>
      </p:sp>
      <p:sp>
        <p:nvSpPr>
          <p:cNvPr id="83982" name="Line 15">
            <a:extLst>
              <a:ext uri="{FF2B5EF4-FFF2-40B4-BE49-F238E27FC236}">
                <a16:creationId xmlns:a16="http://schemas.microsoft.com/office/drawing/2014/main" id="{FC62886F-5454-4F8A-B714-B6A97C6D4A1A}"/>
              </a:ext>
            </a:extLst>
          </p:cNvPr>
          <p:cNvSpPr>
            <a:spLocks noChangeShapeType="1"/>
          </p:cNvSpPr>
          <p:nvPr/>
        </p:nvSpPr>
        <p:spPr bwMode="auto">
          <a:xfrm>
            <a:off x="2971800" y="2603500"/>
            <a:ext cx="5715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3983" name="Line 16">
            <a:extLst>
              <a:ext uri="{FF2B5EF4-FFF2-40B4-BE49-F238E27FC236}">
                <a16:creationId xmlns:a16="http://schemas.microsoft.com/office/drawing/2014/main" id="{BE876599-8139-4368-96F3-7ABE221C8659}"/>
              </a:ext>
            </a:extLst>
          </p:cNvPr>
          <p:cNvSpPr>
            <a:spLocks noChangeShapeType="1"/>
          </p:cNvSpPr>
          <p:nvPr/>
        </p:nvSpPr>
        <p:spPr bwMode="auto">
          <a:xfrm>
            <a:off x="4257675" y="2603500"/>
            <a:ext cx="5715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3984" name="Line 17">
            <a:extLst>
              <a:ext uri="{FF2B5EF4-FFF2-40B4-BE49-F238E27FC236}">
                <a16:creationId xmlns:a16="http://schemas.microsoft.com/office/drawing/2014/main" id="{5E817B58-20DC-41D6-9C45-C3551BAB096F}"/>
              </a:ext>
            </a:extLst>
          </p:cNvPr>
          <p:cNvSpPr>
            <a:spLocks noChangeShapeType="1"/>
          </p:cNvSpPr>
          <p:nvPr/>
        </p:nvSpPr>
        <p:spPr bwMode="auto">
          <a:xfrm>
            <a:off x="5543550" y="2603500"/>
            <a:ext cx="5715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3985" name="Line 18">
            <a:extLst>
              <a:ext uri="{FF2B5EF4-FFF2-40B4-BE49-F238E27FC236}">
                <a16:creationId xmlns:a16="http://schemas.microsoft.com/office/drawing/2014/main" id="{5464DCBF-CA18-4C91-91F5-BEA31D2AAB5B}"/>
              </a:ext>
            </a:extLst>
          </p:cNvPr>
          <p:cNvSpPr>
            <a:spLocks noChangeShapeType="1"/>
          </p:cNvSpPr>
          <p:nvPr/>
        </p:nvSpPr>
        <p:spPr bwMode="auto">
          <a:xfrm>
            <a:off x="1671638" y="2603500"/>
            <a:ext cx="5715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3986" name="Line 19">
            <a:extLst>
              <a:ext uri="{FF2B5EF4-FFF2-40B4-BE49-F238E27FC236}">
                <a16:creationId xmlns:a16="http://schemas.microsoft.com/office/drawing/2014/main" id="{413B4A66-D510-4EA5-A055-DC688D00605F}"/>
              </a:ext>
            </a:extLst>
          </p:cNvPr>
          <p:cNvSpPr>
            <a:spLocks noChangeShapeType="1"/>
          </p:cNvSpPr>
          <p:nvPr/>
        </p:nvSpPr>
        <p:spPr bwMode="auto">
          <a:xfrm>
            <a:off x="6829425" y="2603500"/>
            <a:ext cx="5715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a:extLst>
              <a:ext uri="{FF2B5EF4-FFF2-40B4-BE49-F238E27FC236}">
                <a16:creationId xmlns:a16="http://schemas.microsoft.com/office/drawing/2014/main" id="{6A8DCF84-164C-7D4E-B136-D984C48CE87F}"/>
              </a:ext>
            </a:extLst>
          </p:cNvPr>
          <p:cNvSpPr>
            <a:spLocks noGrp="1" noChangeArrowheads="1"/>
          </p:cNvSpPr>
          <p:nvPr>
            <p:ph type="title"/>
          </p:nvPr>
        </p:nvSpPr>
        <p:spPr/>
        <p:txBody>
          <a:bodyPr/>
          <a:lstStyle/>
          <a:p>
            <a:pPr eaLnBrk="1" hangingPunct="1"/>
            <a:r>
              <a:rPr lang="zh-CN" altLang="en-US"/>
              <a:t>流水硬件基本结构</a:t>
            </a:r>
          </a:p>
        </p:txBody>
      </p:sp>
      <p:sp>
        <p:nvSpPr>
          <p:cNvPr id="84994" name="Rectangle 6">
            <a:extLst>
              <a:ext uri="{FF2B5EF4-FFF2-40B4-BE49-F238E27FC236}">
                <a16:creationId xmlns:a16="http://schemas.microsoft.com/office/drawing/2014/main" id="{527DA29E-CBE6-49AD-8D23-826D6090D94C}"/>
              </a:ext>
            </a:extLst>
          </p:cNvPr>
          <p:cNvSpPr>
            <a:spLocks noGrp="1" noChangeArrowheads="1"/>
          </p:cNvSpPr>
          <p:nvPr>
            <p:ph idx="1"/>
          </p:nvPr>
        </p:nvSpPr>
        <p:spPr/>
        <p:txBody>
          <a:bodyPr/>
          <a:lstStyle/>
          <a:p>
            <a:pPr marL="268288" lvl="1" indent="11113" algn="just" eaLnBrk="1" hangingPunct="1">
              <a:buFont typeface="Wingdings" panose="05000000000000000000" pitchFamily="2" charset="2"/>
              <a:buNone/>
            </a:pPr>
            <a:r>
              <a:rPr lang="zh-CN" altLang="en-US" sz="3200" b="0" dirty="0">
                <a:latin typeface="宋体" panose="02010600030101010101" pitchFamily="2" charset="-122"/>
              </a:rPr>
              <a:t>设阶段</a:t>
            </a:r>
            <a:r>
              <a:rPr lang="en-US" altLang="zh-CN" sz="3200" b="0" dirty="0">
                <a:latin typeface="宋体" panose="02010600030101010101" pitchFamily="2" charset="-122"/>
                <a:cs typeface="Times New Roman" panose="02020603050405020304" pitchFamily="18" charset="0"/>
              </a:rPr>
              <a:t>S</a:t>
            </a:r>
            <a:r>
              <a:rPr lang="en-US" altLang="zh-CN" sz="3200" b="0" baseline="-30000" dirty="0">
                <a:latin typeface="宋体" panose="02010600030101010101" pitchFamily="2" charset="-122"/>
                <a:cs typeface="Times New Roman" panose="02020603050405020304" pitchFamily="18" charset="0"/>
              </a:rPr>
              <a:t>i</a:t>
            </a:r>
            <a:r>
              <a:rPr lang="zh-CN" altLang="en-US" sz="3200" b="0" dirty="0">
                <a:latin typeface="宋体" panose="02010600030101010101" pitchFamily="2" charset="-122"/>
              </a:rPr>
              <a:t>所需的时间为</a:t>
            </a:r>
            <a:r>
              <a:rPr lang="en-US" altLang="zh-CN" sz="3200" b="0" dirty="0" err="1">
                <a:latin typeface="宋体" panose="02010600030101010101" pitchFamily="2" charset="-122"/>
                <a:cs typeface="Times New Roman" panose="02020603050405020304" pitchFamily="18" charset="0"/>
              </a:rPr>
              <a:t>τ</a:t>
            </a:r>
            <a:r>
              <a:rPr lang="en-US" altLang="zh-CN" sz="3200" b="0" baseline="-30000" dirty="0" err="1">
                <a:latin typeface="宋体" panose="02010600030101010101" pitchFamily="2" charset="-122"/>
                <a:cs typeface="Times New Roman" panose="02020603050405020304" pitchFamily="18" charset="0"/>
              </a:rPr>
              <a:t>i</a:t>
            </a:r>
            <a:r>
              <a:rPr lang="en-US" altLang="zh-CN" sz="3200" b="0" dirty="0">
                <a:latin typeface="宋体" panose="02010600030101010101" pitchFamily="2" charset="-122"/>
                <a:cs typeface="Times New Roman" panose="02020603050405020304" pitchFamily="18" charset="0"/>
              </a:rPr>
              <a:t>,</a:t>
            </a:r>
            <a:r>
              <a:rPr lang="zh-CN" altLang="en-US" sz="3200" b="0" dirty="0">
                <a:latin typeface="宋体" panose="02010600030101010101" pitchFamily="2" charset="-122"/>
              </a:rPr>
              <a:t>缓冲寄存器的延时为</a:t>
            </a:r>
            <a:r>
              <a:rPr lang="en-US" altLang="zh-CN" sz="3200" b="0" dirty="0" err="1">
                <a:latin typeface="宋体" panose="02010600030101010101" pitchFamily="2" charset="-122"/>
                <a:cs typeface="Times New Roman" panose="02020603050405020304" pitchFamily="18" charset="0"/>
              </a:rPr>
              <a:t>τ</a:t>
            </a:r>
            <a:r>
              <a:rPr lang="en-US" altLang="zh-CN" sz="3200" b="0" baseline="-30000" dirty="0" err="1">
                <a:latin typeface="宋体" panose="02010600030101010101" pitchFamily="2" charset="-122"/>
                <a:cs typeface="Times New Roman" panose="02020603050405020304" pitchFamily="18" charset="0"/>
              </a:rPr>
              <a:t>l</a:t>
            </a:r>
            <a:r>
              <a:rPr lang="en-US" altLang="zh-CN" sz="3200" b="0" dirty="0">
                <a:latin typeface="宋体" panose="02010600030101010101" pitchFamily="2" charset="-122"/>
                <a:cs typeface="Times New Roman" panose="02020603050405020304" pitchFamily="18" charset="0"/>
              </a:rPr>
              <a:t>,</a:t>
            </a:r>
            <a:r>
              <a:rPr lang="zh-CN" altLang="en-US" sz="3200" b="0" dirty="0">
                <a:latin typeface="宋体" panose="02010600030101010101" pitchFamily="2" charset="-122"/>
              </a:rPr>
              <a:t>线性流水线的时钟周期定义为</a:t>
            </a:r>
            <a:endParaRPr lang="zh-CN" altLang="en-US" sz="3200" b="0" dirty="0">
              <a:latin typeface="宋体" panose="02010600030101010101" pitchFamily="2" charset="-122"/>
              <a:cs typeface="Times New Roman" panose="02020603050405020304" pitchFamily="18" charset="0"/>
            </a:endParaRPr>
          </a:p>
          <a:p>
            <a:pPr lvl="1" algn="just" eaLnBrk="1" hangingPunct="1">
              <a:buFont typeface="Wingdings" panose="05000000000000000000" pitchFamily="2" charset="2"/>
              <a:buNone/>
            </a:pPr>
            <a:r>
              <a:rPr lang="zh-CN" altLang="en-US" sz="3200" b="0" dirty="0">
                <a:latin typeface="宋体" panose="02010600030101010101" pitchFamily="2" charset="-122"/>
                <a:cs typeface="Times New Roman" panose="02020603050405020304" pitchFamily="18" charset="0"/>
              </a:rPr>
              <a:t>		</a:t>
            </a:r>
            <a:r>
              <a:rPr lang="en-US" altLang="zh-CN" sz="3200" b="0" dirty="0">
                <a:latin typeface="宋体" panose="02010600030101010101" pitchFamily="2" charset="-122"/>
                <a:cs typeface="Times New Roman" panose="02020603050405020304" pitchFamily="18" charset="0"/>
              </a:rPr>
              <a:t>τ</a:t>
            </a:r>
            <a:r>
              <a:rPr lang="zh-CN" altLang="en-US" sz="3200" b="0" dirty="0">
                <a:latin typeface="宋体" panose="02010600030101010101" pitchFamily="2" charset="-122"/>
              </a:rPr>
              <a:t>＝</a:t>
            </a:r>
            <a:r>
              <a:rPr lang="en-US" altLang="zh-CN" sz="3200" b="0" dirty="0">
                <a:latin typeface="宋体" panose="02010600030101010101" pitchFamily="2" charset="-122"/>
                <a:cs typeface="Times New Roman" panose="02020603050405020304" pitchFamily="18" charset="0"/>
              </a:rPr>
              <a:t>max{</a:t>
            </a:r>
            <a:r>
              <a:rPr lang="en-US" altLang="zh-CN" sz="3200" b="0" dirty="0" err="1">
                <a:latin typeface="宋体" panose="02010600030101010101" pitchFamily="2" charset="-122"/>
                <a:cs typeface="Times New Roman" panose="02020603050405020304" pitchFamily="18" charset="0"/>
              </a:rPr>
              <a:t>τ</a:t>
            </a:r>
            <a:r>
              <a:rPr lang="en-US" altLang="zh-CN" sz="3200" b="0" baseline="-30000" dirty="0" err="1">
                <a:latin typeface="宋体" panose="02010600030101010101" pitchFamily="2" charset="-122"/>
                <a:cs typeface="Times New Roman" panose="02020603050405020304" pitchFamily="18" charset="0"/>
              </a:rPr>
              <a:t>i</a:t>
            </a:r>
            <a:r>
              <a:rPr lang="en-US" altLang="zh-CN" sz="3200" b="0" dirty="0">
                <a:latin typeface="宋体" panose="02010600030101010101" pitchFamily="2" charset="-122"/>
                <a:cs typeface="Times New Roman" panose="02020603050405020304" pitchFamily="18" charset="0"/>
              </a:rPr>
              <a:t>}</a:t>
            </a:r>
            <a:r>
              <a:rPr lang="zh-CN" altLang="en-US" sz="3200" b="0" dirty="0">
                <a:latin typeface="宋体" panose="02010600030101010101" pitchFamily="2" charset="-122"/>
              </a:rPr>
              <a:t>＋</a:t>
            </a:r>
            <a:r>
              <a:rPr lang="en-US" altLang="zh-CN" sz="3200" b="0" dirty="0" err="1">
                <a:latin typeface="宋体" panose="02010600030101010101" pitchFamily="2" charset="-122"/>
                <a:cs typeface="Times New Roman" panose="02020603050405020304" pitchFamily="18" charset="0"/>
              </a:rPr>
              <a:t>τ</a:t>
            </a:r>
            <a:r>
              <a:rPr lang="en-US" altLang="zh-CN" sz="3200" b="0" baseline="-30000" dirty="0" err="1">
                <a:latin typeface="宋体" panose="02010600030101010101" pitchFamily="2" charset="-122"/>
                <a:cs typeface="Times New Roman" panose="02020603050405020304" pitchFamily="18" charset="0"/>
              </a:rPr>
              <a:t>l</a:t>
            </a:r>
            <a:r>
              <a:rPr lang="zh-CN" altLang="en-US" sz="3200" b="0" dirty="0">
                <a:latin typeface="宋体" panose="02010600030101010101" pitchFamily="2" charset="-122"/>
              </a:rPr>
              <a:t>＝</a:t>
            </a:r>
            <a:r>
              <a:rPr lang="en-US" altLang="zh-CN" sz="3200" b="0" dirty="0" err="1">
                <a:latin typeface="宋体" panose="02010600030101010101" pitchFamily="2" charset="-122"/>
                <a:cs typeface="Times New Roman" panose="02020603050405020304" pitchFamily="18" charset="0"/>
              </a:rPr>
              <a:t>τ</a:t>
            </a:r>
            <a:r>
              <a:rPr lang="en-US" altLang="zh-CN" sz="3200" b="0" baseline="-30000" dirty="0" err="1">
                <a:latin typeface="宋体" panose="02010600030101010101" pitchFamily="2" charset="-122"/>
                <a:cs typeface="Times New Roman" panose="02020603050405020304" pitchFamily="18" charset="0"/>
              </a:rPr>
              <a:t>m</a:t>
            </a:r>
            <a:r>
              <a:rPr lang="zh-CN" altLang="en-US" sz="3200" b="0" dirty="0">
                <a:latin typeface="宋体" panose="02010600030101010101" pitchFamily="2" charset="-122"/>
              </a:rPr>
              <a:t>＋</a:t>
            </a:r>
            <a:r>
              <a:rPr lang="en-US" altLang="zh-CN" sz="3200" b="0" dirty="0" err="1">
                <a:latin typeface="宋体" panose="02010600030101010101" pitchFamily="2" charset="-122"/>
                <a:cs typeface="Times New Roman" panose="02020603050405020304" pitchFamily="18" charset="0"/>
              </a:rPr>
              <a:t>τ</a:t>
            </a:r>
            <a:r>
              <a:rPr lang="en-US" altLang="zh-CN" sz="3200" b="0" baseline="-30000" dirty="0" err="1">
                <a:latin typeface="宋体" panose="02010600030101010101" pitchFamily="2" charset="-122"/>
                <a:cs typeface="Times New Roman" panose="02020603050405020304" pitchFamily="18" charset="0"/>
              </a:rPr>
              <a:t>l</a:t>
            </a:r>
            <a:endParaRPr lang="en-US" altLang="zh-CN" sz="3200" b="0" dirty="0">
              <a:latin typeface="宋体" panose="02010600030101010101" pitchFamily="2" charset="-122"/>
              <a:cs typeface="Times New Roman" panose="02020603050405020304" pitchFamily="18" charset="0"/>
            </a:endParaRPr>
          </a:p>
          <a:p>
            <a:pPr lvl="1" algn="just" eaLnBrk="1" hangingPunct="1">
              <a:buFont typeface="Wingdings" panose="05000000000000000000" pitchFamily="2" charset="2"/>
              <a:buNone/>
            </a:pPr>
            <a:r>
              <a:rPr lang="zh-CN" altLang="en-US" sz="3200" b="0" dirty="0">
                <a:latin typeface="宋体" panose="02010600030101010101" pitchFamily="2" charset="-122"/>
              </a:rPr>
              <a:t>　流水线处理的频率为</a:t>
            </a:r>
            <a:r>
              <a:rPr lang="zh-CN" altLang="en-US" sz="3200" b="0" dirty="0">
                <a:latin typeface="宋体" panose="02010600030101010101" pitchFamily="2" charset="-122"/>
                <a:cs typeface="Times New Roman" panose="02020603050405020304" pitchFamily="18" charset="0"/>
              </a:rPr>
              <a:t> </a:t>
            </a:r>
            <a:r>
              <a:rPr lang="en-US" altLang="zh-CN" sz="3200" b="0" dirty="0">
                <a:latin typeface="宋体" panose="02010600030101010101" pitchFamily="2" charset="-122"/>
                <a:cs typeface="Times New Roman" panose="02020603050405020304" pitchFamily="18" charset="0"/>
              </a:rPr>
              <a:t>f</a:t>
            </a:r>
            <a:r>
              <a:rPr lang="zh-CN" altLang="en-US" sz="3200" b="0" dirty="0">
                <a:latin typeface="宋体" panose="02010600030101010101" pitchFamily="2" charset="-122"/>
              </a:rPr>
              <a:t>＝</a:t>
            </a:r>
            <a:r>
              <a:rPr lang="en-US" altLang="zh-CN" sz="3200" b="0" dirty="0">
                <a:latin typeface="宋体" panose="02010600030101010101" pitchFamily="2" charset="-122"/>
                <a:cs typeface="Times New Roman" panose="02020603050405020304" pitchFamily="18" charset="0"/>
              </a:rPr>
              <a:t>1/τ</a:t>
            </a:r>
            <a:r>
              <a:rPr lang="zh-CN" altLang="en-US" sz="3200" b="0" dirty="0">
                <a:latin typeface="宋体" panose="02010600030101010101" pitchFamily="2" charset="-122"/>
              </a:rPr>
              <a:t>。</a:t>
            </a:r>
          </a:p>
        </p:txBody>
      </p:sp>
      <p:pic>
        <p:nvPicPr>
          <p:cNvPr id="84996" name="Picture 7" descr="2">
            <a:extLst>
              <a:ext uri="{FF2B5EF4-FFF2-40B4-BE49-F238E27FC236}">
                <a16:creationId xmlns:a16="http://schemas.microsoft.com/office/drawing/2014/main" id="{BAE7DCD0-E7E1-4D5E-B4CD-4B6AFB3E0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928" r="1367" b="11903"/>
          <a:stretch>
            <a:fillRect/>
          </a:stretch>
        </p:blipFill>
        <p:spPr bwMode="auto">
          <a:xfrm>
            <a:off x="568325" y="3273425"/>
            <a:ext cx="7951788"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a:extLst>
              <a:ext uri="{FF2B5EF4-FFF2-40B4-BE49-F238E27FC236}">
                <a16:creationId xmlns:a16="http://schemas.microsoft.com/office/drawing/2014/main" id="{C71BDC41-07C3-A446-83EF-521FF00BC795}"/>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非流水线时空图</a:t>
            </a:r>
            <a:endParaRPr lang="en-US" altLang="zh-CN">
              <a:cs typeface="Times New Roman" panose="02020603050405020304" pitchFamily="18" charset="0"/>
            </a:endParaRPr>
          </a:p>
        </p:txBody>
      </p:sp>
      <p:sp>
        <p:nvSpPr>
          <p:cNvPr id="87042" name="Rectangle 3">
            <a:extLst>
              <a:ext uri="{FF2B5EF4-FFF2-40B4-BE49-F238E27FC236}">
                <a16:creationId xmlns:a16="http://schemas.microsoft.com/office/drawing/2014/main" id="{47E972C8-F9DC-474D-93A2-3BA3DE7A168C}"/>
              </a:ext>
            </a:extLst>
          </p:cNvPr>
          <p:cNvSpPr>
            <a:spLocks noGrp="1" noChangeArrowheads="1"/>
          </p:cNvSpPr>
          <p:nvPr>
            <p:ph idx="1"/>
          </p:nvPr>
        </p:nvSpPr>
        <p:spPr>
          <a:xfrm>
            <a:off x="381000" y="1227138"/>
            <a:ext cx="8382000" cy="5232400"/>
          </a:xfrm>
        </p:spPr>
        <p:txBody>
          <a:bodyPr/>
          <a:lstStyle/>
          <a:p>
            <a:pPr eaLnBrk="1" hangingPunct="1"/>
            <a:endParaRPr lang="zh-CN" altLang="en-US" sz="2800" dirty="0">
              <a:cs typeface="Times New Roman" panose="02020603050405020304" pitchFamily="18" charset="0"/>
            </a:endParaRPr>
          </a:p>
          <a:p>
            <a:pPr eaLnBrk="1" hangingPunct="1"/>
            <a:endParaRPr lang="zh-CN" altLang="en-US" sz="2800" dirty="0">
              <a:cs typeface="Times New Roman" panose="02020603050405020304" pitchFamily="18" charset="0"/>
            </a:endParaRPr>
          </a:p>
          <a:p>
            <a:pPr eaLnBrk="1" hangingPunct="1"/>
            <a:endParaRPr lang="zh-CN" altLang="en-US" sz="2800" dirty="0">
              <a:cs typeface="Times New Roman" panose="02020603050405020304" pitchFamily="18" charset="0"/>
            </a:endParaRPr>
          </a:p>
          <a:p>
            <a:pPr eaLnBrk="1" hangingPunct="1"/>
            <a:endParaRPr lang="zh-CN" altLang="en-US" sz="2800" dirty="0">
              <a:cs typeface="Times New Roman" panose="02020603050405020304" pitchFamily="18" charset="0"/>
            </a:endParaRPr>
          </a:p>
          <a:p>
            <a:pPr eaLnBrk="1" hangingPunct="1"/>
            <a:endParaRPr lang="zh-CN" altLang="en-US" sz="2800" dirty="0">
              <a:cs typeface="Times New Roman" panose="02020603050405020304" pitchFamily="18" charset="0"/>
            </a:endParaRPr>
          </a:p>
          <a:p>
            <a:pPr eaLnBrk="1" hangingPunct="1"/>
            <a:endParaRPr lang="zh-CN" altLang="en-US" sz="2800" dirty="0">
              <a:cs typeface="Times New Roman" panose="02020603050405020304" pitchFamily="18" charset="0"/>
            </a:endParaRPr>
          </a:p>
          <a:p>
            <a:pPr eaLnBrk="1" hangingPunct="1"/>
            <a:endParaRPr lang="zh-CN" altLang="en-US" sz="2800" dirty="0">
              <a:cs typeface="Times New Roman" panose="02020603050405020304" pitchFamily="18" charset="0"/>
            </a:endParaRPr>
          </a:p>
          <a:p>
            <a:pPr eaLnBrk="1" hangingPunct="1"/>
            <a:r>
              <a:rPr kumimoji="0" lang="zh-CN" altLang="en-US" sz="2800" dirty="0"/>
              <a:t>上一条指令的四个子过程全部被执行完毕后才能开始下一条指令</a:t>
            </a:r>
          </a:p>
          <a:p>
            <a:pPr eaLnBrk="1" hangingPunct="1"/>
            <a:r>
              <a:rPr kumimoji="0" lang="zh-CN" altLang="en-US" sz="2800" dirty="0"/>
              <a:t>每隔</a:t>
            </a:r>
            <a:r>
              <a:rPr kumimoji="0" lang="en-US" altLang="zh-CN" sz="2800" dirty="0"/>
              <a:t>4</a:t>
            </a:r>
            <a:r>
              <a:rPr kumimoji="0" lang="zh-CN" altLang="en-US" sz="2800" dirty="0"/>
              <a:t>个机器时钟周期才有一个输出结果</a:t>
            </a:r>
          </a:p>
        </p:txBody>
      </p:sp>
      <p:graphicFrame>
        <p:nvGraphicFramePr>
          <p:cNvPr id="380015" name="Group 111">
            <a:extLst>
              <a:ext uri="{FF2B5EF4-FFF2-40B4-BE49-F238E27FC236}">
                <a16:creationId xmlns:a16="http://schemas.microsoft.com/office/drawing/2014/main" id="{6C154B9B-7D17-AC40-AF04-11747EFBC2C8}"/>
              </a:ext>
            </a:extLst>
          </p:cNvPr>
          <p:cNvGraphicFramePr>
            <a:graphicFrameLocks noGrp="1"/>
          </p:cNvGraphicFramePr>
          <p:nvPr>
            <p:extLst>
              <p:ext uri="{D42A27DB-BD31-4B8C-83A1-F6EECF244321}">
                <p14:modId xmlns:p14="http://schemas.microsoft.com/office/powerpoint/2010/main" val="1372288377"/>
              </p:ext>
            </p:extLst>
          </p:nvPr>
        </p:nvGraphicFramePr>
        <p:xfrm>
          <a:off x="1681163" y="1830388"/>
          <a:ext cx="5553075" cy="2535238"/>
        </p:xfrm>
        <a:graphic>
          <a:graphicData uri="http://schemas.openxmlformats.org/drawingml/2006/table">
            <a:tbl>
              <a:tblPr/>
              <a:tblGrid>
                <a:gridCol w="693737">
                  <a:extLst>
                    <a:ext uri="{9D8B030D-6E8A-4147-A177-3AD203B41FA5}">
                      <a16:colId xmlns:a16="http://schemas.microsoft.com/office/drawing/2014/main" val="20000"/>
                    </a:ext>
                  </a:extLst>
                </a:gridCol>
                <a:gridCol w="695325">
                  <a:extLst>
                    <a:ext uri="{9D8B030D-6E8A-4147-A177-3AD203B41FA5}">
                      <a16:colId xmlns:a16="http://schemas.microsoft.com/office/drawing/2014/main" val="20001"/>
                    </a:ext>
                  </a:extLst>
                </a:gridCol>
                <a:gridCol w="693738">
                  <a:extLst>
                    <a:ext uri="{9D8B030D-6E8A-4147-A177-3AD203B41FA5}">
                      <a16:colId xmlns:a16="http://schemas.microsoft.com/office/drawing/2014/main" val="20002"/>
                    </a:ext>
                  </a:extLst>
                </a:gridCol>
                <a:gridCol w="693737">
                  <a:extLst>
                    <a:ext uri="{9D8B030D-6E8A-4147-A177-3AD203B41FA5}">
                      <a16:colId xmlns:a16="http://schemas.microsoft.com/office/drawing/2014/main" val="20003"/>
                    </a:ext>
                  </a:extLst>
                </a:gridCol>
                <a:gridCol w="693738">
                  <a:extLst>
                    <a:ext uri="{9D8B030D-6E8A-4147-A177-3AD203B41FA5}">
                      <a16:colId xmlns:a16="http://schemas.microsoft.com/office/drawing/2014/main" val="20004"/>
                    </a:ext>
                  </a:extLst>
                </a:gridCol>
                <a:gridCol w="695325">
                  <a:extLst>
                    <a:ext uri="{9D8B030D-6E8A-4147-A177-3AD203B41FA5}">
                      <a16:colId xmlns:a16="http://schemas.microsoft.com/office/drawing/2014/main" val="20005"/>
                    </a:ext>
                  </a:extLst>
                </a:gridCol>
                <a:gridCol w="693737">
                  <a:extLst>
                    <a:ext uri="{9D8B030D-6E8A-4147-A177-3AD203B41FA5}">
                      <a16:colId xmlns:a16="http://schemas.microsoft.com/office/drawing/2014/main" val="20006"/>
                    </a:ext>
                  </a:extLst>
                </a:gridCol>
                <a:gridCol w="693738">
                  <a:extLst>
                    <a:ext uri="{9D8B030D-6E8A-4147-A177-3AD203B41FA5}">
                      <a16:colId xmlns:a16="http://schemas.microsoft.com/office/drawing/2014/main" val="20007"/>
                    </a:ext>
                  </a:extLst>
                </a:gridCol>
              </a:tblGrid>
              <a:tr h="6334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0099"/>
                    </a:solidFill>
                  </a:tcPr>
                </a:tc>
                <a:extLst>
                  <a:ext uri="{0D108BD9-81ED-4DB2-BD59-A6C34878D82A}">
                    <a16:rowId xmlns:a16="http://schemas.microsoft.com/office/drawing/2014/main" val="10000"/>
                  </a:ext>
                </a:extLst>
              </a:tr>
              <a:tr h="63499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dirty="0">
                          <a:ln>
                            <a:noFill/>
                          </a:ln>
                          <a:solidFill>
                            <a:schemeClr val="bg1"/>
                          </a:solidFill>
                          <a:effectLst/>
                          <a:latin typeface="Times New Roman" pitchFamily="18" charset="0"/>
                          <a:ea typeface="楷体_GB2312" pitchFamily="49" charset="-122"/>
                        </a:rPr>
                        <a:t>I2</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6334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6334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dirty="0">
                        <a:ln>
                          <a:noFill/>
                        </a:ln>
                        <a:solidFill>
                          <a:schemeClr val="bg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7091" name="Line 69">
            <a:extLst>
              <a:ext uri="{FF2B5EF4-FFF2-40B4-BE49-F238E27FC236}">
                <a16:creationId xmlns:a16="http://schemas.microsoft.com/office/drawing/2014/main" id="{B4AA1FDD-8F51-4B97-8AF9-53CCCA9F7A8E}"/>
              </a:ext>
            </a:extLst>
          </p:cNvPr>
          <p:cNvSpPr>
            <a:spLocks noChangeShapeType="1"/>
          </p:cNvSpPr>
          <p:nvPr/>
        </p:nvSpPr>
        <p:spPr bwMode="auto">
          <a:xfrm flipV="1">
            <a:off x="1681163" y="1290638"/>
            <a:ext cx="0" cy="571500"/>
          </a:xfrm>
          <a:prstGeom prst="line">
            <a:avLst/>
          </a:prstGeom>
          <a:noFill/>
          <a:ln w="317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7092" name="Line 70">
            <a:extLst>
              <a:ext uri="{FF2B5EF4-FFF2-40B4-BE49-F238E27FC236}">
                <a16:creationId xmlns:a16="http://schemas.microsoft.com/office/drawing/2014/main" id="{0804CBC9-69B7-4DC3-9A90-2475C57A8D2E}"/>
              </a:ext>
            </a:extLst>
          </p:cNvPr>
          <p:cNvSpPr>
            <a:spLocks noChangeShapeType="1"/>
          </p:cNvSpPr>
          <p:nvPr/>
        </p:nvSpPr>
        <p:spPr bwMode="auto">
          <a:xfrm flipV="1">
            <a:off x="4457700" y="1304925"/>
            <a:ext cx="0" cy="528638"/>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7093" name="Line 72">
            <a:extLst>
              <a:ext uri="{FF2B5EF4-FFF2-40B4-BE49-F238E27FC236}">
                <a16:creationId xmlns:a16="http://schemas.microsoft.com/office/drawing/2014/main" id="{184A0154-086E-4309-B6C3-15437C7B426C}"/>
              </a:ext>
            </a:extLst>
          </p:cNvPr>
          <p:cNvSpPr>
            <a:spLocks noChangeShapeType="1"/>
          </p:cNvSpPr>
          <p:nvPr/>
        </p:nvSpPr>
        <p:spPr bwMode="auto">
          <a:xfrm flipV="1">
            <a:off x="7234238" y="1319213"/>
            <a:ext cx="0" cy="571500"/>
          </a:xfrm>
          <a:prstGeom prst="line">
            <a:avLst/>
          </a:prstGeom>
          <a:noFill/>
          <a:ln w="317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7094" name="Line 73">
            <a:extLst>
              <a:ext uri="{FF2B5EF4-FFF2-40B4-BE49-F238E27FC236}">
                <a16:creationId xmlns:a16="http://schemas.microsoft.com/office/drawing/2014/main" id="{6C334216-661D-42B6-9A03-18A01178BF47}"/>
              </a:ext>
            </a:extLst>
          </p:cNvPr>
          <p:cNvSpPr>
            <a:spLocks noChangeShapeType="1"/>
          </p:cNvSpPr>
          <p:nvPr/>
        </p:nvSpPr>
        <p:spPr bwMode="auto">
          <a:xfrm>
            <a:off x="7229475" y="4362450"/>
            <a:ext cx="700088"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7095" name="Text Box 83">
            <a:extLst>
              <a:ext uri="{FF2B5EF4-FFF2-40B4-BE49-F238E27FC236}">
                <a16:creationId xmlns:a16="http://schemas.microsoft.com/office/drawing/2014/main" id="{2CB1CE85-FCBF-4E10-8EC6-13D079DB1E05}"/>
              </a:ext>
            </a:extLst>
          </p:cNvPr>
          <p:cNvSpPr txBox="1">
            <a:spLocks noChangeArrowheads="1"/>
          </p:cNvSpPr>
          <p:nvPr/>
        </p:nvSpPr>
        <p:spPr bwMode="auto">
          <a:xfrm>
            <a:off x="982305" y="1900238"/>
            <a:ext cx="6976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WB</a:t>
            </a:r>
          </a:p>
        </p:txBody>
      </p:sp>
      <p:sp>
        <p:nvSpPr>
          <p:cNvPr id="87096" name="Text Box 84">
            <a:extLst>
              <a:ext uri="{FF2B5EF4-FFF2-40B4-BE49-F238E27FC236}">
                <a16:creationId xmlns:a16="http://schemas.microsoft.com/office/drawing/2014/main" id="{83EE16AE-E5FB-4853-B37C-D2CF969DE690}"/>
              </a:ext>
            </a:extLst>
          </p:cNvPr>
          <p:cNvSpPr txBox="1">
            <a:spLocks noChangeArrowheads="1"/>
          </p:cNvSpPr>
          <p:nvPr/>
        </p:nvSpPr>
        <p:spPr bwMode="auto">
          <a:xfrm>
            <a:off x="1088285" y="2547938"/>
            <a:ext cx="612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EX</a:t>
            </a:r>
          </a:p>
        </p:txBody>
      </p:sp>
      <p:sp>
        <p:nvSpPr>
          <p:cNvPr id="87097" name="Text Box 85">
            <a:extLst>
              <a:ext uri="{FF2B5EF4-FFF2-40B4-BE49-F238E27FC236}">
                <a16:creationId xmlns:a16="http://schemas.microsoft.com/office/drawing/2014/main" id="{D202B3F8-770E-4E2D-9AA0-6AD463E1E695}"/>
              </a:ext>
            </a:extLst>
          </p:cNvPr>
          <p:cNvSpPr txBox="1">
            <a:spLocks noChangeArrowheads="1"/>
          </p:cNvSpPr>
          <p:nvPr/>
        </p:nvSpPr>
        <p:spPr bwMode="auto">
          <a:xfrm>
            <a:off x="1139496" y="3195638"/>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ID</a:t>
            </a:r>
          </a:p>
        </p:txBody>
      </p:sp>
      <p:sp>
        <p:nvSpPr>
          <p:cNvPr id="87098" name="Text Box 86">
            <a:extLst>
              <a:ext uri="{FF2B5EF4-FFF2-40B4-BE49-F238E27FC236}">
                <a16:creationId xmlns:a16="http://schemas.microsoft.com/office/drawing/2014/main" id="{9F9154F1-EDB4-46A2-A360-313D44BB71C2}"/>
              </a:ext>
            </a:extLst>
          </p:cNvPr>
          <p:cNvSpPr txBox="1">
            <a:spLocks noChangeArrowheads="1"/>
          </p:cNvSpPr>
          <p:nvPr/>
        </p:nvSpPr>
        <p:spPr bwMode="auto">
          <a:xfrm>
            <a:off x="1174750" y="3843338"/>
            <a:ext cx="509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IF</a:t>
            </a:r>
          </a:p>
        </p:txBody>
      </p:sp>
      <p:sp>
        <p:nvSpPr>
          <p:cNvPr id="87099" name="Text Box 87">
            <a:extLst>
              <a:ext uri="{FF2B5EF4-FFF2-40B4-BE49-F238E27FC236}">
                <a16:creationId xmlns:a16="http://schemas.microsoft.com/office/drawing/2014/main" id="{4250BE04-DDF2-4373-97F5-37FD85F05B04}"/>
              </a:ext>
            </a:extLst>
          </p:cNvPr>
          <p:cNvSpPr txBox="1">
            <a:spLocks noChangeArrowheads="1"/>
          </p:cNvSpPr>
          <p:nvPr/>
        </p:nvSpPr>
        <p:spPr bwMode="auto">
          <a:xfrm>
            <a:off x="679450" y="1285875"/>
            <a:ext cx="987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ea typeface="楷体" panose="02010609060101010101" pitchFamily="49" charset="-122"/>
                <a:cs typeface="Times New Roman" panose="02020603050405020304" pitchFamily="18" charset="0"/>
              </a:rPr>
              <a:t>空间</a:t>
            </a:r>
            <a:r>
              <a:rPr kumimoji="0" lang="en-US" altLang="zh-CN" sz="2400">
                <a:ea typeface="楷体" panose="02010609060101010101" pitchFamily="49" charset="-122"/>
                <a:cs typeface="Times New Roman" panose="02020603050405020304" pitchFamily="18" charset="0"/>
              </a:rPr>
              <a:t>S</a:t>
            </a:r>
          </a:p>
        </p:txBody>
      </p:sp>
      <p:sp>
        <p:nvSpPr>
          <p:cNvPr id="87100" name="Text Box 88">
            <a:extLst>
              <a:ext uri="{FF2B5EF4-FFF2-40B4-BE49-F238E27FC236}">
                <a16:creationId xmlns:a16="http://schemas.microsoft.com/office/drawing/2014/main" id="{ECEC5460-8381-4437-9F4E-F7153D584540}"/>
              </a:ext>
            </a:extLst>
          </p:cNvPr>
          <p:cNvSpPr txBox="1">
            <a:spLocks noChangeArrowheads="1"/>
          </p:cNvSpPr>
          <p:nvPr/>
        </p:nvSpPr>
        <p:spPr bwMode="auto">
          <a:xfrm>
            <a:off x="4530729" y="1357313"/>
            <a:ext cx="458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I1</a:t>
            </a:r>
          </a:p>
        </p:txBody>
      </p:sp>
      <p:sp>
        <p:nvSpPr>
          <p:cNvPr id="87101" name="Text Box 89">
            <a:extLst>
              <a:ext uri="{FF2B5EF4-FFF2-40B4-BE49-F238E27FC236}">
                <a16:creationId xmlns:a16="http://schemas.microsoft.com/office/drawing/2014/main" id="{2597AB7F-C662-48CC-9620-FA9A2D924424}"/>
              </a:ext>
            </a:extLst>
          </p:cNvPr>
          <p:cNvSpPr txBox="1">
            <a:spLocks noChangeArrowheads="1"/>
          </p:cNvSpPr>
          <p:nvPr/>
        </p:nvSpPr>
        <p:spPr bwMode="auto">
          <a:xfrm>
            <a:off x="7302504" y="1357313"/>
            <a:ext cx="458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I2</a:t>
            </a:r>
          </a:p>
        </p:txBody>
      </p:sp>
      <p:sp>
        <p:nvSpPr>
          <p:cNvPr id="87102" name="Text Box 91">
            <a:extLst>
              <a:ext uri="{FF2B5EF4-FFF2-40B4-BE49-F238E27FC236}">
                <a16:creationId xmlns:a16="http://schemas.microsoft.com/office/drawing/2014/main" id="{D2AF39F1-4A22-4048-8F7D-05CF3F50E634}"/>
              </a:ext>
            </a:extLst>
          </p:cNvPr>
          <p:cNvSpPr txBox="1">
            <a:spLocks noChangeArrowheads="1"/>
          </p:cNvSpPr>
          <p:nvPr/>
        </p:nvSpPr>
        <p:spPr bwMode="auto">
          <a:xfrm>
            <a:off x="7226821" y="4343400"/>
            <a:ext cx="10086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ea typeface="楷体" panose="02010609060101010101" pitchFamily="49" charset="-122"/>
                <a:cs typeface="Times New Roman" panose="02020603050405020304" pitchFamily="18" charset="0"/>
              </a:rPr>
              <a:t>时间</a:t>
            </a:r>
            <a:r>
              <a:rPr kumimoji="0" lang="en-US" altLang="zh-CN" sz="2400">
                <a:ea typeface="楷体" panose="02010609060101010101" pitchFamily="49" charset="-122"/>
                <a:cs typeface="Times New Roman" panose="02020603050405020304" pitchFamily="18" charset="0"/>
              </a:rPr>
              <a:t>T</a:t>
            </a:r>
          </a:p>
        </p:txBody>
      </p:sp>
      <p:sp>
        <p:nvSpPr>
          <p:cNvPr id="87103" name="Text Box 92">
            <a:extLst>
              <a:ext uri="{FF2B5EF4-FFF2-40B4-BE49-F238E27FC236}">
                <a16:creationId xmlns:a16="http://schemas.microsoft.com/office/drawing/2014/main" id="{6E412AC8-A6F7-44FC-AABD-63881E10A320}"/>
              </a:ext>
            </a:extLst>
          </p:cNvPr>
          <p:cNvSpPr txBox="1">
            <a:spLocks noChangeArrowheads="1"/>
          </p:cNvSpPr>
          <p:nvPr/>
        </p:nvSpPr>
        <p:spPr bwMode="auto">
          <a:xfrm>
            <a:off x="2201646" y="4300538"/>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1</a:t>
            </a:r>
          </a:p>
        </p:txBody>
      </p:sp>
      <p:sp>
        <p:nvSpPr>
          <p:cNvPr id="87104" name="Text Box 93">
            <a:extLst>
              <a:ext uri="{FF2B5EF4-FFF2-40B4-BE49-F238E27FC236}">
                <a16:creationId xmlns:a16="http://schemas.microsoft.com/office/drawing/2014/main" id="{BE71970D-30E0-4FDF-83DF-AE0A4CE0F9CA}"/>
              </a:ext>
            </a:extLst>
          </p:cNvPr>
          <p:cNvSpPr txBox="1">
            <a:spLocks noChangeArrowheads="1"/>
          </p:cNvSpPr>
          <p:nvPr/>
        </p:nvSpPr>
        <p:spPr bwMode="auto">
          <a:xfrm>
            <a:off x="2895383" y="4300538"/>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2</a:t>
            </a:r>
          </a:p>
        </p:txBody>
      </p:sp>
      <p:sp>
        <p:nvSpPr>
          <p:cNvPr id="87105" name="Text Box 94">
            <a:extLst>
              <a:ext uri="{FF2B5EF4-FFF2-40B4-BE49-F238E27FC236}">
                <a16:creationId xmlns:a16="http://schemas.microsoft.com/office/drawing/2014/main" id="{E8B2AD2F-8D1E-4F98-A114-CA85EF25832E}"/>
              </a:ext>
            </a:extLst>
          </p:cNvPr>
          <p:cNvSpPr txBox="1">
            <a:spLocks noChangeArrowheads="1"/>
          </p:cNvSpPr>
          <p:nvPr/>
        </p:nvSpPr>
        <p:spPr bwMode="auto">
          <a:xfrm>
            <a:off x="3589121" y="4300538"/>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3</a:t>
            </a:r>
          </a:p>
        </p:txBody>
      </p:sp>
      <p:sp>
        <p:nvSpPr>
          <p:cNvPr id="87106" name="Text Box 95">
            <a:extLst>
              <a:ext uri="{FF2B5EF4-FFF2-40B4-BE49-F238E27FC236}">
                <a16:creationId xmlns:a16="http://schemas.microsoft.com/office/drawing/2014/main" id="{6428C0A8-746B-42A5-A6E0-7FA158A28ECB}"/>
              </a:ext>
            </a:extLst>
          </p:cNvPr>
          <p:cNvSpPr txBox="1">
            <a:spLocks noChangeArrowheads="1"/>
          </p:cNvSpPr>
          <p:nvPr/>
        </p:nvSpPr>
        <p:spPr bwMode="auto">
          <a:xfrm>
            <a:off x="4282858" y="4300538"/>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4</a:t>
            </a:r>
          </a:p>
        </p:txBody>
      </p:sp>
      <p:sp>
        <p:nvSpPr>
          <p:cNvPr id="87107" name="Text Box 96">
            <a:extLst>
              <a:ext uri="{FF2B5EF4-FFF2-40B4-BE49-F238E27FC236}">
                <a16:creationId xmlns:a16="http://schemas.microsoft.com/office/drawing/2014/main" id="{98FE2D1A-EF52-4319-86FD-34218C8B97EB}"/>
              </a:ext>
            </a:extLst>
          </p:cNvPr>
          <p:cNvSpPr txBox="1">
            <a:spLocks noChangeArrowheads="1"/>
          </p:cNvSpPr>
          <p:nvPr/>
        </p:nvSpPr>
        <p:spPr bwMode="auto">
          <a:xfrm>
            <a:off x="4976596" y="4300538"/>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5</a:t>
            </a:r>
          </a:p>
        </p:txBody>
      </p:sp>
      <p:sp>
        <p:nvSpPr>
          <p:cNvPr id="87108" name="Text Box 97">
            <a:extLst>
              <a:ext uri="{FF2B5EF4-FFF2-40B4-BE49-F238E27FC236}">
                <a16:creationId xmlns:a16="http://schemas.microsoft.com/office/drawing/2014/main" id="{F87BCCDB-6B47-4453-B94F-4163E7D56AA8}"/>
              </a:ext>
            </a:extLst>
          </p:cNvPr>
          <p:cNvSpPr txBox="1">
            <a:spLocks noChangeArrowheads="1"/>
          </p:cNvSpPr>
          <p:nvPr/>
        </p:nvSpPr>
        <p:spPr bwMode="auto">
          <a:xfrm>
            <a:off x="5670333" y="4300538"/>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6</a:t>
            </a:r>
          </a:p>
        </p:txBody>
      </p:sp>
      <p:sp>
        <p:nvSpPr>
          <p:cNvPr id="87109" name="Text Box 98">
            <a:extLst>
              <a:ext uri="{FF2B5EF4-FFF2-40B4-BE49-F238E27FC236}">
                <a16:creationId xmlns:a16="http://schemas.microsoft.com/office/drawing/2014/main" id="{79BED522-86D2-4948-8C64-A58663C1D51A}"/>
              </a:ext>
            </a:extLst>
          </p:cNvPr>
          <p:cNvSpPr txBox="1">
            <a:spLocks noChangeArrowheads="1"/>
          </p:cNvSpPr>
          <p:nvPr/>
        </p:nvSpPr>
        <p:spPr bwMode="auto">
          <a:xfrm>
            <a:off x="6364071" y="4300538"/>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7</a:t>
            </a:r>
          </a:p>
        </p:txBody>
      </p:sp>
      <p:sp>
        <p:nvSpPr>
          <p:cNvPr id="87110" name="Text Box 99">
            <a:extLst>
              <a:ext uri="{FF2B5EF4-FFF2-40B4-BE49-F238E27FC236}">
                <a16:creationId xmlns:a16="http://schemas.microsoft.com/office/drawing/2014/main" id="{EDD6BDEF-04C7-40F1-8160-B7B777B537D6}"/>
              </a:ext>
            </a:extLst>
          </p:cNvPr>
          <p:cNvSpPr txBox="1">
            <a:spLocks noChangeArrowheads="1"/>
          </p:cNvSpPr>
          <p:nvPr/>
        </p:nvSpPr>
        <p:spPr bwMode="auto">
          <a:xfrm>
            <a:off x="7059396" y="4300538"/>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8</a:t>
            </a:r>
          </a:p>
        </p:txBody>
      </p:sp>
    </p:spTree>
  </p:cSld>
  <p:clrMapOvr>
    <a:masterClrMapping/>
  </p:clrMapOvr>
  <p:transition spd="med">
    <p:pull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DB37B345-8D5A-4D4A-8508-F4502454B611}"/>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标量流水线时空图</a:t>
            </a:r>
            <a:endParaRPr lang="en-US" altLang="zh-CN">
              <a:cs typeface="Times New Roman" panose="02020603050405020304" pitchFamily="18" charset="0"/>
            </a:endParaRPr>
          </a:p>
        </p:txBody>
      </p:sp>
      <p:sp>
        <p:nvSpPr>
          <p:cNvPr id="88066" name="Rectangle 3">
            <a:extLst>
              <a:ext uri="{FF2B5EF4-FFF2-40B4-BE49-F238E27FC236}">
                <a16:creationId xmlns:a16="http://schemas.microsoft.com/office/drawing/2014/main" id="{BE4AEE55-7BC4-44C6-A3D1-3BBD5780F435}"/>
              </a:ext>
            </a:extLst>
          </p:cNvPr>
          <p:cNvSpPr>
            <a:spLocks noGrp="1" noChangeArrowheads="1"/>
          </p:cNvSpPr>
          <p:nvPr>
            <p:ph idx="1"/>
          </p:nvPr>
        </p:nvSpPr>
        <p:spPr>
          <a:xfrm>
            <a:off x="180181" y="1052419"/>
            <a:ext cx="8736012" cy="5518150"/>
          </a:xfrm>
        </p:spPr>
        <p:txBody>
          <a:bodyPr/>
          <a:lstStyle/>
          <a:p>
            <a:pPr eaLnBrk="1" hangingPunct="1">
              <a:lnSpc>
                <a:spcPct val="90000"/>
              </a:lnSpc>
            </a:pPr>
            <a:endParaRPr lang="zh-CN" altLang="en-US" sz="2400" dirty="0">
              <a:cs typeface="Times New Roman" panose="02020603050405020304" pitchFamily="18" charset="0"/>
            </a:endParaRPr>
          </a:p>
          <a:p>
            <a:pPr eaLnBrk="1" hangingPunct="1">
              <a:lnSpc>
                <a:spcPct val="90000"/>
              </a:lnSpc>
            </a:pPr>
            <a:endParaRPr lang="zh-CN" altLang="en-US" sz="2400" dirty="0">
              <a:cs typeface="Times New Roman" panose="02020603050405020304" pitchFamily="18" charset="0"/>
            </a:endParaRPr>
          </a:p>
          <a:p>
            <a:pPr eaLnBrk="1" hangingPunct="1">
              <a:lnSpc>
                <a:spcPct val="90000"/>
              </a:lnSpc>
            </a:pPr>
            <a:endParaRPr lang="zh-CN" altLang="en-US" sz="2400" dirty="0">
              <a:cs typeface="Times New Roman" panose="02020603050405020304" pitchFamily="18" charset="0"/>
            </a:endParaRPr>
          </a:p>
          <a:p>
            <a:pPr eaLnBrk="1" hangingPunct="1">
              <a:lnSpc>
                <a:spcPct val="90000"/>
              </a:lnSpc>
            </a:pPr>
            <a:endParaRPr lang="zh-CN" altLang="en-US" sz="2400" dirty="0">
              <a:cs typeface="Times New Roman" panose="02020603050405020304" pitchFamily="18" charset="0"/>
            </a:endParaRPr>
          </a:p>
          <a:p>
            <a:pPr eaLnBrk="1" hangingPunct="1">
              <a:lnSpc>
                <a:spcPct val="90000"/>
              </a:lnSpc>
            </a:pPr>
            <a:endParaRPr lang="zh-CN" altLang="en-US" sz="2400" dirty="0">
              <a:cs typeface="Times New Roman" panose="02020603050405020304" pitchFamily="18" charset="0"/>
            </a:endParaRPr>
          </a:p>
          <a:p>
            <a:pPr eaLnBrk="1" hangingPunct="1">
              <a:lnSpc>
                <a:spcPct val="90000"/>
              </a:lnSpc>
            </a:pPr>
            <a:endParaRPr lang="zh-CN" altLang="en-US" sz="2400" dirty="0">
              <a:cs typeface="Times New Roman" panose="02020603050405020304" pitchFamily="18" charset="0"/>
            </a:endParaRPr>
          </a:p>
          <a:p>
            <a:pPr eaLnBrk="1" hangingPunct="1">
              <a:lnSpc>
                <a:spcPct val="90000"/>
              </a:lnSpc>
            </a:pPr>
            <a:endParaRPr lang="zh-CN" altLang="en-US" sz="2400" dirty="0">
              <a:cs typeface="Times New Roman" panose="02020603050405020304" pitchFamily="18" charset="0"/>
            </a:endParaRPr>
          </a:p>
          <a:p>
            <a:pPr eaLnBrk="1" hangingPunct="1">
              <a:lnSpc>
                <a:spcPct val="90000"/>
              </a:lnSpc>
            </a:pPr>
            <a:endParaRPr lang="zh-CN" altLang="en-US" sz="2400" dirty="0">
              <a:cs typeface="Times New Roman" panose="02020603050405020304" pitchFamily="18" charset="0"/>
            </a:endParaRPr>
          </a:p>
          <a:p>
            <a:pPr eaLnBrk="1" hangingPunct="1">
              <a:lnSpc>
                <a:spcPct val="90000"/>
              </a:lnSpc>
            </a:pPr>
            <a:r>
              <a:rPr kumimoji="0" lang="zh-CN" altLang="en-US" sz="2400" dirty="0"/>
              <a:t>上一条指令与下一条指令的四个子过程在时间上可以输出重叠执行</a:t>
            </a:r>
          </a:p>
          <a:p>
            <a:pPr eaLnBrk="1" hangingPunct="1">
              <a:lnSpc>
                <a:spcPct val="90000"/>
              </a:lnSpc>
            </a:pPr>
            <a:r>
              <a:rPr kumimoji="0" lang="zh-CN" altLang="en-US" sz="2400" dirty="0"/>
              <a:t>每一个时钟周期就可以输出一个结果</a:t>
            </a:r>
          </a:p>
          <a:p>
            <a:pPr eaLnBrk="1" hangingPunct="1">
              <a:lnSpc>
                <a:spcPct val="90000"/>
              </a:lnSpc>
            </a:pPr>
            <a:r>
              <a:rPr kumimoji="0" lang="zh-CN" altLang="en-US" sz="2400" dirty="0"/>
              <a:t>对比</a:t>
            </a:r>
          </a:p>
          <a:p>
            <a:pPr lvl="1" eaLnBrk="1" hangingPunct="1">
              <a:lnSpc>
                <a:spcPct val="90000"/>
              </a:lnSpc>
            </a:pPr>
            <a:r>
              <a:rPr kumimoji="0" lang="zh-CN" altLang="en-US" sz="2000" dirty="0"/>
              <a:t>流水计算机在</a:t>
            </a:r>
            <a:r>
              <a:rPr kumimoji="0" lang="en-US" altLang="zh-CN" sz="2000" dirty="0"/>
              <a:t>8</a:t>
            </a:r>
            <a:r>
              <a:rPr kumimoji="0" lang="zh-CN" altLang="en-US" sz="2000" dirty="0"/>
              <a:t>个单位时间中执行了</a:t>
            </a:r>
            <a:r>
              <a:rPr kumimoji="0" lang="en-US" altLang="zh-CN" sz="2000" dirty="0"/>
              <a:t>5</a:t>
            </a:r>
            <a:r>
              <a:rPr kumimoji="0" lang="zh-CN" altLang="en-US" sz="2000" dirty="0"/>
              <a:t>条指令</a:t>
            </a:r>
          </a:p>
          <a:p>
            <a:pPr lvl="1" eaLnBrk="1" hangingPunct="1">
              <a:lnSpc>
                <a:spcPct val="90000"/>
              </a:lnSpc>
            </a:pPr>
            <a:r>
              <a:rPr kumimoji="0" lang="zh-CN" altLang="en-US" sz="2000" dirty="0"/>
              <a:t>非流水线计算机在</a:t>
            </a:r>
            <a:r>
              <a:rPr kumimoji="0" lang="en-US" altLang="zh-CN" sz="2000" dirty="0"/>
              <a:t>8</a:t>
            </a:r>
            <a:r>
              <a:rPr kumimoji="0" lang="zh-CN" altLang="en-US" sz="2000" dirty="0"/>
              <a:t>个单位时间中仅执行了</a:t>
            </a:r>
            <a:r>
              <a:rPr kumimoji="0" lang="en-US" altLang="zh-CN" sz="2000" dirty="0"/>
              <a:t>2</a:t>
            </a:r>
            <a:r>
              <a:rPr kumimoji="0" lang="zh-CN" altLang="en-US" sz="2000" dirty="0"/>
              <a:t>条指令</a:t>
            </a:r>
          </a:p>
        </p:txBody>
      </p:sp>
      <p:graphicFrame>
        <p:nvGraphicFramePr>
          <p:cNvPr id="382048" name="Group 96">
            <a:extLst>
              <a:ext uri="{FF2B5EF4-FFF2-40B4-BE49-F238E27FC236}">
                <a16:creationId xmlns:a16="http://schemas.microsoft.com/office/drawing/2014/main" id="{3E9036BB-5A52-E14A-9C3B-04130FFE3FC9}"/>
              </a:ext>
            </a:extLst>
          </p:cNvPr>
          <p:cNvGraphicFramePr>
            <a:graphicFrameLocks noGrp="1"/>
          </p:cNvGraphicFramePr>
          <p:nvPr>
            <p:extLst>
              <p:ext uri="{D42A27DB-BD31-4B8C-83A1-F6EECF244321}">
                <p14:modId xmlns:p14="http://schemas.microsoft.com/office/powerpoint/2010/main" val="1733128007"/>
              </p:ext>
            </p:extLst>
          </p:nvPr>
        </p:nvGraphicFramePr>
        <p:xfrm>
          <a:off x="1776413" y="1458913"/>
          <a:ext cx="5553075" cy="2535238"/>
        </p:xfrm>
        <a:graphic>
          <a:graphicData uri="http://schemas.openxmlformats.org/drawingml/2006/table">
            <a:tbl>
              <a:tblPr/>
              <a:tblGrid>
                <a:gridCol w="693737">
                  <a:extLst>
                    <a:ext uri="{9D8B030D-6E8A-4147-A177-3AD203B41FA5}">
                      <a16:colId xmlns:a16="http://schemas.microsoft.com/office/drawing/2014/main" val="20000"/>
                    </a:ext>
                  </a:extLst>
                </a:gridCol>
                <a:gridCol w="695325">
                  <a:extLst>
                    <a:ext uri="{9D8B030D-6E8A-4147-A177-3AD203B41FA5}">
                      <a16:colId xmlns:a16="http://schemas.microsoft.com/office/drawing/2014/main" val="20001"/>
                    </a:ext>
                  </a:extLst>
                </a:gridCol>
                <a:gridCol w="693738">
                  <a:extLst>
                    <a:ext uri="{9D8B030D-6E8A-4147-A177-3AD203B41FA5}">
                      <a16:colId xmlns:a16="http://schemas.microsoft.com/office/drawing/2014/main" val="20002"/>
                    </a:ext>
                  </a:extLst>
                </a:gridCol>
                <a:gridCol w="693737">
                  <a:extLst>
                    <a:ext uri="{9D8B030D-6E8A-4147-A177-3AD203B41FA5}">
                      <a16:colId xmlns:a16="http://schemas.microsoft.com/office/drawing/2014/main" val="20003"/>
                    </a:ext>
                  </a:extLst>
                </a:gridCol>
                <a:gridCol w="693738">
                  <a:extLst>
                    <a:ext uri="{9D8B030D-6E8A-4147-A177-3AD203B41FA5}">
                      <a16:colId xmlns:a16="http://schemas.microsoft.com/office/drawing/2014/main" val="20004"/>
                    </a:ext>
                  </a:extLst>
                </a:gridCol>
                <a:gridCol w="695325">
                  <a:extLst>
                    <a:ext uri="{9D8B030D-6E8A-4147-A177-3AD203B41FA5}">
                      <a16:colId xmlns:a16="http://schemas.microsoft.com/office/drawing/2014/main" val="20005"/>
                    </a:ext>
                  </a:extLst>
                </a:gridCol>
                <a:gridCol w="693737">
                  <a:extLst>
                    <a:ext uri="{9D8B030D-6E8A-4147-A177-3AD203B41FA5}">
                      <a16:colId xmlns:a16="http://schemas.microsoft.com/office/drawing/2014/main" val="20006"/>
                    </a:ext>
                  </a:extLst>
                </a:gridCol>
                <a:gridCol w="693738">
                  <a:extLst>
                    <a:ext uri="{9D8B030D-6E8A-4147-A177-3AD203B41FA5}">
                      <a16:colId xmlns:a16="http://schemas.microsoft.com/office/drawing/2014/main" val="20007"/>
                    </a:ext>
                  </a:extLst>
                </a:gridCol>
              </a:tblGrid>
              <a:tr h="6334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I3</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I4</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I5</a:t>
                      </a: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63499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I3</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I4</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I5</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6334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I3</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I4</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I5</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dirty="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6334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I3</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I4</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I5</a:t>
                      </a: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800" b="1" i="0" u="none" strike="noStrike" cap="none" normalizeH="0" baseline="0" dirty="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8115" name="Line 52">
            <a:extLst>
              <a:ext uri="{FF2B5EF4-FFF2-40B4-BE49-F238E27FC236}">
                <a16:creationId xmlns:a16="http://schemas.microsoft.com/office/drawing/2014/main" id="{47004DE0-3038-41D9-BF62-9C44BAC15304}"/>
              </a:ext>
            </a:extLst>
          </p:cNvPr>
          <p:cNvSpPr>
            <a:spLocks noChangeShapeType="1"/>
          </p:cNvSpPr>
          <p:nvPr/>
        </p:nvSpPr>
        <p:spPr bwMode="auto">
          <a:xfrm flipV="1">
            <a:off x="1779589" y="1129553"/>
            <a:ext cx="4388" cy="311892"/>
          </a:xfrm>
          <a:prstGeom prst="line">
            <a:avLst/>
          </a:prstGeom>
          <a:noFill/>
          <a:ln w="317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8116" name="Line 53">
            <a:extLst>
              <a:ext uri="{FF2B5EF4-FFF2-40B4-BE49-F238E27FC236}">
                <a16:creationId xmlns:a16="http://schemas.microsoft.com/office/drawing/2014/main" id="{7EEA8225-C40C-41B1-96C1-90444C8087C6}"/>
              </a:ext>
            </a:extLst>
          </p:cNvPr>
          <p:cNvSpPr>
            <a:spLocks noChangeShapeType="1"/>
          </p:cNvSpPr>
          <p:nvPr/>
        </p:nvSpPr>
        <p:spPr bwMode="auto">
          <a:xfrm flipV="1">
            <a:off x="4552950" y="990600"/>
            <a:ext cx="0" cy="528638"/>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8117" name="Line 54">
            <a:extLst>
              <a:ext uri="{FF2B5EF4-FFF2-40B4-BE49-F238E27FC236}">
                <a16:creationId xmlns:a16="http://schemas.microsoft.com/office/drawing/2014/main" id="{5B0E022E-84F3-48A8-A434-D61123DD3734}"/>
              </a:ext>
            </a:extLst>
          </p:cNvPr>
          <p:cNvSpPr>
            <a:spLocks noChangeShapeType="1"/>
          </p:cNvSpPr>
          <p:nvPr/>
        </p:nvSpPr>
        <p:spPr bwMode="auto">
          <a:xfrm flipV="1">
            <a:off x="7329488" y="990600"/>
            <a:ext cx="0" cy="571500"/>
          </a:xfrm>
          <a:prstGeom prst="line">
            <a:avLst/>
          </a:prstGeom>
          <a:noFill/>
          <a:ln w="317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8118" name="Line 55">
            <a:extLst>
              <a:ext uri="{FF2B5EF4-FFF2-40B4-BE49-F238E27FC236}">
                <a16:creationId xmlns:a16="http://schemas.microsoft.com/office/drawing/2014/main" id="{FB88055D-727E-4F18-B12C-D199646373CC}"/>
              </a:ext>
            </a:extLst>
          </p:cNvPr>
          <p:cNvSpPr>
            <a:spLocks noChangeShapeType="1"/>
          </p:cNvSpPr>
          <p:nvPr/>
        </p:nvSpPr>
        <p:spPr bwMode="auto">
          <a:xfrm>
            <a:off x="7324725" y="3990975"/>
            <a:ext cx="700088"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8119" name="Text Box 56">
            <a:extLst>
              <a:ext uri="{FF2B5EF4-FFF2-40B4-BE49-F238E27FC236}">
                <a16:creationId xmlns:a16="http://schemas.microsoft.com/office/drawing/2014/main" id="{7D55EF4F-8016-4C7A-9F45-403C2B537EF9}"/>
              </a:ext>
            </a:extLst>
          </p:cNvPr>
          <p:cNvSpPr txBox="1">
            <a:spLocks noChangeArrowheads="1"/>
          </p:cNvSpPr>
          <p:nvPr/>
        </p:nvSpPr>
        <p:spPr bwMode="auto">
          <a:xfrm>
            <a:off x="1077555" y="1528763"/>
            <a:ext cx="6976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WB</a:t>
            </a:r>
          </a:p>
        </p:txBody>
      </p:sp>
      <p:sp>
        <p:nvSpPr>
          <p:cNvPr id="88120" name="Text Box 57">
            <a:extLst>
              <a:ext uri="{FF2B5EF4-FFF2-40B4-BE49-F238E27FC236}">
                <a16:creationId xmlns:a16="http://schemas.microsoft.com/office/drawing/2014/main" id="{58751191-249B-462E-9167-5EA1EED179E1}"/>
              </a:ext>
            </a:extLst>
          </p:cNvPr>
          <p:cNvSpPr txBox="1">
            <a:spLocks noChangeArrowheads="1"/>
          </p:cNvSpPr>
          <p:nvPr/>
        </p:nvSpPr>
        <p:spPr bwMode="auto">
          <a:xfrm>
            <a:off x="1183535" y="2176463"/>
            <a:ext cx="612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EX</a:t>
            </a:r>
          </a:p>
        </p:txBody>
      </p:sp>
      <p:sp>
        <p:nvSpPr>
          <p:cNvPr id="88121" name="Text Box 58">
            <a:extLst>
              <a:ext uri="{FF2B5EF4-FFF2-40B4-BE49-F238E27FC236}">
                <a16:creationId xmlns:a16="http://schemas.microsoft.com/office/drawing/2014/main" id="{457AFBB4-E1D9-4CAC-A51E-98C21C552066}"/>
              </a:ext>
            </a:extLst>
          </p:cNvPr>
          <p:cNvSpPr txBox="1">
            <a:spLocks noChangeArrowheads="1"/>
          </p:cNvSpPr>
          <p:nvPr/>
        </p:nvSpPr>
        <p:spPr bwMode="auto">
          <a:xfrm>
            <a:off x="1234746" y="2824163"/>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ID</a:t>
            </a:r>
          </a:p>
        </p:txBody>
      </p:sp>
      <p:sp>
        <p:nvSpPr>
          <p:cNvPr id="88122" name="Text Box 59">
            <a:extLst>
              <a:ext uri="{FF2B5EF4-FFF2-40B4-BE49-F238E27FC236}">
                <a16:creationId xmlns:a16="http://schemas.microsoft.com/office/drawing/2014/main" id="{320640CC-94BC-4009-BB3F-40F6CAB901A3}"/>
              </a:ext>
            </a:extLst>
          </p:cNvPr>
          <p:cNvSpPr txBox="1">
            <a:spLocks noChangeArrowheads="1"/>
          </p:cNvSpPr>
          <p:nvPr/>
        </p:nvSpPr>
        <p:spPr bwMode="auto">
          <a:xfrm>
            <a:off x="1270000" y="3471863"/>
            <a:ext cx="509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IF</a:t>
            </a:r>
          </a:p>
        </p:txBody>
      </p:sp>
      <p:sp>
        <p:nvSpPr>
          <p:cNvPr id="88123" name="Text Box 60">
            <a:extLst>
              <a:ext uri="{FF2B5EF4-FFF2-40B4-BE49-F238E27FC236}">
                <a16:creationId xmlns:a16="http://schemas.microsoft.com/office/drawing/2014/main" id="{6D1C49A0-7CB8-407D-90B5-325C9D8CE3F5}"/>
              </a:ext>
            </a:extLst>
          </p:cNvPr>
          <p:cNvSpPr txBox="1">
            <a:spLocks noChangeArrowheads="1"/>
          </p:cNvSpPr>
          <p:nvPr/>
        </p:nvSpPr>
        <p:spPr bwMode="auto">
          <a:xfrm>
            <a:off x="776287" y="1085756"/>
            <a:ext cx="987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ea typeface="楷体" panose="02010609060101010101" pitchFamily="49" charset="-122"/>
                <a:cs typeface="Times New Roman" panose="02020603050405020304" pitchFamily="18" charset="0"/>
              </a:rPr>
              <a:t>空间</a:t>
            </a:r>
            <a:r>
              <a:rPr kumimoji="0" lang="en-US" altLang="zh-CN" sz="2400" dirty="0">
                <a:ea typeface="楷体" panose="02010609060101010101" pitchFamily="49" charset="-122"/>
                <a:cs typeface="Times New Roman" panose="02020603050405020304" pitchFamily="18" charset="0"/>
              </a:rPr>
              <a:t>S</a:t>
            </a:r>
          </a:p>
        </p:txBody>
      </p:sp>
      <p:sp>
        <p:nvSpPr>
          <p:cNvPr id="88124" name="Text Box 61">
            <a:extLst>
              <a:ext uri="{FF2B5EF4-FFF2-40B4-BE49-F238E27FC236}">
                <a16:creationId xmlns:a16="http://schemas.microsoft.com/office/drawing/2014/main" id="{2EEA63AA-BD13-448E-957C-E8F2453FA5D8}"/>
              </a:ext>
            </a:extLst>
          </p:cNvPr>
          <p:cNvSpPr txBox="1">
            <a:spLocks noChangeArrowheads="1"/>
          </p:cNvSpPr>
          <p:nvPr/>
        </p:nvSpPr>
        <p:spPr bwMode="auto">
          <a:xfrm>
            <a:off x="4568829" y="1033463"/>
            <a:ext cx="458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I1</a:t>
            </a:r>
          </a:p>
        </p:txBody>
      </p:sp>
      <p:sp>
        <p:nvSpPr>
          <p:cNvPr id="88125" name="Text Box 62">
            <a:extLst>
              <a:ext uri="{FF2B5EF4-FFF2-40B4-BE49-F238E27FC236}">
                <a16:creationId xmlns:a16="http://schemas.microsoft.com/office/drawing/2014/main" id="{128CAFC8-B606-428E-8DE2-CF4B98ED869D}"/>
              </a:ext>
            </a:extLst>
          </p:cNvPr>
          <p:cNvSpPr txBox="1">
            <a:spLocks noChangeArrowheads="1"/>
          </p:cNvSpPr>
          <p:nvPr/>
        </p:nvSpPr>
        <p:spPr bwMode="auto">
          <a:xfrm>
            <a:off x="7340604" y="1033463"/>
            <a:ext cx="458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I5</a:t>
            </a:r>
          </a:p>
        </p:txBody>
      </p:sp>
      <p:sp>
        <p:nvSpPr>
          <p:cNvPr id="88126" name="Text Box 63">
            <a:extLst>
              <a:ext uri="{FF2B5EF4-FFF2-40B4-BE49-F238E27FC236}">
                <a16:creationId xmlns:a16="http://schemas.microsoft.com/office/drawing/2014/main" id="{FBFA3CC1-F3FB-4C58-AEAC-E1A1795DA901}"/>
              </a:ext>
            </a:extLst>
          </p:cNvPr>
          <p:cNvSpPr txBox="1">
            <a:spLocks noChangeArrowheads="1"/>
          </p:cNvSpPr>
          <p:nvPr/>
        </p:nvSpPr>
        <p:spPr bwMode="auto">
          <a:xfrm>
            <a:off x="7322071" y="4034135"/>
            <a:ext cx="10086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ea typeface="楷体" panose="02010609060101010101" pitchFamily="49" charset="-122"/>
                <a:cs typeface="Times New Roman" panose="02020603050405020304" pitchFamily="18" charset="0"/>
              </a:rPr>
              <a:t>时间</a:t>
            </a:r>
            <a:r>
              <a:rPr kumimoji="0" lang="en-US" altLang="zh-CN" sz="2400">
                <a:ea typeface="楷体" panose="02010609060101010101" pitchFamily="49" charset="-122"/>
                <a:cs typeface="Times New Roman" panose="02020603050405020304" pitchFamily="18" charset="0"/>
              </a:rPr>
              <a:t>T</a:t>
            </a:r>
          </a:p>
        </p:txBody>
      </p:sp>
      <p:sp>
        <p:nvSpPr>
          <p:cNvPr id="88127" name="Text Box 64">
            <a:extLst>
              <a:ext uri="{FF2B5EF4-FFF2-40B4-BE49-F238E27FC236}">
                <a16:creationId xmlns:a16="http://schemas.microsoft.com/office/drawing/2014/main" id="{FBCAD5E7-3D53-4486-B1A9-6FA3D5DC115B}"/>
              </a:ext>
            </a:extLst>
          </p:cNvPr>
          <p:cNvSpPr txBox="1">
            <a:spLocks noChangeArrowheads="1"/>
          </p:cNvSpPr>
          <p:nvPr/>
        </p:nvSpPr>
        <p:spPr bwMode="auto">
          <a:xfrm>
            <a:off x="2296896" y="3929063"/>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1</a:t>
            </a:r>
          </a:p>
        </p:txBody>
      </p:sp>
      <p:sp>
        <p:nvSpPr>
          <p:cNvPr id="88128" name="Text Box 65">
            <a:extLst>
              <a:ext uri="{FF2B5EF4-FFF2-40B4-BE49-F238E27FC236}">
                <a16:creationId xmlns:a16="http://schemas.microsoft.com/office/drawing/2014/main" id="{9BBBDC3A-9C36-4E59-BF60-FC560550178B}"/>
              </a:ext>
            </a:extLst>
          </p:cNvPr>
          <p:cNvSpPr txBox="1">
            <a:spLocks noChangeArrowheads="1"/>
          </p:cNvSpPr>
          <p:nvPr/>
        </p:nvSpPr>
        <p:spPr bwMode="auto">
          <a:xfrm>
            <a:off x="2990633" y="3929063"/>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2</a:t>
            </a:r>
          </a:p>
        </p:txBody>
      </p:sp>
      <p:sp>
        <p:nvSpPr>
          <p:cNvPr id="88129" name="Text Box 66">
            <a:extLst>
              <a:ext uri="{FF2B5EF4-FFF2-40B4-BE49-F238E27FC236}">
                <a16:creationId xmlns:a16="http://schemas.microsoft.com/office/drawing/2014/main" id="{8446980D-7E45-4A9E-9573-35983C0D468C}"/>
              </a:ext>
            </a:extLst>
          </p:cNvPr>
          <p:cNvSpPr txBox="1">
            <a:spLocks noChangeArrowheads="1"/>
          </p:cNvSpPr>
          <p:nvPr/>
        </p:nvSpPr>
        <p:spPr bwMode="auto">
          <a:xfrm>
            <a:off x="3684371" y="3929063"/>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3</a:t>
            </a:r>
          </a:p>
        </p:txBody>
      </p:sp>
      <p:sp>
        <p:nvSpPr>
          <p:cNvPr id="88130" name="Text Box 67">
            <a:extLst>
              <a:ext uri="{FF2B5EF4-FFF2-40B4-BE49-F238E27FC236}">
                <a16:creationId xmlns:a16="http://schemas.microsoft.com/office/drawing/2014/main" id="{94F73CA1-AA1F-4490-B3D6-8169B3FC7A30}"/>
              </a:ext>
            </a:extLst>
          </p:cNvPr>
          <p:cNvSpPr txBox="1">
            <a:spLocks noChangeArrowheads="1"/>
          </p:cNvSpPr>
          <p:nvPr/>
        </p:nvSpPr>
        <p:spPr bwMode="auto">
          <a:xfrm>
            <a:off x="4378108" y="3929063"/>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4</a:t>
            </a:r>
          </a:p>
        </p:txBody>
      </p:sp>
      <p:sp>
        <p:nvSpPr>
          <p:cNvPr id="88131" name="Text Box 68">
            <a:extLst>
              <a:ext uri="{FF2B5EF4-FFF2-40B4-BE49-F238E27FC236}">
                <a16:creationId xmlns:a16="http://schemas.microsoft.com/office/drawing/2014/main" id="{8648FF36-60C7-4277-A861-F2278C3A3EA6}"/>
              </a:ext>
            </a:extLst>
          </p:cNvPr>
          <p:cNvSpPr txBox="1">
            <a:spLocks noChangeArrowheads="1"/>
          </p:cNvSpPr>
          <p:nvPr/>
        </p:nvSpPr>
        <p:spPr bwMode="auto">
          <a:xfrm>
            <a:off x="5071846" y="3929063"/>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5</a:t>
            </a:r>
          </a:p>
        </p:txBody>
      </p:sp>
      <p:sp>
        <p:nvSpPr>
          <p:cNvPr id="88132" name="Text Box 69">
            <a:extLst>
              <a:ext uri="{FF2B5EF4-FFF2-40B4-BE49-F238E27FC236}">
                <a16:creationId xmlns:a16="http://schemas.microsoft.com/office/drawing/2014/main" id="{45E1C15B-3327-4AF8-9213-6ED6D59E515B}"/>
              </a:ext>
            </a:extLst>
          </p:cNvPr>
          <p:cNvSpPr txBox="1">
            <a:spLocks noChangeArrowheads="1"/>
          </p:cNvSpPr>
          <p:nvPr/>
        </p:nvSpPr>
        <p:spPr bwMode="auto">
          <a:xfrm>
            <a:off x="5765583" y="3929063"/>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6</a:t>
            </a:r>
          </a:p>
        </p:txBody>
      </p:sp>
      <p:sp>
        <p:nvSpPr>
          <p:cNvPr id="88133" name="Text Box 70">
            <a:extLst>
              <a:ext uri="{FF2B5EF4-FFF2-40B4-BE49-F238E27FC236}">
                <a16:creationId xmlns:a16="http://schemas.microsoft.com/office/drawing/2014/main" id="{88DDAB6C-46B6-45CB-9163-0126E517DAC9}"/>
              </a:ext>
            </a:extLst>
          </p:cNvPr>
          <p:cNvSpPr txBox="1">
            <a:spLocks noChangeArrowheads="1"/>
          </p:cNvSpPr>
          <p:nvPr/>
        </p:nvSpPr>
        <p:spPr bwMode="auto">
          <a:xfrm>
            <a:off x="6459321" y="3929063"/>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7</a:t>
            </a:r>
          </a:p>
        </p:txBody>
      </p:sp>
      <p:sp>
        <p:nvSpPr>
          <p:cNvPr id="88134" name="Text Box 71">
            <a:extLst>
              <a:ext uri="{FF2B5EF4-FFF2-40B4-BE49-F238E27FC236}">
                <a16:creationId xmlns:a16="http://schemas.microsoft.com/office/drawing/2014/main" id="{EA932F63-37C2-4DB5-8D36-E17B3F458FE9}"/>
              </a:ext>
            </a:extLst>
          </p:cNvPr>
          <p:cNvSpPr txBox="1">
            <a:spLocks noChangeArrowheads="1"/>
          </p:cNvSpPr>
          <p:nvPr/>
        </p:nvSpPr>
        <p:spPr bwMode="auto">
          <a:xfrm>
            <a:off x="7154646" y="3929063"/>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8</a:t>
            </a:r>
          </a:p>
        </p:txBody>
      </p:sp>
      <p:sp>
        <p:nvSpPr>
          <p:cNvPr id="88135" name="Line 82">
            <a:extLst>
              <a:ext uri="{FF2B5EF4-FFF2-40B4-BE49-F238E27FC236}">
                <a16:creationId xmlns:a16="http://schemas.microsoft.com/office/drawing/2014/main" id="{AAE6116B-B35B-48D0-A74A-9F428C102BC3}"/>
              </a:ext>
            </a:extLst>
          </p:cNvPr>
          <p:cNvSpPr>
            <a:spLocks noChangeShapeType="1"/>
          </p:cNvSpPr>
          <p:nvPr/>
        </p:nvSpPr>
        <p:spPr bwMode="auto">
          <a:xfrm flipV="1">
            <a:off x="5238750" y="990600"/>
            <a:ext cx="0" cy="528638"/>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8136" name="Text Box 83">
            <a:extLst>
              <a:ext uri="{FF2B5EF4-FFF2-40B4-BE49-F238E27FC236}">
                <a16:creationId xmlns:a16="http://schemas.microsoft.com/office/drawing/2014/main" id="{8583764A-1DAF-4656-9FEE-59F261A424D7}"/>
              </a:ext>
            </a:extLst>
          </p:cNvPr>
          <p:cNvSpPr txBox="1">
            <a:spLocks noChangeArrowheads="1"/>
          </p:cNvSpPr>
          <p:nvPr/>
        </p:nvSpPr>
        <p:spPr bwMode="auto">
          <a:xfrm>
            <a:off x="5254629" y="1033463"/>
            <a:ext cx="458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I2</a:t>
            </a:r>
          </a:p>
        </p:txBody>
      </p:sp>
      <p:sp>
        <p:nvSpPr>
          <p:cNvPr id="88137" name="Line 84">
            <a:extLst>
              <a:ext uri="{FF2B5EF4-FFF2-40B4-BE49-F238E27FC236}">
                <a16:creationId xmlns:a16="http://schemas.microsoft.com/office/drawing/2014/main" id="{ADD758C0-DA33-4256-B15B-7773E95FFFE4}"/>
              </a:ext>
            </a:extLst>
          </p:cNvPr>
          <p:cNvSpPr>
            <a:spLocks noChangeShapeType="1"/>
          </p:cNvSpPr>
          <p:nvPr/>
        </p:nvSpPr>
        <p:spPr bwMode="auto">
          <a:xfrm flipV="1">
            <a:off x="5938838" y="990600"/>
            <a:ext cx="0" cy="528638"/>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8138" name="Text Box 85">
            <a:extLst>
              <a:ext uri="{FF2B5EF4-FFF2-40B4-BE49-F238E27FC236}">
                <a16:creationId xmlns:a16="http://schemas.microsoft.com/office/drawing/2014/main" id="{29A30C60-36A4-481B-980F-C54302C47CFF}"/>
              </a:ext>
            </a:extLst>
          </p:cNvPr>
          <p:cNvSpPr txBox="1">
            <a:spLocks noChangeArrowheads="1"/>
          </p:cNvSpPr>
          <p:nvPr/>
        </p:nvSpPr>
        <p:spPr bwMode="auto">
          <a:xfrm>
            <a:off x="5954717" y="1033463"/>
            <a:ext cx="458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I3</a:t>
            </a:r>
          </a:p>
        </p:txBody>
      </p:sp>
      <p:sp>
        <p:nvSpPr>
          <p:cNvPr id="88139" name="Line 86">
            <a:extLst>
              <a:ext uri="{FF2B5EF4-FFF2-40B4-BE49-F238E27FC236}">
                <a16:creationId xmlns:a16="http://schemas.microsoft.com/office/drawing/2014/main" id="{5BD7E7DF-941C-4F08-8E1D-BED06A2B37C3}"/>
              </a:ext>
            </a:extLst>
          </p:cNvPr>
          <p:cNvSpPr>
            <a:spLocks noChangeShapeType="1"/>
          </p:cNvSpPr>
          <p:nvPr/>
        </p:nvSpPr>
        <p:spPr bwMode="auto">
          <a:xfrm flipV="1">
            <a:off x="6624638" y="990600"/>
            <a:ext cx="0" cy="528638"/>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8140" name="Text Box 87">
            <a:extLst>
              <a:ext uri="{FF2B5EF4-FFF2-40B4-BE49-F238E27FC236}">
                <a16:creationId xmlns:a16="http://schemas.microsoft.com/office/drawing/2014/main" id="{801CCE3C-FC16-41E3-AE2C-D5777212F9E0}"/>
              </a:ext>
            </a:extLst>
          </p:cNvPr>
          <p:cNvSpPr txBox="1">
            <a:spLocks noChangeArrowheads="1"/>
          </p:cNvSpPr>
          <p:nvPr/>
        </p:nvSpPr>
        <p:spPr bwMode="auto">
          <a:xfrm>
            <a:off x="6640517" y="1033463"/>
            <a:ext cx="4587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I4</a:t>
            </a:r>
          </a:p>
        </p:txBody>
      </p:sp>
    </p:spTree>
  </p:cSld>
  <p:clrMapOvr>
    <a:masterClrMapping/>
  </p:clrMapOvr>
  <p:transition spd="med">
    <p:pull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a:extLst>
              <a:ext uri="{FF2B5EF4-FFF2-40B4-BE49-F238E27FC236}">
                <a16:creationId xmlns:a16="http://schemas.microsoft.com/office/drawing/2014/main" id="{D154F75D-7EE1-9849-96ED-F99C8A892697}"/>
              </a:ext>
            </a:extLst>
          </p:cNvPr>
          <p:cNvSpPr>
            <a:spLocks noGrp="1" noChangeArrowheads="1"/>
          </p:cNvSpPr>
          <p:nvPr>
            <p:ph type="title"/>
          </p:nvPr>
        </p:nvSpPr>
        <p:spPr/>
        <p:txBody>
          <a:bodyPr/>
          <a:lstStyle/>
          <a:p>
            <a:pPr eaLnBrk="1" hangingPunct="1"/>
            <a:r>
              <a:rPr lang="zh-CN" altLang="en-US"/>
              <a:t>线性流水线的三个阶段</a:t>
            </a:r>
          </a:p>
        </p:txBody>
      </p:sp>
      <p:sp>
        <p:nvSpPr>
          <p:cNvPr id="89090" name="Rectangle 3">
            <a:extLst>
              <a:ext uri="{FF2B5EF4-FFF2-40B4-BE49-F238E27FC236}">
                <a16:creationId xmlns:a16="http://schemas.microsoft.com/office/drawing/2014/main" id="{B4279089-7EAF-4587-817C-B8CFA1FA64CA}"/>
              </a:ext>
            </a:extLst>
          </p:cNvPr>
          <p:cNvSpPr>
            <a:spLocks noGrp="1" noChangeArrowheads="1"/>
          </p:cNvSpPr>
          <p:nvPr>
            <p:ph idx="1"/>
          </p:nvPr>
        </p:nvSpPr>
        <p:spPr/>
        <p:txBody>
          <a:bodyPr/>
          <a:lstStyle/>
          <a:p>
            <a:pPr eaLnBrk="1" hangingPunct="1"/>
            <a:endParaRPr lang="zh-CN" altLang="en-US"/>
          </a:p>
        </p:txBody>
      </p:sp>
      <p:grpSp>
        <p:nvGrpSpPr>
          <p:cNvPr id="89092" name="Group 4">
            <a:extLst>
              <a:ext uri="{FF2B5EF4-FFF2-40B4-BE49-F238E27FC236}">
                <a16:creationId xmlns:a16="http://schemas.microsoft.com/office/drawing/2014/main" id="{7F0924BA-B6F2-4D3D-BF88-EA9CA1D25FA8}"/>
              </a:ext>
            </a:extLst>
          </p:cNvPr>
          <p:cNvGrpSpPr>
            <a:grpSpLocks/>
          </p:cNvGrpSpPr>
          <p:nvPr/>
        </p:nvGrpSpPr>
        <p:grpSpPr bwMode="auto">
          <a:xfrm>
            <a:off x="1666875" y="1409700"/>
            <a:ext cx="6738938" cy="2627313"/>
            <a:chOff x="336" y="1632"/>
            <a:chExt cx="4608" cy="1728"/>
          </a:xfrm>
        </p:grpSpPr>
        <p:sp>
          <p:nvSpPr>
            <p:cNvPr id="89226" name="Line 5">
              <a:extLst>
                <a:ext uri="{FF2B5EF4-FFF2-40B4-BE49-F238E27FC236}">
                  <a16:creationId xmlns:a16="http://schemas.microsoft.com/office/drawing/2014/main" id="{CC2FF529-28BC-4475-80B0-4029C7ACB1C3}"/>
                </a:ext>
              </a:extLst>
            </p:cNvPr>
            <p:cNvSpPr>
              <a:spLocks noChangeShapeType="1"/>
            </p:cNvSpPr>
            <p:nvPr/>
          </p:nvSpPr>
          <p:spPr bwMode="auto">
            <a:xfrm>
              <a:off x="336" y="3354"/>
              <a:ext cx="4608" cy="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227" name="Line 6">
              <a:extLst>
                <a:ext uri="{FF2B5EF4-FFF2-40B4-BE49-F238E27FC236}">
                  <a16:creationId xmlns:a16="http://schemas.microsoft.com/office/drawing/2014/main" id="{EA31405B-E1DC-4890-97DB-ED7D0AE95BF1}"/>
                </a:ext>
              </a:extLst>
            </p:cNvPr>
            <p:cNvSpPr>
              <a:spLocks noChangeShapeType="1"/>
            </p:cNvSpPr>
            <p:nvPr/>
          </p:nvSpPr>
          <p:spPr bwMode="auto">
            <a:xfrm flipV="1">
              <a:off x="336" y="1632"/>
              <a:ext cx="0" cy="17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228" name="Line 7">
              <a:extLst>
                <a:ext uri="{FF2B5EF4-FFF2-40B4-BE49-F238E27FC236}">
                  <a16:creationId xmlns:a16="http://schemas.microsoft.com/office/drawing/2014/main" id="{483912EA-CBC4-4BDC-BC30-5BB568C55BB0}"/>
                </a:ext>
              </a:extLst>
            </p:cNvPr>
            <p:cNvSpPr>
              <a:spLocks noChangeShapeType="1"/>
            </p:cNvSpPr>
            <p:nvPr/>
          </p:nvSpPr>
          <p:spPr bwMode="auto">
            <a:xfrm>
              <a:off x="336" y="2186"/>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229" name="Line 8">
              <a:extLst>
                <a:ext uri="{FF2B5EF4-FFF2-40B4-BE49-F238E27FC236}">
                  <a16:creationId xmlns:a16="http://schemas.microsoft.com/office/drawing/2014/main" id="{7ABBEA9C-7C23-44C1-B821-6CB3F6804A1A}"/>
                </a:ext>
              </a:extLst>
            </p:cNvPr>
            <p:cNvSpPr>
              <a:spLocks noChangeShapeType="1"/>
            </p:cNvSpPr>
            <p:nvPr/>
          </p:nvSpPr>
          <p:spPr bwMode="auto">
            <a:xfrm>
              <a:off x="336" y="2481"/>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230" name="Line 9">
              <a:extLst>
                <a:ext uri="{FF2B5EF4-FFF2-40B4-BE49-F238E27FC236}">
                  <a16:creationId xmlns:a16="http://schemas.microsoft.com/office/drawing/2014/main" id="{94803280-2161-4E76-A3C0-5BD60151C5DB}"/>
                </a:ext>
              </a:extLst>
            </p:cNvPr>
            <p:cNvSpPr>
              <a:spLocks noChangeShapeType="1"/>
            </p:cNvSpPr>
            <p:nvPr/>
          </p:nvSpPr>
          <p:spPr bwMode="auto">
            <a:xfrm>
              <a:off x="336" y="2773"/>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231" name="Line 10">
              <a:extLst>
                <a:ext uri="{FF2B5EF4-FFF2-40B4-BE49-F238E27FC236}">
                  <a16:creationId xmlns:a16="http://schemas.microsoft.com/office/drawing/2014/main" id="{6D7EDDA2-99B3-4722-8D53-616F84C18C2A}"/>
                </a:ext>
              </a:extLst>
            </p:cNvPr>
            <p:cNvSpPr>
              <a:spLocks noChangeShapeType="1"/>
            </p:cNvSpPr>
            <p:nvPr/>
          </p:nvSpPr>
          <p:spPr bwMode="auto">
            <a:xfrm>
              <a:off x="336" y="307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9093" name="Text Box 11">
            <a:extLst>
              <a:ext uri="{FF2B5EF4-FFF2-40B4-BE49-F238E27FC236}">
                <a16:creationId xmlns:a16="http://schemas.microsoft.com/office/drawing/2014/main" id="{204AA87C-0656-414F-88DB-D9A8A95D37E6}"/>
              </a:ext>
            </a:extLst>
          </p:cNvPr>
          <p:cNvSpPr txBox="1">
            <a:spLocks noChangeArrowheads="1"/>
          </p:cNvSpPr>
          <p:nvPr/>
        </p:nvSpPr>
        <p:spPr bwMode="auto">
          <a:xfrm>
            <a:off x="7986713" y="4198938"/>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ea typeface="宋体" panose="02010600030101010101" pitchFamily="2" charset="-122"/>
              </a:rPr>
              <a:t>时间</a:t>
            </a:r>
          </a:p>
        </p:txBody>
      </p:sp>
      <p:sp>
        <p:nvSpPr>
          <p:cNvPr id="89094" name="Line 12">
            <a:extLst>
              <a:ext uri="{FF2B5EF4-FFF2-40B4-BE49-F238E27FC236}">
                <a16:creationId xmlns:a16="http://schemas.microsoft.com/office/drawing/2014/main" id="{DEAA26EC-284B-40CE-8A80-5A11F82AB8D4}"/>
              </a:ext>
            </a:extLst>
          </p:cNvPr>
          <p:cNvSpPr>
            <a:spLocks noChangeShapeType="1"/>
          </p:cNvSpPr>
          <p:nvPr/>
        </p:nvSpPr>
        <p:spPr bwMode="auto">
          <a:xfrm>
            <a:off x="3521075" y="4152900"/>
            <a:ext cx="6350" cy="4572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9095" name="Group 13">
            <a:extLst>
              <a:ext uri="{FF2B5EF4-FFF2-40B4-BE49-F238E27FC236}">
                <a16:creationId xmlns:a16="http://schemas.microsoft.com/office/drawing/2014/main" id="{60207127-7A17-4D86-B783-70A1CF06CAAA}"/>
              </a:ext>
            </a:extLst>
          </p:cNvPr>
          <p:cNvGrpSpPr>
            <a:grpSpLocks/>
          </p:cNvGrpSpPr>
          <p:nvPr/>
        </p:nvGrpSpPr>
        <p:grpSpPr bwMode="auto">
          <a:xfrm>
            <a:off x="1666875" y="2286000"/>
            <a:ext cx="6089650" cy="1760538"/>
            <a:chOff x="96" y="2208"/>
            <a:chExt cx="3745" cy="1158"/>
          </a:xfrm>
        </p:grpSpPr>
        <p:grpSp>
          <p:nvGrpSpPr>
            <p:cNvPr id="89134" name="Group 14">
              <a:extLst>
                <a:ext uri="{FF2B5EF4-FFF2-40B4-BE49-F238E27FC236}">
                  <a16:creationId xmlns:a16="http://schemas.microsoft.com/office/drawing/2014/main" id="{6E5D2408-17A5-4B2D-9BF9-965B158D4967}"/>
                </a:ext>
              </a:extLst>
            </p:cNvPr>
            <p:cNvGrpSpPr>
              <a:grpSpLocks/>
            </p:cNvGrpSpPr>
            <p:nvPr/>
          </p:nvGrpSpPr>
          <p:grpSpPr bwMode="auto">
            <a:xfrm>
              <a:off x="96" y="3054"/>
              <a:ext cx="2881" cy="312"/>
              <a:chOff x="96" y="3054"/>
              <a:chExt cx="2881" cy="312"/>
            </a:xfrm>
          </p:grpSpPr>
          <p:grpSp>
            <p:nvGrpSpPr>
              <p:cNvPr id="89204" name="Group 15">
                <a:extLst>
                  <a:ext uri="{FF2B5EF4-FFF2-40B4-BE49-F238E27FC236}">
                    <a16:creationId xmlns:a16="http://schemas.microsoft.com/office/drawing/2014/main" id="{ACC50E05-5332-41FF-ABDC-B7E95D5DDFF1}"/>
                  </a:ext>
                </a:extLst>
              </p:cNvPr>
              <p:cNvGrpSpPr>
                <a:grpSpLocks/>
              </p:cNvGrpSpPr>
              <p:nvPr/>
            </p:nvGrpSpPr>
            <p:grpSpPr bwMode="auto">
              <a:xfrm>
                <a:off x="96" y="3072"/>
                <a:ext cx="2881" cy="288"/>
                <a:chOff x="96" y="3072"/>
                <a:chExt cx="2881" cy="288"/>
              </a:xfrm>
            </p:grpSpPr>
            <p:sp>
              <p:nvSpPr>
                <p:cNvPr id="89216" name="Rectangle 16">
                  <a:extLst>
                    <a:ext uri="{FF2B5EF4-FFF2-40B4-BE49-F238E27FC236}">
                      <a16:creationId xmlns:a16="http://schemas.microsoft.com/office/drawing/2014/main" id="{780BAA72-2855-45F0-B2FE-BA0F7B7DB62F}"/>
                    </a:ext>
                  </a:extLst>
                </p:cNvPr>
                <p:cNvSpPr>
                  <a:spLocks noChangeArrowheads="1"/>
                </p:cNvSpPr>
                <p:nvPr/>
              </p:nvSpPr>
              <p:spPr bwMode="auto">
                <a:xfrm>
                  <a:off x="96" y="3072"/>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17" name="Rectangle 17">
                  <a:extLst>
                    <a:ext uri="{FF2B5EF4-FFF2-40B4-BE49-F238E27FC236}">
                      <a16:creationId xmlns:a16="http://schemas.microsoft.com/office/drawing/2014/main" id="{351E61DC-6025-4D6F-84E6-699BD0255AC6}"/>
                    </a:ext>
                  </a:extLst>
                </p:cNvPr>
                <p:cNvSpPr>
                  <a:spLocks noChangeArrowheads="1"/>
                </p:cNvSpPr>
                <p:nvPr/>
              </p:nvSpPr>
              <p:spPr bwMode="auto">
                <a:xfrm>
                  <a:off x="384"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18" name="Rectangle 18">
                  <a:extLst>
                    <a:ext uri="{FF2B5EF4-FFF2-40B4-BE49-F238E27FC236}">
                      <a16:creationId xmlns:a16="http://schemas.microsoft.com/office/drawing/2014/main" id="{DB79B4DF-C8F4-4F0F-BDE1-C4333A788D31}"/>
                    </a:ext>
                  </a:extLst>
                </p:cNvPr>
                <p:cNvSpPr>
                  <a:spLocks noChangeArrowheads="1"/>
                </p:cNvSpPr>
                <p:nvPr/>
              </p:nvSpPr>
              <p:spPr bwMode="auto">
                <a:xfrm>
                  <a:off x="672"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19" name="Rectangle 19">
                  <a:extLst>
                    <a:ext uri="{FF2B5EF4-FFF2-40B4-BE49-F238E27FC236}">
                      <a16:creationId xmlns:a16="http://schemas.microsoft.com/office/drawing/2014/main" id="{8F3661E3-AB44-4E83-B7EE-2F8C5226F4E7}"/>
                    </a:ext>
                  </a:extLst>
                </p:cNvPr>
                <p:cNvSpPr>
                  <a:spLocks noChangeArrowheads="1"/>
                </p:cNvSpPr>
                <p:nvPr/>
              </p:nvSpPr>
              <p:spPr bwMode="auto">
                <a:xfrm>
                  <a:off x="960"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20" name="Rectangle 20">
                  <a:extLst>
                    <a:ext uri="{FF2B5EF4-FFF2-40B4-BE49-F238E27FC236}">
                      <a16:creationId xmlns:a16="http://schemas.microsoft.com/office/drawing/2014/main" id="{92762851-CB07-4B9F-8D38-D56D551D3DCE}"/>
                    </a:ext>
                  </a:extLst>
                </p:cNvPr>
                <p:cNvSpPr>
                  <a:spLocks noChangeArrowheads="1"/>
                </p:cNvSpPr>
                <p:nvPr/>
              </p:nvSpPr>
              <p:spPr bwMode="auto">
                <a:xfrm>
                  <a:off x="2689" y="3073"/>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21" name="Rectangle 21">
                  <a:extLst>
                    <a:ext uri="{FF2B5EF4-FFF2-40B4-BE49-F238E27FC236}">
                      <a16:creationId xmlns:a16="http://schemas.microsoft.com/office/drawing/2014/main" id="{4D883879-32D6-4A1C-A096-FF17E8CF4B86}"/>
                    </a:ext>
                  </a:extLst>
                </p:cNvPr>
                <p:cNvSpPr>
                  <a:spLocks noChangeArrowheads="1"/>
                </p:cNvSpPr>
                <p:nvPr/>
              </p:nvSpPr>
              <p:spPr bwMode="auto">
                <a:xfrm>
                  <a:off x="1249"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22" name="Rectangle 22">
                  <a:extLst>
                    <a:ext uri="{FF2B5EF4-FFF2-40B4-BE49-F238E27FC236}">
                      <a16:creationId xmlns:a16="http://schemas.microsoft.com/office/drawing/2014/main" id="{587CBFC4-00DB-4B5E-8950-76C593E6A988}"/>
                    </a:ext>
                  </a:extLst>
                </p:cNvPr>
                <p:cNvSpPr>
                  <a:spLocks noChangeArrowheads="1"/>
                </p:cNvSpPr>
                <p:nvPr/>
              </p:nvSpPr>
              <p:spPr bwMode="auto">
                <a:xfrm>
                  <a:off x="1537"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23" name="Rectangle 23">
                  <a:extLst>
                    <a:ext uri="{FF2B5EF4-FFF2-40B4-BE49-F238E27FC236}">
                      <a16:creationId xmlns:a16="http://schemas.microsoft.com/office/drawing/2014/main" id="{334A25C8-9CEC-4B3F-8BF7-8EFE8F5EF013}"/>
                    </a:ext>
                  </a:extLst>
                </p:cNvPr>
                <p:cNvSpPr>
                  <a:spLocks noChangeArrowheads="1"/>
                </p:cNvSpPr>
                <p:nvPr/>
              </p:nvSpPr>
              <p:spPr bwMode="auto">
                <a:xfrm>
                  <a:off x="1825"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24" name="Rectangle 24">
                  <a:extLst>
                    <a:ext uri="{FF2B5EF4-FFF2-40B4-BE49-F238E27FC236}">
                      <a16:creationId xmlns:a16="http://schemas.microsoft.com/office/drawing/2014/main" id="{A2E8C112-CDBA-40D1-80C6-53C660FC3D07}"/>
                    </a:ext>
                  </a:extLst>
                </p:cNvPr>
                <p:cNvSpPr>
                  <a:spLocks noChangeArrowheads="1"/>
                </p:cNvSpPr>
                <p:nvPr/>
              </p:nvSpPr>
              <p:spPr bwMode="auto">
                <a:xfrm>
                  <a:off x="2113"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25" name="Rectangle 25">
                  <a:extLst>
                    <a:ext uri="{FF2B5EF4-FFF2-40B4-BE49-F238E27FC236}">
                      <a16:creationId xmlns:a16="http://schemas.microsoft.com/office/drawing/2014/main" id="{BF6A5100-7B11-4350-AF38-CBBBD716E50A}"/>
                    </a:ext>
                  </a:extLst>
                </p:cNvPr>
                <p:cNvSpPr>
                  <a:spLocks noChangeArrowheads="1"/>
                </p:cNvSpPr>
                <p:nvPr/>
              </p:nvSpPr>
              <p:spPr bwMode="auto">
                <a:xfrm>
                  <a:off x="2401"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89205" name="Group 26">
                <a:extLst>
                  <a:ext uri="{FF2B5EF4-FFF2-40B4-BE49-F238E27FC236}">
                    <a16:creationId xmlns:a16="http://schemas.microsoft.com/office/drawing/2014/main" id="{1B5E1020-98B7-47CD-8FC2-D7AA799AA581}"/>
                  </a:ext>
                </a:extLst>
              </p:cNvPr>
              <p:cNvGrpSpPr>
                <a:grpSpLocks/>
              </p:cNvGrpSpPr>
              <p:nvPr/>
            </p:nvGrpSpPr>
            <p:grpSpPr bwMode="auto">
              <a:xfrm>
                <a:off x="158" y="3054"/>
                <a:ext cx="2776" cy="312"/>
                <a:chOff x="142" y="3066"/>
                <a:chExt cx="2776" cy="312"/>
              </a:xfrm>
            </p:grpSpPr>
            <p:sp>
              <p:nvSpPr>
                <p:cNvPr id="89206" name="Text Box 27">
                  <a:extLst>
                    <a:ext uri="{FF2B5EF4-FFF2-40B4-BE49-F238E27FC236}">
                      <a16:creationId xmlns:a16="http://schemas.microsoft.com/office/drawing/2014/main" id="{E427DDD3-102E-4D05-9EDA-D50CD3E2BBB1}"/>
                    </a:ext>
                  </a:extLst>
                </p:cNvPr>
                <p:cNvSpPr txBox="1">
                  <a:spLocks noChangeArrowheads="1"/>
                </p:cNvSpPr>
                <p:nvPr/>
              </p:nvSpPr>
              <p:spPr bwMode="auto">
                <a:xfrm>
                  <a:off x="2113" y="3078"/>
                  <a:ext cx="25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207" name="Text Box 28">
                  <a:extLst>
                    <a:ext uri="{FF2B5EF4-FFF2-40B4-BE49-F238E27FC236}">
                      <a16:creationId xmlns:a16="http://schemas.microsoft.com/office/drawing/2014/main" id="{BA4C76C6-BEFA-46CB-9AAD-FF262C8A9713}"/>
                    </a:ext>
                  </a:extLst>
                </p:cNvPr>
                <p:cNvSpPr txBox="1">
                  <a:spLocks noChangeArrowheads="1"/>
                </p:cNvSpPr>
                <p:nvPr/>
              </p:nvSpPr>
              <p:spPr bwMode="auto">
                <a:xfrm>
                  <a:off x="142" y="3066"/>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1</a:t>
                  </a:r>
                </a:p>
              </p:txBody>
            </p:sp>
            <p:sp>
              <p:nvSpPr>
                <p:cNvPr id="89208" name="Text Box 29">
                  <a:extLst>
                    <a:ext uri="{FF2B5EF4-FFF2-40B4-BE49-F238E27FC236}">
                      <a16:creationId xmlns:a16="http://schemas.microsoft.com/office/drawing/2014/main" id="{5C1D3C9A-DAFA-49C3-A836-2897067A84F4}"/>
                    </a:ext>
                  </a:extLst>
                </p:cNvPr>
                <p:cNvSpPr txBox="1">
                  <a:spLocks noChangeArrowheads="1"/>
                </p:cNvSpPr>
                <p:nvPr/>
              </p:nvSpPr>
              <p:spPr bwMode="auto">
                <a:xfrm>
                  <a:off x="398" y="3078"/>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2</a:t>
                  </a:r>
                </a:p>
              </p:txBody>
            </p:sp>
            <p:sp>
              <p:nvSpPr>
                <p:cNvPr id="89209" name="Text Box 30">
                  <a:extLst>
                    <a:ext uri="{FF2B5EF4-FFF2-40B4-BE49-F238E27FC236}">
                      <a16:creationId xmlns:a16="http://schemas.microsoft.com/office/drawing/2014/main" id="{8B09848A-0223-457F-92C3-D2453E351587}"/>
                    </a:ext>
                  </a:extLst>
                </p:cNvPr>
                <p:cNvSpPr txBox="1">
                  <a:spLocks noChangeArrowheads="1"/>
                </p:cNvSpPr>
                <p:nvPr/>
              </p:nvSpPr>
              <p:spPr bwMode="auto">
                <a:xfrm>
                  <a:off x="694" y="3066"/>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3</a:t>
                  </a:r>
                </a:p>
              </p:txBody>
            </p:sp>
            <p:sp>
              <p:nvSpPr>
                <p:cNvPr id="89210" name="Text Box 31">
                  <a:extLst>
                    <a:ext uri="{FF2B5EF4-FFF2-40B4-BE49-F238E27FC236}">
                      <a16:creationId xmlns:a16="http://schemas.microsoft.com/office/drawing/2014/main" id="{12D36DE2-F473-42FF-9875-C8829458C68A}"/>
                    </a:ext>
                  </a:extLst>
                </p:cNvPr>
                <p:cNvSpPr txBox="1">
                  <a:spLocks noChangeArrowheads="1"/>
                </p:cNvSpPr>
                <p:nvPr/>
              </p:nvSpPr>
              <p:spPr bwMode="auto">
                <a:xfrm>
                  <a:off x="994" y="3078"/>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4</a:t>
                  </a:r>
                </a:p>
              </p:txBody>
            </p:sp>
            <p:sp>
              <p:nvSpPr>
                <p:cNvPr id="89211" name="Text Box 32">
                  <a:extLst>
                    <a:ext uri="{FF2B5EF4-FFF2-40B4-BE49-F238E27FC236}">
                      <a16:creationId xmlns:a16="http://schemas.microsoft.com/office/drawing/2014/main" id="{75A54443-7180-4931-9B59-33648D55160E}"/>
                    </a:ext>
                  </a:extLst>
                </p:cNvPr>
                <p:cNvSpPr txBox="1">
                  <a:spLocks noChangeArrowheads="1"/>
                </p:cNvSpPr>
                <p:nvPr/>
              </p:nvSpPr>
              <p:spPr bwMode="auto">
                <a:xfrm>
                  <a:off x="1271" y="3066"/>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5</a:t>
                  </a:r>
                </a:p>
              </p:txBody>
            </p:sp>
            <p:sp>
              <p:nvSpPr>
                <p:cNvPr id="89212" name="Text Box 33">
                  <a:extLst>
                    <a:ext uri="{FF2B5EF4-FFF2-40B4-BE49-F238E27FC236}">
                      <a16:creationId xmlns:a16="http://schemas.microsoft.com/office/drawing/2014/main" id="{2187CBEF-23F7-457C-AD67-28C140931843}"/>
                    </a:ext>
                  </a:extLst>
                </p:cNvPr>
                <p:cNvSpPr txBox="1">
                  <a:spLocks noChangeArrowheads="1"/>
                </p:cNvSpPr>
                <p:nvPr/>
              </p:nvSpPr>
              <p:spPr bwMode="auto">
                <a:xfrm>
                  <a:off x="1825" y="3066"/>
                  <a:ext cx="25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213" name="Text Box 34">
                  <a:extLst>
                    <a:ext uri="{FF2B5EF4-FFF2-40B4-BE49-F238E27FC236}">
                      <a16:creationId xmlns:a16="http://schemas.microsoft.com/office/drawing/2014/main" id="{2243272F-AF29-4A9A-BED3-9B66A3B13B58}"/>
                    </a:ext>
                  </a:extLst>
                </p:cNvPr>
                <p:cNvSpPr txBox="1">
                  <a:spLocks noChangeArrowheads="1"/>
                </p:cNvSpPr>
                <p:nvPr/>
              </p:nvSpPr>
              <p:spPr bwMode="auto">
                <a:xfrm>
                  <a:off x="1552" y="3066"/>
                  <a:ext cx="25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214" name="Text Box 35">
                  <a:extLst>
                    <a:ext uri="{FF2B5EF4-FFF2-40B4-BE49-F238E27FC236}">
                      <a16:creationId xmlns:a16="http://schemas.microsoft.com/office/drawing/2014/main" id="{E92643C4-A305-4948-86A6-E33D327593F1}"/>
                    </a:ext>
                  </a:extLst>
                </p:cNvPr>
                <p:cNvSpPr txBox="1">
                  <a:spLocks noChangeArrowheads="1"/>
                </p:cNvSpPr>
                <p:nvPr/>
              </p:nvSpPr>
              <p:spPr bwMode="auto">
                <a:xfrm>
                  <a:off x="2374" y="3078"/>
                  <a:ext cx="37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n-1</a:t>
                  </a:r>
                </a:p>
              </p:txBody>
            </p:sp>
            <p:sp>
              <p:nvSpPr>
                <p:cNvPr id="89215" name="Text Box 36">
                  <a:extLst>
                    <a:ext uri="{FF2B5EF4-FFF2-40B4-BE49-F238E27FC236}">
                      <a16:creationId xmlns:a16="http://schemas.microsoft.com/office/drawing/2014/main" id="{8C48FE8A-FB85-41BC-9F96-1B09FFD92461}"/>
                    </a:ext>
                  </a:extLst>
                </p:cNvPr>
                <p:cNvSpPr txBox="1">
                  <a:spLocks noChangeArrowheads="1"/>
                </p:cNvSpPr>
                <p:nvPr/>
              </p:nvSpPr>
              <p:spPr bwMode="auto">
                <a:xfrm>
                  <a:off x="2700" y="3078"/>
                  <a:ext cx="218"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n</a:t>
                  </a:r>
                </a:p>
              </p:txBody>
            </p:sp>
          </p:grpSp>
        </p:grpSp>
        <p:grpSp>
          <p:nvGrpSpPr>
            <p:cNvPr id="89135" name="Group 37">
              <a:extLst>
                <a:ext uri="{FF2B5EF4-FFF2-40B4-BE49-F238E27FC236}">
                  <a16:creationId xmlns:a16="http://schemas.microsoft.com/office/drawing/2014/main" id="{F94EAAC4-947F-4F35-A71C-7E2DFA507C43}"/>
                </a:ext>
              </a:extLst>
            </p:cNvPr>
            <p:cNvGrpSpPr>
              <a:grpSpLocks/>
            </p:cNvGrpSpPr>
            <p:nvPr/>
          </p:nvGrpSpPr>
          <p:grpSpPr bwMode="auto">
            <a:xfrm>
              <a:off x="384" y="2773"/>
              <a:ext cx="2881" cy="313"/>
              <a:chOff x="96" y="3054"/>
              <a:chExt cx="2881" cy="313"/>
            </a:xfrm>
          </p:grpSpPr>
          <p:grpSp>
            <p:nvGrpSpPr>
              <p:cNvPr id="89182" name="Group 38">
                <a:extLst>
                  <a:ext uri="{FF2B5EF4-FFF2-40B4-BE49-F238E27FC236}">
                    <a16:creationId xmlns:a16="http://schemas.microsoft.com/office/drawing/2014/main" id="{C78A4F04-84A4-4632-B5E8-A0B85934A042}"/>
                  </a:ext>
                </a:extLst>
              </p:cNvPr>
              <p:cNvGrpSpPr>
                <a:grpSpLocks/>
              </p:cNvGrpSpPr>
              <p:nvPr/>
            </p:nvGrpSpPr>
            <p:grpSpPr bwMode="auto">
              <a:xfrm>
                <a:off x="96" y="3072"/>
                <a:ext cx="2881" cy="288"/>
                <a:chOff x="96" y="3072"/>
                <a:chExt cx="2881" cy="288"/>
              </a:xfrm>
            </p:grpSpPr>
            <p:sp>
              <p:nvSpPr>
                <p:cNvPr id="89194" name="Rectangle 39">
                  <a:extLst>
                    <a:ext uri="{FF2B5EF4-FFF2-40B4-BE49-F238E27FC236}">
                      <a16:creationId xmlns:a16="http://schemas.microsoft.com/office/drawing/2014/main" id="{86B97F7F-D154-431E-830F-FED9BE19198E}"/>
                    </a:ext>
                  </a:extLst>
                </p:cNvPr>
                <p:cNvSpPr>
                  <a:spLocks noChangeArrowheads="1"/>
                </p:cNvSpPr>
                <p:nvPr/>
              </p:nvSpPr>
              <p:spPr bwMode="auto">
                <a:xfrm>
                  <a:off x="96" y="3072"/>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95" name="Rectangle 40">
                  <a:extLst>
                    <a:ext uri="{FF2B5EF4-FFF2-40B4-BE49-F238E27FC236}">
                      <a16:creationId xmlns:a16="http://schemas.microsoft.com/office/drawing/2014/main" id="{4C10D8B4-22E5-487C-8D96-528D31F846D8}"/>
                    </a:ext>
                  </a:extLst>
                </p:cNvPr>
                <p:cNvSpPr>
                  <a:spLocks noChangeArrowheads="1"/>
                </p:cNvSpPr>
                <p:nvPr/>
              </p:nvSpPr>
              <p:spPr bwMode="auto">
                <a:xfrm>
                  <a:off x="384"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96" name="Rectangle 41">
                  <a:extLst>
                    <a:ext uri="{FF2B5EF4-FFF2-40B4-BE49-F238E27FC236}">
                      <a16:creationId xmlns:a16="http://schemas.microsoft.com/office/drawing/2014/main" id="{7291310F-9041-4DE2-ACF9-99542C1327B9}"/>
                    </a:ext>
                  </a:extLst>
                </p:cNvPr>
                <p:cNvSpPr>
                  <a:spLocks noChangeArrowheads="1"/>
                </p:cNvSpPr>
                <p:nvPr/>
              </p:nvSpPr>
              <p:spPr bwMode="auto">
                <a:xfrm>
                  <a:off x="672"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97" name="Rectangle 42">
                  <a:extLst>
                    <a:ext uri="{FF2B5EF4-FFF2-40B4-BE49-F238E27FC236}">
                      <a16:creationId xmlns:a16="http://schemas.microsoft.com/office/drawing/2014/main" id="{83372B0D-502F-44E9-8CE1-B470E2F2517A}"/>
                    </a:ext>
                  </a:extLst>
                </p:cNvPr>
                <p:cNvSpPr>
                  <a:spLocks noChangeArrowheads="1"/>
                </p:cNvSpPr>
                <p:nvPr/>
              </p:nvSpPr>
              <p:spPr bwMode="auto">
                <a:xfrm>
                  <a:off x="960"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98" name="Rectangle 43">
                  <a:extLst>
                    <a:ext uri="{FF2B5EF4-FFF2-40B4-BE49-F238E27FC236}">
                      <a16:creationId xmlns:a16="http://schemas.microsoft.com/office/drawing/2014/main" id="{B8F67BBC-ADE6-4989-ADB5-A5BB5A21F805}"/>
                    </a:ext>
                  </a:extLst>
                </p:cNvPr>
                <p:cNvSpPr>
                  <a:spLocks noChangeArrowheads="1"/>
                </p:cNvSpPr>
                <p:nvPr/>
              </p:nvSpPr>
              <p:spPr bwMode="auto">
                <a:xfrm>
                  <a:off x="2689" y="3073"/>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99" name="Rectangle 44">
                  <a:extLst>
                    <a:ext uri="{FF2B5EF4-FFF2-40B4-BE49-F238E27FC236}">
                      <a16:creationId xmlns:a16="http://schemas.microsoft.com/office/drawing/2014/main" id="{1FEAA90C-EFCC-4ED3-A0FF-3E3C78F9CA12}"/>
                    </a:ext>
                  </a:extLst>
                </p:cNvPr>
                <p:cNvSpPr>
                  <a:spLocks noChangeArrowheads="1"/>
                </p:cNvSpPr>
                <p:nvPr/>
              </p:nvSpPr>
              <p:spPr bwMode="auto">
                <a:xfrm>
                  <a:off x="1249"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00" name="Rectangle 45">
                  <a:extLst>
                    <a:ext uri="{FF2B5EF4-FFF2-40B4-BE49-F238E27FC236}">
                      <a16:creationId xmlns:a16="http://schemas.microsoft.com/office/drawing/2014/main" id="{683785AC-58B2-4F69-B506-53703EDD312D}"/>
                    </a:ext>
                  </a:extLst>
                </p:cNvPr>
                <p:cNvSpPr>
                  <a:spLocks noChangeArrowheads="1"/>
                </p:cNvSpPr>
                <p:nvPr/>
              </p:nvSpPr>
              <p:spPr bwMode="auto">
                <a:xfrm>
                  <a:off x="1537"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01" name="Rectangle 46">
                  <a:extLst>
                    <a:ext uri="{FF2B5EF4-FFF2-40B4-BE49-F238E27FC236}">
                      <a16:creationId xmlns:a16="http://schemas.microsoft.com/office/drawing/2014/main" id="{FB48B52B-1305-4C23-A240-5124CAACE322}"/>
                    </a:ext>
                  </a:extLst>
                </p:cNvPr>
                <p:cNvSpPr>
                  <a:spLocks noChangeArrowheads="1"/>
                </p:cNvSpPr>
                <p:nvPr/>
              </p:nvSpPr>
              <p:spPr bwMode="auto">
                <a:xfrm>
                  <a:off x="1825"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02" name="Rectangle 47">
                  <a:extLst>
                    <a:ext uri="{FF2B5EF4-FFF2-40B4-BE49-F238E27FC236}">
                      <a16:creationId xmlns:a16="http://schemas.microsoft.com/office/drawing/2014/main" id="{A4019423-8308-472A-9D20-52D95B7F3DE0}"/>
                    </a:ext>
                  </a:extLst>
                </p:cNvPr>
                <p:cNvSpPr>
                  <a:spLocks noChangeArrowheads="1"/>
                </p:cNvSpPr>
                <p:nvPr/>
              </p:nvSpPr>
              <p:spPr bwMode="auto">
                <a:xfrm>
                  <a:off x="2113"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203" name="Rectangle 48">
                  <a:extLst>
                    <a:ext uri="{FF2B5EF4-FFF2-40B4-BE49-F238E27FC236}">
                      <a16:creationId xmlns:a16="http://schemas.microsoft.com/office/drawing/2014/main" id="{6D9DB51F-9BE1-483C-8943-8DE16F1DA88F}"/>
                    </a:ext>
                  </a:extLst>
                </p:cNvPr>
                <p:cNvSpPr>
                  <a:spLocks noChangeArrowheads="1"/>
                </p:cNvSpPr>
                <p:nvPr/>
              </p:nvSpPr>
              <p:spPr bwMode="auto">
                <a:xfrm>
                  <a:off x="2401"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89183" name="Group 49">
                <a:extLst>
                  <a:ext uri="{FF2B5EF4-FFF2-40B4-BE49-F238E27FC236}">
                    <a16:creationId xmlns:a16="http://schemas.microsoft.com/office/drawing/2014/main" id="{ED336C1F-50AB-4A72-B26C-FBBF0D464F13}"/>
                  </a:ext>
                </a:extLst>
              </p:cNvPr>
              <p:cNvGrpSpPr>
                <a:grpSpLocks/>
              </p:cNvGrpSpPr>
              <p:nvPr/>
            </p:nvGrpSpPr>
            <p:grpSpPr bwMode="auto">
              <a:xfrm>
                <a:off x="158" y="3054"/>
                <a:ext cx="2776" cy="313"/>
                <a:chOff x="142" y="3066"/>
                <a:chExt cx="2776" cy="313"/>
              </a:xfrm>
            </p:grpSpPr>
            <p:sp>
              <p:nvSpPr>
                <p:cNvPr id="89184" name="Text Box 50">
                  <a:extLst>
                    <a:ext uri="{FF2B5EF4-FFF2-40B4-BE49-F238E27FC236}">
                      <a16:creationId xmlns:a16="http://schemas.microsoft.com/office/drawing/2014/main" id="{D499783D-403A-4D94-80F5-1B03BC834EA9}"/>
                    </a:ext>
                  </a:extLst>
                </p:cNvPr>
                <p:cNvSpPr txBox="1">
                  <a:spLocks noChangeArrowheads="1"/>
                </p:cNvSpPr>
                <p:nvPr/>
              </p:nvSpPr>
              <p:spPr bwMode="auto">
                <a:xfrm>
                  <a:off x="2113" y="3078"/>
                  <a:ext cx="254"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185" name="Text Box 51">
                  <a:extLst>
                    <a:ext uri="{FF2B5EF4-FFF2-40B4-BE49-F238E27FC236}">
                      <a16:creationId xmlns:a16="http://schemas.microsoft.com/office/drawing/2014/main" id="{6ACF9EED-0FEC-4315-A05A-7CCE312B0F2D}"/>
                    </a:ext>
                  </a:extLst>
                </p:cNvPr>
                <p:cNvSpPr txBox="1">
                  <a:spLocks noChangeArrowheads="1"/>
                </p:cNvSpPr>
                <p:nvPr/>
              </p:nvSpPr>
              <p:spPr bwMode="auto">
                <a:xfrm>
                  <a:off x="142" y="3066"/>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1</a:t>
                  </a:r>
                </a:p>
              </p:txBody>
            </p:sp>
            <p:sp>
              <p:nvSpPr>
                <p:cNvPr id="89186" name="Text Box 52">
                  <a:extLst>
                    <a:ext uri="{FF2B5EF4-FFF2-40B4-BE49-F238E27FC236}">
                      <a16:creationId xmlns:a16="http://schemas.microsoft.com/office/drawing/2014/main" id="{C8F8F919-947A-42E8-866F-85989DF28236}"/>
                    </a:ext>
                  </a:extLst>
                </p:cNvPr>
                <p:cNvSpPr txBox="1">
                  <a:spLocks noChangeArrowheads="1"/>
                </p:cNvSpPr>
                <p:nvPr/>
              </p:nvSpPr>
              <p:spPr bwMode="auto">
                <a:xfrm>
                  <a:off x="398" y="3078"/>
                  <a:ext cx="20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2</a:t>
                  </a:r>
                </a:p>
              </p:txBody>
            </p:sp>
            <p:sp>
              <p:nvSpPr>
                <p:cNvPr id="89187" name="Text Box 53">
                  <a:extLst>
                    <a:ext uri="{FF2B5EF4-FFF2-40B4-BE49-F238E27FC236}">
                      <a16:creationId xmlns:a16="http://schemas.microsoft.com/office/drawing/2014/main" id="{798268BB-3DAC-4DDF-9B6D-FD07ACE5EC77}"/>
                    </a:ext>
                  </a:extLst>
                </p:cNvPr>
                <p:cNvSpPr txBox="1">
                  <a:spLocks noChangeArrowheads="1"/>
                </p:cNvSpPr>
                <p:nvPr/>
              </p:nvSpPr>
              <p:spPr bwMode="auto">
                <a:xfrm>
                  <a:off x="694" y="3066"/>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3</a:t>
                  </a:r>
                </a:p>
              </p:txBody>
            </p:sp>
            <p:sp>
              <p:nvSpPr>
                <p:cNvPr id="89188" name="Text Box 54">
                  <a:extLst>
                    <a:ext uri="{FF2B5EF4-FFF2-40B4-BE49-F238E27FC236}">
                      <a16:creationId xmlns:a16="http://schemas.microsoft.com/office/drawing/2014/main" id="{2CD1ABE7-FD82-4592-B7B3-05531BD69176}"/>
                    </a:ext>
                  </a:extLst>
                </p:cNvPr>
                <p:cNvSpPr txBox="1">
                  <a:spLocks noChangeArrowheads="1"/>
                </p:cNvSpPr>
                <p:nvPr/>
              </p:nvSpPr>
              <p:spPr bwMode="auto">
                <a:xfrm>
                  <a:off x="994" y="3078"/>
                  <a:ext cx="20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4</a:t>
                  </a:r>
                </a:p>
              </p:txBody>
            </p:sp>
            <p:sp>
              <p:nvSpPr>
                <p:cNvPr id="89189" name="Text Box 55">
                  <a:extLst>
                    <a:ext uri="{FF2B5EF4-FFF2-40B4-BE49-F238E27FC236}">
                      <a16:creationId xmlns:a16="http://schemas.microsoft.com/office/drawing/2014/main" id="{6A36093E-B72E-48EC-A49F-081ADB316358}"/>
                    </a:ext>
                  </a:extLst>
                </p:cNvPr>
                <p:cNvSpPr txBox="1">
                  <a:spLocks noChangeArrowheads="1"/>
                </p:cNvSpPr>
                <p:nvPr/>
              </p:nvSpPr>
              <p:spPr bwMode="auto">
                <a:xfrm>
                  <a:off x="1271" y="3066"/>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5</a:t>
                  </a:r>
                </a:p>
              </p:txBody>
            </p:sp>
            <p:sp>
              <p:nvSpPr>
                <p:cNvPr id="89190" name="Text Box 56">
                  <a:extLst>
                    <a:ext uri="{FF2B5EF4-FFF2-40B4-BE49-F238E27FC236}">
                      <a16:creationId xmlns:a16="http://schemas.microsoft.com/office/drawing/2014/main" id="{13F4F12B-0612-4606-913B-9831284516DC}"/>
                    </a:ext>
                  </a:extLst>
                </p:cNvPr>
                <p:cNvSpPr txBox="1">
                  <a:spLocks noChangeArrowheads="1"/>
                </p:cNvSpPr>
                <p:nvPr/>
              </p:nvSpPr>
              <p:spPr bwMode="auto">
                <a:xfrm>
                  <a:off x="1825" y="3066"/>
                  <a:ext cx="25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191" name="Text Box 57">
                  <a:extLst>
                    <a:ext uri="{FF2B5EF4-FFF2-40B4-BE49-F238E27FC236}">
                      <a16:creationId xmlns:a16="http://schemas.microsoft.com/office/drawing/2014/main" id="{D08EF508-E7BF-4A8A-AC23-B40F5415BDA5}"/>
                    </a:ext>
                  </a:extLst>
                </p:cNvPr>
                <p:cNvSpPr txBox="1">
                  <a:spLocks noChangeArrowheads="1"/>
                </p:cNvSpPr>
                <p:nvPr/>
              </p:nvSpPr>
              <p:spPr bwMode="auto">
                <a:xfrm>
                  <a:off x="1552" y="3066"/>
                  <a:ext cx="25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192" name="Text Box 58">
                  <a:extLst>
                    <a:ext uri="{FF2B5EF4-FFF2-40B4-BE49-F238E27FC236}">
                      <a16:creationId xmlns:a16="http://schemas.microsoft.com/office/drawing/2014/main" id="{21374E17-021B-4D3D-832E-6DE9FA299989}"/>
                    </a:ext>
                  </a:extLst>
                </p:cNvPr>
                <p:cNvSpPr txBox="1">
                  <a:spLocks noChangeArrowheads="1"/>
                </p:cNvSpPr>
                <p:nvPr/>
              </p:nvSpPr>
              <p:spPr bwMode="auto">
                <a:xfrm>
                  <a:off x="2374" y="3078"/>
                  <a:ext cx="374"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n-1</a:t>
                  </a:r>
                </a:p>
              </p:txBody>
            </p:sp>
            <p:sp>
              <p:nvSpPr>
                <p:cNvPr id="89193" name="Text Box 59">
                  <a:extLst>
                    <a:ext uri="{FF2B5EF4-FFF2-40B4-BE49-F238E27FC236}">
                      <a16:creationId xmlns:a16="http://schemas.microsoft.com/office/drawing/2014/main" id="{93C4E807-B3E5-41E2-8CF0-DA669759F2FE}"/>
                    </a:ext>
                  </a:extLst>
                </p:cNvPr>
                <p:cNvSpPr txBox="1">
                  <a:spLocks noChangeArrowheads="1"/>
                </p:cNvSpPr>
                <p:nvPr/>
              </p:nvSpPr>
              <p:spPr bwMode="auto">
                <a:xfrm>
                  <a:off x="2700" y="3078"/>
                  <a:ext cx="218"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n</a:t>
                  </a:r>
                </a:p>
              </p:txBody>
            </p:sp>
          </p:grpSp>
        </p:grpSp>
        <p:grpSp>
          <p:nvGrpSpPr>
            <p:cNvPr id="89136" name="Group 60">
              <a:extLst>
                <a:ext uri="{FF2B5EF4-FFF2-40B4-BE49-F238E27FC236}">
                  <a16:creationId xmlns:a16="http://schemas.microsoft.com/office/drawing/2014/main" id="{8E61E0BE-9C8B-44C3-8BC1-8E530222D2CC}"/>
                </a:ext>
              </a:extLst>
            </p:cNvPr>
            <p:cNvGrpSpPr>
              <a:grpSpLocks/>
            </p:cNvGrpSpPr>
            <p:nvPr/>
          </p:nvGrpSpPr>
          <p:grpSpPr bwMode="auto">
            <a:xfrm>
              <a:off x="672" y="2489"/>
              <a:ext cx="2881" cy="315"/>
              <a:chOff x="96" y="3052"/>
              <a:chExt cx="2881" cy="315"/>
            </a:xfrm>
          </p:grpSpPr>
          <p:grpSp>
            <p:nvGrpSpPr>
              <p:cNvPr id="89160" name="Group 61">
                <a:extLst>
                  <a:ext uri="{FF2B5EF4-FFF2-40B4-BE49-F238E27FC236}">
                    <a16:creationId xmlns:a16="http://schemas.microsoft.com/office/drawing/2014/main" id="{12367111-65A7-4E64-9DAE-9DAF9D50F640}"/>
                  </a:ext>
                </a:extLst>
              </p:cNvPr>
              <p:cNvGrpSpPr>
                <a:grpSpLocks/>
              </p:cNvGrpSpPr>
              <p:nvPr/>
            </p:nvGrpSpPr>
            <p:grpSpPr bwMode="auto">
              <a:xfrm>
                <a:off x="96" y="3072"/>
                <a:ext cx="2881" cy="288"/>
                <a:chOff x="96" y="3072"/>
                <a:chExt cx="2881" cy="288"/>
              </a:xfrm>
            </p:grpSpPr>
            <p:sp>
              <p:nvSpPr>
                <p:cNvPr id="89172" name="Rectangle 62">
                  <a:extLst>
                    <a:ext uri="{FF2B5EF4-FFF2-40B4-BE49-F238E27FC236}">
                      <a16:creationId xmlns:a16="http://schemas.microsoft.com/office/drawing/2014/main" id="{9C0DB82F-1ED6-4666-8B99-F4038C010516}"/>
                    </a:ext>
                  </a:extLst>
                </p:cNvPr>
                <p:cNvSpPr>
                  <a:spLocks noChangeArrowheads="1"/>
                </p:cNvSpPr>
                <p:nvPr/>
              </p:nvSpPr>
              <p:spPr bwMode="auto">
                <a:xfrm>
                  <a:off x="96" y="3072"/>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73" name="Rectangle 63">
                  <a:extLst>
                    <a:ext uri="{FF2B5EF4-FFF2-40B4-BE49-F238E27FC236}">
                      <a16:creationId xmlns:a16="http://schemas.microsoft.com/office/drawing/2014/main" id="{D82BA7FA-6DCD-4BAB-AC9B-3648182F5307}"/>
                    </a:ext>
                  </a:extLst>
                </p:cNvPr>
                <p:cNvSpPr>
                  <a:spLocks noChangeArrowheads="1"/>
                </p:cNvSpPr>
                <p:nvPr/>
              </p:nvSpPr>
              <p:spPr bwMode="auto">
                <a:xfrm>
                  <a:off x="384"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74" name="Rectangle 64">
                  <a:extLst>
                    <a:ext uri="{FF2B5EF4-FFF2-40B4-BE49-F238E27FC236}">
                      <a16:creationId xmlns:a16="http://schemas.microsoft.com/office/drawing/2014/main" id="{2B88A97B-0581-4BAB-A09E-9E3F543494FE}"/>
                    </a:ext>
                  </a:extLst>
                </p:cNvPr>
                <p:cNvSpPr>
                  <a:spLocks noChangeArrowheads="1"/>
                </p:cNvSpPr>
                <p:nvPr/>
              </p:nvSpPr>
              <p:spPr bwMode="auto">
                <a:xfrm>
                  <a:off x="672"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75" name="Rectangle 65">
                  <a:extLst>
                    <a:ext uri="{FF2B5EF4-FFF2-40B4-BE49-F238E27FC236}">
                      <a16:creationId xmlns:a16="http://schemas.microsoft.com/office/drawing/2014/main" id="{123DB2C8-4648-4AF4-8982-87574FDED07B}"/>
                    </a:ext>
                  </a:extLst>
                </p:cNvPr>
                <p:cNvSpPr>
                  <a:spLocks noChangeArrowheads="1"/>
                </p:cNvSpPr>
                <p:nvPr/>
              </p:nvSpPr>
              <p:spPr bwMode="auto">
                <a:xfrm>
                  <a:off x="960"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76" name="Rectangle 66">
                  <a:extLst>
                    <a:ext uri="{FF2B5EF4-FFF2-40B4-BE49-F238E27FC236}">
                      <a16:creationId xmlns:a16="http://schemas.microsoft.com/office/drawing/2014/main" id="{C838217B-51A9-435D-AA9D-73903ED3A0A8}"/>
                    </a:ext>
                  </a:extLst>
                </p:cNvPr>
                <p:cNvSpPr>
                  <a:spLocks noChangeArrowheads="1"/>
                </p:cNvSpPr>
                <p:nvPr/>
              </p:nvSpPr>
              <p:spPr bwMode="auto">
                <a:xfrm>
                  <a:off x="2689" y="3073"/>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77" name="Rectangle 67">
                  <a:extLst>
                    <a:ext uri="{FF2B5EF4-FFF2-40B4-BE49-F238E27FC236}">
                      <a16:creationId xmlns:a16="http://schemas.microsoft.com/office/drawing/2014/main" id="{73016E0F-7F5E-49CF-8515-6403AE9A1E04}"/>
                    </a:ext>
                  </a:extLst>
                </p:cNvPr>
                <p:cNvSpPr>
                  <a:spLocks noChangeArrowheads="1"/>
                </p:cNvSpPr>
                <p:nvPr/>
              </p:nvSpPr>
              <p:spPr bwMode="auto">
                <a:xfrm>
                  <a:off x="1249"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78" name="Rectangle 68">
                  <a:extLst>
                    <a:ext uri="{FF2B5EF4-FFF2-40B4-BE49-F238E27FC236}">
                      <a16:creationId xmlns:a16="http://schemas.microsoft.com/office/drawing/2014/main" id="{9B4B39A9-4ECF-4EDE-BC65-5B076D81C63D}"/>
                    </a:ext>
                  </a:extLst>
                </p:cNvPr>
                <p:cNvSpPr>
                  <a:spLocks noChangeArrowheads="1"/>
                </p:cNvSpPr>
                <p:nvPr/>
              </p:nvSpPr>
              <p:spPr bwMode="auto">
                <a:xfrm>
                  <a:off x="1537"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79" name="Rectangle 69">
                  <a:extLst>
                    <a:ext uri="{FF2B5EF4-FFF2-40B4-BE49-F238E27FC236}">
                      <a16:creationId xmlns:a16="http://schemas.microsoft.com/office/drawing/2014/main" id="{096BFF23-DFE5-4ECB-B4F1-F4ED74844089}"/>
                    </a:ext>
                  </a:extLst>
                </p:cNvPr>
                <p:cNvSpPr>
                  <a:spLocks noChangeArrowheads="1"/>
                </p:cNvSpPr>
                <p:nvPr/>
              </p:nvSpPr>
              <p:spPr bwMode="auto">
                <a:xfrm>
                  <a:off x="1825"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80" name="Rectangle 70">
                  <a:extLst>
                    <a:ext uri="{FF2B5EF4-FFF2-40B4-BE49-F238E27FC236}">
                      <a16:creationId xmlns:a16="http://schemas.microsoft.com/office/drawing/2014/main" id="{8A88FE3C-3B63-4A53-A1B7-7AB6EB81B4B4}"/>
                    </a:ext>
                  </a:extLst>
                </p:cNvPr>
                <p:cNvSpPr>
                  <a:spLocks noChangeArrowheads="1"/>
                </p:cNvSpPr>
                <p:nvPr/>
              </p:nvSpPr>
              <p:spPr bwMode="auto">
                <a:xfrm>
                  <a:off x="2113"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81" name="Rectangle 71">
                  <a:extLst>
                    <a:ext uri="{FF2B5EF4-FFF2-40B4-BE49-F238E27FC236}">
                      <a16:creationId xmlns:a16="http://schemas.microsoft.com/office/drawing/2014/main" id="{E8B2BC76-F746-4DC4-BFA1-985F25E3CC83}"/>
                    </a:ext>
                  </a:extLst>
                </p:cNvPr>
                <p:cNvSpPr>
                  <a:spLocks noChangeArrowheads="1"/>
                </p:cNvSpPr>
                <p:nvPr/>
              </p:nvSpPr>
              <p:spPr bwMode="auto">
                <a:xfrm>
                  <a:off x="2401"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89161" name="Group 72">
                <a:extLst>
                  <a:ext uri="{FF2B5EF4-FFF2-40B4-BE49-F238E27FC236}">
                    <a16:creationId xmlns:a16="http://schemas.microsoft.com/office/drawing/2014/main" id="{A35893F0-375A-4392-AB0E-90E230F0AF25}"/>
                  </a:ext>
                </a:extLst>
              </p:cNvPr>
              <p:cNvGrpSpPr>
                <a:grpSpLocks/>
              </p:cNvGrpSpPr>
              <p:nvPr/>
            </p:nvGrpSpPr>
            <p:grpSpPr bwMode="auto">
              <a:xfrm>
                <a:off x="158" y="3052"/>
                <a:ext cx="2776" cy="315"/>
                <a:chOff x="142" y="3064"/>
                <a:chExt cx="2776" cy="315"/>
              </a:xfrm>
            </p:grpSpPr>
            <p:sp>
              <p:nvSpPr>
                <p:cNvPr id="89162" name="Text Box 73">
                  <a:extLst>
                    <a:ext uri="{FF2B5EF4-FFF2-40B4-BE49-F238E27FC236}">
                      <a16:creationId xmlns:a16="http://schemas.microsoft.com/office/drawing/2014/main" id="{6BB6A13D-EA62-4BF6-9D4E-2B7D672D3AF6}"/>
                    </a:ext>
                  </a:extLst>
                </p:cNvPr>
                <p:cNvSpPr txBox="1">
                  <a:spLocks noChangeArrowheads="1"/>
                </p:cNvSpPr>
                <p:nvPr/>
              </p:nvSpPr>
              <p:spPr bwMode="auto">
                <a:xfrm>
                  <a:off x="2113" y="3078"/>
                  <a:ext cx="254"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163" name="Text Box 74">
                  <a:extLst>
                    <a:ext uri="{FF2B5EF4-FFF2-40B4-BE49-F238E27FC236}">
                      <a16:creationId xmlns:a16="http://schemas.microsoft.com/office/drawing/2014/main" id="{DFD3FF9B-DB55-4A34-99C7-88CF108B93FB}"/>
                    </a:ext>
                  </a:extLst>
                </p:cNvPr>
                <p:cNvSpPr txBox="1">
                  <a:spLocks noChangeArrowheads="1"/>
                </p:cNvSpPr>
                <p:nvPr/>
              </p:nvSpPr>
              <p:spPr bwMode="auto">
                <a:xfrm>
                  <a:off x="142" y="3064"/>
                  <a:ext cx="20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1</a:t>
                  </a:r>
                </a:p>
              </p:txBody>
            </p:sp>
            <p:sp>
              <p:nvSpPr>
                <p:cNvPr id="89164" name="Text Box 75">
                  <a:extLst>
                    <a:ext uri="{FF2B5EF4-FFF2-40B4-BE49-F238E27FC236}">
                      <a16:creationId xmlns:a16="http://schemas.microsoft.com/office/drawing/2014/main" id="{8DB49454-EA0E-435F-A3A4-047716EF76D7}"/>
                    </a:ext>
                  </a:extLst>
                </p:cNvPr>
                <p:cNvSpPr txBox="1">
                  <a:spLocks noChangeArrowheads="1"/>
                </p:cNvSpPr>
                <p:nvPr/>
              </p:nvSpPr>
              <p:spPr bwMode="auto">
                <a:xfrm>
                  <a:off x="398" y="3078"/>
                  <a:ext cx="20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2</a:t>
                  </a:r>
                </a:p>
              </p:txBody>
            </p:sp>
            <p:sp>
              <p:nvSpPr>
                <p:cNvPr id="89165" name="Text Box 76">
                  <a:extLst>
                    <a:ext uri="{FF2B5EF4-FFF2-40B4-BE49-F238E27FC236}">
                      <a16:creationId xmlns:a16="http://schemas.microsoft.com/office/drawing/2014/main" id="{82633D92-2BB0-418D-A93A-523AC4647B7C}"/>
                    </a:ext>
                  </a:extLst>
                </p:cNvPr>
                <p:cNvSpPr txBox="1">
                  <a:spLocks noChangeArrowheads="1"/>
                </p:cNvSpPr>
                <p:nvPr/>
              </p:nvSpPr>
              <p:spPr bwMode="auto">
                <a:xfrm>
                  <a:off x="694" y="3064"/>
                  <a:ext cx="20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3</a:t>
                  </a:r>
                </a:p>
              </p:txBody>
            </p:sp>
            <p:sp>
              <p:nvSpPr>
                <p:cNvPr id="89166" name="Text Box 77">
                  <a:extLst>
                    <a:ext uri="{FF2B5EF4-FFF2-40B4-BE49-F238E27FC236}">
                      <a16:creationId xmlns:a16="http://schemas.microsoft.com/office/drawing/2014/main" id="{FD4BD5CD-9001-4E3A-88B3-8ED752FCF456}"/>
                    </a:ext>
                  </a:extLst>
                </p:cNvPr>
                <p:cNvSpPr txBox="1">
                  <a:spLocks noChangeArrowheads="1"/>
                </p:cNvSpPr>
                <p:nvPr/>
              </p:nvSpPr>
              <p:spPr bwMode="auto">
                <a:xfrm>
                  <a:off x="994" y="3078"/>
                  <a:ext cx="20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4</a:t>
                  </a:r>
                </a:p>
              </p:txBody>
            </p:sp>
            <p:sp>
              <p:nvSpPr>
                <p:cNvPr id="89167" name="Text Box 78">
                  <a:extLst>
                    <a:ext uri="{FF2B5EF4-FFF2-40B4-BE49-F238E27FC236}">
                      <a16:creationId xmlns:a16="http://schemas.microsoft.com/office/drawing/2014/main" id="{17AF6EA1-2D8F-4F85-BEAF-71AD1B1F850C}"/>
                    </a:ext>
                  </a:extLst>
                </p:cNvPr>
                <p:cNvSpPr txBox="1">
                  <a:spLocks noChangeArrowheads="1"/>
                </p:cNvSpPr>
                <p:nvPr/>
              </p:nvSpPr>
              <p:spPr bwMode="auto">
                <a:xfrm>
                  <a:off x="1271" y="3064"/>
                  <a:ext cx="20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5</a:t>
                  </a:r>
                </a:p>
              </p:txBody>
            </p:sp>
            <p:sp>
              <p:nvSpPr>
                <p:cNvPr id="89168" name="Text Box 79">
                  <a:extLst>
                    <a:ext uri="{FF2B5EF4-FFF2-40B4-BE49-F238E27FC236}">
                      <a16:creationId xmlns:a16="http://schemas.microsoft.com/office/drawing/2014/main" id="{076065C8-2012-4487-9569-D19AAACF87A8}"/>
                    </a:ext>
                  </a:extLst>
                </p:cNvPr>
                <p:cNvSpPr txBox="1">
                  <a:spLocks noChangeArrowheads="1"/>
                </p:cNvSpPr>
                <p:nvPr/>
              </p:nvSpPr>
              <p:spPr bwMode="auto">
                <a:xfrm>
                  <a:off x="1825" y="3064"/>
                  <a:ext cx="254"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169" name="Text Box 80">
                  <a:extLst>
                    <a:ext uri="{FF2B5EF4-FFF2-40B4-BE49-F238E27FC236}">
                      <a16:creationId xmlns:a16="http://schemas.microsoft.com/office/drawing/2014/main" id="{37AE5136-30B1-4FF2-82CB-ABE11511AA05}"/>
                    </a:ext>
                  </a:extLst>
                </p:cNvPr>
                <p:cNvSpPr txBox="1">
                  <a:spLocks noChangeArrowheads="1"/>
                </p:cNvSpPr>
                <p:nvPr/>
              </p:nvSpPr>
              <p:spPr bwMode="auto">
                <a:xfrm>
                  <a:off x="1552" y="3064"/>
                  <a:ext cx="254"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170" name="Text Box 81">
                  <a:extLst>
                    <a:ext uri="{FF2B5EF4-FFF2-40B4-BE49-F238E27FC236}">
                      <a16:creationId xmlns:a16="http://schemas.microsoft.com/office/drawing/2014/main" id="{DF83F8F7-5704-46E8-9EE1-D0509DF7235A}"/>
                    </a:ext>
                  </a:extLst>
                </p:cNvPr>
                <p:cNvSpPr txBox="1">
                  <a:spLocks noChangeArrowheads="1"/>
                </p:cNvSpPr>
                <p:nvPr/>
              </p:nvSpPr>
              <p:spPr bwMode="auto">
                <a:xfrm>
                  <a:off x="2374" y="3078"/>
                  <a:ext cx="374"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n-1</a:t>
                  </a:r>
                </a:p>
              </p:txBody>
            </p:sp>
            <p:sp>
              <p:nvSpPr>
                <p:cNvPr id="89171" name="Text Box 82">
                  <a:extLst>
                    <a:ext uri="{FF2B5EF4-FFF2-40B4-BE49-F238E27FC236}">
                      <a16:creationId xmlns:a16="http://schemas.microsoft.com/office/drawing/2014/main" id="{5B1777E6-D4C3-4A3E-BBC2-368E9BD36EFD}"/>
                    </a:ext>
                  </a:extLst>
                </p:cNvPr>
                <p:cNvSpPr txBox="1">
                  <a:spLocks noChangeArrowheads="1"/>
                </p:cNvSpPr>
                <p:nvPr/>
              </p:nvSpPr>
              <p:spPr bwMode="auto">
                <a:xfrm>
                  <a:off x="2700" y="3078"/>
                  <a:ext cx="218"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n</a:t>
                  </a:r>
                </a:p>
              </p:txBody>
            </p:sp>
          </p:grpSp>
        </p:grpSp>
        <p:grpSp>
          <p:nvGrpSpPr>
            <p:cNvPr id="89137" name="Group 83">
              <a:extLst>
                <a:ext uri="{FF2B5EF4-FFF2-40B4-BE49-F238E27FC236}">
                  <a16:creationId xmlns:a16="http://schemas.microsoft.com/office/drawing/2014/main" id="{515D6DEF-BBB5-4C1E-935C-F4071B60665E}"/>
                </a:ext>
              </a:extLst>
            </p:cNvPr>
            <p:cNvGrpSpPr>
              <a:grpSpLocks/>
            </p:cNvGrpSpPr>
            <p:nvPr/>
          </p:nvGrpSpPr>
          <p:grpSpPr bwMode="auto">
            <a:xfrm>
              <a:off x="960" y="2208"/>
              <a:ext cx="2881" cy="313"/>
              <a:chOff x="96" y="3054"/>
              <a:chExt cx="2881" cy="313"/>
            </a:xfrm>
          </p:grpSpPr>
          <p:grpSp>
            <p:nvGrpSpPr>
              <p:cNvPr id="89138" name="Group 84">
                <a:extLst>
                  <a:ext uri="{FF2B5EF4-FFF2-40B4-BE49-F238E27FC236}">
                    <a16:creationId xmlns:a16="http://schemas.microsoft.com/office/drawing/2014/main" id="{9EF53E01-BE7F-4BBB-BB78-0360A36D4A7A}"/>
                  </a:ext>
                </a:extLst>
              </p:cNvPr>
              <p:cNvGrpSpPr>
                <a:grpSpLocks/>
              </p:cNvGrpSpPr>
              <p:nvPr/>
            </p:nvGrpSpPr>
            <p:grpSpPr bwMode="auto">
              <a:xfrm>
                <a:off x="96" y="3072"/>
                <a:ext cx="2881" cy="288"/>
                <a:chOff x="96" y="3072"/>
                <a:chExt cx="2881" cy="288"/>
              </a:xfrm>
            </p:grpSpPr>
            <p:sp>
              <p:nvSpPr>
                <p:cNvPr id="89150" name="Rectangle 85">
                  <a:extLst>
                    <a:ext uri="{FF2B5EF4-FFF2-40B4-BE49-F238E27FC236}">
                      <a16:creationId xmlns:a16="http://schemas.microsoft.com/office/drawing/2014/main" id="{B7440F23-F543-4EE9-BCFB-B4BE3C7F5142}"/>
                    </a:ext>
                  </a:extLst>
                </p:cNvPr>
                <p:cNvSpPr>
                  <a:spLocks noChangeArrowheads="1"/>
                </p:cNvSpPr>
                <p:nvPr/>
              </p:nvSpPr>
              <p:spPr bwMode="auto">
                <a:xfrm>
                  <a:off x="96" y="3072"/>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51" name="Rectangle 86">
                  <a:extLst>
                    <a:ext uri="{FF2B5EF4-FFF2-40B4-BE49-F238E27FC236}">
                      <a16:creationId xmlns:a16="http://schemas.microsoft.com/office/drawing/2014/main" id="{00F9CB7E-6AB5-403E-8565-2F2A7371F27F}"/>
                    </a:ext>
                  </a:extLst>
                </p:cNvPr>
                <p:cNvSpPr>
                  <a:spLocks noChangeArrowheads="1"/>
                </p:cNvSpPr>
                <p:nvPr/>
              </p:nvSpPr>
              <p:spPr bwMode="auto">
                <a:xfrm>
                  <a:off x="384"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52" name="Rectangle 87">
                  <a:extLst>
                    <a:ext uri="{FF2B5EF4-FFF2-40B4-BE49-F238E27FC236}">
                      <a16:creationId xmlns:a16="http://schemas.microsoft.com/office/drawing/2014/main" id="{5684ABFD-C088-43D9-A9F3-2C510DD0E73E}"/>
                    </a:ext>
                  </a:extLst>
                </p:cNvPr>
                <p:cNvSpPr>
                  <a:spLocks noChangeArrowheads="1"/>
                </p:cNvSpPr>
                <p:nvPr/>
              </p:nvSpPr>
              <p:spPr bwMode="auto">
                <a:xfrm>
                  <a:off x="672"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53" name="Rectangle 88">
                  <a:extLst>
                    <a:ext uri="{FF2B5EF4-FFF2-40B4-BE49-F238E27FC236}">
                      <a16:creationId xmlns:a16="http://schemas.microsoft.com/office/drawing/2014/main" id="{7C089C5E-B5FB-415E-8742-E47DE382AAF6}"/>
                    </a:ext>
                  </a:extLst>
                </p:cNvPr>
                <p:cNvSpPr>
                  <a:spLocks noChangeArrowheads="1"/>
                </p:cNvSpPr>
                <p:nvPr/>
              </p:nvSpPr>
              <p:spPr bwMode="auto">
                <a:xfrm>
                  <a:off x="960"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54" name="Rectangle 89">
                  <a:extLst>
                    <a:ext uri="{FF2B5EF4-FFF2-40B4-BE49-F238E27FC236}">
                      <a16:creationId xmlns:a16="http://schemas.microsoft.com/office/drawing/2014/main" id="{0F613845-AA03-405C-BA98-EF21E4501892}"/>
                    </a:ext>
                  </a:extLst>
                </p:cNvPr>
                <p:cNvSpPr>
                  <a:spLocks noChangeArrowheads="1"/>
                </p:cNvSpPr>
                <p:nvPr/>
              </p:nvSpPr>
              <p:spPr bwMode="auto">
                <a:xfrm>
                  <a:off x="2689" y="3073"/>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55" name="Rectangle 90">
                  <a:extLst>
                    <a:ext uri="{FF2B5EF4-FFF2-40B4-BE49-F238E27FC236}">
                      <a16:creationId xmlns:a16="http://schemas.microsoft.com/office/drawing/2014/main" id="{CB6D5CC5-FA3C-4E08-AA1B-62E4CE4508C2}"/>
                    </a:ext>
                  </a:extLst>
                </p:cNvPr>
                <p:cNvSpPr>
                  <a:spLocks noChangeArrowheads="1"/>
                </p:cNvSpPr>
                <p:nvPr/>
              </p:nvSpPr>
              <p:spPr bwMode="auto">
                <a:xfrm>
                  <a:off x="1249"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56" name="Rectangle 91">
                  <a:extLst>
                    <a:ext uri="{FF2B5EF4-FFF2-40B4-BE49-F238E27FC236}">
                      <a16:creationId xmlns:a16="http://schemas.microsoft.com/office/drawing/2014/main" id="{B7A8BA77-721D-4464-B64D-43A618F74C5C}"/>
                    </a:ext>
                  </a:extLst>
                </p:cNvPr>
                <p:cNvSpPr>
                  <a:spLocks noChangeArrowheads="1"/>
                </p:cNvSpPr>
                <p:nvPr/>
              </p:nvSpPr>
              <p:spPr bwMode="auto">
                <a:xfrm>
                  <a:off x="1537"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57" name="Rectangle 92">
                  <a:extLst>
                    <a:ext uri="{FF2B5EF4-FFF2-40B4-BE49-F238E27FC236}">
                      <a16:creationId xmlns:a16="http://schemas.microsoft.com/office/drawing/2014/main" id="{9E055A29-8DBF-4DFA-9899-F750108517C1}"/>
                    </a:ext>
                  </a:extLst>
                </p:cNvPr>
                <p:cNvSpPr>
                  <a:spLocks noChangeArrowheads="1"/>
                </p:cNvSpPr>
                <p:nvPr/>
              </p:nvSpPr>
              <p:spPr bwMode="auto">
                <a:xfrm>
                  <a:off x="1825"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58" name="Rectangle 93">
                  <a:extLst>
                    <a:ext uri="{FF2B5EF4-FFF2-40B4-BE49-F238E27FC236}">
                      <a16:creationId xmlns:a16="http://schemas.microsoft.com/office/drawing/2014/main" id="{F0AC714D-DAFD-4272-A46F-4391BC6ADED0}"/>
                    </a:ext>
                  </a:extLst>
                </p:cNvPr>
                <p:cNvSpPr>
                  <a:spLocks noChangeArrowheads="1"/>
                </p:cNvSpPr>
                <p:nvPr/>
              </p:nvSpPr>
              <p:spPr bwMode="auto">
                <a:xfrm>
                  <a:off x="2113"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59" name="Rectangle 94">
                  <a:extLst>
                    <a:ext uri="{FF2B5EF4-FFF2-40B4-BE49-F238E27FC236}">
                      <a16:creationId xmlns:a16="http://schemas.microsoft.com/office/drawing/2014/main" id="{9D7AA9AB-DCFC-4265-A037-C5332DD67CF0}"/>
                    </a:ext>
                  </a:extLst>
                </p:cNvPr>
                <p:cNvSpPr>
                  <a:spLocks noChangeArrowheads="1"/>
                </p:cNvSpPr>
                <p:nvPr/>
              </p:nvSpPr>
              <p:spPr bwMode="auto">
                <a:xfrm>
                  <a:off x="2401" y="3078"/>
                  <a:ext cx="288" cy="2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nvGrpSpPr>
              <p:cNvPr id="89139" name="Group 95">
                <a:extLst>
                  <a:ext uri="{FF2B5EF4-FFF2-40B4-BE49-F238E27FC236}">
                    <a16:creationId xmlns:a16="http://schemas.microsoft.com/office/drawing/2014/main" id="{A54923CB-80DA-4CB5-AD9F-A2DD2374FB3F}"/>
                  </a:ext>
                </a:extLst>
              </p:cNvPr>
              <p:cNvGrpSpPr>
                <a:grpSpLocks/>
              </p:cNvGrpSpPr>
              <p:nvPr/>
            </p:nvGrpSpPr>
            <p:grpSpPr bwMode="auto">
              <a:xfrm>
                <a:off x="158" y="3054"/>
                <a:ext cx="2776" cy="313"/>
                <a:chOff x="142" y="3066"/>
                <a:chExt cx="2776" cy="313"/>
              </a:xfrm>
            </p:grpSpPr>
            <p:sp>
              <p:nvSpPr>
                <p:cNvPr id="89140" name="Text Box 96">
                  <a:extLst>
                    <a:ext uri="{FF2B5EF4-FFF2-40B4-BE49-F238E27FC236}">
                      <a16:creationId xmlns:a16="http://schemas.microsoft.com/office/drawing/2014/main" id="{1BC6BABC-B780-4E14-A59F-AC34A13C49AA}"/>
                    </a:ext>
                  </a:extLst>
                </p:cNvPr>
                <p:cNvSpPr txBox="1">
                  <a:spLocks noChangeArrowheads="1"/>
                </p:cNvSpPr>
                <p:nvPr/>
              </p:nvSpPr>
              <p:spPr bwMode="auto">
                <a:xfrm>
                  <a:off x="2114" y="3078"/>
                  <a:ext cx="253"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141" name="Text Box 97">
                  <a:extLst>
                    <a:ext uri="{FF2B5EF4-FFF2-40B4-BE49-F238E27FC236}">
                      <a16:creationId xmlns:a16="http://schemas.microsoft.com/office/drawing/2014/main" id="{BFD11F90-1A01-4834-878E-243DA560C2B3}"/>
                    </a:ext>
                  </a:extLst>
                </p:cNvPr>
                <p:cNvSpPr txBox="1">
                  <a:spLocks noChangeArrowheads="1"/>
                </p:cNvSpPr>
                <p:nvPr/>
              </p:nvSpPr>
              <p:spPr bwMode="auto">
                <a:xfrm>
                  <a:off x="142" y="3066"/>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1</a:t>
                  </a:r>
                </a:p>
              </p:txBody>
            </p:sp>
            <p:sp>
              <p:nvSpPr>
                <p:cNvPr id="89142" name="Text Box 98">
                  <a:extLst>
                    <a:ext uri="{FF2B5EF4-FFF2-40B4-BE49-F238E27FC236}">
                      <a16:creationId xmlns:a16="http://schemas.microsoft.com/office/drawing/2014/main" id="{3DC36887-33ED-474D-BE17-277A2BF55509}"/>
                    </a:ext>
                  </a:extLst>
                </p:cNvPr>
                <p:cNvSpPr txBox="1">
                  <a:spLocks noChangeArrowheads="1"/>
                </p:cNvSpPr>
                <p:nvPr/>
              </p:nvSpPr>
              <p:spPr bwMode="auto">
                <a:xfrm>
                  <a:off x="398" y="3078"/>
                  <a:ext cx="20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2</a:t>
                  </a:r>
                </a:p>
              </p:txBody>
            </p:sp>
            <p:sp>
              <p:nvSpPr>
                <p:cNvPr id="89143" name="Text Box 99">
                  <a:extLst>
                    <a:ext uri="{FF2B5EF4-FFF2-40B4-BE49-F238E27FC236}">
                      <a16:creationId xmlns:a16="http://schemas.microsoft.com/office/drawing/2014/main" id="{81366EA2-8336-4BD4-A65F-49B7120900E7}"/>
                    </a:ext>
                  </a:extLst>
                </p:cNvPr>
                <p:cNvSpPr txBox="1">
                  <a:spLocks noChangeArrowheads="1"/>
                </p:cNvSpPr>
                <p:nvPr/>
              </p:nvSpPr>
              <p:spPr bwMode="auto">
                <a:xfrm>
                  <a:off x="694" y="3066"/>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3</a:t>
                  </a:r>
                </a:p>
              </p:txBody>
            </p:sp>
            <p:sp>
              <p:nvSpPr>
                <p:cNvPr id="89144" name="Text Box 100">
                  <a:extLst>
                    <a:ext uri="{FF2B5EF4-FFF2-40B4-BE49-F238E27FC236}">
                      <a16:creationId xmlns:a16="http://schemas.microsoft.com/office/drawing/2014/main" id="{4BC91F5B-F5DF-480F-BCEA-44DDB1DF06C9}"/>
                    </a:ext>
                  </a:extLst>
                </p:cNvPr>
                <p:cNvSpPr txBox="1">
                  <a:spLocks noChangeArrowheads="1"/>
                </p:cNvSpPr>
                <p:nvPr/>
              </p:nvSpPr>
              <p:spPr bwMode="auto">
                <a:xfrm>
                  <a:off x="994" y="3078"/>
                  <a:ext cx="20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4</a:t>
                  </a:r>
                </a:p>
              </p:txBody>
            </p:sp>
            <p:sp>
              <p:nvSpPr>
                <p:cNvPr id="89145" name="Text Box 101">
                  <a:extLst>
                    <a:ext uri="{FF2B5EF4-FFF2-40B4-BE49-F238E27FC236}">
                      <a16:creationId xmlns:a16="http://schemas.microsoft.com/office/drawing/2014/main" id="{AF1EC606-3DA6-4A4C-8F95-918E42E556DC}"/>
                    </a:ext>
                  </a:extLst>
                </p:cNvPr>
                <p:cNvSpPr txBox="1">
                  <a:spLocks noChangeArrowheads="1"/>
                </p:cNvSpPr>
                <p:nvPr/>
              </p:nvSpPr>
              <p:spPr bwMode="auto">
                <a:xfrm>
                  <a:off x="1271" y="3066"/>
                  <a:ext cx="207"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5</a:t>
                  </a:r>
                </a:p>
              </p:txBody>
            </p:sp>
            <p:sp>
              <p:nvSpPr>
                <p:cNvPr id="89146" name="Text Box 102">
                  <a:extLst>
                    <a:ext uri="{FF2B5EF4-FFF2-40B4-BE49-F238E27FC236}">
                      <a16:creationId xmlns:a16="http://schemas.microsoft.com/office/drawing/2014/main" id="{28DB4817-7EF9-4FF0-82E4-AE0F372C9972}"/>
                    </a:ext>
                  </a:extLst>
                </p:cNvPr>
                <p:cNvSpPr txBox="1">
                  <a:spLocks noChangeArrowheads="1"/>
                </p:cNvSpPr>
                <p:nvPr/>
              </p:nvSpPr>
              <p:spPr bwMode="auto">
                <a:xfrm>
                  <a:off x="1825" y="3066"/>
                  <a:ext cx="25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147" name="Text Box 103">
                  <a:extLst>
                    <a:ext uri="{FF2B5EF4-FFF2-40B4-BE49-F238E27FC236}">
                      <a16:creationId xmlns:a16="http://schemas.microsoft.com/office/drawing/2014/main" id="{D5D8C1C9-2DE5-4C99-AB08-B4680C317C46}"/>
                    </a:ext>
                  </a:extLst>
                </p:cNvPr>
                <p:cNvSpPr txBox="1">
                  <a:spLocks noChangeArrowheads="1"/>
                </p:cNvSpPr>
                <p:nvPr/>
              </p:nvSpPr>
              <p:spPr bwMode="auto">
                <a:xfrm>
                  <a:off x="1552" y="3066"/>
                  <a:ext cx="25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a:t>
                  </a:r>
                </a:p>
              </p:txBody>
            </p:sp>
            <p:sp>
              <p:nvSpPr>
                <p:cNvPr id="89148" name="Text Box 104">
                  <a:extLst>
                    <a:ext uri="{FF2B5EF4-FFF2-40B4-BE49-F238E27FC236}">
                      <a16:creationId xmlns:a16="http://schemas.microsoft.com/office/drawing/2014/main" id="{82109781-6162-41DA-AFF7-8EC488CBB89D}"/>
                    </a:ext>
                  </a:extLst>
                </p:cNvPr>
                <p:cNvSpPr txBox="1">
                  <a:spLocks noChangeArrowheads="1"/>
                </p:cNvSpPr>
                <p:nvPr/>
              </p:nvSpPr>
              <p:spPr bwMode="auto">
                <a:xfrm>
                  <a:off x="2374" y="3078"/>
                  <a:ext cx="374"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n-1</a:t>
                  </a:r>
                </a:p>
              </p:txBody>
            </p:sp>
            <p:sp>
              <p:nvSpPr>
                <p:cNvPr id="89149" name="Text Box 105">
                  <a:extLst>
                    <a:ext uri="{FF2B5EF4-FFF2-40B4-BE49-F238E27FC236}">
                      <a16:creationId xmlns:a16="http://schemas.microsoft.com/office/drawing/2014/main" id="{964C21C4-DC05-4A23-BF00-806AE0E0AB28}"/>
                    </a:ext>
                  </a:extLst>
                </p:cNvPr>
                <p:cNvSpPr txBox="1">
                  <a:spLocks noChangeArrowheads="1"/>
                </p:cNvSpPr>
                <p:nvPr/>
              </p:nvSpPr>
              <p:spPr bwMode="auto">
                <a:xfrm>
                  <a:off x="2700" y="3078"/>
                  <a:ext cx="218"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n</a:t>
                  </a:r>
                </a:p>
              </p:txBody>
            </p:sp>
          </p:grpSp>
        </p:grpSp>
      </p:grpSp>
      <p:sp>
        <p:nvSpPr>
          <p:cNvPr id="89096" name="Text Box 106">
            <a:extLst>
              <a:ext uri="{FF2B5EF4-FFF2-40B4-BE49-F238E27FC236}">
                <a16:creationId xmlns:a16="http://schemas.microsoft.com/office/drawing/2014/main" id="{86608DD2-7083-44EA-90BF-C6F7676688FF}"/>
              </a:ext>
            </a:extLst>
          </p:cNvPr>
          <p:cNvSpPr txBox="1">
            <a:spLocks noChangeArrowheads="1"/>
          </p:cNvSpPr>
          <p:nvPr/>
        </p:nvSpPr>
        <p:spPr bwMode="auto">
          <a:xfrm>
            <a:off x="1387475" y="3556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1</a:t>
            </a:r>
          </a:p>
        </p:txBody>
      </p:sp>
      <p:sp>
        <p:nvSpPr>
          <p:cNvPr id="89097" name="Text Box 107">
            <a:extLst>
              <a:ext uri="{FF2B5EF4-FFF2-40B4-BE49-F238E27FC236}">
                <a16:creationId xmlns:a16="http://schemas.microsoft.com/office/drawing/2014/main" id="{305914DB-9607-4F56-AD50-C7E1C26473A4}"/>
              </a:ext>
            </a:extLst>
          </p:cNvPr>
          <p:cNvSpPr txBox="1">
            <a:spLocks noChangeArrowheads="1"/>
          </p:cNvSpPr>
          <p:nvPr/>
        </p:nvSpPr>
        <p:spPr bwMode="auto">
          <a:xfrm>
            <a:off x="1387475" y="30511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2</a:t>
            </a:r>
          </a:p>
        </p:txBody>
      </p:sp>
      <p:sp>
        <p:nvSpPr>
          <p:cNvPr id="89098" name="Text Box 108">
            <a:extLst>
              <a:ext uri="{FF2B5EF4-FFF2-40B4-BE49-F238E27FC236}">
                <a16:creationId xmlns:a16="http://schemas.microsoft.com/office/drawing/2014/main" id="{30FD67EC-F16F-4A2C-9569-A5CF161506F5}"/>
              </a:ext>
            </a:extLst>
          </p:cNvPr>
          <p:cNvSpPr txBox="1">
            <a:spLocks noChangeArrowheads="1"/>
          </p:cNvSpPr>
          <p:nvPr/>
        </p:nvSpPr>
        <p:spPr bwMode="auto">
          <a:xfrm>
            <a:off x="1387475" y="25701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3</a:t>
            </a:r>
          </a:p>
        </p:txBody>
      </p:sp>
      <p:sp>
        <p:nvSpPr>
          <p:cNvPr id="89099" name="Text Box 109">
            <a:extLst>
              <a:ext uri="{FF2B5EF4-FFF2-40B4-BE49-F238E27FC236}">
                <a16:creationId xmlns:a16="http://schemas.microsoft.com/office/drawing/2014/main" id="{B9114148-3EA6-43DC-BC65-35734A461B52}"/>
              </a:ext>
            </a:extLst>
          </p:cNvPr>
          <p:cNvSpPr txBox="1">
            <a:spLocks noChangeArrowheads="1"/>
          </p:cNvSpPr>
          <p:nvPr/>
        </p:nvSpPr>
        <p:spPr bwMode="auto">
          <a:xfrm>
            <a:off x="1387475" y="2057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ea typeface="宋体" panose="02010600030101010101" pitchFamily="2" charset="-122"/>
              </a:rPr>
              <a:t>4</a:t>
            </a:r>
          </a:p>
        </p:txBody>
      </p:sp>
      <p:sp>
        <p:nvSpPr>
          <p:cNvPr id="89100" name="Line 110">
            <a:extLst>
              <a:ext uri="{FF2B5EF4-FFF2-40B4-BE49-F238E27FC236}">
                <a16:creationId xmlns:a16="http://schemas.microsoft.com/office/drawing/2014/main" id="{42520A50-C578-427F-96AD-D249DE2DE41D}"/>
              </a:ext>
            </a:extLst>
          </p:cNvPr>
          <p:cNvSpPr>
            <a:spLocks noChangeShapeType="1"/>
          </p:cNvSpPr>
          <p:nvPr/>
        </p:nvSpPr>
        <p:spPr bwMode="auto">
          <a:xfrm>
            <a:off x="7754938" y="2549525"/>
            <a:ext cx="0" cy="311785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01" name="Line 111">
            <a:extLst>
              <a:ext uri="{FF2B5EF4-FFF2-40B4-BE49-F238E27FC236}">
                <a16:creationId xmlns:a16="http://schemas.microsoft.com/office/drawing/2014/main" id="{B297C452-CFC6-4A1D-9C44-9D8069BB24BB}"/>
              </a:ext>
            </a:extLst>
          </p:cNvPr>
          <p:cNvSpPr>
            <a:spLocks noChangeShapeType="1"/>
          </p:cNvSpPr>
          <p:nvPr/>
        </p:nvSpPr>
        <p:spPr bwMode="auto">
          <a:xfrm>
            <a:off x="1665288" y="4035425"/>
            <a:ext cx="0" cy="1641475"/>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02" name="Text Box 112">
            <a:extLst>
              <a:ext uri="{FF2B5EF4-FFF2-40B4-BE49-F238E27FC236}">
                <a16:creationId xmlns:a16="http://schemas.microsoft.com/office/drawing/2014/main" id="{4535F381-4E75-482A-B6B5-676BACE80784}"/>
              </a:ext>
            </a:extLst>
          </p:cNvPr>
          <p:cNvSpPr txBox="1">
            <a:spLocks noChangeArrowheads="1"/>
          </p:cNvSpPr>
          <p:nvPr/>
        </p:nvSpPr>
        <p:spPr bwMode="auto">
          <a:xfrm>
            <a:off x="1589088" y="4025900"/>
            <a:ext cx="4651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zh-CN" altLang="en-US" sz="1200">
                <a:latin typeface="宋体" panose="02010600030101010101" pitchFamily="2" charset="-122"/>
                <a:ea typeface="宋体" panose="02010600030101010101" pitchFamily="2" charset="-122"/>
              </a:rPr>
              <a:t>△</a:t>
            </a:r>
            <a:r>
              <a:rPr lang="en-US" altLang="zh-CN" sz="1200">
                <a:latin typeface="宋体" panose="02010600030101010101" pitchFamily="2" charset="-122"/>
                <a:ea typeface="宋体" panose="02010600030101010101" pitchFamily="2" charset="-122"/>
              </a:rPr>
              <a:t>t</a:t>
            </a:r>
            <a:r>
              <a:rPr lang="en-US" altLang="zh-CN" sz="1200" baseline="-25000">
                <a:latin typeface="宋体" panose="02010600030101010101" pitchFamily="2" charset="-122"/>
                <a:ea typeface="宋体" panose="02010600030101010101" pitchFamily="2" charset="-122"/>
              </a:rPr>
              <a:t>0</a:t>
            </a:r>
            <a:endParaRPr lang="en-US" altLang="zh-CN" sz="2400">
              <a:latin typeface="宋体" panose="02010600030101010101" pitchFamily="2" charset="-122"/>
              <a:ea typeface="宋体" panose="02010600030101010101" pitchFamily="2" charset="-122"/>
            </a:endParaRPr>
          </a:p>
        </p:txBody>
      </p:sp>
      <p:sp>
        <p:nvSpPr>
          <p:cNvPr id="89103" name="Text Box 113">
            <a:extLst>
              <a:ext uri="{FF2B5EF4-FFF2-40B4-BE49-F238E27FC236}">
                <a16:creationId xmlns:a16="http://schemas.microsoft.com/office/drawing/2014/main" id="{8629E127-BDC7-414E-85F4-914692592FD4}"/>
              </a:ext>
            </a:extLst>
          </p:cNvPr>
          <p:cNvSpPr txBox="1">
            <a:spLocks noChangeArrowheads="1"/>
          </p:cNvSpPr>
          <p:nvPr/>
        </p:nvSpPr>
        <p:spPr bwMode="auto">
          <a:xfrm>
            <a:off x="2057400" y="4048125"/>
            <a:ext cx="6175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zh-CN" altLang="en-US" sz="1200">
                <a:latin typeface="宋体" panose="02010600030101010101" pitchFamily="2" charset="-122"/>
                <a:ea typeface="宋体" panose="02010600030101010101" pitchFamily="2" charset="-122"/>
              </a:rPr>
              <a:t>△ </a:t>
            </a:r>
            <a:r>
              <a:rPr lang="en-US" altLang="zh-CN" sz="1200">
                <a:latin typeface="宋体" panose="02010600030101010101" pitchFamily="2" charset="-122"/>
                <a:ea typeface="宋体" panose="02010600030101010101" pitchFamily="2" charset="-122"/>
              </a:rPr>
              <a:t>t</a:t>
            </a:r>
            <a:r>
              <a:rPr lang="en-US" altLang="zh-CN" sz="1200" baseline="-25000">
                <a:latin typeface="宋体" panose="02010600030101010101" pitchFamily="2" charset="-122"/>
                <a:ea typeface="宋体" panose="02010600030101010101" pitchFamily="2" charset="-122"/>
              </a:rPr>
              <a:t>0</a:t>
            </a:r>
            <a:r>
              <a:rPr lang="en-US" altLang="zh-CN" sz="1200">
                <a:latin typeface="宋体" panose="02010600030101010101" pitchFamily="2" charset="-122"/>
                <a:ea typeface="宋体" panose="02010600030101010101" pitchFamily="2" charset="-122"/>
              </a:rPr>
              <a:t> </a:t>
            </a:r>
          </a:p>
        </p:txBody>
      </p:sp>
      <p:sp>
        <p:nvSpPr>
          <p:cNvPr id="89104" name="Text Box 114">
            <a:extLst>
              <a:ext uri="{FF2B5EF4-FFF2-40B4-BE49-F238E27FC236}">
                <a16:creationId xmlns:a16="http://schemas.microsoft.com/office/drawing/2014/main" id="{46DD6EF5-BC5A-41F9-8EC6-57548F656494}"/>
              </a:ext>
            </a:extLst>
          </p:cNvPr>
          <p:cNvSpPr txBox="1">
            <a:spLocks noChangeArrowheads="1"/>
          </p:cNvSpPr>
          <p:nvPr/>
        </p:nvSpPr>
        <p:spPr bwMode="auto">
          <a:xfrm>
            <a:off x="2525713" y="4048125"/>
            <a:ext cx="5413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zh-CN" altLang="en-US" sz="1200">
                <a:latin typeface="宋体" panose="02010600030101010101" pitchFamily="2" charset="-122"/>
                <a:ea typeface="宋体" panose="02010600030101010101" pitchFamily="2" charset="-122"/>
              </a:rPr>
              <a:t>△ </a:t>
            </a:r>
            <a:r>
              <a:rPr lang="en-US" altLang="zh-CN" sz="1200">
                <a:latin typeface="宋体" panose="02010600030101010101" pitchFamily="2" charset="-122"/>
                <a:ea typeface="宋体" panose="02010600030101010101" pitchFamily="2" charset="-122"/>
              </a:rPr>
              <a:t>t</a:t>
            </a:r>
            <a:r>
              <a:rPr lang="en-US" altLang="zh-CN" sz="1200" baseline="-25000">
                <a:latin typeface="宋体" panose="02010600030101010101" pitchFamily="2" charset="-122"/>
                <a:ea typeface="宋体" panose="02010600030101010101" pitchFamily="2" charset="-122"/>
              </a:rPr>
              <a:t>0</a:t>
            </a:r>
          </a:p>
        </p:txBody>
      </p:sp>
      <p:sp>
        <p:nvSpPr>
          <p:cNvPr id="89105" name="Text Box 115">
            <a:extLst>
              <a:ext uri="{FF2B5EF4-FFF2-40B4-BE49-F238E27FC236}">
                <a16:creationId xmlns:a16="http://schemas.microsoft.com/office/drawing/2014/main" id="{964B30CC-4E7C-425F-AF42-E09097A8A89B}"/>
              </a:ext>
            </a:extLst>
          </p:cNvPr>
          <p:cNvSpPr txBox="1">
            <a:spLocks noChangeArrowheads="1"/>
          </p:cNvSpPr>
          <p:nvPr/>
        </p:nvSpPr>
        <p:spPr bwMode="auto">
          <a:xfrm>
            <a:off x="3009900" y="4048125"/>
            <a:ext cx="5413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zh-CN" altLang="en-US" sz="1200">
                <a:latin typeface="宋体" panose="02010600030101010101" pitchFamily="2" charset="-122"/>
                <a:ea typeface="宋体" panose="02010600030101010101" pitchFamily="2" charset="-122"/>
              </a:rPr>
              <a:t>△ </a:t>
            </a:r>
            <a:r>
              <a:rPr lang="en-US" altLang="zh-CN" sz="1200">
                <a:latin typeface="宋体" panose="02010600030101010101" pitchFamily="2" charset="-122"/>
                <a:ea typeface="宋体" panose="02010600030101010101" pitchFamily="2" charset="-122"/>
              </a:rPr>
              <a:t>t</a:t>
            </a:r>
            <a:r>
              <a:rPr lang="en-US" altLang="zh-CN" sz="1200" baseline="-25000">
                <a:latin typeface="宋体" panose="02010600030101010101" pitchFamily="2" charset="-122"/>
                <a:ea typeface="宋体" panose="02010600030101010101" pitchFamily="2" charset="-122"/>
              </a:rPr>
              <a:t>0</a:t>
            </a:r>
          </a:p>
        </p:txBody>
      </p:sp>
      <p:sp>
        <p:nvSpPr>
          <p:cNvPr id="89106" name="Line 116">
            <a:extLst>
              <a:ext uri="{FF2B5EF4-FFF2-40B4-BE49-F238E27FC236}">
                <a16:creationId xmlns:a16="http://schemas.microsoft.com/office/drawing/2014/main" id="{4AAF5A36-8D03-4EE2-817D-C200408240AD}"/>
              </a:ext>
            </a:extLst>
          </p:cNvPr>
          <p:cNvSpPr>
            <a:spLocks noChangeShapeType="1"/>
          </p:cNvSpPr>
          <p:nvPr/>
        </p:nvSpPr>
        <p:spPr bwMode="auto">
          <a:xfrm>
            <a:off x="2820988" y="4491038"/>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07" name="Text Box 117">
            <a:extLst>
              <a:ext uri="{FF2B5EF4-FFF2-40B4-BE49-F238E27FC236}">
                <a16:creationId xmlns:a16="http://schemas.microsoft.com/office/drawing/2014/main" id="{722DCB35-6EE9-439A-9FE7-42C1503CBDDE}"/>
              </a:ext>
            </a:extLst>
          </p:cNvPr>
          <p:cNvSpPr txBox="1">
            <a:spLocks noChangeArrowheads="1"/>
          </p:cNvSpPr>
          <p:nvPr/>
        </p:nvSpPr>
        <p:spPr bwMode="auto">
          <a:xfrm>
            <a:off x="1997075" y="4305300"/>
            <a:ext cx="968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800">
                <a:latin typeface="宋体" panose="02010600030101010101" pitchFamily="2" charset="-122"/>
                <a:ea typeface="宋体" panose="02010600030101010101" pitchFamily="2" charset="-122"/>
              </a:rPr>
              <a:t>T</a:t>
            </a:r>
            <a:r>
              <a:rPr lang="en-US" altLang="zh-CN" sz="1200">
                <a:latin typeface="宋体" panose="02010600030101010101" pitchFamily="2" charset="-122"/>
                <a:ea typeface="宋体" panose="02010600030101010101" pitchFamily="2" charset="-122"/>
              </a:rPr>
              <a:t>0=k △ t</a:t>
            </a:r>
            <a:r>
              <a:rPr lang="en-US" altLang="zh-CN" sz="1200" baseline="-25000">
                <a:latin typeface="宋体" panose="02010600030101010101" pitchFamily="2" charset="-122"/>
                <a:ea typeface="宋体" panose="02010600030101010101" pitchFamily="2" charset="-122"/>
              </a:rPr>
              <a:t>0</a:t>
            </a:r>
          </a:p>
        </p:txBody>
      </p:sp>
      <p:sp>
        <p:nvSpPr>
          <p:cNvPr id="89108" name="Line 118">
            <a:extLst>
              <a:ext uri="{FF2B5EF4-FFF2-40B4-BE49-F238E27FC236}">
                <a16:creationId xmlns:a16="http://schemas.microsoft.com/office/drawing/2014/main" id="{EE03D5D1-9309-4277-9B10-8DED164E8B0E}"/>
              </a:ext>
            </a:extLst>
          </p:cNvPr>
          <p:cNvSpPr>
            <a:spLocks noChangeShapeType="1"/>
          </p:cNvSpPr>
          <p:nvPr/>
        </p:nvSpPr>
        <p:spPr bwMode="auto">
          <a:xfrm>
            <a:off x="1633538" y="4491038"/>
            <a:ext cx="4572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9109" name="Group 119">
            <a:extLst>
              <a:ext uri="{FF2B5EF4-FFF2-40B4-BE49-F238E27FC236}">
                <a16:creationId xmlns:a16="http://schemas.microsoft.com/office/drawing/2014/main" id="{D2E96F7D-D53E-4C60-9A35-C7A3B468CB83}"/>
              </a:ext>
            </a:extLst>
          </p:cNvPr>
          <p:cNvGrpSpPr>
            <a:grpSpLocks/>
          </p:cNvGrpSpPr>
          <p:nvPr/>
        </p:nvGrpSpPr>
        <p:grpSpPr bwMode="auto">
          <a:xfrm>
            <a:off x="1665288" y="4625975"/>
            <a:ext cx="6091237" cy="963613"/>
            <a:chOff x="143" y="3705"/>
            <a:chExt cx="3746" cy="564"/>
          </a:xfrm>
        </p:grpSpPr>
        <p:grpSp>
          <p:nvGrpSpPr>
            <p:cNvPr id="89127" name="Group 120">
              <a:extLst>
                <a:ext uri="{FF2B5EF4-FFF2-40B4-BE49-F238E27FC236}">
                  <a16:creationId xmlns:a16="http://schemas.microsoft.com/office/drawing/2014/main" id="{06417921-E914-4BEB-9DA0-6EA1D9D150EE}"/>
                </a:ext>
              </a:extLst>
            </p:cNvPr>
            <p:cNvGrpSpPr>
              <a:grpSpLocks/>
            </p:cNvGrpSpPr>
            <p:nvPr/>
          </p:nvGrpSpPr>
          <p:grpSpPr bwMode="auto">
            <a:xfrm>
              <a:off x="171" y="3705"/>
              <a:ext cx="2881" cy="215"/>
              <a:chOff x="171" y="3705"/>
              <a:chExt cx="2881" cy="215"/>
            </a:xfrm>
          </p:grpSpPr>
          <p:sp>
            <p:nvSpPr>
              <p:cNvPr id="89131" name="Text Box 121">
                <a:extLst>
                  <a:ext uri="{FF2B5EF4-FFF2-40B4-BE49-F238E27FC236}">
                    <a16:creationId xmlns:a16="http://schemas.microsoft.com/office/drawing/2014/main" id="{A8E977E6-A111-4819-B2A7-EA6520B953C1}"/>
                  </a:ext>
                </a:extLst>
              </p:cNvPr>
              <p:cNvSpPr txBox="1">
                <a:spLocks noChangeArrowheads="1"/>
              </p:cNvSpPr>
              <p:nvPr/>
            </p:nvSpPr>
            <p:spPr bwMode="auto">
              <a:xfrm>
                <a:off x="1250" y="3705"/>
                <a:ext cx="515"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800">
                    <a:latin typeface="宋体" panose="02010600030101010101" pitchFamily="2" charset="-122"/>
                    <a:ea typeface="宋体" panose="02010600030101010101" pitchFamily="2" charset="-122"/>
                  </a:rPr>
                  <a:t>n</a:t>
                </a:r>
                <a:r>
                  <a:rPr lang="en-US" altLang="zh-CN" sz="1600">
                    <a:latin typeface="宋体" panose="02010600030101010101" pitchFamily="2" charset="-122"/>
                    <a:ea typeface="宋体" panose="02010600030101010101" pitchFamily="2" charset="-122"/>
                  </a:rPr>
                  <a:t> △ </a:t>
                </a:r>
                <a:r>
                  <a:rPr lang="en-US" altLang="zh-CN" sz="1200">
                    <a:latin typeface="宋体" panose="02010600030101010101" pitchFamily="2" charset="-122"/>
                    <a:ea typeface="宋体" panose="02010600030101010101" pitchFamily="2" charset="-122"/>
                  </a:rPr>
                  <a:t>t</a:t>
                </a:r>
                <a:r>
                  <a:rPr lang="en-US" altLang="zh-CN" sz="1200" baseline="-25000">
                    <a:latin typeface="宋体" panose="02010600030101010101" pitchFamily="2" charset="-122"/>
                    <a:ea typeface="宋体" panose="02010600030101010101" pitchFamily="2" charset="-122"/>
                  </a:rPr>
                  <a:t>0</a:t>
                </a:r>
              </a:p>
            </p:txBody>
          </p:sp>
          <p:sp>
            <p:nvSpPr>
              <p:cNvPr id="89132" name="Line 122">
                <a:extLst>
                  <a:ext uri="{FF2B5EF4-FFF2-40B4-BE49-F238E27FC236}">
                    <a16:creationId xmlns:a16="http://schemas.microsoft.com/office/drawing/2014/main" id="{007376D9-ECF9-4411-A73D-4361189693E9}"/>
                  </a:ext>
                </a:extLst>
              </p:cNvPr>
              <p:cNvSpPr>
                <a:spLocks noChangeShapeType="1"/>
              </p:cNvSpPr>
              <p:nvPr/>
            </p:nvSpPr>
            <p:spPr bwMode="auto">
              <a:xfrm>
                <a:off x="171" y="3846"/>
                <a:ext cx="1079"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33" name="Line 123">
                <a:extLst>
                  <a:ext uri="{FF2B5EF4-FFF2-40B4-BE49-F238E27FC236}">
                    <a16:creationId xmlns:a16="http://schemas.microsoft.com/office/drawing/2014/main" id="{C1E5F65A-66C9-4358-971F-B8157637DDA1}"/>
                  </a:ext>
                </a:extLst>
              </p:cNvPr>
              <p:cNvSpPr>
                <a:spLocks noChangeShapeType="1"/>
              </p:cNvSpPr>
              <p:nvPr/>
            </p:nvSpPr>
            <p:spPr bwMode="auto">
              <a:xfrm>
                <a:off x="1750" y="3848"/>
                <a:ext cx="130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9128" name="Line 124">
              <a:extLst>
                <a:ext uri="{FF2B5EF4-FFF2-40B4-BE49-F238E27FC236}">
                  <a16:creationId xmlns:a16="http://schemas.microsoft.com/office/drawing/2014/main" id="{3CEB21AD-F13E-4D56-AB9B-F404AAF6A4F7}"/>
                </a:ext>
              </a:extLst>
            </p:cNvPr>
            <p:cNvSpPr>
              <a:spLocks noChangeShapeType="1"/>
            </p:cNvSpPr>
            <p:nvPr/>
          </p:nvSpPr>
          <p:spPr bwMode="auto">
            <a:xfrm>
              <a:off x="143" y="4176"/>
              <a:ext cx="1691"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29" name="Line 125">
              <a:extLst>
                <a:ext uri="{FF2B5EF4-FFF2-40B4-BE49-F238E27FC236}">
                  <a16:creationId xmlns:a16="http://schemas.microsoft.com/office/drawing/2014/main" id="{31BF3A87-3D92-4EA6-AC88-C052F3E58F2B}"/>
                </a:ext>
              </a:extLst>
            </p:cNvPr>
            <p:cNvSpPr>
              <a:spLocks noChangeShapeType="1"/>
            </p:cNvSpPr>
            <p:nvPr/>
          </p:nvSpPr>
          <p:spPr bwMode="auto">
            <a:xfrm>
              <a:off x="2122" y="4176"/>
              <a:ext cx="176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30" name="Text Box 126">
              <a:extLst>
                <a:ext uri="{FF2B5EF4-FFF2-40B4-BE49-F238E27FC236}">
                  <a16:creationId xmlns:a16="http://schemas.microsoft.com/office/drawing/2014/main" id="{6AACF91F-B79B-4352-A19C-B050048A4FCF}"/>
                </a:ext>
              </a:extLst>
            </p:cNvPr>
            <p:cNvSpPr txBox="1">
              <a:spLocks noChangeArrowheads="1"/>
            </p:cNvSpPr>
            <p:nvPr/>
          </p:nvSpPr>
          <p:spPr bwMode="auto">
            <a:xfrm>
              <a:off x="1900" y="4002"/>
              <a:ext cx="20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400">
                  <a:latin typeface="宋体" panose="02010600030101010101" pitchFamily="2" charset="-122"/>
                  <a:ea typeface="宋体" panose="02010600030101010101" pitchFamily="2" charset="-122"/>
                </a:rPr>
                <a:t>T</a:t>
              </a:r>
            </a:p>
          </p:txBody>
        </p:sp>
      </p:grpSp>
      <p:grpSp>
        <p:nvGrpSpPr>
          <p:cNvPr id="89110" name="Group 127">
            <a:extLst>
              <a:ext uri="{FF2B5EF4-FFF2-40B4-BE49-F238E27FC236}">
                <a16:creationId xmlns:a16="http://schemas.microsoft.com/office/drawing/2014/main" id="{8D735E76-6986-4DF2-AFC0-4F9F4EB9FB48}"/>
              </a:ext>
            </a:extLst>
          </p:cNvPr>
          <p:cNvGrpSpPr>
            <a:grpSpLocks/>
          </p:cNvGrpSpPr>
          <p:nvPr/>
        </p:nvGrpSpPr>
        <p:grpSpPr bwMode="auto">
          <a:xfrm>
            <a:off x="6396038" y="4713288"/>
            <a:ext cx="1358900" cy="276225"/>
            <a:chOff x="3052" y="3756"/>
            <a:chExt cx="836" cy="162"/>
          </a:xfrm>
        </p:grpSpPr>
        <p:sp>
          <p:nvSpPr>
            <p:cNvPr id="89124" name="Text Box 128">
              <a:extLst>
                <a:ext uri="{FF2B5EF4-FFF2-40B4-BE49-F238E27FC236}">
                  <a16:creationId xmlns:a16="http://schemas.microsoft.com/office/drawing/2014/main" id="{5F0B2B37-0596-492E-A140-005AEF0F1885}"/>
                </a:ext>
              </a:extLst>
            </p:cNvPr>
            <p:cNvSpPr txBox="1">
              <a:spLocks noChangeArrowheads="1"/>
            </p:cNvSpPr>
            <p:nvPr/>
          </p:nvSpPr>
          <p:spPr bwMode="auto">
            <a:xfrm>
              <a:off x="3146" y="3756"/>
              <a:ext cx="619"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200">
                  <a:latin typeface="宋体" panose="02010600030101010101" pitchFamily="2" charset="-122"/>
                  <a:ea typeface="宋体" panose="02010600030101010101" pitchFamily="2" charset="-122"/>
                </a:rPr>
                <a:t>(k-1) △ t</a:t>
              </a:r>
              <a:r>
                <a:rPr lang="en-US" altLang="zh-CN" sz="1200" baseline="-25000">
                  <a:latin typeface="宋体" panose="02010600030101010101" pitchFamily="2" charset="-122"/>
                  <a:ea typeface="宋体" panose="02010600030101010101" pitchFamily="2" charset="-122"/>
                </a:rPr>
                <a:t>0</a:t>
              </a:r>
            </a:p>
          </p:txBody>
        </p:sp>
        <p:sp>
          <p:nvSpPr>
            <p:cNvPr id="89125" name="Line 129">
              <a:extLst>
                <a:ext uri="{FF2B5EF4-FFF2-40B4-BE49-F238E27FC236}">
                  <a16:creationId xmlns:a16="http://schemas.microsoft.com/office/drawing/2014/main" id="{90C89D1A-F9A1-4A51-ABBC-44BDFFEF55F2}"/>
                </a:ext>
              </a:extLst>
            </p:cNvPr>
            <p:cNvSpPr>
              <a:spLocks noChangeShapeType="1"/>
            </p:cNvSpPr>
            <p:nvPr/>
          </p:nvSpPr>
          <p:spPr bwMode="auto">
            <a:xfrm flipH="1">
              <a:off x="3052" y="3848"/>
              <a:ext cx="9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26" name="Line 130">
              <a:extLst>
                <a:ext uri="{FF2B5EF4-FFF2-40B4-BE49-F238E27FC236}">
                  <a16:creationId xmlns:a16="http://schemas.microsoft.com/office/drawing/2014/main" id="{8E9B37D2-C5D3-4838-9549-4613B39798B6}"/>
                </a:ext>
              </a:extLst>
            </p:cNvPr>
            <p:cNvSpPr>
              <a:spLocks noChangeShapeType="1"/>
            </p:cNvSpPr>
            <p:nvPr/>
          </p:nvSpPr>
          <p:spPr bwMode="auto">
            <a:xfrm>
              <a:off x="3790" y="3848"/>
              <a:ext cx="9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9111" name="Text Box 131">
            <a:extLst>
              <a:ext uri="{FF2B5EF4-FFF2-40B4-BE49-F238E27FC236}">
                <a16:creationId xmlns:a16="http://schemas.microsoft.com/office/drawing/2014/main" id="{73EBE375-2BE8-4BC9-90ED-60CAAA0187E3}"/>
              </a:ext>
            </a:extLst>
          </p:cNvPr>
          <p:cNvSpPr txBox="1">
            <a:spLocks noChangeArrowheads="1"/>
          </p:cNvSpPr>
          <p:nvPr/>
        </p:nvSpPr>
        <p:spPr bwMode="auto">
          <a:xfrm>
            <a:off x="5305425" y="4198938"/>
            <a:ext cx="9985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200">
                <a:latin typeface="宋体" panose="02010600030101010101" pitchFamily="2" charset="-122"/>
                <a:ea typeface="宋体" panose="02010600030101010101" pitchFamily="2" charset="-122"/>
              </a:rPr>
              <a:t>(n-1) △ t</a:t>
            </a:r>
            <a:r>
              <a:rPr lang="en-US" altLang="zh-CN" sz="1200" baseline="-25000">
                <a:latin typeface="宋体" panose="02010600030101010101" pitchFamily="2" charset="-122"/>
                <a:ea typeface="宋体" panose="02010600030101010101" pitchFamily="2" charset="-122"/>
              </a:rPr>
              <a:t>0</a:t>
            </a:r>
          </a:p>
        </p:txBody>
      </p:sp>
      <p:sp>
        <p:nvSpPr>
          <p:cNvPr id="89112" name="Line 132">
            <a:extLst>
              <a:ext uri="{FF2B5EF4-FFF2-40B4-BE49-F238E27FC236}">
                <a16:creationId xmlns:a16="http://schemas.microsoft.com/office/drawing/2014/main" id="{CB6BAC00-36B3-4B28-82F0-D066177F3175}"/>
              </a:ext>
            </a:extLst>
          </p:cNvPr>
          <p:cNvSpPr>
            <a:spLocks noChangeShapeType="1"/>
          </p:cNvSpPr>
          <p:nvPr/>
        </p:nvSpPr>
        <p:spPr bwMode="auto">
          <a:xfrm flipH="1">
            <a:off x="3589338" y="4343400"/>
            <a:ext cx="17637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13" name="Line 133">
            <a:extLst>
              <a:ext uri="{FF2B5EF4-FFF2-40B4-BE49-F238E27FC236}">
                <a16:creationId xmlns:a16="http://schemas.microsoft.com/office/drawing/2014/main" id="{03899168-140E-4E9A-9B18-83FB3A7BF69A}"/>
              </a:ext>
            </a:extLst>
          </p:cNvPr>
          <p:cNvSpPr>
            <a:spLocks noChangeShapeType="1"/>
          </p:cNvSpPr>
          <p:nvPr/>
        </p:nvSpPr>
        <p:spPr bwMode="auto">
          <a:xfrm>
            <a:off x="6332538" y="4343400"/>
            <a:ext cx="142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14" name="Line 134">
            <a:extLst>
              <a:ext uri="{FF2B5EF4-FFF2-40B4-BE49-F238E27FC236}">
                <a16:creationId xmlns:a16="http://schemas.microsoft.com/office/drawing/2014/main" id="{3EC8A6FA-B5EA-4CD4-9D75-497D60266415}"/>
              </a:ext>
            </a:extLst>
          </p:cNvPr>
          <p:cNvSpPr>
            <a:spLocks noChangeShapeType="1"/>
          </p:cNvSpPr>
          <p:nvPr/>
        </p:nvSpPr>
        <p:spPr bwMode="auto">
          <a:xfrm>
            <a:off x="1703388" y="2011363"/>
            <a:ext cx="1360487" cy="79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15" name="Line 135">
            <a:extLst>
              <a:ext uri="{FF2B5EF4-FFF2-40B4-BE49-F238E27FC236}">
                <a16:creationId xmlns:a16="http://schemas.microsoft.com/office/drawing/2014/main" id="{D7257DC0-B9FE-414C-A1E8-A6B4F6B77DD3}"/>
              </a:ext>
            </a:extLst>
          </p:cNvPr>
          <p:cNvSpPr>
            <a:spLocks noChangeShapeType="1"/>
          </p:cNvSpPr>
          <p:nvPr/>
        </p:nvSpPr>
        <p:spPr bwMode="auto">
          <a:xfrm>
            <a:off x="3109913" y="2011363"/>
            <a:ext cx="3154362" cy="79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16" name="Line 136">
            <a:extLst>
              <a:ext uri="{FF2B5EF4-FFF2-40B4-BE49-F238E27FC236}">
                <a16:creationId xmlns:a16="http://schemas.microsoft.com/office/drawing/2014/main" id="{B1389371-A6C8-489D-BD0F-EAE275B9375B}"/>
              </a:ext>
            </a:extLst>
          </p:cNvPr>
          <p:cNvSpPr>
            <a:spLocks noChangeShapeType="1"/>
          </p:cNvSpPr>
          <p:nvPr/>
        </p:nvSpPr>
        <p:spPr bwMode="auto">
          <a:xfrm>
            <a:off x="6369050" y="2011363"/>
            <a:ext cx="1387475"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117" name="Text Box 137">
            <a:extLst>
              <a:ext uri="{FF2B5EF4-FFF2-40B4-BE49-F238E27FC236}">
                <a16:creationId xmlns:a16="http://schemas.microsoft.com/office/drawing/2014/main" id="{9BBEEDA0-C885-4978-803F-C96BC03088BA}"/>
              </a:ext>
            </a:extLst>
          </p:cNvPr>
          <p:cNvSpPr txBox="1">
            <a:spLocks noChangeArrowheads="1"/>
          </p:cNvSpPr>
          <p:nvPr/>
        </p:nvSpPr>
        <p:spPr bwMode="auto">
          <a:xfrm>
            <a:off x="1811338" y="1409700"/>
            <a:ext cx="5759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400">
                <a:ea typeface="宋体" panose="02010600030101010101" pitchFamily="2" charset="-122"/>
              </a:rPr>
              <a:t>装满              稳定流水                      排空     </a:t>
            </a:r>
          </a:p>
        </p:txBody>
      </p:sp>
      <p:sp>
        <p:nvSpPr>
          <p:cNvPr id="89118" name="Text Box 138">
            <a:extLst>
              <a:ext uri="{FF2B5EF4-FFF2-40B4-BE49-F238E27FC236}">
                <a16:creationId xmlns:a16="http://schemas.microsoft.com/office/drawing/2014/main" id="{FF840697-61C1-4A6A-9B4C-D831D0F82CD6}"/>
              </a:ext>
            </a:extLst>
          </p:cNvPr>
          <p:cNvSpPr txBox="1">
            <a:spLocks noChangeArrowheads="1"/>
          </p:cNvSpPr>
          <p:nvPr/>
        </p:nvSpPr>
        <p:spPr bwMode="auto">
          <a:xfrm>
            <a:off x="3749675" y="56007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400">
                <a:ea typeface="宋体" panose="02010600030101010101" pitchFamily="2" charset="-122"/>
              </a:rPr>
              <a:t>流水时空图</a:t>
            </a:r>
          </a:p>
        </p:txBody>
      </p:sp>
      <p:sp>
        <p:nvSpPr>
          <p:cNvPr id="89119" name="Text Box 139">
            <a:extLst>
              <a:ext uri="{FF2B5EF4-FFF2-40B4-BE49-F238E27FC236}">
                <a16:creationId xmlns:a16="http://schemas.microsoft.com/office/drawing/2014/main" id="{695F8BD7-CC56-43F8-98A8-6C44DBD058C8}"/>
              </a:ext>
            </a:extLst>
          </p:cNvPr>
          <p:cNvSpPr txBox="1">
            <a:spLocks noChangeArrowheads="1"/>
          </p:cNvSpPr>
          <p:nvPr/>
        </p:nvSpPr>
        <p:spPr bwMode="auto">
          <a:xfrm>
            <a:off x="625475" y="12573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ea typeface="宋体" panose="02010600030101010101" pitchFamily="2" charset="-122"/>
              </a:rPr>
              <a:t>空间</a:t>
            </a:r>
          </a:p>
        </p:txBody>
      </p:sp>
      <p:sp>
        <p:nvSpPr>
          <p:cNvPr id="89120" name="Line 140">
            <a:extLst>
              <a:ext uri="{FF2B5EF4-FFF2-40B4-BE49-F238E27FC236}">
                <a16:creationId xmlns:a16="http://schemas.microsoft.com/office/drawing/2014/main" id="{40836451-FC1C-4516-9E4B-9BCF91A1975A}"/>
              </a:ext>
            </a:extLst>
          </p:cNvPr>
          <p:cNvSpPr>
            <a:spLocks noChangeShapeType="1"/>
          </p:cNvSpPr>
          <p:nvPr/>
        </p:nvSpPr>
        <p:spPr bwMode="auto">
          <a:xfrm>
            <a:off x="3063875" y="1790700"/>
            <a:ext cx="0" cy="533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21" name="Line 141">
            <a:extLst>
              <a:ext uri="{FF2B5EF4-FFF2-40B4-BE49-F238E27FC236}">
                <a16:creationId xmlns:a16="http://schemas.microsoft.com/office/drawing/2014/main" id="{5828639D-AE32-495D-9DA6-141AA3470BE8}"/>
              </a:ext>
            </a:extLst>
          </p:cNvPr>
          <p:cNvSpPr>
            <a:spLocks noChangeShapeType="1"/>
          </p:cNvSpPr>
          <p:nvPr/>
        </p:nvSpPr>
        <p:spPr bwMode="auto">
          <a:xfrm>
            <a:off x="6340475" y="1790700"/>
            <a:ext cx="0" cy="5334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22" name="Line 142">
            <a:extLst>
              <a:ext uri="{FF2B5EF4-FFF2-40B4-BE49-F238E27FC236}">
                <a16:creationId xmlns:a16="http://schemas.microsoft.com/office/drawing/2014/main" id="{285CF7C7-88E9-47AF-8B86-31932504E06A}"/>
              </a:ext>
            </a:extLst>
          </p:cNvPr>
          <p:cNvSpPr>
            <a:spLocks noChangeShapeType="1"/>
          </p:cNvSpPr>
          <p:nvPr/>
        </p:nvSpPr>
        <p:spPr bwMode="auto">
          <a:xfrm>
            <a:off x="6375400" y="4056063"/>
            <a:ext cx="0" cy="109537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23" name="TextBox 1">
            <a:extLst>
              <a:ext uri="{FF2B5EF4-FFF2-40B4-BE49-F238E27FC236}">
                <a16:creationId xmlns:a16="http://schemas.microsoft.com/office/drawing/2014/main" id="{32A2ADD9-4EEA-4EF8-99BB-65414263F720}"/>
              </a:ext>
            </a:extLst>
          </p:cNvPr>
          <p:cNvSpPr txBox="1">
            <a:spLocks noChangeArrowheads="1"/>
          </p:cNvSpPr>
          <p:nvPr/>
        </p:nvSpPr>
        <p:spPr bwMode="auto">
          <a:xfrm>
            <a:off x="8029575" y="4992688"/>
            <a:ext cx="665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2400" b="0">
                <a:ea typeface="黑体" panose="02010609060101010101" pitchFamily="49" charset="-122"/>
              </a:rPr>
              <a:t>k=4</a:t>
            </a:r>
            <a:endParaRPr lang="zh-CN" altLang="en-US" sz="2400" b="0">
              <a:ea typeface="黑体" panose="02010609060101010101" pitchFamily="49" charset="-122"/>
            </a:endParaRPr>
          </a:p>
        </p:txBody>
      </p:sp>
    </p:spTree>
  </p:cSld>
  <p:clrMapOvr>
    <a:masterClrMapping/>
  </p:clrMapOvr>
  <p:transition spd="med">
    <p:pull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a:extLst>
              <a:ext uri="{FF2B5EF4-FFF2-40B4-BE49-F238E27FC236}">
                <a16:creationId xmlns:a16="http://schemas.microsoft.com/office/drawing/2014/main" id="{74256750-C2D1-3F46-93B6-38AF36DA7A9E}"/>
              </a:ext>
            </a:extLst>
          </p:cNvPr>
          <p:cNvSpPr>
            <a:spLocks noGrp="1" noChangeArrowheads="1"/>
          </p:cNvSpPr>
          <p:nvPr>
            <p:ph type="title"/>
          </p:nvPr>
        </p:nvSpPr>
        <p:spPr/>
        <p:txBody>
          <a:bodyPr/>
          <a:lstStyle/>
          <a:p>
            <a:pPr eaLnBrk="1" hangingPunct="1"/>
            <a:r>
              <a:rPr lang="zh-CN" altLang="en-US"/>
              <a:t>流水技术原理</a:t>
            </a:r>
            <a:endParaRPr lang="en-US" altLang="zh-CN"/>
          </a:p>
        </p:txBody>
      </p:sp>
      <p:sp>
        <p:nvSpPr>
          <p:cNvPr id="90114" name="Rectangle 3">
            <a:extLst>
              <a:ext uri="{FF2B5EF4-FFF2-40B4-BE49-F238E27FC236}">
                <a16:creationId xmlns:a16="http://schemas.microsoft.com/office/drawing/2014/main" id="{AD5F96F7-E0CB-420E-8ED2-70771B3884DD}"/>
              </a:ext>
            </a:extLst>
          </p:cNvPr>
          <p:cNvSpPr>
            <a:spLocks noGrp="1" noChangeArrowheads="1"/>
          </p:cNvSpPr>
          <p:nvPr>
            <p:ph idx="1"/>
          </p:nvPr>
        </p:nvSpPr>
        <p:spPr/>
        <p:txBody>
          <a:bodyPr/>
          <a:lstStyle/>
          <a:p>
            <a:pPr eaLnBrk="1" hangingPunct="1"/>
            <a:r>
              <a:rPr lang="zh-CN" altLang="en-US" sz="2800"/>
              <a:t>在流水线（</a:t>
            </a:r>
            <a:r>
              <a:rPr lang="en-US" altLang="zh-CN" sz="2800"/>
              <a:t>Pipelining</a:t>
            </a:r>
            <a:r>
              <a:rPr lang="zh-CN" altLang="en-US" sz="2800"/>
              <a:t>）中必须是</a:t>
            </a:r>
            <a:r>
              <a:rPr lang="zh-CN" altLang="en-US" sz="2800">
                <a:solidFill>
                  <a:srgbClr val="FF0000"/>
                </a:solidFill>
              </a:rPr>
              <a:t>连续</a:t>
            </a:r>
            <a:r>
              <a:rPr lang="zh-CN" altLang="en-US" sz="2800"/>
              <a:t>的任务，只有不断的提供任务才能充分发挥流水线的效率</a:t>
            </a:r>
          </a:p>
          <a:p>
            <a:pPr eaLnBrk="1" hangingPunct="1"/>
            <a:r>
              <a:rPr lang="zh-CN" altLang="en-US" sz="2800"/>
              <a:t>把一个任务分解为几个有联系的子任务。每个子任务由一个专门的功能部件实现</a:t>
            </a:r>
          </a:p>
          <a:p>
            <a:pPr eaLnBrk="1" hangingPunct="1"/>
            <a:r>
              <a:rPr lang="zh-CN" altLang="en-US" sz="2800"/>
              <a:t>在流水线中的每个功能部件之后都要有一个缓冲寄存器，或称为锁存器</a:t>
            </a:r>
          </a:p>
          <a:p>
            <a:pPr eaLnBrk="1" hangingPunct="1"/>
            <a:r>
              <a:rPr lang="zh-CN" altLang="en-US" sz="2800"/>
              <a:t>流水线中各段的时间应该</a:t>
            </a:r>
            <a:r>
              <a:rPr lang="zh-CN" altLang="en-US" sz="2800">
                <a:solidFill>
                  <a:srgbClr val="FF0000"/>
                </a:solidFill>
              </a:rPr>
              <a:t>尽量相等</a:t>
            </a:r>
            <a:r>
              <a:rPr lang="zh-CN" altLang="en-US" sz="2800"/>
              <a:t>，否则将会引起“堵塞”和“断流”的现象</a:t>
            </a:r>
          </a:p>
          <a:p>
            <a:pPr eaLnBrk="1" hangingPunct="1"/>
            <a:r>
              <a:rPr lang="zh-CN" altLang="en-US" sz="2800"/>
              <a:t>流水线需要有装入时间和排空时间，只有当流水线完全充满时，才能充分发挥效率</a:t>
            </a:r>
          </a:p>
        </p:txBody>
      </p:sp>
    </p:spTree>
  </p:cSld>
  <p:clrMapOvr>
    <a:masterClrMapping/>
  </p:clrMapOvr>
  <p:transition spd="med">
    <p:pull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a:extLst>
              <a:ext uri="{FF2B5EF4-FFF2-40B4-BE49-F238E27FC236}">
                <a16:creationId xmlns:a16="http://schemas.microsoft.com/office/drawing/2014/main" id="{260CDDC6-4F6F-BB4F-AE7E-CCF24793D14C}"/>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超标量流水线时空图</a:t>
            </a:r>
            <a:endParaRPr lang="en-US" altLang="zh-CN">
              <a:cs typeface="Times New Roman" panose="02020603050405020304" pitchFamily="18" charset="0"/>
            </a:endParaRPr>
          </a:p>
        </p:txBody>
      </p:sp>
      <p:graphicFrame>
        <p:nvGraphicFramePr>
          <p:cNvPr id="383175" name="Group 199">
            <a:extLst>
              <a:ext uri="{FF2B5EF4-FFF2-40B4-BE49-F238E27FC236}">
                <a16:creationId xmlns:a16="http://schemas.microsoft.com/office/drawing/2014/main" id="{05143459-4063-554A-B803-4FCE6EC7078F}"/>
              </a:ext>
            </a:extLst>
          </p:cNvPr>
          <p:cNvGraphicFramePr>
            <a:graphicFrameLocks noGrp="1"/>
          </p:cNvGraphicFramePr>
          <p:nvPr>
            <p:extLst>
              <p:ext uri="{D42A27DB-BD31-4B8C-83A1-F6EECF244321}">
                <p14:modId xmlns:p14="http://schemas.microsoft.com/office/powerpoint/2010/main" val="3872475477"/>
              </p:ext>
            </p:extLst>
          </p:nvPr>
        </p:nvGraphicFramePr>
        <p:xfrm>
          <a:off x="1681163" y="2049462"/>
          <a:ext cx="5553075" cy="3187704"/>
        </p:xfrm>
        <a:graphic>
          <a:graphicData uri="http://schemas.openxmlformats.org/drawingml/2006/table">
            <a:tbl>
              <a:tblPr/>
              <a:tblGrid>
                <a:gridCol w="693737">
                  <a:extLst>
                    <a:ext uri="{9D8B030D-6E8A-4147-A177-3AD203B41FA5}">
                      <a16:colId xmlns:a16="http://schemas.microsoft.com/office/drawing/2014/main" val="20000"/>
                    </a:ext>
                  </a:extLst>
                </a:gridCol>
                <a:gridCol w="695325">
                  <a:extLst>
                    <a:ext uri="{9D8B030D-6E8A-4147-A177-3AD203B41FA5}">
                      <a16:colId xmlns:a16="http://schemas.microsoft.com/office/drawing/2014/main" val="20001"/>
                    </a:ext>
                  </a:extLst>
                </a:gridCol>
                <a:gridCol w="693738">
                  <a:extLst>
                    <a:ext uri="{9D8B030D-6E8A-4147-A177-3AD203B41FA5}">
                      <a16:colId xmlns:a16="http://schemas.microsoft.com/office/drawing/2014/main" val="20002"/>
                    </a:ext>
                  </a:extLst>
                </a:gridCol>
                <a:gridCol w="693737">
                  <a:extLst>
                    <a:ext uri="{9D8B030D-6E8A-4147-A177-3AD203B41FA5}">
                      <a16:colId xmlns:a16="http://schemas.microsoft.com/office/drawing/2014/main" val="20003"/>
                    </a:ext>
                  </a:extLst>
                </a:gridCol>
                <a:gridCol w="693738">
                  <a:extLst>
                    <a:ext uri="{9D8B030D-6E8A-4147-A177-3AD203B41FA5}">
                      <a16:colId xmlns:a16="http://schemas.microsoft.com/office/drawing/2014/main" val="20004"/>
                    </a:ext>
                  </a:extLst>
                </a:gridCol>
                <a:gridCol w="695325">
                  <a:extLst>
                    <a:ext uri="{9D8B030D-6E8A-4147-A177-3AD203B41FA5}">
                      <a16:colId xmlns:a16="http://schemas.microsoft.com/office/drawing/2014/main" val="20005"/>
                    </a:ext>
                  </a:extLst>
                </a:gridCol>
                <a:gridCol w="693737">
                  <a:extLst>
                    <a:ext uri="{9D8B030D-6E8A-4147-A177-3AD203B41FA5}">
                      <a16:colId xmlns:a16="http://schemas.microsoft.com/office/drawing/2014/main" val="20006"/>
                    </a:ext>
                  </a:extLst>
                </a:gridCol>
                <a:gridCol w="693738">
                  <a:extLst>
                    <a:ext uri="{9D8B030D-6E8A-4147-A177-3AD203B41FA5}">
                      <a16:colId xmlns:a16="http://schemas.microsoft.com/office/drawing/2014/main" val="20007"/>
                    </a:ext>
                  </a:extLst>
                </a:gridCol>
              </a:tblGrid>
              <a:tr h="398463">
                <a:tc rowSpan="2" gridSpan="3">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rowSpan="2" hMerge="1">
                  <a:txBody>
                    <a:bodyPr/>
                    <a:lstStyle/>
                    <a:p>
                      <a:endParaRPr lang="zh-CN" altLang="en-US"/>
                    </a:p>
                  </a:txBody>
                  <a:tcPr/>
                </a:tc>
                <a:tc rowSpan="2"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I3</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I5</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I7</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I9</a:t>
                      </a:r>
                    </a:p>
                  </a:txBody>
                  <a:tcPr marL="90000" marR="90000" marT="46807" marB="46807"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398463">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I4</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I6</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I8</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I10</a:t>
                      </a:r>
                    </a:p>
                  </a:txBody>
                  <a:tcPr marL="90000" marR="90000" marT="46807" marB="46807"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98463">
                <a:tc rowSpan="2" gridSpan="2">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rowSpan="2"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I3</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I5</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I7</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I9</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98463">
                <a:tc gridSpan="2" vMerge="1">
                  <a:txBody>
                    <a:bodyPr/>
                    <a:lstStyle/>
                    <a:p>
                      <a:endParaRPr lang="zh-CN" altLang="en-US"/>
                    </a:p>
                  </a:txBody>
                  <a:tcPr/>
                </a:tc>
                <a:tc hMerge="1"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I4</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I6</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I8</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I10</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398463">
                <a:tc rowSpan="2">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bg1"/>
                          </a:solidFill>
                          <a:effectLst/>
                          <a:latin typeface="Times New Roman" pitchFamily="18" charset="0"/>
                          <a:ea typeface="楷体_GB2312" pitchFamily="49" charset="-122"/>
                        </a:rPr>
                        <a:t>I1</a:t>
                      </a:r>
                      <a:endParaRPr kumimoji="1" lang="zh-CN" altLang="en-US" sz="20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I3</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I5</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I7</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I9</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en-US" altLang="zh-CN"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4"/>
                  </a:ext>
                </a:extLst>
              </a:tr>
              <a:tr h="3984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bg1"/>
                          </a:solidFill>
                          <a:effectLst/>
                          <a:latin typeface="Times New Roman" pitchFamily="18" charset="0"/>
                          <a:ea typeface="楷体_GB2312" pitchFamily="49" charset="-122"/>
                        </a:rPr>
                        <a:t>I2</a:t>
                      </a:r>
                      <a:endParaRPr kumimoji="1" lang="zh-CN" altLang="en-US" sz="2000" b="1" i="0" u="none" strike="noStrike" cap="none" normalizeH="0" baseline="0">
                        <a:ln>
                          <a:noFill/>
                        </a:ln>
                        <a:solidFill>
                          <a:schemeClr val="bg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I4</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I6</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I8</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I10</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en-US" altLang="zh-CN"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5"/>
                  </a:ext>
                </a:extLst>
              </a:tr>
              <a:tr h="39846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bg1"/>
                          </a:solidFill>
                          <a:effectLst/>
                          <a:latin typeface="Times New Roman" pitchFamily="18" charset="0"/>
                          <a:ea typeface="楷体_GB2312" pitchFamily="49" charset="-122"/>
                        </a:rPr>
                        <a:t>I1</a:t>
                      </a:r>
                    </a:p>
                  </a:txBody>
                  <a:tcPr marL="90000" marR="90000" marT="46807" marB="46807"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996633"/>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I3</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I5</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I7</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I9</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en-US" altLang="zh-CN"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6"/>
                  </a:ext>
                </a:extLst>
              </a:tr>
              <a:tr h="39846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bg1"/>
                          </a:solidFill>
                          <a:effectLst/>
                          <a:latin typeface="Times New Roman" pitchFamily="18" charset="0"/>
                          <a:ea typeface="楷体_GB2312" pitchFamily="49" charset="-122"/>
                        </a:rPr>
                        <a:t>I2</a:t>
                      </a:r>
                    </a:p>
                  </a:txBody>
                  <a:tcPr marL="90000" marR="90000" marT="46807" marB="46807"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990099"/>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I4</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I6</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I8</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I10</a:t>
                      </a: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00" marR="90000" marT="46807" marB="46807"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1214" name="Line 52">
            <a:extLst>
              <a:ext uri="{FF2B5EF4-FFF2-40B4-BE49-F238E27FC236}">
                <a16:creationId xmlns:a16="http://schemas.microsoft.com/office/drawing/2014/main" id="{C975A5B1-C071-498C-8792-39A1C2E08B72}"/>
              </a:ext>
            </a:extLst>
          </p:cNvPr>
          <p:cNvSpPr>
            <a:spLocks noChangeShapeType="1"/>
          </p:cNvSpPr>
          <p:nvPr/>
        </p:nvSpPr>
        <p:spPr bwMode="auto">
          <a:xfrm flipV="1">
            <a:off x="1681163" y="1638300"/>
            <a:ext cx="0" cy="442912"/>
          </a:xfrm>
          <a:prstGeom prst="line">
            <a:avLst/>
          </a:prstGeom>
          <a:noFill/>
          <a:ln w="317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15" name="Line 53">
            <a:extLst>
              <a:ext uri="{FF2B5EF4-FFF2-40B4-BE49-F238E27FC236}">
                <a16:creationId xmlns:a16="http://schemas.microsoft.com/office/drawing/2014/main" id="{7A9D19A7-C37B-4AB6-A31B-FAF1C70D27EC}"/>
              </a:ext>
            </a:extLst>
          </p:cNvPr>
          <p:cNvSpPr>
            <a:spLocks noChangeShapeType="1"/>
          </p:cNvSpPr>
          <p:nvPr/>
        </p:nvSpPr>
        <p:spPr bwMode="auto">
          <a:xfrm flipV="1">
            <a:off x="4460875" y="1638300"/>
            <a:ext cx="0" cy="52863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16" name="Line 54">
            <a:extLst>
              <a:ext uri="{FF2B5EF4-FFF2-40B4-BE49-F238E27FC236}">
                <a16:creationId xmlns:a16="http://schemas.microsoft.com/office/drawing/2014/main" id="{C2B9CAC4-AC8A-48FB-8EDC-948179381174}"/>
              </a:ext>
            </a:extLst>
          </p:cNvPr>
          <p:cNvSpPr>
            <a:spLocks noChangeShapeType="1"/>
          </p:cNvSpPr>
          <p:nvPr/>
        </p:nvSpPr>
        <p:spPr bwMode="auto">
          <a:xfrm flipV="1">
            <a:off x="7234238" y="1638300"/>
            <a:ext cx="0" cy="571500"/>
          </a:xfrm>
          <a:prstGeom prst="line">
            <a:avLst/>
          </a:prstGeom>
          <a:noFill/>
          <a:ln w="317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17" name="Line 55">
            <a:extLst>
              <a:ext uri="{FF2B5EF4-FFF2-40B4-BE49-F238E27FC236}">
                <a16:creationId xmlns:a16="http://schemas.microsoft.com/office/drawing/2014/main" id="{0AF73D33-3F18-4BE8-B7C3-18DA83C1F031}"/>
              </a:ext>
            </a:extLst>
          </p:cNvPr>
          <p:cNvSpPr>
            <a:spLocks noChangeShapeType="1"/>
          </p:cNvSpPr>
          <p:nvPr/>
        </p:nvSpPr>
        <p:spPr bwMode="auto">
          <a:xfrm>
            <a:off x="7243763" y="5224462"/>
            <a:ext cx="700087"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18" name="Text Box 56">
            <a:extLst>
              <a:ext uri="{FF2B5EF4-FFF2-40B4-BE49-F238E27FC236}">
                <a16:creationId xmlns:a16="http://schemas.microsoft.com/office/drawing/2014/main" id="{98991AF0-AF44-4F1C-B57F-BB55457C39EC}"/>
              </a:ext>
            </a:extLst>
          </p:cNvPr>
          <p:cNvSpPr txBox="1">
            <a:spLocks noChangeArrowheads="1"/>
          </p:cNvSpPr>
          <p:nvPr/>
        </p:nvSpPr>
        <p:spPr bwMode="auto">
          <a:xfrm>
            <a:off x="982305" y="2205037"/>
            <a:ext cx="6976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WB</a:t>
            </a:r>
          </a:p>
        </p:txBody>
      </p:sp>
      <p:sp>
        <p:nvSpPr>
          <p:cNvPr id="91219" name="Text Box 57">
            <a:extLst>
              <a:ext uri="{FF2B5EF4-FFF2-40B4-BE49-F238E27FC236}">
                <a16:creationId xmlns:a16="http://schemas.microsoft.com/office/drawing/2014/main" id="{DB3E8CB0-CC5D-4904-A665-CB43186C1FFC}"/>
              </a:ext>
            </a:extLst>
          </p:cNvPr>
          <p:cNvSpPr txBox="1">
            <a:spLocks noChangeArrowheads="1"/>
          </p:cNvSpPr>
          <p:nvPr/>
        </p:nvSpPr>
        <p:spPr bwMode="auto">
          <a:xfrm>
            <a:off x="1088285" y="3005137"/>
            <a:ext cx="6126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EX</a:t>
            </a:r>
          </a:p>
        </p:txBody>
      </p:sp>
      <p:sp>
        <p:nvSpPr>
          <p:cNvPr id="91220" name="Text Box 58">
            <a:extLst>
              <a:ext uri="{FF2B5EF4-FFF2-40B4-BE49-F238E27FC236}">
                <a16:creationId xmlns:a16="http://schemas.microsoft.com/office/drawing/2014/main" id="{95EEFF73-4903-4BAC-84BC-C7377CCA8E9D}"/>
              </a:ext>
            </a:extLst>
          </p:cNvPr>
          <p:cNvSpPr txBox="1">
            <a:spLocks noChangeArrowheads="1"/>
          </p:cNvSpPr>
          <p:nvPr/>
        </p:nvSpPr>
        <p:spPr bwMode="auto">
          <a:xfrm>
            <a:off x="1139496" y="3805237"/>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ID</a:t>
            </a:r>
          </a:p>
        </p:txBody>
      </p:sp>
      <p:sp>
        <p:nvSpPr>
          <p:cNvPr id="91221" name="Text Box 59">
            <a:extLst>
              <a:ext uri="{FF2B5EF4-FFF2-40B4-BE49-F238E27FC236}">
                <a16:creationId xmlns:a16="http://schemas.microsoft.com/office/drawing/2014/main" id="{54223638-9541-4792-B12E-519F98AAFF65}"/>
              </a:ext>
            </a:extLst>
          </p:cNvPr>
          <p:cNvSpPr txBox="1">
            <a:spLocks noChangeArrowheads="1"/>
          </p:cNvSpPr>
          <p:nvPr/>
        </p:nvSpPr>
        <p:spPr bwMode="auto">
          <a:xfrm>
            <a:off x="1174750" y="4605337"/>
            <a:ext cx="509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IF</a:t>
            </a:r>
          </a:p>
        </p:txBody>
      </p:sp>
      <p:sp>
        <p:nvSpPr>
          <p:cNvPr id="91222" name="Text Box 61">
            <a:extLst>
              <a:ext uri="{FF2B5EF4-FFF2-40B4-BE49-F238E27FC236}">
                <a16:creationId xmlns:a16="http://schemas.microsoft.com/office/drawing/2014/main" id="{6F6571C1-ADA3-461B-B7B5-0DA246D7E47C}"/>
              </a:ext>
            </a:extLst>
          </p:cNvPr>
          <p:cNvSpPr txBox="1">
            <a:spLocks noChangeArrowheads="1"/>
          </p:cNvSpPr>
          <p:nvPr/>
        </p:nvSpPr>
        <p:spPr bwMode="auto">
          <a:xfrm>
            <a:off x="5820798" y="1716087"/>
            <a:ext cx="412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I6</a:t>
            </a:r>
          </a:p>
        </p:txBody>
      </p:sp>
      <p:sp>
        <p:nvSpPr>
          <p:cNvPr id="91223" name="Text Box 62">
            <a:extLst>
              <a:ext uri="{FF2B5EF4-FFF2-40B4-BE49-F238E27FC236}">
                <a16:creationId xmlns:a16="http://schemas.microsoft.com/office/drawing/2014/main" id="{C14526C4-DCD6-41ED-9589-B7BA4F71AF8D}"/>
              </a:ext>
            </a:extLst>
          </p:cNvPr>
          <p:cNvSpPr txBox="1">
            <a:spLocks noChangeArrowheads="1"/>
          </p:cNvSpPr>
          <p:nvPr/>
        </p:nvSpPr>
        <p:spPr bwMode="auto">
          <a:xfrm>
            <a:off x="5476310" y="1716087"/>
            <a:ext cx="412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I5</a:t>
            </a:r>
          </a:p>
        </p:txBody>
      </p:sp>
      <p:sp>
        <p:nvSpPr>
          <p:cNvPr id="91224" name="Text Box 63">
            <a:extLst>
              <a:ext uri="{FF2B5EF4-FFF2-40B4-BE49-F238E27FC236}">
                <a16:creationId xmlns:a16="http://schemas.microsoft.com/office/drawing/2014/main" id="{F8ADAAF4-14A3-4AF1-BC2C-DF728C23A6A7}"/>
              </a:ext>
            </a:extLst>
          </p:cNvPr>
          <p:cNvSpPr txBox="1">
            <a:spLocks noChangeArrowheads="1"/>
          </p:cNvSpPr>
          <p:nvPr/>
        </p:nvSpPr>
        <p:spPr bwMode="auto">
          <a:xfrm>
            <a:off x="7241108" y="5181600"/>
            <a:ext cx="10086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ea typeface="楷体" panose="02010609060101010101" pitchFamily="49" charset="-122"/>
                <a:cs typeface="Times New Roman" panose="02020603050405020304" pitchFamily="18" charset="0"/>
              </a:rPr>
              <a:t>时间</a:t>
            </a:r>
            <a:r>
              <a:rPr kumimoji="0" lang="en-US" altLang="zh-CN" sz="2400">
                <a:ea typeface="楷体" panose="02010609060101010101" pitchFamily="49" charset="-122"/>
                <a:cs typeface="Times New Roman" panose="02020603050405020304" pitchFamily="18" charset="0"/>
              </a:rPr>
              <a:t>T</a:t>
            </a:r>
          </a:p>
        </p:txBody>
      </p:sp>
      <p:sp>
        <p:nvSpPr>
          <p:cNvPr id="91225" name="Text Box 64">
            <a:extLst>
              <a:ext uri="{FF2B5EF4-FFF2-40B4-BE49-F238E27FC236}">
                <a16:creationId xmlns:a16="http://schemas.microsoft.com/office/drawing/2014/main" id="{6B570451-1730-4964-AE55-26B500E42249}"/>
              </a:ext>
            </a:extLst>
          </p:cNvPr>
          <p:cNvSpPr txBox="1">
            <a:spLocks noChangeArrowheads="1"/>
          </p:cNvSpPr>
          <p:nvPr/>
        </p:nvSpPr>
        <p:spPr bwMode="auto">
          <a:xfrm>
            <a:off x="2201646" y="5148262"/>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1</a:t>
            </a:r>
          </a:p>
        </p:txBody>
      </p:sp>
      <p:sp>
        <p:nvSpPr>
          <p:cNvPr id="91226" name="Text Box 65">
            <a:extLst>
              <a:ext uri="{FF2B5EF4-FFF2-40B4-BE49-F238E27FC236}">
                <a16:creationId xmlns:a16="http://schemas.microsoft.com/office/drawing/2014/main" id="{EDB4D47C-0D9E-4946-823A-5651CEACFE99}"/>
              </a:ext>
            </a:extLst>
          </p:cNvPr>
          <p:cNvSpPr txBox="1">
            <a:spLocks noChangeArrowheads="1"/>
          </p:cNvSpPr>
          <p:nvPr/>
        </p:nvSpPr>
        <p:spPr bwMode="auto">
          <a:xfrm>
            <a:off x="2895383" y="5148262"/>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2</a:t>
            </a:r>
          </a:p>
        </p:txBody>
      </p:sp>
      <p:sp>
        <p:nvSpPr>
          <p:cNvPr id="91227" name="Text Box 66">
            <a:extLst>
              <a:ext uri="{FF2B5EF4-FFF2-40B4-BE49-F238E27FC236}">
                <a16:creationId xmlns:a16="http://schemas.microsoft.com/office/drawing/2014/main" id="{239203D7-14DD-40AC-BDDF-19A2D1AF89AD}"/>
              </a:ext>
            </a:extLst>
          </p:cNvPr>
          <p:cNvSpPr txBox="1">
            <a:spLocks noChangeArrowheads="1"/>
          </p:cNvSpPr>
          <p:nvPr/>
        </p:nvSpPr>
        <p:spPr bwMode="auto">
          <a:xfrm>
            <a:off x="3589121" y="5148262"/>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3</a:t>
            </a:r>
          </a:p>
        </p:txBody>
      </p:sp>
      <p:sp>
        <p:nvSpPr>
          <p:cNvPr id="91228" name="Text Box 67">
            <a:extLst>
              <a:ext uri="{FF2B5EF4-FFF2-40B4-BE49-F238E27FC236}">
                <a16:creationId xmlns:a16="http://schemas.microsoft.com/office/drawing/2014/main" id="{11CA80FD-164D-46B1-92B9-4BFE9BD5DEA1}"/>
              </a:ext>
            </a:extLst>
          </p:cNvPr>
          <p:cNvSpPr txBox="1">
            <a:spLocks noChangeArrowheads="1"/>
          </p:cNvSpPr>
          <p:nvPr/>
        </p:nvSpPr>
        <p:spPr bwMode="auto">
          <a:xfrm>
            <a:off x="4282858" y="5148262"/>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4</a:t>
            </a:r>
          </a:p>
        </p:txBody>
      </p:sp>
      <p:sp>
        <p:nvSpPr>
          <p:cNvPr id="91229" name="Text Box 68">
            <a:extLst>
              <a:ext uri="{FF2B5EF4-FFF2-40B4-BE49-F238E27FC236}">
                <a16:creationId xmlns:a16="http://schemas.microsoft.com/office/drawing/2014/main" id="{4D2FB30C-BE27-4E6A-9ED9-F7030512E941}"/>
              </a:ext>
            </a:extLst>
          </p:cNvPr>
          <p:cNvSpPr txBox="1">
            <a:spLocks noChangeArrowheads="1"/>
          </p:cNvSpPr>
          <p:nvPr/>
        </p:nvSpPr>
        <p:spPr bwMode="auto">
          <a:xfrm>
            <a:off x="4976596" y="5148262"/>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5</a:t>
            </a:r>
          </a:p>
        </p:txBody>
      </p:sp>
      <p:sp>
        <p:nvSpPr>
          <p:cNvPr id="91230" name="Text Box 69">
            <a:extLst>
              <a:ext uri="{FF2B5EF4-FFF2-40B4-BE49-F238E27FC236}">
                <a16:creationId xmlns:a16="http://schemas.microsoft.com/office/drawing/2014/main" id="{0B0E6151-BA70-4AE9-9F26-91389E939276}"/>
              </a:ext>
            </a:extLst>
          </p:cNvPr>
          <p:cNvSpPr txBox="1">
            <a:spLocks noChangeArrowheads="1"/>
          </p:cNvSpPr>
          <p:nvPr/>
        </p:nvSpPr>
        <p:spPr bwMode="auto">
          <a:xfrm>
            <a:off x="5670333" y="5148262"/>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6</a:t>
            </a:r>
          </a:p>
        </p:txBody>
      </p:sp>
      <p:sp>
        <p:nvSpPr>
          <p:cNvPr id="91231" name="Text Box 70">
            <a:extLst>
              <a:ext uri="{FF2B5EF4-FFF2-40B4-BE49-F238E27FC236}">
                <a16:creationId xmlns:a16="http://schemas.microsoft.com/office/drawing/2014/main" id="{67963D62-245F-4AE9-8DD6-223D0B4DE585}"/>
              </a:ext>
            </a:extLst>
          </p:cNvPr>
          <p:cNvSpPr txBox="1">
            <a:spLocks noChangeArrowheads="1"/>
          </p:cNvSpPr>
          <p:nvPr/>
        </p:nvSpPr>
        <p:spPr bwMode="auto">
          <a:xfrm>
            <a:off x="6364071" y="5148262"/>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7</a:t>
            </a:r>
          </a:p>
        </p:txBody>
      </p:sp>
      <p:sp>
        <p:nvSpPr>
          <p:cNvPr id="91232" name="Text Box 71">
            <a:extLst>
              <a:ext uri="{FF2B5EF4-FFF2-40B4-BE49-F238E27FC236}">
                <a16:creationId xmlns:a16="http://schemas.microsoft.com/office/drawing/2014/main" id="{425FBD1E-FDE2-43CF-937F-34CA1DDF3F27}"/>
              </a:ext>
            </a:extLst>
          </p:cNvPr>
          <p:cNvSpPr txBox="1">
            <a:spLocks noChangeArrowheads="1"/>
          </p:cNvSpPr>
          <p:nvPr/>
        </p:nvSpPr>
        <p:spPr bwMode="auto">
          <a:xfrm>
            <a:off x="7059396" y="5148262"/>
            <a:ext cx="340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楷体" panose="02010609060101010101" pitchFamily="49" charset="-122"/>
                <a:cs typeface="Times New Roman" panose="02020603050405020304" pitchFamily="18" charset="0"/>
              </a:rPr>
              <a:t>8</a:t>
            </a:r>
          </a:p>
        </p:txBody>
      </p:sp>
      <p:sp>
        <p:nvSpPr>
          <p:cNvPr id="91233" name="Line 72">
            <a:extLst>
              <a:ext uri="{FF2B5EF4-FFF2-40B4-BE49-F238E27FC236}">
                <a16:creationId xmlns:a16="http://schemas.microsoft.com/office/drawing/2014/main" id="{D41F5619-5CC8-426C-8C5D-1F8D74A58EEE}"/>
              </a:ext>
            </a:extLst>
          </p:cNvPr>
          <p:cNvSpPr>
            <a:spLocks noChangeShapeType="1"/>
          </p:cNvSpPr>
          <p:nvPr/>
        </p:nvSpPr>
        <p:spPr bwMode="auto">
          <a:xfrm flipV="1">
            <a:off x="5154613" y="1638300"/>
            <a:ext cx="0" cy="52863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34" name="Text Box 73">
            <a:extLst>
              <a:ext uri="{FF2B5EF4-FFF2-40B4-BE49-F238E27FC236}">
                <a16:creationId xmlns:a16="http://schemas.microsoft.com/office/drawing/2014/main" id="{1D3EE0C6-F246-4488-8147-B2951656A97C}"/>
              </a:ext>
            </a:extLst>
          </p:cNvPr>
          <p:cNvSpPr txBox="1">
            <a:spLocks noChangeArrowheads="1"/>
          </p:cNvSpPr>
          <p:nvPr/>
        </p:nvSpPr>
        <p:spPr bwMode="auto">
          <a:xfrm>
            <a:off x="4442848" y="1716087"/>
            <a:ext cx="412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I2</a:t>
            </a:r>
          </a:p>
        </p:txBody>
      </p:sp>
      <p:sp>
        <p:nvSpPr>
          <p:cNvPr id="91235" name="Line 74">
            <a:extLst>
              <a:ext uri="{FF2B5EF4-FFF2-40B4-BE49-F238E27FC236}">
                <a16:creationId xmlns:a16="http://schemas.microsoft.com/office/drawing/2014/main" id="{A9BA606A-022F-42C8-A5A3-81827E8E3AFB}"/>
              </a:ext>
            </a:extLst>
          </p:cNvPr>
          <p:cNvSpPr>
            <a:spLocks noChangeShapeType="1"/>
          </p:cNvSpPr>
          <p:nvPr/>
        </p:nvSpPr>
        <p:spPr bwMode="auto">
          <a:xfrm flipV="1">
            <a:off x="5846763" y="1638300"/>
            <a:ext cx="0" cy="52863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36" name="Text Box 75">
            <a:extLst>
              <a:ext uri="{FF2B5EF4-FFF2-40B4-BE49-F238E27FC236}">
                <a16:creationId xmlns:a16="http://schemas.microsoft.com/office/drawing/2014/main" id="{CE151608-3B3F-4B26-B604-5873F46C4100}"/>
              </a:ext>
            </a:extLst>
          </p:cNvPr>
          <p:cNvSpPr txBox="1">
            <a:spLocks noChangeArrowheads="1"/>
          </p:cNvSpPr>
          <p:nvPr/>
        </p:nvSpPr>
        <p:spPr bwMode="auto">
          <a:xfrm>
            <a:off x="4787335" y="1716087"/>
            <a:ext cx="412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I3</a:t>
            </a:r>
          </a:p>
        </p:txBody>
      </p:sp>
      <p:sp>
        <p:nvSpPr>
          <p:cNvPr id="91237" name="Line 76">
            <a:extLst>
              <a:ext uri="{FF2B5EF4-FFF2-40B4-BE49-F238E27FC236}">
                <a16:creationId xmlns:a16="http://schemas.microsoft.com/office/drawing/2014/main" id="{C2C025FD-E6C0-40C5-8D41-D3413CFB9A4E}"/>
              </a:ext>
            </a:extLst>
          </p:cNvPr>
          <p:cNvSpPr>
            <a:spLocks noChangeShapeType="1"/>
          </p:cNvSpPr>
          <p:nvPr/>
        </p:nvSpPr>
        <p:spPr bwMode="auto">
          <a:xfrm flipV="1">
            <a:off x="6540500" y="1638300"/>
            <a:ext cx="0" cy="52863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38" name="Text Box 77">
            <a:extLst>
              <a:ext uri="{FF2B5EF4-FFF2-40B4-BE49-F238E27FC236}">
                <a16:creationId xmlns:a16="http://schemas.microsoft.com/office/drawing/2014/main" id="{4B814E1B-1958-4664-A67F-FFAF3258B1DF}"/>
              </a:ext>
            </a:extLst>
          </p:cNvPr>
          <p:cNvSpPr txBox="1">
            <a:spLocks noChangeArrowheads="1"/>
          </p:cNvSpPr>
          <p:nvPr/>
        </p:nvSpPr>
        <p:spPr bwMode="auto">
          <a:xfrm>
            <a:off x="5131823" y="1716087"/>
            <a:ext cx="412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I4</a:t>
            </a:r>
          </a:p>
        </p:txBody>
      </p:sp>
      <p:sp>
        <p:nvSpPr>
          <p:cNvPr id="91239" name="Line 172">
            <a:extLst>
              <a:ext uri="{FF2B5EF4-FFF2-40B4-BE49-F238E27FC236}">
                <a16:creationId xmlns:a16="http://schemas.microsoft.com/office/drawing/2014/main" id="{7953AAB2-B16F-43E9-94D8-EDB6CB373D26}"/>
              </a:ext>
            </a:extLst>
          </p:cNvPr>
          <p:cNvSpPr>
            <a:spLocks noChangeShapeType="1"/>
          </p:cNvSpPr>
          <p:nvPr/>
        </p:nvSpPr>
        <p:spPr bwMode="auto">
          <a:xfrm flipV="1">
            <a:off x="4114800" y="1638300"/>
            <a:ext cx="0" cy="41433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40" name="Text Box 173">
            <a:extLst>
              <a:ext uri="{FF2B5EF4-FFF2-40B4-BE49-F238E27FC236}">
                <a16:creationId xmlns:a16="http://schemas.microsoft.com/office/drawing/2014/main" id="{7BB9FFD7-AA8B-4AE1-B447-ABD2FCD01AB3}"/>
              </a:ext>
            </a:extLst>
          </p:cNvPr>
          <p:cNvSpPr txBox="1">
            <a:spLocks noChangeArrowheads="1"/>
          </p:cNvSpPr>
          <p:nvPr/>
        </p:nvSpPr>
        <p:spPr bwMode="auto">
          <a:xfrm>
            <a:off x="4096773" y="1716087"/>
            <a:ext cx="412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I1</a:t>
            </a:r>
          </a:p>
        </p:txBody>
      </p:sp>
      <p:sp>
        <p:nvSpPr>
          <p:cNvPr id="91241" name="Line 174">
            <a:extLst>
              <a:ext uri="{FF2B5EF4-FFF2-40B4-BE49-F238E27FC236}">
                <a16:creationId xmlns:a16="http://schemas.microsoft.com/office/drawing/2014/main" id="{6F2ADDBF-0F24-4EFF-868E-EF0C5C54296C}"/>
              </a:ext>
            </a:extLst>
          </p:cNvPr>
          <p:cNvSpPr>
            <a:spLocks noChangeShapeType="1"/>
          </p:cNvSpPr>
          <p:nvPr/>
        </p:nvSpPr>
        <p:spPr bwMode="auto">
          <a:xfrm flipV="1">
            <a:off x="4806950" y="1638300"/>
            <a:ext cx="0" cy="41433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42" name="Line 175">
            <a:extLst>
              <a:ext uri="{FF2B5EF4-FFF2-40B4-BE49-F238E27FC236}">
                <a16:creationId xmlns:a16="http://schemas.microsoft.com/office/drawing/2014/main" id="{82A68D79-80CB-4C5A-AC6F-06CCA4F95407}"/>
              </a:ext>
            </a:extLst>
          </p:cNvPr>
          <p:cNvSpPr>
            <a:spLocks noChangeShapeType="1"/>
          </p:cNvSpPr>
          <p:nvPr/>
        </p:nvSpPr>
        <p:spPr bwMode="auto">
          <a:xfrm flipV="1">
            <a:off x="5500688" y="1638300"/>
            <a:ext cx="0" cy="41433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43" name="Line 176">
            <a:extLst>
              <a:ext uri="{FF2B5EF4-FFF2-40B4-BE49-F238E27FC236}">
                <a16:creationId xmlns:a16="http://schemas.microsoft.com/office/drawing/2014/main" id="{5120125D-0D46-44FD-996C-208715C7DA20}"/>
              </a:ext>
            </a:extLst>
          </p:cNvPr>
          <p:cNvSpPr>
            <a:spLocks noChangeShapeType="1"/>
          </p:cNvSpPr>
          <p:nvPr/>
        </p:nvSpPr>
        <p:spPr bwMode="auto">
          <a:xfrm flipV="1">
            <a:off x="6194425" y="1638300"/>
            <a:ext cx="0" cy="41433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44" name="Line 177">
            <a:extLst>
              <a:ext uri="{FF2B5EF4-FFF2-40B4-BE49-F238E27FC236}">
                <a16:creationId xmlns:a16="http://schemas.microsoft.com/office/drawing/2014/main" id="{7DCF9F3B-96EB-4066-B6FB-C795789EFF2C}"/>
              </a:ext>
            </a:extLst>
          </p:cNvPr>
          <p:cNvSpPr>
            <a:spLocks noChangeShapeType="1"/>
          </p:cNvSpPr>
          <p:nvPr/>
        </p:nvSpPr>
        <p:spPr bwMode="auto">
          <a:xfrm flipV="1">
            <a:off x="6886575" y="1638300"/>
            <a:ext cx="0" cy="41433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1245" name="Text Box 178">
            <a:extLst>
              <a:ext uri="{FF2B5EF4-FFF2-40B4-BE49-F238E27FC236}">
                <a16:creationId xmlns:a16="http://schemas.microsoft.com/office/drawing/2014/main" id="{A3B4D224-2B33-4461-BDA4-804B903B7059}"/>
              </a:ext>
            </a:extLst>
          </p:cNvPr>
          <p:cNvSpPr txBox="1">
            <a:spLocks noChangeArrowheads="1"/>
          </p:cNvSpPr>
          <p:nvPr/>
        </p:nvSpPr>
        <p:spPr bwMode="auto">
          <a:xfrm>
            <a:off x="6165285" y="1716087"/>
            <a:ext cx="412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I7</a:t>
            </a:r>
          </a:p>
        </p:txBody>
      </p:sp>
      <p:sp>
        <p:nvSpPr>
          <p:cNvPr id="91246" name="Text Box 179">
            <a:extLst>
              <a:ext uri="{FF2B5EF4-FFF2-40B4-BE49-F238E27FC236}">
                <a16:creationId xmlns:a16="http://schemas.microsoft.com/office/drawing/2014/main" id="{6DAEB6F5-635A-47A6-A113-C777AA1DCB5A}"/>
              </a:ext>
            </a:extLst>
          </p:cNvPr>
          <p:cNvSpPr txBox="1">
            <a:spLocks noChangeArrowheads="1"/>
          </p:cNvSpPr>
          <p:nvPr/>
        </p:nvSpPr>
        <p:spPr bwMode="auto">
          <a:xfrm>
            <a:off x="6509773" y="1716087"/>
            <a:ext cx="412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I8</a:t>
            </a:r>
          </a:p>
        </p:txBody>
      </p:sp>
      <p:sp>
        <p:nvSpPr>
          <p:cNvPr id="91247" name="Text Box 180">
            <a:extLst>
              <a:ext uri="{FF2B5EF4-FFF2-40B4-BE49-F238E27FC236}">
                <a16:creationId xmlns:a16="http://schemas.microsoft.com/office/drawing/2014/main" id="{F1785D05-3A6F-4414-B78D-BFE8F21C8A79}"/>
              </a:ext>
            </a:extLst>
          </p:cNvPr>
          <p:cNvSpPr txBox="1">
            <a:spLocks noChangeArrowheads="1"/>
          </p:cNvSpPr>
          <p:nvPr/>
        </p:nvSpPr>
        <p:spPr bwMode="auto">
          <a:xfrm>
            <a:off x="6854260" y="1716087"/>
            <a:ext cx="412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I9</a:t>
            </a:r>
          </a:p>
        </p:txBody>
      </p:sp>
      <p:sp>
        <p:nvSpPr>
          <p:cNvPr id="91248" name="Text Box 181">
            <a:extLst>
              <a:ext uri="{FF2B5EF4-FFF2-40B4-BE49-F238E27FC236}">
                <a16:creationId xmlns:a16="http://schemas.microsoft.com/office/drawing/2014/main" id="{F70B2916-58B7-4EA0-9031-24210CDA3BDD}"/>
              </a:ext>
            </a:extLst>
          </p:cNvPr>
          <p:cNvSpPr txBox="1">
            <a:spLocks noChangeArrowheads="1"/>
          </p:cNvSpPr>
          <p:nvPr/>
        </p:nvSpPr>
        <p:spPr bwMode="auto">
          <a:xfrm>
            <a:off x="7218765" y="1716087"/>
            <a:ext cx="5405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ea typeface="楷体" panose="02010609060101010101" pitchFamily="49" charset="-122"/>
                <a:cs typeface="Times New Roman" panose="02020603050405020304" pitchFamily="18" charset="0"/>
              </a:rPr>
              <a:t>I10</a:t>
            </a:r>
          </a:p>
        </p:txBody>
      </p:sp>
      <p:sp>
        <p:nvSpPr>
          <p:cNvPr id="3" name="内容占位符 2">
            <a:extLst>
              <a:ext uri="{FF2B5EF4-FFF2-40B4-BE49-F238E27FC236}">
                <a16:creationId xmlns:a16="http://schemas.microsoft.com/office/drawing/2014/main" id="{5818D650-F96A-46B6-BA8C-9C7C86EA7363}"/>
              </a:ext>
            </a:extLst>
          </p:cNvPr>
          <p:cNvSpPr>
            <a:spLocks noGrp="1"/>
          </p:cNvSpPr>
          <p:nvPr>
            <p:ph idx="1"/>
          </p:nvPr>
        </p:nvSpPr>
        <p:spPr/>
        <p:txBody>
          <a:bodyPr/>
          <a:lstStyle/>
          <a:p>
            <a:endParaRPr lang="zh-CN" altLang="en-US"/>
          </a:p>
        </p:txBody>
      </p:sp>
    </p:spTree>
  </p:cSld>
  <p:clrMapOvr>
    <a:masterClrMapping/>
  </p:clrMapOvr>
  <p:transition spd="med">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EC38C84-7D01-3E48-8FE1-16F548B4A961}"/>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流水线分类</a:t>
            </a:r>
            <a:endParaRPr lang="en-US" altLang="zh-CN">
              <a:cs typeface="Times New Roman" panose="02020603050405020304" pitchFamily="18" charset="0"/>
            </a:endParaRPr>
          </a:p>
        </p:txBody>
      </p:sp>
      <p:sp>
        <p:nvSpPr>
          <p:cNvPr id="92162" name="Rectangle 3">
            <a:extLst>
              <a:ext uri="{FF2B5EF4-FFF2-40B4-BE49-F238E27FC236}">
                <a16:creationId xmlns:a16="http://schemas.microsoft.com/office/drawing/2014/main" id="{F09AB829-DD1E-4911-A36F-425478714151}"/>
              </a:ext>
            </a:extLst>
          </p:cNvPr>
          <p:cNvSpPr>
            <a:spLocks noGrp="1" noChangeArrowheads="1"/>
          </p:cNvSpPr>
          <p:nvPr>
            <p:ph idx="1"/>
          </p:nvPr>
        </p:nvSpPr>
        <p:spPr/>
        <p:txBody>
          <a:bodyPr/>
          <a:lstStyle/>
          <a:p>
            <a:pPr eaLnBrk="1" hangingPunct="1"/>
            <a:r>
              <a:rPr lang="zh-CN" altLang="en-US">
                <a:cs typeface="Times New Roman" panose="02020603050405020304" pitchFamily="18" charset="0"/>
              </a:rPr>
              <a:t>指令流水线</a:t>
            </a:r>
          </a:p>
          <a:p>
            <a:pPr lvl="1" eaLnBrk="1" hangingPunct="1"/>
            <a:r>
              <a:rPr lang="zh-CN" altLang="en-US">
                <a:cs typeface="Times New Roman" panose="02020603050405020304" pitchFamily="18" charset="0"/>
              </a:rPr>
              <a:t>指令步骤的并行</a:t>
            </a:r>
          </a:p>
          <a:p>
            <a:pPr eaLnBrk="1" hangingPunct="1"/>
            <a:r>
              <a:rPr lang="zh-CN" altLang="en-US">
                <a:cs typeface="Times New Roman" panose="02020603050405020304" pitchFamily="18" charset="0"/>
              </a:rPr>
              <a:t>算术流水线</a:t>
            </a:r>
          </a:p>
          <a:p>
            <a:pPr lvl="1" eaLnBrk="1" hangingPunct="1"/>
            <a:r>
              <a:rPr lang="zh-CN" altLang="en-US">
                <a:cs typeface="Times New Roman" panose="02020603050405020304" pitchFamily="18" charset="0"/>
              </a:rPr>
              <a:t>运算操作步骤的并行</a:t>
            </a:r>
          </a:p>
          <a:p>
            <a:pPr lvl="1" eaLnBrk="1" hangingPunct="1"/>
            <a:r>
              <a:rPr lang="zh-CN" altLang="en-US">
                <a:cs typeface="Times New Roman" panose="02020603050405020304" pitchFamily="18" charset="0"/>
              </a:rPr>
              <a:t>如流水加法器、流水乘法器、流水除法器等</a:t>
            </a:r>
          </a:p>
          <a:p>
            <a:pPr eaLnBrk="1" hangingPunct="1"/>
            <a:r>
              <a:rPr lang="zh-CN" altLang="en-US">
                <a:cs typeface="Times New Roman" panose="02020603050405020304" pitchFamily="18" charset="0"/>
              </a:rPr>
              <a:t>处理机流水线</a:t>
            </a:r>
          </a:p>
          <a:p>
            <a:pPr lvl="1" eaLnBrk="1" hangingPunct="1"/>
            <a:r>
              <a:rPr lang="zh-CN" altLang="en-US">
                <a:cs typeface="Times New Roman" panose="02020603050405020304" pitchFamily="18" charset="0"/>
              </a:rPr>
              <a:t>程序步骤的并行，也称为宏流水线</a:t>
            </a:r>
          </a:p>
          <a:p>
            <a:pPr lvl="1" eaLnBrk="1" hangingPunct="1"/>
            <a:r>
              <a:rPr lang="zh-CN" altLang="en-US">
                <a:cs typeface="Times New Roman" panose="02020603050405020304" pitchFamily="18" charset="0"/>
              </a:rPr>
              <a:t>多台级联的处理机构成流水线的各过程段，每台处理机负责某一特定的任务</a:t>
            </a:r>
          </a:p>
          <a:p>
            <a:pPr lvl="1" eaLnBrk="1" hangingPunct="1"/>
            <a:r>
              <a:rPr lang="zh-CN" altLang="en-US">
                <a:cs typeface="Times New Roman" panose="02020603050405020304" pitchFamily="18" charset="0"/>
              </a:rPr>
              <a:t>处理机流水线应用在多机系统中</a:t>
            </a:r>
          </a:p>
        </p:txBody>
      </p:sp>
    </p:spTree>
  </p:cSld>
  <p:clrMapOvr>
    <a:masterClrMapping/>
  </p:clrMapOvr>
  <p:transition spd="med">
    <p:pull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3">
            <a:extLst>
              <a:ext uri="{FF2B5EF4-FFF2-40B4-BE49-F238E27FC236}">
                <a16:creationId xmlns:a16="http://schemas.microsoft.com/office/drawing/2014/main" id="{F9ECDB36-31AD-4C9D-A8AE-3A8BB2D98CB1}"/>
              </a:ext>
            </a:extLst>
          </p:cNvPr>
          <p:cNvSpPr>
            <a:spLocks noGrp="1" noChangeArrowheads="1"/>
          </p:cNvSpPr>
          <p:nvPr>
            <p:ph idx="1"/>
          </p:nvPr>
        </p:nvSpPr>
        <p:spPr>
          <a:xfrm>
            <a:off x="179388" y="1066800"/>
            <a:ext cx="8736012" cy="5376863"/>
          </a:xfrm>
        </p:spPr>
        <p:txBody>
          <a:bodyPr/>
          <a:lstStyle/>
          <a:p>
            <a:pPr eaLnBrk="1" hangingPunct="1"/>
            <a:r>
              <a:rPr lang="zh-CN" altLang="en-US" sz="2800" dirty="0"/>
              <a:t>流水线的加速比（</a:t>
            </a:r>
            <a:r>
              <a:rPr lang="en-US" altLang="zh-CN" sz="2800" dirty="0"/>
              <a:t>speedup ratio</a:t>
            </a:r>
            <a:r>
              <a:rPr lang="zh-CN" altLang="en-US" sz="2800" dirty="0"/>
              <a:t>）：衡量在不使用流水线和使用流水线两种情况下完成同样任务所用的时间比：</a:t>
            </a:r>
          </a:p>
          <a:p>
            <a:pPr eaLnBrk="1" hangingPunct="1">
              <a:buFont typeface="Wingdings 2" panose="05020102010507070707" pitchFamily="18" charset="2"/>
              <a:buNone/>
            </a:pPr>
            <a:r>
              <a:rPr lang="en-US" altLang="zh-CN" sz="2800" dirty="0"/>
              <a:t>                S=T</a:t>
            </a:r>
            <a:r>
              <a:rPr lang="en-US" altLang="zh-CN" sz="2800" baseline="-25000" dirty="0"/>
              <a:t>0</a:t>
            </a:r>
            <a:r>
              <a:rPr lang="en-US" altLang="zh-CN" sz="2800" dirty="0"/>
              <a:t>/T</a:t>
            </a:r>
            <a:r>
              <a:rPr lang="en-US" altLang="zh-CN" sz="2800" baseline="-25000" dirty="0"/>
              <a:t>k</a:t>
            </a:r>
          </a:p>
          <a:p>
            <a:pPr eaLnBrk="1" hangingPunct="1">
              <a:buFont typeface="Wingdings 2" panose="05020102010507070707" pitchFamily="18" charset="2"/>
              <a:buNone/>
            </a:pPr>
            <a:r>
              <a:rPr lang="en-US" altLang="zh-CN" sz="2800" baseline="-25000" dirty="0"/>
              <a:t>     </a:t>
            </a:r>
            <a:r>
              <a:rPr lang="zh-CN" altLang="en-US" sz="2800" dirty="0"/>
              <a:t>假设</a:t>
            </a:r>
            <a:r>
              <a:rPr lang="en-US" altLang="zh-CN" sz="2800" dirty="0"/>
              <a:t>k</a:t>
            </a:r>
            <a:r>
              <a:rPr lang="zh-CN" altLang="en-US" sz="2800" dirty="0"/>
              <a:t>级流水线的时钟周期为</a:t>
            </a:r>
            <a:r>
              <a:rPr lang="en-US" altLang="zh-CN" sz="2800" dirty="0">
                <a:latin typeface="宋体" panose="02010600030101010101" pitchFamily="2" charset="-122"/>
                <a:cs typeface="Times New Roman" panose="02020603050405020304" pitchFamily="18" charset="0"/>
              </a:rPr>
              <a:t>τ</a:t>
            </a:r>
            <a:r>
              <a:rPr lang="zh-CN" altLang="en-US" sz="2800" dirty="0"/>
              <a:t>，则  </a:t>
            </a:r>
          </a:p>
          <a:p>
            <a:pPr eaLnBrk="1" hangingPunct="1">
              <a:buFont typeface="Wingdings 2" panose="05020102010507070707" pitchFamily="18" charset="2"/>
              <a:buNone/>
            </a:pPr>
            <a:r>
              <a:rPr lang="zh-CN" altLang="en-US" sz="2800" dirty="0"/>
              <a:t>    不使用流水线顺序执行</a:t>
            </a:r>
            <a:r>
              <a:rPr lang="en-US" altLang="zh-CN" sz="2800" dirty="0"/>
              <a:t>n</a:t>
            </a:r>
            <a:r>
              <a:rPr lang="zh-CN" altLang="en-US" sz="2800" dirty="0"/>
              <a:t>个任务所需时间：   </a:t>
            </a:r>
          </a:p>
          <a:p>
            <a:pPr eaLnBrk="1" hangingPunct="1">
              <a:buFont typeface="Wingdings 2" panose="05020102010507070707" pitchFamily="18" charset="2"/>
              <a:buNone/>
            </a:pPr>
            <a:r>
              <a:rPr lang="zh-CN" altLang="en-US" sz="2800" dirty="0"/>
              <a:t>          </a:t>
            </a:r>
            <a:r>
              <a:rPr lang="en-US" altLang="zh-CN" sz="2800" dirty="0"/>
              <a:t>T</a:t>
            </a:r>
            <a:r>
              <a:rPr lang="en-US" altLang="zh-CN" sz="2800" baseline="-25000" dirty="0"/>
              <a:t>0 </a:t>
            </a:r>
            <a:r>
              <a:rPr lang="en-US" altLang="zh-CN" sz="2800" dirty="0"/>
              <a:t>= n </a:t>
            </a:r>
            <a:r>
              <a:rPr lang="en-US" altLang="en-US" sz="2800" dirty="0"/>
              <a:t>·</a:t>
            </a:r>
            <a:r>
              <a:rPr lang="en-US" altLang="zh-CN" sz="2800" dirty="0"/>
              <a:t> k </a:t>
            </a:r>
            <a:r>
              <a:rPr lang="en-US" altLang="en-US" sz="2800" dirty="0"/>
              <a:t>·</a:t>
            </a:r>
            <a:r>
              <a:rPr lang="en-US" altLang="zh-CN" sz="2800" dirty="0"/>
              <a:t> </a:t>
            </a:r>
            <a:r>
              <a:rPr lang="el-GR" altLang="zh-CN" sz="2800" dirty="0"/>
              <a:t>τ</a:t>
            </a:r>
            <a:endParaRPr lang="en-US" altLang="zh-CN" sz="2800" dirty="0"/>
          </a:p>
          <a:p>
            <a:pPr eaLnBrk="1" hangingPunct="1">
              <a:buFont typeface="Wingdings 2" panose="05020102010507070707" pitchFamily="18" charset="2"/>
              <a:buNone/>
            </a:pPr>
            <a:r>
              <a:rPr lang="zh-CN" altLang="en-US" sz="2800" dirty="0"/>
              <a:t>    使用</a:t>
            </a:r>
            <a:r>
              <a:rPr lang="en-US" altLang="zh-CN" sz="2800" dirty="0"/>
              <a:t>k</a:t>
            </a:r>
            <a:r>
              <a:rPr lang="zh-CN" altLang="en-US" sz="2800" dirty="0"/>
              <a:t>级流水线完成</a:t>
            </a:r>
            <a:r>
              <a:rPr lang="en-US" altLang="zh-CN" sz="2800" dirty="0"/>
              <a:t>n</a:t>
            </a:r>
            <a:r>
              <a:rPr lang="zh-CN" altLang="en-US" sz="2800" dirty="0"/>
              <a:t>个连续任务所需时间：</a:t>
            </a:r>
            <a:endParaRPr lang="en-US" altLang="zh-CN" sz="2800" dirty="0"/>
          </a:p>
          <a:p>
            <a:pPr eaLnBrk="1" hangingPunct="1">
              <a:buFont typeface="Wingdings 2" panose="05020102010507070707" pitchFamily="18" charset="2"/>
              <a:buNone/>
            </a:pPr>
            <a:r>
              <a:rPr lang="zh-CN" altLang="en-US" sz="2800" dirty="0"/>
              <a:t>          </a:t>
            </a:r>
            <a:r>
              <a:rPr lang="en-US" altLang="zh-CN" sz="2800" dirty="0"/>
              <a:t>T</a:t>
            </a:r>
            <a:r>
              <a:rPr lang="en-US" altLang="zh-CN" sz="2800" baseline="-25000" dirty="0"/>
              <a:t>k</a:t>
            </a:r>
            <a:r>
              <a:rPr lang="en-US" altLang="zh-CN" sz="2800" dirty="0"/>
              <a:t>= k·</a:t>
            </a:r>
            <a:r>
              <a:rPr lang="el-GR" altLang="zh-CN" sz="2800" dirty="0"/>
              <a:t>τ</a:t>
            </a:r>
            <a:r>
              <a:rPr lang="en-US" altLang="zh-CN" sz="2800" dirty="0"/>
              <a:t> </a:t>
            </a:r>
            <a:r>
              <a:rPr lang="el-GR" altLang="zh-CN" sz="2800" dirty="0"/>
              <a:t>+</a:t>
            </a:r>
            <a:r>
              <a:rPr lang="en-US" altLang="zh-CN" sz="2800" dirty="0"/>
              <a:t> (n-1)</a:t>
            </a:r>
            <a:r>
              <a:rPr lang="el-GR" altLang="zh-CN" sz="2800" dirty="0"/>
              <a:t> τ</a:t>
            </a:r>
            <a:r>
              <a:rPr lang="en-US" altLang="zh-CN" sz="2800" dirty="0"/>
              <a:t> = (k+n-1) </a:t>
            </a:r>
            <a:r>
              <a:rPr lang="en-US" altLang="en-US" sz="2800" dirty="0"/>
              <a:t>·</a:t>
            </a:r>
            <a:r>
              <a:rPr lang="en-US" altLang="zh-CN" sz="2800" dirty="0"/>
              <a:t> </a:t>
            </a:r>
            <a:r>
              <a:rPr lang="el-GR" altLang="zh-CN" sz="2800" dirty="0"/>
              <a:t>τ</a:t>
            </a:r>
            <a:endParaRPr lang="en-US" altLang="zh-CN" sz="2800" dirty="0"/>
          </a:p>
          <a:p>
            <a:pPr eaLnBrk="1" hangingPunct="1">
              <a:buFont typeface="Wingdings 2" panose="05020102010507070707" pitchFamily="18" charset="2"/>
              <a:buNone/>
            </a:pPr>
            <a:r>
              <a:rPr lang="zh-CN" altLang="en-US" sz="2800" dirty="0"/>
              <a:t>故：</a:t>
            </a:r>
            <a:r>
              <a:rPr lang="en-US" altLang="zh-CN" sz="2800" dirty="0"/>
              <a:t>S = </a:t>
            </a:r>
            <a:r>
              <a:rPr lang="en-US" altLang="zh-CN" sz="2800" dirty="0" err="1"/>
              <a:t>n</a:t>
            </a:r>
            <a:r>
              <a:rPr lang="en-US" altLang="en-US" sz="2800" dirty="0" err="1"/>
              <a:t>·</a:t>
            </a:r>
            <a:r>
              <a:rPr lang="en-US" altLang="zh-CN" sz="2800" dirty="0" err="1"/>
              <a:t>k</a:t>
            </a:r>
            <a:r>
              <a:rPr lang="en-US" altLang="zh-CN" sz="2800" dirty="0"/>
              <a:t>·</a:t>
            </a:r>
            <a:r>
              <a:rPr lang="el-GR" altLang="zh-CN" sz="2800" dirty="0"/>
              <a:t>τ</a:t>
            </a:r>
            <a:r>
              <a:rPr lang="en-US" altLang="zh-CN" sz="2800" dirty="0"/>
              <a:t>/(k+n-1)</a:t>
            </a:r>
            <a:r>
              <a:rPr lang="el-GR" altLang="zh-CN" sz="2800" dirty="0"/>
              <a:t> τ</a:t>
            </a:r>
            <a:r>
              <a:rPr lang="en-US" altLang="zh-CN" sz="2800" dirty="0"/>
              <a:t> = </a:t>
            </a:r>
            <a:r>
              <a:rPr lang="en-US" altLang="zh-CN" sz="2800" dirty="0" err="1"/>
              <a:t>n</a:t>
            </a:r>
            <a:r>
              <a:rPr lang="en-US" altLang="zh-CN" sz="2800" dirty="0" err="1">
                <a:cs typeface="Times New Roman" panose="02020603050405020304" pitchFamily="18" charset="0"/>
              </a:rPr>
              <a:t>·k</a:t>
            </a:r>
            <a:r>
              <a:rPr lang="en-US" altLang="zh-CN" sz="2800" dirty="0">
                <a:solidFill>
                  <a:srgbClr val="000000"/>
                </a:solidFill>
              </a:rPr>
              <a:t>/(k+n-1)</a:t>
            </a:r>
            <a:r>
              <a:rPr lang="el-GR" altLang="zh-CN" sz="2800" dirty="0">
                <a:solidFill>
                  <a:srgbClr val="000000"/>
                </a:solidFill>
              </a:rPr>
              <a:t> </a:t>
            </a:r>
            <a:r>
              <a:rPr lang="en-US" altLang="zh-CN" sz="2800" dirty="0">
                <a:solidFill>
                  <a:srgbClr val="000000"/>
                </a:solidFill>
              </a:rPr>
              <a:t> </a:t>
            </a:r>
            <a:endParaRPr lang="en-US" altLang="zh-CN" sz="2800" dirty="0"/>
          </a:p>
          <a:p>
            <a:pPr eaLnBrk="1" hangingPunct="1">
              <a:buFont typeface="Wingdings 2" panose="05020102010507070707" pitchFamily="18" charset="2"/>
              <a:buNone/>
            </a:pPr>
            <a:r>
              <a:rPr lang="zh-CN" altLang="en-US" sz="2800" dirty="0"/>
              <a:t>在</a:t>
            </a:r>
            <a:r>
              <a:rPr lang="en-US" altLang="zh-CN" sz="2800" dirty="0"/>
              <a:t>n</a:t>
            </a:r>
            <a:r>
              <a:rPr lang="zh-CN" altLang="en-US" sz="2800" dirty="0"/>
              <a:t>＞＞</a:t>
            </a:r>
            <a:r>
              <a:rPr lang="en-US" altLang="zh-CN" sz="2800" dirty="0"/>
              <a:t>k</a:t>
            </a:r>
            <a:r>
              <a:rPr lang="zh-CN" altLang="en-US" sz="2800" dirty="0"/>
              <a:t>的情况下，最大加速比为</a:t>
            </a:r>
            <a:r>
              <a:rPr lang="en-US" altLang="zh-CN" sz="2800" dirty="0"/>
              <a:t>k</a:t>
            </a:r>
          </a:p>
        </p:txBody>
      </p:sp>
      <p:sp>
        <p:nvSpPr>
          <p:cNvPr id="472066" name="Rectangle 2">
            <a:extLst>
              <a:ext uri="{FF2B5EF4-FFF2-40B4-BE49-F238E27FC236}">
                <a16:creationId xmlns:a16="http://schemas.microsoft.com/office/drawing/2014/main" id="{E41EFD2F-3B86-9346-A41A-782370D84D35}"/>
              </a:ext>
            </a:extLst>
          </p:cNvPr>
          <p:cNvSpPr>
            <a:spLocks noGrp="1" noChangeArrowheads="1"/>
          </p:cNvSpPr>
          <p:nvPr>
            <p:ph type="title"/>
          </p:nvPr>
        </p:nvSpPr>
        <p:spPr/>
        <p:txBody>
          <a:bodyPr/>
          <a:lstStyle/>
          <a:p>
            <a:pPr eaLnBrk="1" hangingPunct="1"/>
            <a:r>
              <a:rPr lang="zh-CN" altLang="en-US"/>
              <a:t>流水线的性能指标（</a:t>
            </a:r>
            <a:r>
              <a:rPr lang="en-US" altLang="zh-CN"/>
              <a:t>1</a:t>
            </a:r>
            <a:r>
              <a:rPr lang="zh-CN" altLang="en-US"/>
              <a:t>）</a:t>
            </a:r>
          </a:p>
        </p:txBody>
      </p:sp>
    </p:spTree>
  </p:cSld>
  <p:clrMapOvr>
    <a:masterClrMapping/>
  </p:clrMapOvr>
  <p:transition spd="med">
    <p:pull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67ECD1-B037-43C7-82D5-EF1EEE07AA2C}"/>
              </a:ext>
            </a:extLst>
          </p:cNvPr>
          <p:cNvSpPr>
            <a:spLocks noGrp="1"/>
          </p:cNvSpPr>
          <p:nvPr>
            <p:ph type="title"/>
          </p:nvPr>
        </p:nvSpPr>
        <p:spPr/>
        <p:txBody>
          <a:bodyPr/>
          <a:lstStyle/>
          <a:p>
            <a:r>
              <a:rPr lang="zh-CN" altLang="en-US"/>
              <a:t>流水线的性能指标（</a:t>
            </a:r>
            <a:r>
              <a:rPr lang="en-US" altLang="zh-CN"/>
              <a:t>2</a:t>
            </a:r>
            <a:r>
              <a:rPr lang="zh-CN" altLang="en-US"/>
              <a:t>）</a:t>
            </a:r>
          </a:p>
        </p:txBody>
      </p:sp>
      <p:sp>
        <p:nvSpPr>
          <p:cNvPr id="94210" name="内容占位符 2">
            <a:extLst>
              <a:ext uri="{FF2B5EF4-FFF2-40B4-BE49-F238E27FC236}">
                <a16:creationId xmlns:a16="http://schemas.microsoft.com/office/drawing/2014/main" id="{DA369585-4208-423F-A3CD-CCA970BF53A2}"/>
              </a:ext>
            </a:extLst>
          </p:cNvPr>
          <p:cNvSpPr>
            <a:spLocks noGrp="1" noChangeArrowheads="1"/>
          </p:cNvSpPr>
          <p:nvPr>
            <p:ph idx="1"/>
          </p:nvPr>
        </p:nvSpPr>
        <p:spPr/>
        <p:txBody>
          <a:bodyPr/>
          <a:lstStyle/>
          <a:p>
            <a:r>
              <a:rPr lang="zh-CN" altLang="en-US" dirty="0"/>
              <a:t>吞吐率</a:t>
            </a:r>
            <a:endParaRPr lang="en-US" altLang="zh-CN" dirty="0"/>
          </a:p>
          <a:p>
            <a:pPr>
              <a:buFont typeface="Wingdings 2" panose="05020102010507070707" pitchFamily="18" charset="2"/>
              <a:buNone/>
            </a:pPr>
            <a:r>
              <a:rPr lang="en-US" altLang="zh-CN" dirty="0"/>
              <a:t>   TP = n / T</a:t>
            </a:r>
            <a:r>
              <a:rPr lang="en-US" altLang="zh-CN" baseline="-25000" dirty="0"/>
              <a:t>k</a:t>
            </a:r>
          </a:p>
          <a:p>
            <a:pPr>
              <a:buFont typeface="Wingdings 2" panose="05020102010507070707" pitchFamily="18" charset="2"/>
              <a:buNone/>
            </a:pPr>
            <a:r>
              <a:rPr lang="en-US" altLang="zh-CN" baseline="-25000" dirty="0"/>
              <a:t>     </a:t>
            </a:r>
            <a:r>
              <a:rPr lang="zh-CN" altLang="en-US" dirty="0"/>
              <a:t>其中</a:t>
            </a:r>
            <a:r>
              <a:rPr lang="en-US" altLang="zh-CN" dirty="0"/>
              <a:t>n</a:t>
            </a:r>
            <a:r>
              <a:rPr lang="zh-CN" altLang="en-US" dirty="0"/>
              <a:t>为指令条数，</a:t>
            </a:r>
            <a:r>
              <a:rPr lang="en-US" altLang="zh-CN" dirty="0"/>
              <a:t>T</a:t>
            </a:r>
            <a:r>
              <a:rPr lang="en-US" altLang="zh-CN" baseline="-25000" dirty="0"/>
              <a:t>k</a:t>
            </a:r>
            <a:r>
              <a:rPr lang="zh-CN" altLang="en-US" dirty="0"/>
              <a:t>为执行</a:t>
            </a:r>
            <a:r>
              <a:rPr lang="en-US" altLang="zh-CN" dirty="0"/>
              <a:t>n</a:t>
            </a:r>
            <a:r>
              <a:rPr lang="zh-CN" altLang="en-US" dirty="0"/>
              <a:t>条指令所用时间</a:t>
            </a:r>
            <a:endParaRPr lang="en-US" altLang="zh-CN" dirty="0"/>
          </a:p>
          <a:p>
            <a:pPr>
              <a:buFont typeface="Wingdings 2" panose="05020102010507070707" pitchFamily="18" charset="2"/>
              <a:buNone/>
            </a:pPr>
            <a:endParaRPr lang="en-US" altLang="zh-CN" dirty="0"/>
          </a:p>
          <a:p>
            <a:pPr>
              <a:buFont typeface="Wingdings 2" panose="05020102010507070707" pitchFamily="18" charset="2"/>
              <a:buNone/>
            </a:pPr>
            <a:endParaRPr lang="en-US" altLang="zh-CN" dirty="0"/>
          </a:p>
          <a:p>
            <a:r>
              <a:rPr lang="zh-CN" altLang="en-US" dirty="0"/>
              <a:t>最大吞吐率</a:t>
            </a:r>
            <a:endParaRPr lang="en-US" altLang="zh-CN" dirty="0"/>
          </a:p>
          <a:p>
            <a:endParaRPr lang="en-US" altLang="zh-CN" dirty="0"/>
          </a:p>
          <a:p>
            <a:pPr>
              <a:buFont typeface="Wingdings 2" panose="05020102010507070707" pitchFamily="18" charset="2"/>
              <a:buNone/>
            </a:pPr>
            <a:r>
              <a:rPr lang="en-US" altLang="zh-CN" dirty="0"/>
              <a:t>   </a:t>
            </a:r>
            <a:endParaRPr lang="zh-CN" altLang="en-US" dirty="0"/>
          </a:p>
        </p:txBody>
      </p:sp>
      <p:pic>
        <p:nvPicPr>
          <p:cNvPr id="94212" name="图片 4">
            <a:extLst>
              <a:ext uri="{FF2B5EF4-FFF2-40B4-BE49-F238E27FC236}">
                <a16:creationId xmlns:a16="http://schemas.microsoft.com/office/drawing/2014/main" id="{7CDC3FDB-6281-4B1A-A5CD-AF279B6760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621288"/>
            <a:ext cx="3321050"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3" name="图片 5">
            <a:extLst>
              <a:ext uri="{FF2B5EF4-FFF2-40B4-BE49-F238E27FC236}">
                <a16:creationId xmlns:a16="http://schemas.microsoft.com/office/drawing/2014/main" id="{85884566-2F11-4CB7-ABB3-3B10684C8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0" y="5114925"/>
            <a:ext cx="494506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a:extLst>
              <a:ext uri="{FF2B5EF4-FFF2-40B4-BE49-F238E27FC236}">
                <a16:creationId xmlns:a16="http://schemas.microsoft.com/office/drawing/2014/main" id="{8E4ADBFD-DD4B-074A-8724-8635246C9D41}"/>
              </a:ext>
            </a:extLst>
          </p:cNvPr>
          <p:cNvSpPr>
            <a:spLocks noGrp="1" noChangeArrowheads="1"/>
          </p:cNvSpPr>
          <p:nvPr>
            <p:ph type="title"/>
          </p:nvPr>
        </p:nvSpPr>
        <p:spPr/>
        <p:txBody>
          <a:bodyPr/>
          <a:lstStyle/>
          <a:p>
            <a:pPr eaLnBrk="1" hangingPunct="1"/>
            <a:r>
              <a:rPr lang="zh-CN" altLang="en-US"/>
              <a:t>流水线的特点</a:t>
            </a:r>
          </a:p>
        </p:txBody>
      </p:sp>
      <p:sp>
        <p:nvSpPr>
          <p:cNvPr id="95234" name="Rectangle 3">
            <a:extLst>
              <a:ext uri="{FF2B5EF4-FFF2-40B4-BE49-F238E27FC236}">
                <a16:creationId xmlns:a16="http://schemas.microsoft.com/office/drawing/2014/main" id="{2D7B4CE6-7DBE-4FA6-8108-21E4349E06B0}"/>
              </a:ext>
            </a:extLst>
          </p:cNvPr>
          <p:cNvSpPr>
            <a:spLocks noGrp="1" noChangeArrowheads="1"/>
          </p:cNvSpPr>
          <p:nvPr>
            <p:ph idx="1"/>
          </p:nvPr>
        </p:nvSpPr>
        <p:spPr/>
        <p:txBody>
          <a:bodyPr/>
          <a:lstStyle/>
          <a:p>
            <a:pPr eaLnBrk="1" hangingPunct="1"/>
            <a:r>
              <a:rPr lang="zh-CN" altLang="en-US" dirty="0"/>
              <a:t>流水线操作并不能加快任何一条指令的执行过程，只能加快连续一串指令的执行过程</a:t>
            </a:r>
          </a:p>
          <a:p>
            <a:pPr eaLnBrk="1" hangingPunct="1"/>
            <a:r>
              <a:rPr lang="zh-CN" altLang="en-US" dirty="0"/>
              <a:t>多个不同任务同时操作，使用不同资源</a:t>
            </a:r>
          </a:p>
          <a:p>
            <a:pPr eaLnBrk="1" hangingPunct="1"/>
            <a:r>
              <a:rPr lang="zh-CN" altLang="en-US" dirty="0"/>
              <a:t>潜在加速比</a:t>
            </a:r>
            <a:r>
              <a:rPr lang="en-US" altLang="zh-CN" dirty="0"/>
              <a:t>= </a:t>
            </a:r>
            <a:r>
              <a:rPr lang="zh-CN" altLang="en-US" dirty="0"/>
              <a:t>流水线级数</a:t>
            </a:r>
          </a:p>
          <a:p>
            <a:pPr eaLnBrk="1" hangingPunct="1"/>
            <a:r>
              <a:rPr lang="zh-CN" altLang="en-US" dirty="0"/>
              <a:t>流水线的速率受限于最慢的流水段</a:t>
            </a:r>
          </a:p>
          <a:p>
            <a:pPr eaLnBrk="1" hangingPunct="1"/>
            <a:r>
              <a:rPr lang="zh-CN" altLang="en-US" dirty="0"/>
              <a:t>流水段的执行时间如果不均衡，那么加速比就会降低</a:t>
            </a:r>
          </a:p>
          <a:p>
            <a:pPr eaLnBrk="1" hangingPunct="1"/>
            <a:r>
              <a:rPr lang="zh-CN" altLang="en-US" dirty="0"/>
              <a:t>开始填充流水线的时间和最后排放流水线的时间降低了加速比</a:t>
            </a:r>
          </a:p>
          <a:p>
            <a:pPr eaLnBrk="1" hangingPunct="1"/>
            <a:r>
              <a:rPr lang="zh-CN" altLang="en-US" dirty="0">
                <a:solidFill>
                  <a:srgbClr val="C00000"/>
                </a:solidFill>
              </a:rPr>
              <a:t>可能产生相关（冒险）</a:t>
            </a:r>
            <a:r>
              <a:rPr lang="zh-CN" altLang="en-US" dirty="0"/>
              <a:t>，将导致流水线暂停</a:t>
            </a:r>
          </a:p>
        </p:txBody>
      </p:sp>
    </p:spTree>
  </p:cSld>
  <p:clrMapOvr>
    <a:masterClrMapping/>
  </p:clrMapOvr>
  <p:transition spd="med">
    <p:pull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a:extLst>
              <a:ext uri="{FF2B5EF4-FFF2-40B4-BE49-F238E27FC236}">
                <a16:creationId xmlns:a16="http://schemas.microsoft.com/office/drawing/2014/main" id="{1B94D36B-21E6-E044-8264-0696478E7F9E}"/>
              </a:ext>
            </a:extLst>
          </p:cNvPr>
          <p:cNvSpPr>
            <a:spLocks noGrp="1" noChangeArrowheads="1"/>
          </p:cNvSpPr>
          <p:nvPr>
            <p:ph type="title"/>
          </p:nvPr>
        </p:nvSpPr>
        <p:spPr/>
        <p:txBody>
          <a:bodyPr/>
          <a:lstStyle/>
          <a:p>
            <a:pPr eaLnBrk="1" hangingPunct="1"/>
            <a:r>
              <a:rPr lang="zh-CN" altLang="en-US"/>
              <a:t>流水线冒险</a:t>
            </a:r>
            <a:endParaRPr lang="en-US" altLang="zh-CN"/>
          </a:p>
        </p:txBody>
      </p:sp>
      <p:sp>
        <p:nvSpPr>
          <p:cNvPr id="96258" name="Rectangle 3">
            <a:extLst>
              <a:ext uri="{FF2B5EF4-FFF2-40B4-BE49-F238E27FC236}">
                <a16:creationId xmlns:a16="http://schemas.microsoft.com/office/drawing/2014/main" id="{5590A3D5-2FD8-4B7B-BFD4-5C1A53E7D163}"/>
              </a:ext>
            </a:extLst>
          </p:cNvPr>
          <p:cNvSpPr>
            <a:spLocks noGrp="1" noChangeArrowheads="1"/>
          </p:cNvSpPr>
          <p:nvPr>
            <p:ph idx="1"/>
          </p:nvPr>
        </p:nvSpPr>
        <p:spPr/>
        <p:txBody>
          <a:bodyPr/>
          <a:lstStyle/>
          <a:p>
            <a:pPr marL="0" indent="0" eaLnBrk="1" hangingPunct="1">
              <a:buFont typeface="Wingdings 2" panose="05020102010507070707" pitchFamily="18" charset="2"/>
              <a:buNone/>
            </a:pPr>
            <a:r>
              <a:rPr lang="zh-CN" altLang="en-US" sz="2400" dirty="0">
                <a:cs typeface="Times New Roman" panose="02020603050405020304" pitchFamily="18" charset="0"/>
              </a:rPr>
              <a:t>流水线存在一种情况，在下一个时钟周期中下一条指令不能执行，这种情况称为冒险（</a:t>
            </a:r>
            <a:r>
              <a:rPr lang="en-US" altLang="zh-CN" sz="2400" dirty="0">
                <a:cs typeface="Times New Roman" panose="02020603050405020304" pitchFamily="18" charset="0"/>
              </a:rPr>
              <a:t>hazard</a:t>
            </a:r>
            <a:r>
              <a:rPr lang="zh-CN" altLang="en-US" sz="2400" dirty="0">
                <a:cs typeface="Times New Roman" panose="02020603050405020304" pitchFamily="18" charset="0"/>
              </a:rPr>
              <a:t>）</a:t>
            </a:r>
            <a:endParaRPr lang="en-US" altLang="zh-CN" sz="2400" dirty="0">
              <a:cs typeface="Times New Roman" panose="02020603050405020304" pitchFamily="18" charset="0"/>
            </a:endParaRPr>
          </a:p>
          <a:p>
            <a:pPr marL="0" indent="0" eaLnBrk="1" hangingPunct="1"/>
            <a:r>
              <a:rPr lang="zh-CN" altLang="en-US" sz="2400" dirty="0">
                <a:solidFill>
                  <a:srgbClr val="C00000"/>
                </a:solidFill>
                <a:cs typeface="Times New Roman" panose="02020603050405020304" pitchFamily="18" charset="0"/>
              </a:rPr>
              <a:t>资源相关</a:t>
            </a:r>
            <a:r>
              <a:rPr lang="zh-CN" altLang="en-US" sz="2400" dirty="0">
                <a:cs typeface="Times New Roman" panose="02020603050405020304" pitchFamily="18" charset="0"/>
              </a:rPr>
              <a:t>（结构冒险</a:t>
            </a:r>
            <a:r>
              <a:rPr lang="en-US" altLang="zh-CN" sz="2400" dirty="0">
                <a:cs typeface="Times New Roman" panose="02020603050405020304" pitchFamily="18" charset="0"/>
              </a:rPr>
              <a:t>s</a:t>
            </a:r>
            <a:r>
              <a:rPr lang="en-US" altLang="zh-CN" sz="2400" dirty="0"/>
              <a:t>tructural hazard</a:t>
            </a:r>
            <a:r>
              <a:rPr lang="zh-CN" altLang="en-US" sz="2400" dirty="0">
                <a:cs typeface="Times New Roman" panose="02020603050405020304" pitchFamily="18" charset="0"/>
              </a:rPr>
              <a:t>）：资源相关是指多条指令进入流水线后在同一机器时钟周期内争用同一个资源所发生的冲突</a:t>
            </a:r>
          </a:p>
          <a:p>
            <a:pPr marL="0" indent="0" eaLnBrk="1" hangingPunct="1"/>
            <a:r>
              <a:rPr lang="zh-CN" altLang="en-US" sz="2400" dirty="0">
                <a:solidFill>
                  <a:srgbClr val="C00000"/>
                </a:solidFill>
                <a:cs typeface="Times New Roman" panose="02020603050405020304" pitchFamily="18" charset="0"/>
              </a:rPr>
              <a:t>数据相关</a:t>
            </a:r>
            <a:r>
              <a:rPr lang="zh-CN" altLang="en-US" sz="2400" dirty="0">
                <a:cs typeface="Times New Roman" panose="02020603050405020304" pitchFamily="18" charset="0"/>
              </a:rPr>
              <a:t>（数据冒险</a:t>
            </a:r>
            <a:r>
              <a:rPr lang="en-US" altLang="zh-CN" sz="2400" dirty="0">
                <a:cs typeface="Times New Roman" panose="02020603050405020304" pitchFamily="18" charset="0"/>
              </a:rPr>
              <a:t>data hazard</a:t>
            </a:r>
            <a:r>
              <a:rPr lang="zh-CN" altLang="en-US" sz="2400" dirty="0">
                <a:cs typeface="Times New Roman" panose="02020603050405020304" pitchFamily="18" charset="0"/>
              </a:rPr>
              <a:t>）：下一条指令会用到当前指令计算出的结果</a:t>
            </a:r>
          </a:p>
          <a:p>
            <a:pPr lvl="1" eaLnBrk="1" hangingPunct="1"/>
            <a:r>
              <a:rPr lang="zh-CN" altLang="en-US" sz="2000" dirty="0"/>
              <a:t>写后读</a:t>
            </a:r>
            <a:r>
              <a:rPr lang="en-US" altLang="zh-CN" sz="2000" dirty="0"/>
              <a:t>RAW</a:t>
            </a:r>
            <a:r>
              <a:rPr lang="zh-CN" altLang="en-US" sz="2000" dirty="0"/>
              <a:t>（</a:t>
            </a:r>
            <a:r>
              <a:rPr lang="en-US" altLang="zh-CN" sz="2000" dirty="0"/>
              <a:t>Read After Write</a:t>
            </a:r>
            <a:r>
              <a:rPr lang="zh-CN" altLang="en-US" sz="2000" dirty="0"/>
              <a:t>）：后面指令用到前面指令所写的数据</a:t>
            </a:r>
          </a:p>
          <a:p>
            <a:pPr lvl="1" eaLnBrk="1" hangingPunct="1"/>
            <a:r>
              <a:rPr lang="zh-CN" altLang="en-US" sz="2000" dirty="0"/>
              <a:t>写后写</a:t>
            </a:r>
            <a:r>
              <a:rPr lang="en-US" altLang="zh-CN" sz="2000" dirty="0"/>
              <a:t>WAW</a:t>
            </a:r>
            <a:r>
              <a:rPr lang="zh-CN" altLang="en-US" sz="2000" dirty="0"/>
              <a:t>（</a:t>
            </a:r>
            <a:r>
              <a:rPr lang="en-US" altLang="zh-CN" sz="2000" dirty="0"/>
              <a:t>Write After Write</a:t>
            </a:r>
            <a:r>
              <a:rPr lang="zh-CN" altLang="en-US" sz="2000" dirty="0"/>
              <a:t>）：后面指令覆盖前面指令所写的单元</a:t>
            </a:r>
          </a:p>
          <a:p>
            <a:pPr lvl="1" eaLnBrk="1" hangingPunct="1"/>
            <a:r>
              <a:rPr lang="zh-CN" altLang="en-US" sz="2000" dirty="0"/>
              <a:t>读后写</a:t>
            </a:r>
            <a:r>
              <a:rPr lang="en-US" altLang="zh-CN" sz="2000" dirty="0"/>
              <a:t>WAR</a:t>
            </a:r>
            <a:r>
              <a:rPr lang="zh-CN" altLang="en-US" sz="2000" dirty="0"/>
              <a:t>（</a:t>
            </a:r>
            <a:r>
              <a:rPr lang="en-US" altLang="zh-CN" sz="2000" dirty="0"/>
              <a:t>Write After Read</a:t>
            </a:r>
            <a:r>
              <a:rPr lang="zh-CN" altLang="en-US" sz="2000" dirty="0"/>
              <a:t>）：后面指令覆盖前面指令所读的单元</a:t>
            </a:r>
            <a:endParaRPr lang="zh-CN" altLang="en-US" sz="2000" dirty="0">
              <a:cs typeface="Times New Roman" panose="02020603050405020304" pitchFamily="18" charset="0"/>
            </a:endParaRPr>
          </a:p>
          <a:p>
            <a:pPr marL="0" indent="0" eaLnBrk="1" hangingPunct="1"/>
            <a:r>
              <a:rPr lang="zh-CN" altLang="en-US" sz="2400" dirty="0">
                <a:solidFill>
                  <a:srgbClr val="C00000"/>
                </a:solidFill>
                <a:cs typeface="Times New Roman" panose="02020603050405020304" pitchFamily="18" charset="0"/>
              </a:rPr>
              <a:t>控制相关</a:t>
            </a:r>
            <a:r>
              <a:rPr lang="zh-CN" altLang="en-US" sz="2400" dirty="0">
                <a:cs typeface="Times New Roman" panose="02020603050405020304" pitchFamily="18" charset="0"/>
              </a:rPr>
              <a:t>（控制冒险 </a:t>
            </a:r>
            <a:r>
              <a:rPr lang="en-US" altLang="zh-CN" sz="2400" dirty="0">
                <a:cs typeface="Times New Roman" panose="02020603050405020304" pitchFamily="18" charset="0"/>
              </a:rPr>
              <a:t>control hazard</a:t>
            </a:r>
            <a:r>
              <a:rPr lang="zh-CN" altLang="en-US" sz="2400" dirty="0">
                <a:cs typeface="Times New Roman" panose="02020603050405020304" pitchFamily="18" charset="0"/>
              </a:rPr>
              <a:t>）：由转移指令引起。即为了确保预取正确指令而导致的延迟</a:t>
            </a:r>
            <a:endParaRPr lang="en-US" altLang="zh-CN" sz="2400" dirty="0">
              <a:cs typeface="Times New Roman" panose="02020603050405020304" pitchFamily="18" charset="0"/>
            </a:endParaRPr>
          </a:p>
        </p:txBody>
      </p:sp>
    </p:spTree>
  </p:cSld>
  <p:clrMapOvr>
    <a:masterClrMapping/>
  </p:clrMapOvr>
  <p:transition spd="med">
    <p:pull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a:extLst>
              <a:ext uri="{FF2B5EF4-FFF2-40B4-BE49-F238E27FC236}">
                <a16:creationId xmlns:a16="http://schemas.microsoft.com/office/drawing/2014/main" id="{69F1E4DC-8D75-BF49-956B-2EAD5D0612F3}"/>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资源相关实例</a:t>
            </a:r>
            <a:endParaRPr lang="en-US" altLang="zh-CN">
              <a:cs typeface="Times New Roman" panose="02020603050405020304" pitchFamily="18" charset="0"/>
            </a:endParaRPr>
          </a:p>
        </p:txBody>
      </p:sp>
      <p:sp>
        <p:nvSpPr>
          <p:cNvPr id="393219" name="Rectangle 3">
            <a:extLst>
              <a:ext uri="{FF2B5EF4-FFF2-40B4-BE49-F238E27FC236}">
                <a16:creationId xmlns:a16="http://schemas.microsoft.com/office/drawing/2014/main" id="{2482AC58-4EA6-41E2-BB59-E21F07656135}"/>
              </a:ext>
            </a:extLst>
          </p:cNvPr>
          <p:cNvSpPr>
            <a:spLocks noGrp="1" noChangeArrowheads="1"/>
          </p:cNvSpPr>
          <p:nvPr>
            <p:ph idx="1"/>
          </p:nvPr>
        </p:nvSpPr>
        <p:spPr/>
        <p:txBody>
          <a:bodyPr/>
          <a:lstStyle/>
          <a:p>
            <a:pPr eaLnBrk="1" hangingPunct="1"/>
            <a:r>
              <a:rPr lang="zh-CN" altLang="en-US" sz="2800">
                <a:cs typeface="Times New Roman" panose="02020603050405020304" pitchFamily="18" charset="0"/>
              </a:rPr>
              <a:t>两条指令同时访问内存发生资源相关冲突</a:t>
            </a:r>
          </a:p>
          <a:p>
            <a:pPr eaLnBrk="1" hangingPunct="1"/>
            <a:endParaRPr lang="zh-CN" altLang="en-US" sz="2800">
              <a:cs typeface="Times New Roman" panose="02020603050405020304" pitchFamily="18" charset="0"/>
            </a:endParaRPr>
          </a:p>
          <a:p>
            <a:pPr eaLnBrk="1" hangingPunct="1"/>
            <a:endParaRPr lang="zh-CN" altLang="en-US" sz="2800">
              <a:cs typeface="Times New Roman" panose="02020603050405020304" pitchFamily="18" charset="0"/>
            </a:endParaRPr>
          </a:p>
          <a:p>
            <a:pPr eaLnBrk="1" hangingPunct="1"/>
            <a:endParaRPr lang="zh-CN" altLang="en-US" sz="2800">
              <a:cs typeface="Times New Roman" panose="02020603050405020304" pitchFamily="18" charset="0"/>
            </a:endParaRPr>
          </a:p>
          <a:p>
            <a:pPr eaLnBrk="1" hangingPunct="1"/>
            <a:endParaRPr lang="zh-CN" altLang="en-US" sz="2800">
              <a:cs typeface="Times New Roman" panose="02020603050405020304" pitchFamily="18" charset="0"/>
            </a:endParaRPr>
          </a:p>
          <a:p>
            <a:pPr eaLnBrk="1" hangingPunct="1"/>
            <a:endParaRPr lang="zh-CN" altLang="en-US" sz="2800">
              <a:cs typeface="Times New Roman" panose="02020603050405020304" pitchFamily="18" charset="0"/>
            </a:endParaRPr>
          </a:p>
          <a:p>
            <a:pPr eaLnBrk="1" hangingPunct="1"/>
            <a:endParaRPr lang="zh-CN" altLang="en-US" sz="2800">
              <a:cs typeface="Times New Roman" panose="02020603050405020304" pitchFamily="18" charset="0"/>
            </a:endParaRPr>
          </a:p>
          <a:p>
            <a:pPr eaLnBrk="1" hangingPunct="1"/>
            <a:r>
              <a:rPr kumimoji="0" lang="zh-CN" altLang="en-US" sz="2800"/>
              <a:t>解决冲突的</a:t>
            </a:r>
            <a:r>
              <a:rPr kumimoji="0" lang="en-US" altLang="zh-CN" sz="2800"/>
              <a:t>2</a:t>
            </a:r>
            <a:r>
              <a:rPr kumimoji="0" lang="zh-CN" altLang="en-US" sz="2800"/>
              <a:t>种典型方法 </a:t>
            </a:r>
          </a:p>
          <a:p>
            <a:pPr lvl="1" eaLnBrk="1" hangingPunct="1"/>
            <a:r>
              <a:rPr kumimoji="0" lang="zh-CN" altLang="en-US"/>
              <a:t>第</a:t>
            </a:r>
            <a:r>
              <a:rPr kumimoji="0" lang="en-US" altLang="zh-CN"/>
              <a:t>I4</a:t>
            </a:r>
            <a:r>
              <a:rPr kumimoji="0" lang="zh-CN" altLang="en-US"/>
              <a:t>条指令停顿一拍后再启动</a:t>
            </a:r>
          </a:p>
          <a:p>
            <a:pPr lvl="1" eaLnBrk="1" hangingPunct="1"/>
            <a:r>
              <a:rPr kumimoji="0" lang="zh-CN" altLang="en-US"/>
              <a:t>增设一个存储器，将指令和数据分别放在两个存储器中</a:t>
            </a:r>
          </a:p>
        </p:txBody>
      </p:sp>
      <p:graphicFrame>
        <p:nvGraphicFramePr>
          <p:cNvPr id="393358" name="Group 142">
            <a:extLst>
              <a:ext uri="{FF2B5EF4-FFF2-40B4-BE49-F238E27FC236}">
                <a16:creationId xmlns:a16="http://schemas.microsoft.com/office/drawing/2014/main" id="{65219A17-1BA2-0F49-A7B9-7B4152DBF110}"/>
              </a:ext>
            </a:extLst>
          </p:cNvPr>
          <p:cNvGraphicFramePr>
            <a:graphicFrameLocks noGrp="1"/>
          </p:cNvGraphicFramePr>
          <p:nvPr>
            <p:extLst>
              <p:ext uri="{D42A27DB-BD31-4B8C-83A1-F6EECF244321}">
                <p14:modId xmlns:p14="http://schemas.microsoft.com/office/powerpoint/2010/main" val="2414704326"/>
              </p:ext>
            </p:extLst>
          </p:nvPr>
        </p:nvGraphicFramePr>
        <p:xfrm>
          <a:off x="592137" y="1600200"/>
          <a:ext cx="7959725" cy="3048024"/>
        </p:xfrm>
        <a:graphic>
          <a:graphicData uri="http://schemas.openxmlformats.org/drawingml/2006/table">
            <a:tbl>
              <a:tblPr/>
              <a:tblGrid>
                <a:gridCol w="1628775">
                  <a:extLst>
                    <a:ext uri="{9D8B030D-6E8A-4147-A177-3AD203B41FA5}">
                      <a16:colId xmlns:a16="http://schemas.microsoft.com/office/drawing/2014/main" val="20000"/>
                    </a:ext>
                  </a:extLst>
                </a:gridCol>
                <a:gridCol w="790575">
                  <a:extLst>
                    <a:ext uri="{9D8B030D-6E8A-4147-A177-3AD203B41FA5}">
                      <a16:colId xmlns:a16="http://schemas.microsoft.com/office/drawing/2014/main" val="20001"/>
                    </a:ext>
                  </a:extLst>
                </a:gridCol>
                <a:gridCol w="792162">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gridCol w="788987">
                  <a:extLst>
                    <a:ext uri="{9D8B030D-6E8A-4147-A177-3AD203B41FA5}">
                      <a16:colId xmlns:a16="http://schemas.microsoft.com/office/drawing/2014/main" val="20004"/>
                    </a:ext>
                  </a:extLst>
                </a:gridCol>
                <a:gridCol w="792163">
                  <a:extLst>
                    <a:ext uri="{9D8B030D-6E8A-4147-A177-3AD203B41FA5}">
                      <a16:colId xmlns:a16="http://schemas.microsoft.com/office/drawing/2014/main" val="20005"/>
                    </a:ext>
                  </a:extLst>
                </a:gridCol>
                <a:gridCol w="792162">
                  <a:extLst>
                    <a:ext uri="{9D8B030D-6E8A-4147-A177-3AD203B41FA5}">
                      <a16:colId xmlns:a16="http://schemas.microsoft.com/office/drawing/2014/main" val="20006"/>
                    </a:ext>
                  </a:extLst>
                </a:gridCol>
                <a:gridCol w="790575">
                  <a:extLst>
                    <a:ext uri="{9D8B030D-6E8A-4147-A177-3AD203B41FA5}">
                      <a16:colId xmlns:a16="http://schemas.microsoft.com/office/drawing/2014/main" val="20007"/>
                    </a:ext>
                  </a:extLst>
                </a:gridCol>
                <a:gridCol w="792163">
                  <a:extLst>
                    <a:ext uri="{9D8B030D-6E8A-4147-A177-3AD203B41FA5}">
                      <a16:colId xmlns:a16="http://schemas.microsoft.com/office/drawing/2014/main" val="20008"/>
                    </a:ext>
                  </a:extLst>
                </a:gridCol>
              </a:tblGrid>
              <a:tr h="751838">
                <a:tc>
                  <a:txBody>
                    <a:bodyPr/>
                    <a:lstStyle/>
                    <a:p>
                      <a:pPr marL="0" marR="0" lvl="0" indent="0" algn="r" defTabSz="914400" rtl="0" eaLnBrk="1" fontAlgn="base" latinLnBrk="0" hangingPunct="1">
                        <a:lnSpc>
                          <a:spcPct val="8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时钟</a:t>
                      </a:r>
                    </a:p>
                    <a:p>
                      <a:pPr marL="0" marR="0" lvl="0" indent="0" algn="l" defTabSz="914400" rtl="0" eaLnBrk="1" fontAlgn="base" latinLnBrk="0" hangingPunct="1">
                        <a:lnSpc>
                          <a:spcPct val="8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指令</a:t>
                      </a:r>
                    </a:p>
                  </a:txBody>
                  <a:tcPr marL="90000" marR="90000" marT="46738" marB="4673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w="12700" cap="flat" cmpd="sng" algn="ctr">
                      <a:solidFill>
                        <a:schemeClr val="tx1"/>
                      </a:solidFill>
                      <a:prstDash val="solid"/>
                      <a:round/>
                      <a:headEnd type="none" w="med" len="med"/>
                      <a:tailEnd type="none" w="lg" len="lg"/>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1</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2</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3</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4</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5</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6</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itchFamily="18" charset="0"/>
                          <a:ea typeface="楷体_GB2312" pitchFamily="49" charset="-122"/>
                        </a:rPr>
                        <a:t>7</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8</a:t>
                      </a:r>
                    </a:p>
                  </a:txBody>
                  <a:tcPr marL="36000" marR="36000" marT="46738" marB="4673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459232">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I1(Load)</a:t>
                      </a:r>
                    </a:p>
                  </a:txBody>
                  <a:tcPr marL="90000" marR="90000" marT="46738" marB="4673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IF</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ID</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EX</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MEM</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WB</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459232">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I2</a:t>
                      </a:r>
                    </a:p>
                  </a:txBody>
                  <a:tcPr marL="90000" marR="90000" marT="46738" marB="4673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IF</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ID</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EX</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MEM</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WB</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459232">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I3</a:t>
                      </a:r>
                    </a:p>
                  </a:txBody>
                  <a:tcPr marL="90000" marR="90000" marT="46738" marB="4673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IF</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ID</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EX</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MEM</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WB</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459232">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I4</a:t>
                      </a:r>
                    </a:p>
                  </a:txBody>
                  <a:tcPr marL="90000" marR="90000" marT="46738" marB="4673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IF</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ID</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EX</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MEM</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WB</a:t>
                      </a:r>
                    </a:p>
                  </a:txBody>
                  <a:tcPr marL="36000" marR="36000" marT="46738" marB="4673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4"/>
                  </a:ext>
                </a:extLst>
              </a:tr>
              <a:tr h="459232">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I5</a:t>
                      </a:r>
                    </a:p>
                  </a:txBody>
                  <a:tcPr marL="90000" marR="90000" marT="46738" marB="4673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IF</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ID</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EX</a:t>
                      </a:r>
                    </a:p>
                  </a:txBody>
                  <a:tcPr marL="36000" marR="36000" marT="46738" marB="4673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itchFamily="18" charset="0"/>
                          <a:ea typeface="楷体_GB2312" pitchFamily="49" charset="-122"/>
                        </a:rPr>
                        <a:t>MEM</a:t>
                      </a:r>
                    </a:p>
                  </a:txBody>
                  <a:tcPr marL="36000" marR="36000" marT="46738" marB="4673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93351" name="Rectangle 135">
            <a:extLst>
              <a:ext uri="{FF2B5EF4-FFF2-40B4-BE49-F238E27FC236}">
                <a16:creationId xmlns:a16="http://schemas.microsoft.com/office/drawing/2014/main" id="{F65370C7-2E30-48B4-8959-EF6690816C44}"/>
              </a:ext>
            </a:extLst>
          </p:cNvPr>
          <p:cNvSpPr>
            <a:spLocks noChangeArrowheads="1"/>
          </p:cNvSpPr>
          <p:nvPr/>
        </p:nvSpPr>
        <p:spPr bwMode="auto">
          <a:xfrm>
            <a:off x="4653524" y="2409358"/>
            <a:ext cx="663575" cy="361950"/>
          </a:xfrm>
          <a:prstGeom prst="rect">
            <a:avLst/>
          </a:prstGeom>
          <a:noFill/>
          <a:ln w="28575">
            <a:solidFill>
              <a:srgbClr val="CC3300"/>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楷体" panose="02010609060101010101" pitchFamily="49" charset="-122"/>
              <a:cs typeface="Times New Roman" panose="02020603050405020304" pitchFamily="18" charset="0"/>
            </a:endParaRPr>
          </a:p>
        </p:txBody>
      </p:sp>
      <p:sp>
        <p:nvSpPr>
          <p:cNvPr id="393352" name="Rectangle 136">
            <a:extLst>
              <a:ext uri="{FF2B5EF4-FFF2-40B4-BE49-F238E27FC236}">
                <a16:creationId xmlns:a16="http://schemas.microsoft.com/office/drawing/2014/main" id="{FC3B8AA6-ABAE-9040-BC16-099017C34550}"/>
              </a:ext>
            </a:extLst>
          </p:cNvPr>
          <p:cNvSpPr>
            <a:spLocks noChangeArrowheads="1"/>
          </p:cNvSpPr>
          <p:nvPr/>
        </p:nvSpPr>
        <p:spPr bwMode="auto">
          <a:xfrm>
            <a:off x="4654084" y="3790950"/>
            <a:ext cx="663575" cy="361950"/>
          </a:xfrm>
          <a:prstGeom prst="rect">
            <a:avLst/>
          </a:prstGeom>
          <a:noFill/>
          <a:ln w="28575">
            <a:solidFill>
              <a:srgbClr val="CC3300"/>
            </a:solid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33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335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93219">
                                            <p:txEl>
                                              <p:pRg st="7" end="7"/>
                                            </p:txEl>
                                          </p:spTgt>
                                        </p:tgtEl>
                                        <p:attrNameLst>
                                          <p:attrName>style.visibility</p:attrName>
                                        </p:attrNameLst>
                                      </p:cBhvr>
                                      <p:to>
                                        <p:strVal val="visible"/>
                                      </p:to>
                                    </p:set>
                                    <p:animEffect transition="in" filter="blinds(horizontal)">
                                      <p:cBhvr>
                                        <p:cTn id="13" dur="500"/>
                                        <p:tgtEl>
                                          <p:spTgt spid="393219">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93219">
                                            <p:txEl>
                                              <p:pRg st="8" end="8"/>
                                            </p:txEl>
                                          </p:spTgt>
                                        </p:tgtEl>
                                        <p:attrNameLst>
                                          <p:attrName>style.visibility</p:attrName>
                                        </p:attrNameLst>
                                      </p:cBhvr>
                                      <p:to>
                                        <p:strVal val="visible"/>
                                      </p:to>
                                    </p:set>
                                    <p:animEffect transition="in" filter="blinds(horizontal)">
                                      <p:cBhvr>
                                        <p:cTn id="16" dur="500"/>
                                        <p:tgtEl>
                                          <p:spTgt spid="393219">
                                            <p:txEl>
                                              <p:pRg st="8" end="8"/>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93219">
                                            <p:txEl>
                                              <p:pRg st="9" end="9"/>
                                            </p:txEl>
                                          </p:spTgt>
                                        </p:tgtEl>
                                        <p:attrNameLst>
                                          <p:attrName>style.visibility</p:attrName>
                                        </p:attrNameLst>
                                      </p:cBhvr>
                                      <p:to>
                                        <p:strVal val="visible"/>
                                      </p:to>
                                    </p:set>
                                    <p:animEffect transition="in" filter="blinds(horizontal)">
                                      <p:cBhvr>
                                        <p:cTn id="19" dur="500"/>
                                        <p:tgtEl>
                                          <p:spTgt spid="3932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351" grpId="0" animBg="1"/>
      <p:bldP spid="39335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a:extLst>
              <a:ext uri="{FF2B5EF4-FFF2-40B4-BE49-F238E27FC236}">
                <a16:creationId xmlns:a16="http://schemas.microsoft.com/office/drawing/2014/main" id="{A4332E1A-77B6-8A44-B8C3-46ECED021FFD}"/>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数据相关实例</a:t>
            </a:r>
            <a:endParaRPr lang="en-US" altLang="zh-CN">
              <a:cs typeface="Times New Roman" panose="02020603050405020304" pitchFamily="18" charset="0"/>
            </a:endParaRPr>
          </a:p>
        </p:txBody>
      </p:sp>
      <p:sp>
        <p:nvSpPr>
          <p:cNvPr id="395267" name="Rectangle 3">
            <a:extLst>
              <a:ext uri="{FF2B5EF4-FFF2-40B4-BE49-F238E27FC236}">
                <a16:creationId xmlns:a16="http://schemas.microsoft.com/office/drawing/2014/main" id="{C3E3ACE4-956E-4D70-B7AF-F7652014DEDB}"/>
              </a:ext>
            </a:extLst>
          </p:cNvPr>
          <p:cNvSpPr>
            <a:spLocks noGrp="1" noChangeArrowheads="1"/>
          </p:cNvSpPr>
          <p:nvPr>
            <p:ph idx="1"/>
          </p:nvPr>
        </p:nvSpPr>
        <p:spPr/>
        <p:txBody>
          <a:bodyPr/>
          <a:lstStyle/>
          <a:p>
            <a:pPr eaLnBrk="1" hangingPunct="1">
              <a:lnSpc>
                <a:spcPct val="90000"/>
              </a:lnSpc>
            </a:pPr>
            <a:r>
              <a:rPr lang="en-US" altLang="zh-CN" sz="2400" dirty="0">
                <a:cs typeface="Times New Roman" panose="02020603050405020304" pitchFamily="18" charset="0"/>
              </a:rPr>
              <a:t>ADD </a:t>
            </a:r>
            <a:r>
              <a:rPr lang="en-US" altLang="zh-CN" sz="2400" dirty="0">
                <a:solidFill>
                  <a:srgbClr val="FF0000"/>
                </a:solidFill>
                <a:cs typeface="Times New Roman" panose="02020603050405020304" pitchFamily="18" charset="0"/>
              </a:rPr>
              <a:t>R1</a:t>
            </a:r>
            <a:r>
              <a:rPr lang="en-US" altLang="zh-CN" sz="2400" dirty="0">
                <a:cs typeface="Times New Roman" panose="02020603050405020304" pitchFamily="18" charset="0"/>
              </a:rPr>
              <a:t>,R2,R3		;(R2)+(R3)→(R1)</a:t>
            </a:r>
          </a:p>
          <a:p>
            <a:pPr eaLnBrk="1" hangingPunct="1">
              <a:lnSpc>
                <a:spcPct val="90000"/>
              </a:lnSpc>
            </a:pPr>
            <a:r>
              <a:rPr lang="en-US" altLang="zh-CN" sz="2400" dirty="0">
                <a:cs typeface="Times New Roman" panose="02020603050405020304" pitchFamily="18" charset="0"/>
              </a:rPr>
              <a:t>SUB R4,</a:t>
            </a:r>
            <a:r>
              <a:rPr lang="en-US" altLang="zh-CN" sz="2400" dirty="0">
                <a:solidFill>
                  <a:srgbClr val="FF0000"/>
                </a:solidFill>
                <a:cs typeface="Times New Roman" panose="02020603050405020304" pitchFamily="18" charset="0"/>
              </a:rPr>
              <a:t>R1</a:t>
            </a:r>
            <a:r>
              <a:rPr lang="en-US" altLang="zh-CN" sz="2400" dirty="0">
                <a:cs typeface="Times New Roman" panose="02020603050405020304" pitchFamily="18" charset="0"/>
              </a:rPr>
              <a:t>,R5		;(R1)-(R5)→(R4)</a:t>
            </a:r>
          </a:p>
          <a:p>
            <a:pPr eaLnBrk="1" hangingPunct="1">
              <a:lnSpc>
                <a:spcPct val="90000"/>
              </a:lnSpc>
            </a:pPr>
            <a:r>
              <a:rPr lang="en-US" altLang="zh-CN" sz="2400" dirty="0">
                <a:cs typeface="Times New Roman" panose="02020603050405020304" pitchFamily="18" charset="0"/>
              </a:rPr>
              <a:t>AND R6,</a:t>
            </a:r>
            <a:r>
              <a:rPr lang="en-US" altLang="zh-CN" sz="2400" dirty="0">
                <a:solidFill>
                  <a:srgbClr val="FF0000"/>
                </a:solidFill>
                <a:cs typeface="Times New Roman" panose="02020603050405020304" pitchFamily="18" charset="0"/>
              </a:rPr>
              <a:t>R1</a:t>
            </a:r>
            <a:r>
              <a:rPr lang="en-US" altLang="zh-CN" sz="2400" dirty="0">
                <a:cs typeface="Times New Roman" panose="02020603050405020304" pitchFamily="18" charset="0"/>
              </a:rPr>
              <a:t>,R7		;(R1)</a:t>
            </a:r>
            <a:r>
              <a:rPr lang="el-GR" altLang="zh-CN" sz="2400" dirty="0">
                <a:cs typeface="Times New Roman" panose="02020603050405020304" pitchFamily="18" charset="0"/>
              </a:rPr>
              <a:t>Λ</a:t>
            </a:r>
            <a:r>
              <a:rPr lang="en-US" altLang="zh-CN" sz="2400" dirty="0">
                <a:cs typeface="Times New Roman" panose="02020603050405020304" pitchFamily="18" charset="0"/>
              </a:rPr>
              <a:t>(R7)→(R6)</a:t>
            </a:r>
          </a:p>
          <a:p>
            <a:pPr eaLnBrk="1" hangingPunct="1">
              <a:lnSpc>
                <a:spcPct val="90000"/>
              </a:lnSpc>
            </a:pPr>
            <a:endParaRPr lang="en-US" altLang="zh-CN" sz="2400" dirty="0">
              <a:cs typeface="Times New Roman" panose="02020603050405020304" pitchFamily="18" charset="0"/>
            </a:endParaRPr>
          </a:p>
          <a:p>
            <a:pPr eaLnBrk="1" hangingPunct="1">
              <a:lnSpc>
                <a:spcPct val="90000"/>
              </a:lnSpc>
            </a:pPr>
            <a:endParaRPr lang="en-US" altLang="zh-CN" sz="2800" dirty="0">
              <a:cs typeface="Times New Roman" panose="02020603050405020304" pitchFamily="18" charset="0"/>
            </a:endParaRPr>
          </a:p>
          <a:p>
            <a:pPr eaLnBrk="1" hangingPunct="1">
              <a:lnSpc>
                <a:spcPct val="90000"/>
              </a:lnSpc>
            </a:pPr>
            <a:endParaRPr lang="en-US" altLang="zh-CN" dirty="0">
              <a:cs typeface="Times New Roman" panose="02020603050405020304" pitchFamily="18" charset="0"/>
            </a:endParaRPr>
          </a:p>
          <a:p>
            <a:pPr eaLnBrk="1" hangingPunct="1">
              <a:lnSpc>
                <a:spcPct val="90000"/>
              </a:lnSpc>
            </a:pPr>
            <a:endParaRPr lang="en-US" altLang="zh-CN" dirty="0">
              <a:cs typeface="Times New Roman" panose="02020603050405020304" pitchFamily="18" charset="0"/>
            </a:endParaRPr>
          </a:p>
          <a:p>
            <a:pPr eaLnBrk="1" hangingPunct="1">
              <a:lnSpc>
                <a:spcPct val="90000"/>
              </a:lnSpc>
            </a:pPr>
            <a:endParaRPr lang="en-US" altLang="zh-CN" dirty="0">
              <a:cs typeface="Times New Roman" panose="02020603050405020304" pitchFamily="18" charset="0"/>
            </a:endParaRPr>
          </a:p>
          <a:p>
            <a:pPr eaLnBrk="1" hangingPunct="1">
              <a:lnSpc>
                <a:spcPct val="90000"/>
              </a:lnSpc>
            </a:pPr>
            <a:r>
              <a:rPr kumimoji="0" lang="zh-CN" altLang="en-US" sz="2800" dirty="0"/>
              <a:t>解决冲突的</a:t>
            </a:r>
            <a:r>
              <a:rPr kumimoji="0" lang="en-US" altLang="zh-CN" sz="2800" dirty="0"/>
              <a:t>2</a:t>
            </a:r>
            <a:r>
              <a:rPr kumimoji="0" lang="zh-CN" altLang="en-US" sz="2800" dirty="0"/>
              <a:t>种典型方法： </a:t>
            </a:r>
          </a:p>
          <a:p>
            <a:pPr lvl="1" eaLnBrk="1" hangingPunct="1">
              <a:lnSpc>
                <a:spcPct val="90000"/>
              </a:lnSpc>
            </a:pPr>
            <a:r>
              <a:rPr lang="zh-CN" altLang="en-US" sz="2400" dirty="0"/>
              <a:t>可以推迟后继指令对相关单元的读操作</a:t>
            </a:r>
          </a:p>
          <a:p>
            <a:pPr lvl="1" eaLnBrk="1" hangingPunct="1">
              <a:lnSpc>
                <a:spcPct val="90000"/>
              </a:lnSpc>
            </a:pPr>
            <a:r>
              <a:rPr lang="zh-CN" altLang="en-US" sz="2400" dirty="0"/>
              <a:t>数据转发（</a:t>
            </a:r>
            <a:r>
              <a:rPr lang="en-US" altLang="zh-CN" sz="2400" dirty="0"/>
              <a:t>data forwarding</a:t>
            </a:r>
            <a:r>
              <a:rPr lang="zh-CN" altLang="en-US" sz="2400" dirty="0"/>
              <a:t>）：将结果直接从一个流水线阶段传到较早阶段的技术，也成为数据旁路（</a:t>
            </a:r>
            <a:r>
              <a:rPr lang="en-US" altLang="zh-CN" sz="2400" dirty="0"/>
              <a:t>data bypassing</a:t>
            </a:r>
            <a:r>
              <a:rPr lang="zh-CN" altLang="en-US" sz="2400" dirty="0"/>
              <a:t>）或前推（</a:t>
            </a:r>
            <a:r>
              <a:rPr lang="en-US" altLang="zh-CN" sz="2400" dirty="0"/>
              <a:t> forwarding </a:t>
            </a:r>
            <a:r>
              <a:rPr lang="zh-CN" altLang="en-US" sz="2400" dirty="0"/>
              <a:t>）</a:t>
            </a:r>
          </a:p>
        </p:txBody>
      </p:sp>
      <p:graphicFrame>
        <p:nvGraphicFramePr>
          <p:cNvPr id="395371" name="Group 107">
            <a:extLst>
              <a:ext uri="{FF2B5EF4-FFF2-40B4-BE49-F238E27FC236}">
                <a16:creationId xmlns:a16="http://schemas.microsoft.com/office/drawing/2014/main" id="{681503CD-75FF-CD4A-8F44-3CEF6A53542D}"/>
              </a:ext>
            </a:extLst>
          </p:cNvPr>
          <p:cNvGraphicFramePr>
            <a:graphicFrameLocks noGrp="1"/>
          </p:cNvGraphicFramePr>
          <p:nvPr>
            <p:extLst>
              <p:ext uri="{D42A27DB-BD31-4B8C-83A1-F6EECF244321}">
                <p14:modId xmlns:p14="http://schemas.microsoft.com/office/powerpoint/2010/main" val="3706541022"/>
              </p:ext>
            </p:extLst>
          </p:nvPr>
        </p:nvGraphicFramePr>
        <p:xfrm>
          <a:off x="601663" y="2365375"/>
          <a:ext cx="7959725" cy="2130424"/>
        </p:xfrm>
        <a:graphic>
          <a:graphicData uri="http://schemas.openxmlformats.org/drawingml/2006/table">
            <a:tbl>
              <a:tblPr/>
              <a:tblGrid>
                <a:gridCol w="1628775">
                  <a:extLst>
                    <a:ext uri="{9D8B030D-6E8A-4147-A177-3AD203B41FA5}">
                      <a16:colId xmlns:a16="http://schemas.microsoft.com/office/drawing/2014/main" val="20000"/>
                    </a:ext>
                  </a:extLst>
                </a:gridCol>
                <a:gridCol w="790575">
                  <a:extLst>
                    <a:ext uri="{9D8B030D-6E8A-4147-A177-3AD203B41FA5}">
                      <a16:colId xmlns:a16="http://schemas.microsoft.com/office/drawing/2014/main" val="20001"/>
                    </a:ext>
                  </a:extLst>
                </a:gridCol>
                <a:gridCol w="792162">
                  <a:extLst>
                    <a:ext uri="{9D8B030D-6E8A-4147-A177-3AD203B41FA5}">
                      <a16:colId xmlns:a16="http://schemas.microsoft.com/office/drawing/2014/main" val="20002"/>
                    </a:ext>
                  </a:extLst>
                </a:gridCol>
                <a:gridCol w="792163">
                  <a:extLst>
                    <a:ext uri="{9D8B030D-6E8A-4147-A177-3AD203B41FA5}">
                      <a16:colId xmlns:a16="http://schemas.microsoft.com/office/drawing/2014/main" val="20003"/>
                    </a:ext>
                  </a:extLst>
                </a:gridCol>
                <a:gridCol w="788987">
                  <a:extLst>
                    <a:ext uri="{9D8B030D-6E8A-4147-A177-3AD203B41FA5}">
                      <a16:colId xmlns:a16="http://schemas.microsoft.com/office/drawing/2014/main" val="20004"/>
                    </a:ext>
                  </a:extLst>
                </a:gridCol>
                <a:gridCol w="792163">
                  <a:extLst>
                    <a:ext uri="{9D8B030D-6E8A-4147-A177-3AD203B41FA5}">
                      <a16:colId xmlns:a16="http://schemas.microsoft.com/office/drawing/2014/main" val="20005"/>
                    </a:ext>
                  </a:extLst>
                </a:gridCol>
                <a:gridCol w="792162">
                  <a:extLst>
                    <a:ext uri="{9D8B030D-6E8A-4147-A177-3AD203B41FA5}">
                      <a16:colId xmlns:a16="http://schemas.microsoft.com/office/drawing/2014/main" val="20006"/>
                    </a:ext>
                  </a:extLst>
                </a:gridCol>
                <a:gridCol w="790575">
                  <a:extLst>
                    <a:ext uri="{9D8B030D-6E8A-4147-A177-3AD203B41FA5}">
                      <a16:colId xmlns:a16="http://schemas.microsoft.com/office/drawing/2014/main" val="20007"/>
                    </a:ext>
                  </a:extLst>
                </a:gridCol>
                <a:gridCol w="792163">
                  <a:extLst>
                    <a:ext uri="{9D8B030D-6E8A-4147-A177-3AD203B41FA5}">
                      <a16:colId xmlns:a16="http://schemas.microsoft.com/office/drawing/2014/main" val="20008"/>
                    </a:ext>
                  </a:extLst>
                </a:gridCol>
              </a:tblGrid>
              <a:tr h="752101">
                <a:tc>
                  <a:txBody>
                    <a:bodyPr/>
                    <a:lstStyle/>
                    <a:p>
                      <a:pPr marL="0" marR="0" lvl="0" indent="0" algn="r" defTabSz="914400" rtl="0" eaLnBrk="1" fontAlgn="base" latinLnBrk="0" hangingPunct="1">
                        <a:lnSpc>
                          <a:spcPct val="8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mn-cs"/>
                        </a:rPr>
                        <a:t>时钟</a:t>
                      </a:r>
                    </a:p>
                    <a:p>
                      <a:pPr marL="0" marR="0" lvl="0" indent="0" algn="l" defTabSz="914400" rtl="0" eaLnBrk="1" fontAlgn="base" latinLnBrk="0" hangingPunct="1">
                        <a:lnSpc>
                          <a:spcPct val="80000"/>
                        </a:lnSpc>
                        <a:spcBef>
                          <a:spcPct val="20000"/>
                        </a:spcBef>
                        <a:spcAft>
                          <a:spcPct val="0"/>
                        </a:spcAft>
                        <a:buClr>
                          <a:srgbClr val="CC3300"/>
                        </a:buClr>
                        <a:buSzTx/>
                        <a:buFont typeface="Wingdings 2"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指令</a:t>
                      </a:r>
                    </a:p>
                  </a:txBody>
                  <a:tcPr marL="90000" marR="90000" marT="46808" marB="4680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w="12700" cap="flat" cmpd="sng" algn="ctr">
                      <a:solidFill>
                        <a:schemeClr val="tx1"/>
                      </a:solidFill>
                      <a:prstDash val="solid"/>
                      <a:round/>
                      <a:headEnd type="none" w="med" len="med"/>
                      <a:tailEnd type="none" w="lg" len="lg"/>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1</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2</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3</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4</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5</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6</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7</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8</a:t>
                      </a:r>
                    </a:p>
                  </a:txBody>
                  <a:tcPr marL="36000" marR="36000" marT="46808" marB="4680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459441">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ADD</a:t>
                      </a:r>
                    </a:p>
                  </a:txBody>
                  <a:tcPr marL="90000" marR="90000" marT="46808" marB="4680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IF</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ID</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EX</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MEM</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WB</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808" marB="4680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459441">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SUB</a:t>
                      </a:r>
                    </a:p>
                  </a:txBody>
                  <a:tcPr marL="90000" marR="90000" marT="46808" marB="4680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IF</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ID</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EX</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MEM</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WB</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808" marB="4680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459441">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AND</a:t>
                      </a:r>
                    </a:p>
                  </a:txBody>
                  <a:tcPr marL="90000" marR="90000" marT="46808" marB="46808"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itchFamily="18" charset="0"/>
                        <a:ea typeface="楷体_GB2312" pitchFamily="49" charset="-122"/>
                      </a:endParaRP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IF</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ID</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EX</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MEM</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WB</a:t>
                      </a:r>
                    </a:p>
                  </a:txBody>
                  <a:tcPr marL="36000" marR="36000" marT="46808" marB="46808"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dirty="0">
                        <a:ln>
                          <a:noFill/>
                        </a:ln>
                        <a:solidFill>
                          <a:schemeClr val="tx1"/>
                        </a:solidFill>
                        <a:effectLst/>
                        <a:latin typeface="Times New Roman" pitchFamily="18" charset="0"/>
                        <a:ea typeface="楷体_GB2312" pitchFamily="49" charset="-122"/>
                      </a:endParaRPr>
                    </a:p>
                  </a:txBody>
                  <a:tcPr marL="36000" marR="36000" marT="46808" marB="46808"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95361" name="Rectangle 97">
            <a:extLst>
              <a:ext uri="{FF2B5EF4-FFF2-40B4-BE49-F238E27FC236}">
                <a16:creationId xmlns:a16="http://schemas.microsoft.com/office/drawing/2014/main" id="{A756A352-D9B1-4C4F-A435-F96AFA735C3C}"/>
              </a:ext>
            </a:extLst>
          </p:cNvPr>
          <p:cNvSpPr>
            <a:spLocks noChangeArrowheads="1"/>
          </p:cNvSpPr>
          <p:nvPr/>
        </p:nvSpPr>
        <p:spPr bwMode="auto">
          <a:xfrm>
            <a:off x="5457825" y="3170238"/>
            <a:ext cx="663575" cy="361950"/>
          </a:xfrm>
          <a:prstGeom prst="rect">
            <a:avLst/>
          </a:prstGeom>
          <a:noFill/>
          <a:ln w="28575">
            <a:solidFill>
              <a:srgbClr val="FF0000"/>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95362" name="Rectangle 98">
            <a:extLst>
              <a:ext uri="{FF2B5EF4-FFF2-40B4-BE49-F238E27FC236}">
                <a16:creationId xmlns:a16="http://schemas.microsoft.com/office/drawing/2014/main" id="{DC74700B-832D-2043-93CD-93C67A234F60}"/>
              </a:ext>
            </a:extLst>
          </p:cNvPr>
          <p:cNvSpPr>
            <a:spLocks noChangeArrowheads="1"/>
          </p:cNvSpPr>
          <p:nvPr/>
        </p:nvSpPr>
        <p:spPr bwMode="auto">
          <a:xfrm>
            <a:off x="4667250" y="3619500"/>
            <a:ext cx="663575" cy="361950"/>
          </a:xfrm>
          <a:prstGeom prst="rect">
            <a:avLst/>
          </a:prstGeom>
          <a:noFill/>
          <a:ln w="28575">
            <a:solidFill>
              <a:srgbClr val="FF0000"/>
            </a:solid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itchFamily="34" charset="0"/>
              <a:ea typeface="宋体" charset="-122"/>
            </a:endParaRPr>
          </a:p>
        </p:txBody>
      </p:sp>
      <p:sp>
        <p:nvSpPr>
          <p:cNvPr id="395368" name="Rectangle 104">
            <a:extLst>
              <a:ext uri="{FF2B5EF4-FFF2-40B4-BE49-F238E27FC236}">
                <a16:creationId xmlns:a16="http://schemas.microsoft.com/office/drawing/2014/main" id="{A61D7B3C-775E-9D4E-8995-C353AB0161DE}"/>
              </a:ext>
            </a:extLst>
          </p:cNvPr>
          <p:cNvSpPr>
            <a:spLocks noChangeArrowheads="1"/>
          </p:cNvSpPr>
          <p:nvPr/>
        </p:nvSpPr>
        <p:spPr bwMode="auto">
          <a:xfrm>
            <a:off x="5467350" y="4089400"/>
            <a:ext cx="663575" cy="361950"/>
          </a:xfrm>
          <a:prstGeom prst="rect">
            <a:avLst/>
          </a:prstGeom>
          <a:noFill/>
          <a:ln w="28575">
            <a:solidFill>
              <a:srgbClr val="FF0000"/>
            </a:solidFill>
            <a:miter lim="800000"/>
            <a:headE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itchFamily="34" charset="0"/>
              <a:ea typeface="宋体"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3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53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536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95267">
                                            <p:txEl>
                                              <p:pRg st="8" end="8"/>
                                            </p:txEl>
                                          </p:spTgt>
                                        </p:tgtEl>
                                        <p:attrNameLst>
                                          <p:attrName>style.visibility</p:attrName>
                                        </p:attrNameLst>
                                      </p:cBhvr>
                                      <p:to>
                                        <p:strVal val="visible"/>
                                      </p:to>
                                    </p:set>
                                    <p:animEffect transition="in" filter="blinds(horizontal)">
                                      <p:cBhvr>
                                        <p:cTn id="15" dur="500"/>
                                        <p:tgtEl>
                                          <p:spTgt spid="395267">
                                            <p:txEl>
                                              <p:pRg st="8" end="8"/>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95267">
                                            <p:txEl>
                                              <p:pRg st="9" end="9"/>
                                            </p:txEl>
                                          </p:spTgt>
                                        </p:tgtEl>
                                        <p:attrNameLst>
                                          <p:attrName>style.visibility</p:attrName>
                                        </p:attrNameLst>
                                      </p:cBhvr>
                                      <p:to>
                                        <p:strVal val="visible"/>
                                      </p:to>
                                    </p:set>
                                    <p:animEffect transition="in" filter="blinds(horizontal)">
                                      <p:cBhvr>
                                        <p:cTn id="18" dur="500"/>
                                        <p:tgtEl>
                                          <p:spTgt spid="395267">
                                            <p:txEl>
                                              <p:pRg st="9" end="9"/>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95267">
                                            <p:txEl>
                                              <p:pRg st="10" end="10"/>
                                            </p:txEl>
                                          </p:spTgt>
                                        </p:tgtEl>
                                        <p:attrNameLst>
                                          <p:attrName>style.visibility</p:attrName>
                                        </p:attrNameLst>
                                      </p:cBhvr>
                                      <p:to>
                                        <p:strVal val="visible"/>
                                      </p:to>
                                    </p:set>
                                    <p:animEffect transition="in" filter="blinds(horizontal)">
                                      <p:cBhvr>
                                        <p:cTn id="21" dur="500"/>
                                        <p:tgtEl>
                                          <p:spTgt spid="3952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361" grpId="0" animBg="1"/>
      <p:bldP spid="395362" grpId="0" animBg="1"/>
      <p:bldP spid="39536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26EEF-6B56-4D7F-9C3A-F717D414F999}"/>
              </a:ext>
            </a:extLst>
          </p:cNvPr>
          <p:cNvSpPr>
            <a:spLocks noGrp="1"/>
          </p:cNvSpPr>
          <p:nvPr>
            <p:ph type="title"/>
          </p:nvPr>
        </p:nvSpPr>
        <p:spPr/>
        <p:txBody>
          <a:bodyPr/>
          <a:lstStyle/>
          <a:p>
            <a:r>
              <a:rPr lang="zh-CN" altLang="en-US"/>
              <a:t>数据转发</a:t>
            </a:r>
          </a:p>
        </p:txBody>
      </p:sp>
      <p:sp>
        <p:nvSpPr>
          <p:cNvPr id="101378" name="内容占位符 2">
            <a:extLst>
              <a:ext uri="{FF2B5EF4-FFF2-40B4-BE49-F238E27FC236}">
                <a16:creationId xmlns:a16="http://schemas.microsoft.com/office/drawing/2014/main" id="{0EDBE8B7-9E85-49B4-BDD6-0F38A5262593}"/>
              </a:ext>
            </a:extLst>
          </p:cNvPr>
          <p:cNvSpPr>
            <a:spLocks noGrp="1" noChangeArrowheads="1"/>
          </p:cNvSpPr>
          <p:nvPr>
            <p:ph idx="1"/>
          </p:nvPr>
        </p:nvSpPr>
        <p:spPr>
          <a:xfrm>
            <a:off x="266700" y="990600"/>
            <a:ext cx="8610600" cy="5232400"/>
          </a:xfrm>
        </p:spPr>
        <p:txBody>
          <a:bodyPr/>
          <a:lstStyle/>
          <a:p>
            <a:r>
              <a:rPr lang="zh-CN" altLang="en-US" sz="2400" dirty="0"/>
              <a:t>输入到</a:t>
            </a:r>
            <a:r>
              <a:rPr lang="en-US" altLang="zh-CN" sz="2400" dirty="0"/>
              <a:t>ALU</a:t>
            </a:r>
            <a:r>
              <a:rPr lang="zh-CN" altLang="en-US" sz="2400" dirty="0"/>
              <a:t>的数据可以来自于</a:t>
            </a:r>
            <a:r>
              <a:rPr lang="en-US" altLang="zh-CN" sz="2400" dirty="0"/>
              <a:t>ID/EX</a:t>
            </a:r>
            <a:r>
              <a:rPr lang="zh-CN" altLang="en-US" sz="2400" dirty="0"/>
              <a:t>、或流水线后续的寄存器</a:t>
            </a:r>
            <a:endParaRPr lang="en-US" altLang="zh-CN" sz="2400" dirty="0"/>
          </a:p>
          <a:p>
            <a:r>
              <a:rPr lang="zh-CN" altLang="en-US" sz="2400" dirty="0"/>
              <a:t>使用控制信号和多路选择器选择合适的输入至</a:t>
            </a:r>
            <a:r>
              <a:rPr lang="en-US" altLang="zh-CN" sz="2400" dirty="0"/>
              <a:t>ALU</a:t>
            </a:r>
            <a:endParaRPr lang="zh-CN" altLang="en-US" sz="2400" dirty="0"/>
          </a:p>
        </p:txBody>
      </p:sp>
      <p:pic>
        <p:nvPicPr>
          <p:cNvPr id="101380" name="图片 4">
            <a:extLst>
              <a:ext uri="{FF2B5EF4-FFF2-40B4-BE49-F238E27FC236}">
                <a16:creationId xmlns:a16="http://schemas.microsoft.com/office/drawing/2014/main" id="{9178DCDF-47EC-4CEC-9D88-E3E4DBB88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475" y="1814513"/>
            <a:ext cx="6815138" cy="456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1" name="Text Box 5">
            <a:extLst>
              <a:ext uri="{FF2B5EF4-FFF2-40B4-BE49-F238E27FC236}">
                <a16:creationId xmlns:a16="http://schemas.microsoft.com/office/drawing/2014/main" id="{6B6B5888-CDD2-4BFF-97F6-59FC1D6EDEE7}"/>
              </a:ext>
            </a:extLst>
          </p:cNvPr>
          <p:cNvSpPr txBox="1">
            <a:spLocks noChangeArrowheads="1"/>
          </p:cNvSpPr>
          <p:nvPr/>
        </p:nvSpPr>
        <p:spPr bwMode="auto">
          <a:xfrm>
            <a:off x="34925" y="3429000"/>
            <a:ext cx="213995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600" b="1">
                <a:solidFill>
                  <a:srgbClr val="000000"/>
                </a:solidFill>
                <a:latin typeface="Courier New" panose="02070309020205020404" pitchFamily="49" charset="0"/>
                <a:ea typeface="宋体" panose="02010600030101010101" pitchFamily="2" charset="-122"/>
              </a:rPr>
              <a:t>sub $2,  $1,  $3</a:t>
            </a:r>
          </a:p>
          <a:p>
            <a:pPr eaLnBrk="1" hangingPunct="1"/>
            <a:r>
              <a:rPr kumimoji="0" lang="en-US" altLang="zh-CN" sz="1600" b="1">
                <a:solidFill>
                  <a:srgbClr val="000000"/>
                </a:solidFill>
                <a:latin typeface="Courier New" panose="02070309020205020404" pitchFamily="49" charset="0"/>
                <a:ea typeface="宋体" panose="02010600030101010101" pitchFamily="2" charset="-122"/>
              </a:rPr>
              <a:t>and $12, $2,  $5</a:t>
            </a:r>
          </a:p>
          <a:p>
            <a:pPr eaLnBrk="1" hangingPunct="1"/>
            <a:r>
              <a:rPr kumimoji="0" lang="en-US" altLang="zh-CN" sz="1600" b="1">
                <a:solidFill>
                  <a:srgbClr val="000000"/>
                </a:solidFill>
                <a:latin typeface="Courier New" panose="02070309020205020404" pitchFamily="49" charset="0"/>
                <a:ea typeface="宋体" panose="02010600030101010101" pitchFamily="2" charset="-122"/>
              </a:rPr>
              <a:t>or  $13, $6,  $2</a:t>
            </a:r>
          </a:p>
          <a:p>
            <a:pPr eaLnBrk="1" hangingPunct="1"/>
            <a:r>
              <a:rPr kumimoji="0" lang="en-US" altLang="zh-CN" sz="1600" b="1">
                <a:solidFill>
                  <a:srgbClr val="000000"/>
                </a:solidFill>
                <a:latin typeface="Courier New" panose="02070309020205020404" pitchFamily="49" charset="0"/>
                <a:ea typeface="宋体" panose="02010600030101010101" pitchFamily="2" charset="-122"/>
              </a:rPr>
              <a:t>add $14, $2,  $2</a:t>
            </a:r>
          </a:p>
          <a:p>
            <a:pPr eaLnBrk="1" hangingPunct="1"/>
            <a:r>
              <a:rPr kumimoji="0" lang="en-US" altLang="zh-CN" sz="1600" b="1">
                <a:solidFill>
                  <a:srgbClr val="000000"/>
                </a:solidFill>
                <a:latin typeface="Courier New" panose="02070309020205020404" pitchFamily="49" charset="0"/>
                <a:ea typeface="宋体" panose="02010600030101010101" pitchFamily="2" charset="-122"/>
              </a:rPr>
              <a:t>sw  $15, 100($2)</a:t>
            </a:r>
          </a:p>
        </p:txBody>
      </p:sp>
      <p:sp>
        <p:nvSpPr>
          <p:cNvPr id="101382" name="文本框 6">
            <a:extLst>
              <a:ext uri="{FF2B5EF4-FFF2-40B4-BE49-F238E27FC236}">
                <a16:creationId xmlns:a16="http://schemas.microsoft.com/office/drawing/2014/main" id="{0FEACF7D-E9C9-4910-9129-808F2E829C8E}"/>
              </a:ext>
            </a:extLst>
          </p:cNvPr>
          <p:cNvSpPr txBox="1">
            <a:spLocks noChangeArrowheads="1"/>
          </p:cNvSpPr>
          <p:nvPr/>
        </p:nvSpPr>
        <p:spPr bwMode="auto">
          <a:xfrm>
            <a:off x="3575050" y="2962275"/>
            <a:ext cx="52546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200"/>
              <a:t>IF/ID</a:t>
            </a:r>
            <a:endParaRPr lang="zh-CN" altLang="en-US" sz="1200"/>
          </a:p>
        </p:txBody>
      </p:sp>
      <p:sp>
        <p:nvSpPr>
          <p:cNvPr id="101383" name="文本框 7">
            <a:extLst>
              <a:ext uri="{FF2B5EF4-FFF2-40B4-BE49-F238E27FC236}">
                <a16:creationId xmlns:a16="http://schemas.microsoft.com/office/drawing/2014/main" id="{BA740813-9C0A-4A26-93C1-FA5DA1E3FBEB}"/>
              </a:ext>
            </a:extLst>
          </p:cNvPr>
          <p:cNvSpPr txBox="1">
            <a:spLocks noChangeArrowheads="1"/>
          </p:cNvSpPr>
          <p:nvPr/>
        </p:nvSpPr>
        <p:spPr bwMode="auto">
          <a:xfrm>
            <a:off x="4194175" y="2962275"/>
            <a:ext cx="59531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200"/>
              <a:t>ID/EX</a:t>
            </a:r>
            <a:endParaRPr lang="zh-CN" altLang="en-US" sz="1200"/>
          </a:p>
        </p:txBody>
      </p:sp>
      <p:sp>
        <p:nvSpPr>
          <p:cNvPr id="101384" name="文本框 8">
            <a:extLst>
              <a:ext uri="{FF2B5EF4-FFF2-40B4-BE49-F238E27FC236}">
                <a16:creationId xmlns:a16="http://schemas.microsoft.com/office/drawing/2014/main" id="{4E5B3503-7A28-45C3-97CB-2942AF2185A4}"/>
              </a:ext>
            </a:extLst>
          </p:cNvPr>
          <p:cNvSpPr txBox="1">
            <a:spLocks noChangeArrowheads="1"/>
          </p:cNvSpPr>
          <p:nvPr/>
        </p:nvSpPr>
        <p:spPr bwMode="auto">
          <a:xfrm>
            <a:off x="4757738" y="2962275"/>
            <a:ext cx="8001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200"/>
              <a:t>EX/MEM</a:t>
            </a:r>
            <a:endParaRPr lang="zh-CN" altLang="en-US" sz="1200"/>
          </a:p>
        </p:txBody>
      </p:sp>
      <p:sp>
        <p:nvSpPr>
          <p:cNvPr id="101385" name="文本框 9">
            <a:extLst>
              <a:ext uri="{FF2B5EF4-FFF2-40B4-BE49-F238E27FC236}">
                <a16:creationId xmlns:a16="http://schemas.microsoft.com/office/drawing/2014/main" id="{31144891-550B-442D-AB2A-BF23AF103CD9}"/>
              </a:ext>
            </a:extLst>
          </p:cNvPr>
          <p:cNvSpPr txBox="1">
            <a:spLocks noChangeArrowheads="1"/>
          </p:cNvSpPr>
          <p:nvPr/>
        </p:nvSpPr>
        <p:spPr bwMode="auto">
          <a:xfrm>
            <a:off x="5446713" y="2962275"/>
            <a:ext cx="8429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200"/>
              <a:t>MEM/WB</a:t>
            </a:r>
            <a:endParaRPr lang="zh-CN" altLang="en-US" sz="1200"/>
          </a:p>
        </p:txBody>
      </p:sp>
    </p:spTree>
  </p:cSld>
  <p:clrMapOvr>
    <a:masterClrMapping/>
  </p:clrMapOvr>
  <p:transition spd="med">
    <p:pull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6E1267-B0E2-4658-9430-162F8DD86F36}"/>
              </a:ext>
            </a:extLst>
          </p:cNvPr>
          <p:cNvSpPr>
            <a:spLocks noGrp="1"/>
          </p:cNvSpPr>
          <p:nvPr>
            <p:ph type="title"/>
          </p:nvPr>
        </p:nvSpPr>
        <p:spPr/>
        <p:txBody>
          <a:bodyPr/>
          <a:lstStyle/>
          <a:p>
            <a:r>
              <a:rPr lang="zh-CN" altLang="en-US"/>
              <a:t>数据转发的实现</a:t>
            </a:r>
          </a:p>
        </p:txBody>
      </p:sp>
      <p:pic>
        <p:nvPicPr>
          <p:cNvPr id="103427" name="Picture 4" descr="F0638">
            <a:extLst>
              <a:ext uri="{FF2B5EF4-FFF2-40B4-BE49-F238E27FC236}">
                <a16:creationId xmlns:a16="http://schemas.microsoft.com/office/drawing/2014/main" id="{B332745C-60EE-4A4A-8026-740412394F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0400" y="1219200"/>
            <a:ext cx="4852987" cy="554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ext Box 7">
            <a:extLst>
              <a:ext uri="{FF2B5EF4-FFF2-40B4-BE49-F238E27FC236}">
                <a16:creationId xmlns:a16="http://schemas.microsoft.com/office/drawing/2014/main" id="{0738A4A3-DFE2-4E9B-8F9C-08625D31AACE}"/>
              </a:ext>
            </a:extLst>
          </p:cNvPr>
          <p:cNvSpPr txBox="1">
            <a:spLocks noChangeArrowheads="1"/>
          </p:cNvSpPr>
          <p:nvPr/>
        </p:nvSpPr>
        <p:spPr bwMode="auto">
          <a:xfrm>
            <a:off x="566738" y="1817688"/>
            <a:ext cx="23495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zh-CN" altLang="en-US" sz="2400" b="1">
                <a:solidFill>
                  <a:srgbClr val="000000"/>
                </a:solidFill>
                <a:latin typeface="Tahoma" panose="020B0604030504040204" pitchFamily="34" charset="0"/>
                <a:ea typeface="宋体" panose="02010600030101010101" pitchFamily="2" charset="-122"/>
              </a:rPr>
              <a:t>未使用数据转发</a:t>
            </a:r>
            <a:endParaRPr kumimoji="0" lang="en-US" altLang="zh-CN" sz="2400" b="1">
              <a:solidFill>
                <a:srgbClr val="000000"/>
              </a:solidFill>
              <a:latin typeface="Tahoma" panose="020B0604030504040204" pitchFamily="34" charset="0"/>
              <a:ea typeface="宋体" panose="02010600030101010101" pitchFamily="2" charset="-122"/>
            </a:endParaRPr>
          </a:p>
        </p:txBody>
      </p:sp>
      <p:sp>
        <p:nvSpPr>
          <p:cNvPr id="103429" name="Text Box 7">
            <a:extLst>
              <a:ext uri="{FF2B5EF4-FFF2-40B4-BE49-F238E27FC236}">
                <a16:creationId xmlns:a16="http://schemas.microsoft.com/office/drawing/2014/main" id="{73C7A6F9-904F-4BA1-A9AC-ACC25D17CF0F}"/>
              </a:ext>
            </a:extLst>
          </p:cNvPr>
          <p:cNvSpPr txBox="1">
            <a:spLocks noChangeArrowheads="1"/>
          </p:cNvSpPr>
          <p:nvPr/>
        </p:nvSpPr>
        <p:spPr bwMode="auto">
          <a:xfrm>
            <a:off x="677863" y="4819650"/>
            <a:ext cx="20415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zh-CN" altLang="en-US" sz="2400" b="1">
                <a:solidFill>
                  <a:srgbClr val="000000"/>
                </a:solidFill>
                <a:latin typeface="Tahoma" panose="020B0604030504040204" pitchFamily="34" charset="0"/>
                <a:ea typeface="宋体" panose="02010600030101010101" pitchFamily="2" charset="-122"/>
              </a:rPr>
              <a:t>增加数据转发</a:t>
            </a:r>
            <a:endParaRPr kumimoji="0" lang="en-US" altLang="zh-CN" sz="2400" b="1">
              <a:solidFill>
                <a:srgbClr val="000000"/>
              </a:solidFill>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a:extLst>
              <a:ext uri="{FF2B5EF4-FFF2-40B4-BE49-F238E27FC236}">
                <a16:creationId xmlns:a16="http://schemas.microsoft.com/office/drawing/2014/main" id="{D548528B-EE03-D947-BBE3-61B2FDA87CAE}"/>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控制相关（</a:t>
            </a:r>
            <a:r>
              <a:rPr lang="en-US" altLang="zh-CN">
                <a:cs typeface="Times New Roman" panose="02020603050405020304" pitchFamily="18" charset="0"/>
              </a:rPr>
              <a:t>1</a:t>
            </a:r>
            <a:r>
              <a:rPr lang="zh-CN" altLang="en-US">
                <a:cs typeface="Times New Roman" panose="02020603050405020304" pitchFamily="18" charset="0"/>
              </a:rPr>
              <a:t>）</a:t>
            </a:r>
            <a:endParaRPr lang="en-US" altLang="zh-CN">
              <a:cs typeface="Times New Roman" panose="02020603050405020304" pitchFamily="18" charset="0"/>
            </a:endParaRPr>
          </a:p>
        </p:txBody>
      </p:sp>
      <p:sp>
        <p:nvSpPr>
          <p:cNvPr id="104450" name="Rectangle 3">
            <a:extLst>
              <a:ext uri="{FF2B5EF4-FFF2-40B4-BE49-F238E27FC236}">
                <a16:creationId xmlns:a16="http://schemas.microsoft.com/office/drawing/2014/main" id="{890306C9-7A7C-4325-9759-58E84EFBF817}"/>
              </a:ext>
            </a:extLst>
          </p:cNvPr>
          <p:cNvSpPr>
            <a:spLocks noGrp="1" noChangeArrowheads="1"/>
          </p:cNvSpPr>
          <p:nvPr>
            <p:ph idx="1"/>
          </p:nvPr>
        </p:nvSpPr>
        <p:spPr/>
        <p:txBody>
          <a:bodyPr/>
          <a:lstStyle/>
          <a:p>
            <a:pPr eaLnBrk="1" hangingPunct="1"/>
            <a:r>
              <a:rPr lang="zh-CN" altLang="en-US" sz="2800" dirty="0">
                <a:cs typeface="Times New Roman" panose="02020603050405020304" pitchFamily="18" charset="0"/>
              </a:rPr>
              <a:t>控制相关冲突是由转移指令引起的。在执行转移指令时，依据转移条件，可能顺序执行，也可能转移执行。后者将使流水线发生断流。</a:t>
            </a:r>
            <a:endParaRPr lang="en-US" altLang="zh-CN" sz="2800" dirty="0">
              <a:cs typeface="Times New Roman" panose="02020603050405020304" pitchFamily="18" charset="0"/>
            </a:endParaRPr>
          </a:p>
          <a:p>
            <a:pPr eaLnBrk="1" hangingPunct="1"/>
            <a:endParaRPr lang="zh-CN" altLang="en-US" sz="2800" dirty="0">
              <a:cs typeface="Times New Roman" panose="02020603050405020304" pitchFamily="18" charset="0"/>
            </a:endParaRPr>
          </a:p>
        </p:txBody>
      </p:sp>
      <p:sp>
        <p:nvSpPr>
          <p:cNvPr id="104452" name="TextBox 2">
            <a:extLst>
              <a:ext uri="{FF2B5EF4-FFF2-40B4-BE49-F238E27FC236}">
                <a16:creationId xmlns:a16="http://schemas.microsoft.com/office/drawing/2014/main" id="{449B06F9-396E-418A-93AE-0F79D85B8CCD}"/>
              </a:ext>
            </a:extLst>
          </p:cNvPr>
          <p:cNvSpPr txBox="1">
            <a:spLocks noChangeArrowheads="1"/>
          </p:cNvSpPr>
          <p:nvPr/>
        </p:nvSpPr>
        <p:spPr bwMode="auto">
          <a:xfrm>
            <a:off x="1334785" y="2671763"/>
            <a:ext cx="1507143" cy="207441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ClrTx/>
              <a:buFont typeface="Wingdings" panose="05000000000000000000" pitchFamily="2" charset="2"/>
              <a:buNone/>
            </a:pPr>
            <a:r>
              <a:rPr lang="en-US" altLang="zh-CN" sz="2800" b="0">
                <a:ea typeface="黑体" panose="02010609060101010101" pitchFamily="49" charset="-122"/>
              </a:rPr>
              <a:t>if  (i==0)</a:t>
            </a:r>
          </a:p>
          <a:p>
            <a:pPr eaLnBrk="1" hangingPunct="1">
              <a:buClrTx/>
              <a:buFont typeface="Wingdings" panose="05000000000000000000" pitchFamily="2" charset="2"/>
              <a:buNone/>
            </a:pPr>
            <a:r>
              <a:rPr lang="en-US" altLang="zh-CN" sz="2800" b="0">
                <a:ea typeface="黑体" panose="02010609060101010101" pitchFamily="49" charset="-122"/>
              </a:rPr>
              <a:t>      k=1;</a:t>
            </a:r>
          </a:p>
          <a:p>
            <a:pPr eaLnBrk="1" hangingPunct="1">
              <a:buClrTx/>
              <a:buFont typeface="Wingdings" panose="05000000000000000000" pitchFamily="2" charset="2"/>
              <a:buNone/>
            </a:pPr>
            <a:r>
              <a:rPr lang="en-US" altLang="zh-CN" sz="2800" b="0">
                <a:ea typeface="黑体" panose="02010609060101010101" pitchFamily="49" charset="-122"/>
              </a:rPr>
              <a:t>else</a:t>
            </a:r>
          </a:p>
          <a:p>
            <a:pPr eaLnBrk="1" hangingPunct="1">
              <a:buClrTx/>
              <a:buFont typeface="Wingdings" panose="05000000000000000000" pitchFamily="2" charset="2"/>
              <a:buNone/>
            </a:pPr>
            <a:r>
              <a:rPr lang="en-US" altLang="zh-CN" sz="2800" b="0">
                <a:ea typeface="黑体" panose="02010609060101010101" pitchFamily="49" charset="-122"/>
              </a:rPr>
              <a:t>      k=2;</a:t>
            </a:r>
            <a:endParaRPr lang="zh-CN" altLang="en-US" sz="2800" b="0">
              <a:ea typeface="黑体" panose="02010609060101010101" pitchFamily="49" charset="-122"/>
            </a:endParaRPr>
          </a:p>
        </p:txBody>
      </p:sp>
      <p:sp>
        <p:nvSpPr>
          <p:cNvPr id="104453" name="TextBox 6">
            <a:extLst>
              <a:ext uri="{FF2B5EF4-FFF2-40B4-BE49-F238E27FC236}">
                <a16:creationId xmlns:a16="http://schemas.microsoft.com/office/drawing/2014/main" id="{00328154-1801-4AF7-B566-16ECC44AD064}"/>
              </a:ext>
            </a:extLst>
          </p:cNvPr>
          <p:cNvSpPr txBox="1">
            <a:spLocks noChangeArrowheads="1"/>
          </p:cNvSpPr>
          <p:nvPr/>
        </p:nvSpPr>
        <p:spPr bwMode="auto">
          <a:xfrm>
            <a:off x="5378243" y="2586038"/>
            <a:ext cx="2472151" cy="310854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ClrTx/>
              <a:buFont typeface="Wingdings" panose="05000000000000000000" pitchFamily="2" charset="2"/>
              <a:buNone/>
            </a:pPr>
            <a:r>
              <a:rPr lang="en-US" altLang="zh-CN" sz="2800" b="0">
                <a:ea typeface="黑体" panose="02010609060101010101" pitchFamily="49" charset="-122"/>
              </a:rPr>
              <a:t>	CMP i,0</a:t>
            </a:r>
          </a:p>
          <a:p>
            <a:pPr eaLnBrk="1" hangingPunct="1">
              <a:buClrTx/>
              <a:buFont typeface="Wingdings" panose="05000000000000000000" pitchFamily="2" charset="2"/>
              <a:buNone/>
            </a:pPr>
            <a:r>
              <a:rPr lang="en-US" altLang="zh-CN" sz="2800" b="0">
                <a:ea typeface="黑体" panose="02010609060101010101" pitchFamily="49" charset="-122"/>
              </a:rPr>
              <a:t>	</a:t>
            </a:r>
            <a:r>
              <a:rPr lang="en-US" altLang="zh-CN" sz="2800" b="0">
                <a:solidFill>
                  <a:srgbClr val="FF0000"/>
                </a:solidFill>
                <a:ea typeface="黑体" panose="02010609060101010101" pitchFamily="49" charset="-122"/>
              </a:rPr>
              <a:t>BNE</a:t>
            </a:r>
            <a:r>
              <a:rPr lang="en-US" altLang="zh-CN" sz="2800" b="0">
                <a:ea typeface="黑体" panose="02010609060101010101" pitchFamily="49" charset="-122"/>
              </a:rPr>
              <a:t> else</a:t>
            </a:r>
          </a:p>
          <a:p>
            <a:pPr eaLnBrk="1" hangingPunct="1">
              <a:buClrTx/>
              <a:buFont typeface="Wingdings" panose="05000000000000000000" pitchFamily="2" charset="2"/>
              <a:buNone/>
            </a:pPr>
            <a:r>
              <a:rPr lang="en-US" altLang="zh-CN" sz="2800" b="0">
                <a:ea typeface="黑体" panose="02010609060101010101" pitchFamily="49" charset="-122"/>
              </a:rPr>
              <a:t>then:MOV k,1</a:t>
            </a:r>
          </a:p>
          <a:p>
            <a:pPr eaLnBrk="1" hangingPunct="1">
              <a:buClrTx/>
              <a:buFont typeface="Wingdings" panose="05000000000000000000" pitchFamily="2" charset="2"/>
              <a:buNone/>
            </a:pPr>
            <a:r>
              <a:rPr lang="en-US" altLang="zh-CN" sz="2800" b="0">
                <a:ea typeface="黑体" panose="02010609060101010101" pitchFamily="49" charset="-122"/>
              </a:rPr>
              <a:t>	BR next</a:t>
            </a:r>
          </a:p>
          <a:p>
            <a:pPr eaLnBrk="1" hangingPunct="1">
              <a:buClrTx/>
              <a:buFont typeface="Wingdings" panose="05000000000000000000" pitchFamily="2" charset="2"/>
              <a:buNone/>
            </a:pPr>
            <a:r>
              <a:rPr lang="en-US" altLang="zh-CN" sz="2800" b="0">
                <a:ea typeface="黑体" panose="02010609060101010101" pitchFamily="49" charset="-122"/>
              </a:rPr>
              <a:t>else: MOV k,2</a:t>
            </a:r>
          </a:p>
          <a:p>
            <a:pPr eaLnBrk="1" hangingPunct="1">
              <a:buClrTx/>
              <a:buFont typeface="Wingdings" panose="05000000000000000000" pitchFamily="2" charset="2"/>
              <a:buNone/>
            </a:pPr>
            <a:r>
              <a:rPr lang="en-US" altLang="zh-CN" sz="2800" b="0">
                <a:ea typeface="黑体" panose="02010609060101010101" pitchFamily="49" charset="-122"/>
              </a:rPr>
              <a:t>next:</a:t>
            </a:r>
            <a:endParaRPr lang="zh-CN" altLang="en-US" sz="2800" b="0">
              <a:ea typeface="黑体" panose="02010609060101010101" pitchFamily="49" charset="-122"/>
            </a:endParaRPr>
          </a:p>
        </p:txBody>
      </p:sp>
      <p:sp>
        <p:nvSpPr>
          <p:cNvPr id="104454" name="右箭头 1">
            <a:extLst>
              <a:ext uri="{FF2B5EF4-FFF2-40B4-BE49-F238E27FC236}">
                <a16:creationId xmlns:a16="http://schemas.microsoft.com/office/drawing/2014/main" id="{827E975C-26E4-42B8-8D59-11F9545EC46B}"/>
              </a:ext>
            </a:extLst>
          </p:cNvPr>
          <p:cNvSpPr>
            <a:spLocks noChangeArrowheads="1"/>
          </p:cNvSpPr>
          <p:nvPr/>
        </p:nvSpPr>
        <p:spPr bwMode="auto">
          <a:xfrm>
            <a:off x="3365500" y="3671888"/>
            <a:ext cx="1527175" cy="536575"/>
          </a:xfrm>
          <a:prstGeom prst="rightArrow">
            <a:avLst>
              <a:gd name="adj1" fmla="val 50000"/>
              <a:gd name="adj2" fmla="val 50071"/>
            </a:avLst>
          </a:prstGeom>
          <a:solidFill>
            <a:srgbClr val="660066"/>
          </a:solidFill>
          <a:ln w="15875" algn="ctr">
            <a:solidFill>
              <a:srgbClr val="660066"/>
            </a:solidFill>
            <a:miter lim="800000"/>
            <a:headEnd/>
            <a:tailEnd/>
          </a:ln>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a:extLst>
              <a:ext uri="{FF2B5EF4-FFF2-40B4-BE49-F238E27FC236}">
                <a16:creationId xmlns:a16="http://schemas.microsoft.com/office/drawing/2014/main" id="{41D5B47D-1881-EE49-A376-8A348A79F952}"/>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控制相关（</a:t>
            </a:r>
            <a:r>
              <a:rPr lang="en-US" altLang="zh-CN">
                <a:cs typeface="Times New Roman" panose="02020603050405020304" pitchFamily="18" charset="0"/>
              </a:rPr>
              <a:t>2</a:t>
            </a:r>
            <a:r>
              <a:rPr lang="zh-CN" altLang="en-US">
                <a:cs typeface="Times New Roman" panose="02020603050405020304" pitchFamily="18" charset="0"/>
              </a:rPr>
              <a:t>）</a:t>
            </a:r>
            <a:endParaRPr lang="en-US" altLang="zh-CN">
              <a:cs typeface="Times New Roman" panose="02020603050405020304" pitchFamily="18" charset="0"/>
            </a:endParaRPr>
          </a:p>
        </p:txBody>
      </p:sp>
      <p:sp>
        <p:nvSpPr>
          <p:cNvPr id="105474" name="Rectangle 3">
            <a:extLst>
              <a:ext uri="{FF2B5EF4-FFF2-40B4-BE49-F238E27FC236}">
                <a16:creationId xmlns:a16="http://schemas.microsoft.com/office/drawing/2014/main" id="{FD1D23D1-E6B3-43DF-886D-4BA2B21349B6}"/>
              </a:ext>
            </a:extLst>
          </p:cNvPr>
          <p:cNvSpPr>
            <a:spLocks noGrp="1" noChangeArrowheads="1"/>
          </p:cNvSpPr>
          <p:nvPr>
            <p:ph idx="1"/>
          </p:nvPr>
        </p:nvSpPr>
        <p:spPr/>
        <p:txBody>
          <a:bodyPr/>
          <a:lstStyle/>
          <a:p>
            <a:pPr eaLnBrk="1" hangingPunct="1"/>
            <a:r>
              <a:rPr lang="zh-CN" altLang="en-US" sz="2800">
                <a:cs typeface="Times New Roman" panose="02020603050405020304" pitchFamily="18" charset="0"/>
              </a:rPr>
              <a:t>常用以下两种转移处理技术：</a:t>
            </a:r>
          </a:p>
          <a:p>
            <a:pPr lvl="1" eaLnBrk="1" hangingPunct="1"/>
            <a:r>
              <a:rPr lang="zh-CN" altLang="en-US">
                <a:cs typeface="Times New Roman" panose="02020603050405020304" pitchFamily="18" charset="0"/>
              </a:rPr>
              <a:t>分支延迟时间槽（</a:t>
            </a:r>
            <a:r>
              <a:rPr lang="en-US" altLang="zh-CN">
                <a:cs typeface="Times New Roman" panose="02020603050405020304" pitchFamily="18" charset="0"/>
              </a:rPr>
              <a:t>branch</a:t>
            </a:r>
            <a:r>
              <a:rPr lang="zh-CN" altLang="en-US">
                <a:cs typeface="Times New Roman" panose="02020603050405020304" pitchFamily="18" charset="0"/>
              </a:rPr>
              <a:t> </a:t>
            </a:r>
            <a:r>
              <a:rPr lang="en-US" altLang="zh-CN">
                <a:cs typeface="Times New Roman" panose="02020603050405020304" pitchFamily="18" charset="0"/>
              </a:rPr>
              <a:t>delay</a:t>
            </a:r>
            <a:r>
              <a:rPr lang="zh-CN" altLang="en-US">
                <a:cs typeface="Times New Roman" panose="02020603050405020304" pitchFamily="18" charset="0"/>
              </a:rPr>
              <a:t> </a:t>
            </a:r>
            <a:r>
              <a:rPr lang="en-US" altLang="zh-CN">
                <a:cs typeface="Times New Roman" panose="02020603050405020304" pitchFamily="18" charset="0"/>
              </a:rPr>
              <a:t>slot</a:t>
            </a:r>
            <a:r>
              <a:rPr lang="zh-CN" altLang="en-US">
                <a:cs typeface="Times New Roman" panose="02020603050405020304" pitchFamily="18" charset="0"/>
              </a:rPr>
              <a:t>）</a:t>
            </a:r>
          </a:p>
          <a:p>
            <a:pPr lvl="2" eaLnBrk="1" hangingPunct="1"/>
            <a:r>
              <a:rPr lang="zh-CN" altLang="en-US">
                <a:cs typeface="Times New Roman" panose="02020603050405020304" pitchFamily="18" charset="0"/>
              </a:rPr>
              <a:t>从条件转移指令进入流水线到得到条件码结果这个时段（称之为分支延迟时间槽），其后续若干指令也进入流水线，如果条件转移指令发生转移，则那些后续已进入流水线并译码的指令需要废弃，导致流水线断流。</a:t>
            </a:r>
            <a:endParaRPr lang="en-US" altLang="zh-CN">
              <a:cs typeface="Times New Roman" panose="02020603050405020304" pitchFamily="18" charset="0"/>
            </a:endParaRPr>
          </a:p>
          <a:p>
            <a:pPr lvl="2" eaLnBrk="1" hangingPunct="1"/>
            <a:r>
              <a:rPr lang="zh-CN" altLang="en-US">
                <a:cs typeface="Times New Roman" panose="02020603050405020304" pitchFamily="18" charset="0"/>
              </a:rPr>
              <a:t>解决方法：在延迟槽中安排如下指令：转移指令之前的指令或转移指令目标处的指令。</a:t>
            </a:r>
            <a:endParaRPr lang="en-US" altLang="zh-CN">
              <a:cs typeface="Times New Roman" panose="02020603050405020304" pitchFamily="18" charset="0"/>
            </a:endParaRPr>
          </a:p>
          <a:p>
            <a:pPr lvl="2" eaLnBrk="1" hangingPunct="1"/>
            <a:r>
              <a:rPr lang="zh-CN" altLang="en-US">
                <a:cs typeface="Times New Roman" panose="02020603050405020304" pitchFamily="18" charset="0"/>
              </a:rPr>
              <a:t>这种重排指令序列的处理由编译程序来完成，且指令执行顺序的变动不能影响到程序的正确性。</a:t>
            </a:r>
          </a:p>
        </p:txBody>
      </p:sp>
    </p:spTree>
  </p:cSld>
  <p:clrMapOvr>
    <a:masterClrMapping/>
  </p:clrMapOvr>
  <p:transition spd="med">
    <p:pull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a:extLst>
              <a:ext uri="{FF2B5EF4-FFF2-40B4-BE49-F238E27FC236}">
                <a16:creationId xmlns:a16="http://schemas.microsoft.com/office/drawing/2014/main" id="{74BE9B7E-A1BD-3F41-B4A9-9D56728A5F31}"/>
              </a:ext>
            </a:extLst>
          </p:cNvPr>
          <p:cNvSpPr>
            <a:spLocks noGrp="1" noChangeArrowheads="1"/>
          </p:cNvSpPr>
          <p:nvPr>
            <p:ph type="title"/>
          </p:nvPr>
        </p:nvSpPr>
        <p:spPr/>
        <p:txBody>
          <a:bodyPr/>
          <a:lstStyle/>
          <a:p>
            <a:pPr eaLnBrk="1" hangingPunct="1"/>
            <a:r>
              <a:rPr lang="zh-CN" altLang="en-US">
                <a:cs typeface="Times New Roman" panose="02020603050405020304" pitchFamily="18" charset="0"/>
              </a:rPr>
              <a:t>控制相关（</a:t>
            </a:r>
            <a:r>
              <a:rPr lang="en-US" altLang="zh-CN">
                <a:cs typeface="Times New Roman" panose="02020603050405020304" pitchFamily="18" charset="0"/>
              </a:rPr>
              <a:t>3</a:t>
            </a:r>
            <a:r>
              <a:rPr lang="zh-CN" altLang="en-US">
                <a:cs typeface="Times New Roman" panose="02020603050405020304" pitchFamily="18" charset="0"/>
              </a:rPr>
              <a:t>）</a:t>
            </a:r>
            <a:endParaRPr lang="en-US" altLang="zh-CN">
              <a:cs typeface="Times New Roman" panose="02020603050405020304" pitchFamily="18" charset="0"/>
            </a:endParaRPr>
          </a:p>
        </p:txBody>
      </p:sp>
      <p:sp>
        <p:nvSpPr>
          <p:cNvPr id="107522" name="Rectangle 3">
            <a:extLst>
              <a:ext uri="{FF2B5EF4-FFF2-40B4-BE49-F238E27FC236}">
                <a16:creationId xmlns:a16="http://schemas.microsoft.com/office/drawing/2014/main" id="{A6798F77-DD6E-4EB0-BE41-D962343D95E8}"/>
              </a:ext>
            </a:extLst>
          </p:cNvPr>
          <p:cNvSpPr>
            <a:spLocks noGrp="1" noChangeArrowheads="1"/>
          </p:cNvSpPr>
          <p:nvPr>
            <p:ph idx="1"/>
          </p:nvPr>
        </p:nvSpPr>
        <p:spPr/>
        <p:txBody>
          <a:bodyPr/>
          <a:lstStyle/>
          <a:p>
            <a:pPr lvl="1" eaLnBrk="1" hangingPunct="1"/>
            <a:r>
              <a:rPr lang="zh-CN" altLang="en-US">
                <a:cs typeface="Times New Roman" panose="02020603050405020304" pitchFamily="18" charset="0"/>
              </a:rPr>
              <a:t>分支预测（</a:t>
            </a:r>
            <a:r>
              <a:rPr lang="en-US" altLang="zh-CN">
                <a:cs typeface="Times New Roman" panose="02020603050405020304" pitchFamily="18" charset="0"/>
              </a:rPr>
              <a:t>Branch Prediction</a:t>
            </a:r>
            <a:r>
              <a:rPr lang="zh-CN" altLang="en-US">
                <a:cs typeface="Times New Roman" panose="02020603050405020304" pitchFamily="18" charset="0"/>
              </a:rPr>
              <a:t>）：猜测分支方向并根据猜测开始取指的技术。</a:t>
            </a:r>
          </a:p>
          <a:p>
            <a:pPr lvl="2" eaLnBrk="1" hangingPunct="1"/>
            <a:r>
              <a:rPr lang="zh-CN" altLang="en-US">
                <a:cs typeface="Times New Roman" panose="02020603050405020304" pitchFamily="18" charset="0"/>
              </a:rPr>
              <a:t>静态分支预测：不考虑特定条件转移指令的运行时历史情况（最近是否发生过转移、发生转移的频度等），只是简单地假设该条件转移指令总是发生转移，或总是不发生转移。</a:t>
            </a:r>
            <a:endParaRPr lang="en-US" altLang="zh-CN">
              <a:cs typeface="Times New Roman" panose="02020603050405020304" pitchFamily="18" charset="0"/>
            </a:endParaRPr>
          </a:p>
          <a:p>
            <a:pPr lvl="2" eaLnBrk="1" hangingPunct="1"/>
            <a:r>
              <a:rPr lang="zh-CN" altLang="en-US">
                <a:cs typeface="Times New Roman" panose="02020603050405020304" pitchFamily="18" charset="0"/>
              </a:rPr>
              <a:t>动态分支预测：用硬件方法来实现，是依据一条转移指令过去的行为来预测该指令将来的行为。处理器需要维护一张分支历史表</a:t>
            </a:r>
            <a:r>
              <a:rPr lang="en-US" altLang="zh-CN">
                <a:cs typeface="Times New Roman" panose="02020603050405020304" pitchFamily="18" charset="0"/>
              </a:rPr>
              <a:t>BHT</a:t>
            </a:r>
            <a:r>
              <a:rPr lang="zh-CN" altLang="en-US">
                <a:cs typeface="Times New Roman" panose="02020603050405020304" pitchFamily="18" charset="0"/>
              </a:rPr>
              <a:t>，该表使用条件转移指令在存储器地址的低位部分进行索引，表中每一项记录了最近一次是否发生转移，甚至目标地址等内容。即根据该指令上次的分支情况进行预测；如果预测错误，就改变历史表的相应位。</a:t>
            </a:r>
            <a:endParaRPr lang="en-US" altLang="zh-CN">
              <a:cs typeface="Times New Roman" panose="02020603050405020304" pitchFamily="18" charset="0"/>
            </a:endParaRPr>
          </a:p>
        </p:txBody>
      </p:sp>
    </p:spTree>
  </p:cSld>
  <p:clrMapOvr>
    <a:masterClrMapping/>
  </p:clrMapOvr>
  <p:transition spd="med">
    <p:pull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562C9F-F369-3249-B7F0-1DD28A6EEC62}"/>
              </a:ext>
            </a:extLst>
          </p:cNvPr>
          <p:cNvSpPr>
            <a:spLocks noGrp="1"/>
          </p:cNvSpPr>
          <p:nvPr>
            <p:ph type="title"/>
          </p:nvPr>
        </p:nvSpPr>
        <p:spPr/>
        <p:txBody>
          <a:bodyPr/>
          <a:lstStyle/>
          <a:p>
            <a:r>
              <a:rPr lang="zh-CN" altLang="en-US">
                <a:cs typeface="Times New Roman" panose="02020603050405020304" pitchFamily="18" charset="0"/>
              </a:rPr>
              <a:t>分支延迟时间槽的指令重排</a:t>
            </a:r>
            <a:endParaRPr lang="zh-CN" altLang="en-US"/>
          </a:p>
        </p:txBody>
      </p:sp>
      <p:sp>
        <p:nvSpPr>
          <p:cNvPr id="108546" name="内容占位符 2">
            <a:extLst>
              <a:ext uri="{FF2B5EF4-FFF2-40B4-BE49-F238E27FC236}">
                <a16:creationId xmlns:a16="http://schemas.microsoft.com/office/drawing/2014/main" id="{4D625A4B-E605-43C2-A2BB-09E6E41C4119}"/>
              </a:ext>
            </a:extLst>
          </p:cNvPr>
          <p:cNvSpPr>
            <a:spLocks noGrp="1" noChangeArrowheads="1"/>
          </p:cNvSpPr>
          <p:nvPr>
            <p:ph idx="1"/>
          </p:nvPr>
        </p:nvSpPr>
        <p:spPr/>
        <p:txBody>
          <a:bodyPr/>
          <a:lstStyle/>
          <a:p>
            <a:endParaRPr lang="zh-CN" altLang="en-US"/>
          </a:p>
        </p:txBody>
      </p:sp>
      <p:pic>
        <p:nvPicPr>
          <p:cNvPr id="108548" name="图片 4">
            <a:extLst>
              <a:ext uri="{FF2B5EF4-FFF2-40B4-BE49-F238E27FC236}">
                <a16:creationId xmlns:a16="http://schemas.microsoft.com/office/drawing/2014/main" id="{999779EC-A0DD-4186-A374-1D9116F2B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075" y="1427163"/>
            <a:ext cx="6985000"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9" name="Text Box 7">
            <a:extLst>
              <a:ext uri="{FF2B5EF4-FFF2-40B4-BE49-F238E27FC236}">
                <a16:creationId xmlns:a16="http://schemas.microsoft.com/office/drawing/2014/main" id="{D88028D8-8F34-4B63-9959-F6EFEB984461}"/>
              </a:ext>
            </a:extLst>
          </p:cNvPr>
          <p:cNvSpPr txBox="1">
            <a:spLocks noChangeArrowheads="1"/>
          </p:cNvSpPr>
          <p:nvPr/>
        </p:nvSpPr>
        <p:spPr bwMode="auto">
          <a:xfrm>
            <a:off x="-36513" y="2319338"/>
            <a:ext cx="2041526"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zh-CN" altLang="en-US" sz="2400" b="1">
                <a:solidFill>
                  <a:srgbClr val="000000"/>
                </a:solidFill>
                <a:latin typeface="Tahoma" panose="020B0604030504040204" pitchFamily="34" charset="0"/>
                <a:ea typeface="宋体" panose="02010600030101010101" pitchFamily="2" charset="-122"/>
              </a:rPr>
              <a:t>重排前的代码</a:t>
            </a:r>
            <a:endParaRPr kumimoji="0" lang="en-US" altLang="zh-CN" sz="2400" b="1">
              <a:solidFill>
                <a:srgbClr val="000000"/>
              </a:solidFill>
              <a:latin typeface="Tahoma" panose="020B0604030504040204" pitchFamily="34" charset="0"/>
              <a:ea typeface="宋体" panose="02010600030101010101" pitchFamily="2" charset="-122"/>
            </a:endParaRPr>
          </a:p>
        </p:txBody>
      </p:sp>
      <p:sp>
        <p:nvSpPr>
          <p:cNvPr id="108550" name="Text Box 7">
            <a:extLst>
              <a:ext uri="{FF2B5EF4-FFF2-40B4-BE49-F238E27FC236}">
                <a16:creationId xmlns:a16="http://schemas.microsoft.com/office/drawing/2014/main" id="{2D72C5F9-1531-4BBA-B73C-18F52F739040}"/>
              </a:ext>
            </a:extLst>
          </p:cNvPr>
          <p:cNvSpPr txBox="1">
            <a:spLocks noChangeArrowheads="1"/>
          </p:cNvSpPr>
          <p:nvPr/>
        </p:nvSpPr>
        <p:spPr bwMode="auto">
          <a:xfrm>
            <a:off x="-36513" y="4433888"/>
            <a:ext cx="2041526"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zh-CN" altLang="en-US" sz="2400" b="1">
                <a:solidFill>
                  <a:srgbClr val="000000"/>
                </a:solidFill>
                <a:latin typeface="Tahoma" panose="020B0604030504040204" pitchFamily="34" charset="0"/>
                <a:ea typeface="宋体" panose="02010600030101010101" pitchFamily="2" charset="-122"/>
              </a:rPr>
              <a:t>重排后的代码</a:t>
            </a:r>
            <a:endParaRPr kumimoji="0" lang="en-US" altLang="zh-CN" sz="2400" b="1">
              <a:solidFill>
                <a:srgbClr val="000000"/>
              </a:solidFill>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F6BCB7-C147-2D4F-A2BC-79BE6868B27E}"/>
              </a:ext>
            </a:extLst>
          </p:cNvPr>
          <p:cNvSpPr>
            <a:spLocks noGrp="1"/>
          </p:cNvSpPr>
          <p:nvPr>
            <p:ph type="title"/>
          </p:nvPr>
        </p:nvSpPr>
        <p:spPr/>
        <p:txBody>
          <a:bodyPr/>
          <a:lstStyle/>
          <a:p>
            <a:r>
              <a:rPr lang="zh-CN" altLang="en-US"/>
              <a:t>动态分支预测</a:t>
            </a:r>
          </a:p>
        </p:txBody>
      </p:sp>
      <p:sp>
        <p:nvSpPr>
          <p:cNvPr id="110594" name="内容占位符 2">
            <a:extLst>
              <a:ext uri="{FF2B5EF4-FFF2-40B4-BE49-F238E27FC236}">
                <a16:creationId xmlns:a16="http://schemas.microsoft.com/office/drawing/2014/main" id="{6E9B4536-4200-4065-BDDA-4E5B158C8BBA}"/>
              </a:ext>
            </a:extLst>
          </p:cNvPr>
          <p:cNvSpPr>
            <a:spLocks noGrp="1" noChangeArrowheads="1"/>
          </p:cNvSpPr>
          <p:nvPr>
            <p:ph idx="1"/>
          </p:nvPr>
        </p:nvSpPr>
        <p:spPr/>
        <p:txBody>
          <a:bodyPr/>
          <a:lstStyle/>
          <a:p>
            <a:endParaRPr lang="zh-CN" altLang="en-US"/>
          </a:p>
        </p:txBody>
      </p:sp>
      <p:sp>
        <p:nvSpPr>
          <p:cNvPr id="5" name="Rectangle 4">
            <a:extLst>
              <a:ext uri="{FF2B5EF4-FFF2-40B4-BE49-F238E27FC236}">
                <a16:creationId xmlns:a16="http://schemas.microsoft.com/office/drawing/2014/main" id="{34FF8575-45B1-4B43-97D5-ECE08AFCC4C2}"/>
              </a:ext>
            </a:extLst>
          </p:cNvPr>
          <p:cNvSpPr>
            <a:spLocks noChangeArrowheads="1"/>
          </p:cNvSpPr>
          <p:nvPr/>
        </p:nvSpPr>
        <p:spPr bwMode="auto">
          <a:xfrm>
            <a:off x="2514600" y="2630488"/>
            <a:ext cx="457200" cy="22098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6" name="Line 5">
            <a:extLst>
              <a:ext uri="{FF2B5EF4-FFF2-40B4-BE49-F238E27FC236}">
                <a16:creationId xmlns:a16="http://schemas.microsoft.com/office/drawing/2014/main" id="{DA667475-1479-2945-8C3D-FF9DB22300A7}"/>
              </a:ext>
            </a:extLst>
          </p:cNvPr>
          <p:cNvSpPr>
            <a:spLocks noChangeShapeType="1"/>
          </p:cNvSpPr>
          <p:nvPr/>
        </p:nvSpPr>
        <p:spPr bwMode="auto">
          <a:xfrm>
            <a:off x="2514600" y="2935288"/>
            <a:ext cx="457200" cy="0"/>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7" name="Line 6">
            <a:extLst>
              <a:ext uri="{FF2B5EF4-FFF2-40B4-BE49-F238E27FC236}">
                <a16:creationId xmlns:a16="http://schemas.microsoft.com/office/drawing/2014/main" id="{C64AB2BA-728D-D64D-B605-421E598B81FD}"/>
              </a:ext>
            </a:extLst>
          </p:cNvPr>
          <p:cNvSpPr>
            <a:spLocks noChangeShapeType="1"/>
          </p:cNvSpPr>
          <p:nvPr/>
        </p:nvSpPr>
        <p:spPr bwMode="auto">
          <a:xfrm>
            <a:off x="2514600" y="3240088"/>
            <a:ext cx="457200" cy="0"/>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8" name="Line 7">
            <a:extLst>
              <a:ext uri="{FF2B5EF4-FFF2-40B4-BE49-F238E27FC236}">
                <a16:creationId xmlns:a16="http://schemas.microsoft.com/office/drawing/2014/main" id="{796BF065-2C62-904D-B1F0-AC59A82BE86E}"/>
              </a:ext>
            </a:extLst>
          </p:cNvPr>
          <p:cNvSpPr>
            <a:spLocks noChangeShapeType="1"/>
          </p:cNvSpPr>
          <p:nvPr/>
        </p:nvSpPr>
        <p:spPr bwMode="auto">
          <a:xfrm>
            <a:off x="2514600" y="4535488"/>
            <a:ext cx="457200" cy="0"/>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9" name="Rectangle 10">
            <a:extLst>
              <a:ext uri="{FF2B5EF4-FFF2-40B4-BE49-F238E27FC236}">
                <a16:creationId xmlns:a16="http://schemas.microsoft.com/office/drawing/2014/main" id="{90AA841D-1039-7E49-8B62-78EA9BD2FAA6}"/>
              </a:ext>
            </a:extLst>
          </p:cNvPr>
          <p:cNvSpPr>
            <a:spLocks noChangeArrowheads="1"/>
          </p:cNvSpPr>
          <p:nvPr/>
        </p:nvSpPr>
        <p:spPr bwMode="auto">
          <a:xfrm>
            <a:off x="5791200" y="2782888"/>
            <a:ext cx="2209800" cy="12192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10" name="Line 11">
            <a:extLst>
              <a:ext uri="{FF2B5EF4-FFF2-40B4-BE49-F238E27FC236}">
                <a16:creationId xmlns:a16="http://schemas.microsoft.com/office/drawing/2014/main" id="{8DFD0923-51FA-3E4C-A783-5D3D81921F47}"/>
              </a:ext>
            </a:extLst>
          </p:cNvPr>
          <p:cNvSpPr>
            <a:spLocks noChangeShapeType="1"/>
          </p:cNvSpPr>
          <p:nvPr/>
        </p:nvSpPr>
        <p:spPr bwMode="auto">
          <a:xfrm>
            <a:off x="5791200" y="3087688"/>
            <a:ext cx="2209800" cy="0"/>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11" name="Line 12">
            <a:extLst>
              <a:ext uri="{FF2B5EF4-FFF2-40B4-BE49-F238E27FC236}">
                <a16:creationId xmlns:a16="http://schemas.microsoft.com/office/drawing/2014/main" id="{B52AB4E6-911B-C141-8BE3-16CBE69431E7}"/>
              </a:ext>
            </a:extLst>
          </p:cNvPr>
          <p:cNvSpPr>
            <a:spLocks noChangeShapeType="1"/>
          </p:cNvSpPr>
          <p:nvPr/>
        </p:nvSpPr>
        <p:spPr bwMode="auto">
          <a:xfrm>
            <a:off x="5791200" y="3392488"/>
            <a:ext cx="2209800" cy="0"/>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12" name="Rectangle 14">
            <a:extLst>
              <a:ext uri="{FF2B5EF4-FFF2-40B4-BE49-F238E27FC236}">
                <a16:creationId xmlns:a16="http://schemas.microsoft.com/office/drawing/2014/main" id="{C8766386-3EC4-BA47-B3A1-D914C93908E2}"/>
              </a:ext>
            </a:extLst>
          </p:cNvPr>
          <p:cNvSpPr>
            <a:spLocks noChangeArrowheads="1"/>
          </p:cNvSpPr>
          <p:nvPr/>
        </p:nvSpPr>
        <p:spPr bwMode="auto">
          <a:xfrm>
            <a:off x="5791200" y="4535488"/>
            <a:ext cx="2209800" cy="3048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110604" name="Text Box 15">
            <a:extLst>
              <a:ext uri="{FF2B5EF4-FFF2-40B4-BE49-F238E27FC236}">
                <a16:creationId xmlns:a16="http://schemas.microsoft.com/office/drawing/2014/main" id="{AEF68F0B-0574-47F5-9142-EE720DB82B04}"/>
              </a:ext>
            </a:extLst>
          </p:cNvPr>
          <p:cNvSpPr txBox="1">
            <a:spLocks noChangeArrowheads="1"/>
          </p:cNvSpPr>
          <p:nvPr/>
        </p:nvSpPr>
        <p:spPr bwMode="auto">
          <a:xfrm>
            <a:off x="4271963" y="3087688"/>
            <a:ext cx="15954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a</a:t>
            </a:r>
            <a:r>
              <a:rPr kumimoji="0" lang="en-US" altLang="zh-CN" sz="1400" baseline="-25000">
                <a:solidFill>
                  <a:srgbClr val="000000"/>
                </a:solidFill>
                <a:latin typeface="Tahoma" panose="020B0604030504040204" pitchFamily="34" charset="0"/>
                <a:ea typeface="宋体" panose="02010600030101010101" pitchFamily="2" charset="-122"/>
              </a:rPr>
              <a:t>31</a:t>
            </a:r>
            <a:r>
              <a:rPr kumimoji="0" lang="en-US" altLang="zh-CN" sz="1400">
                <a:solidFill>
                  <a:srgbClr val="000000"/>
                </a:solidFill>
                <a:latin typeface="Tahoma" panose="020B0604030504040204" pitchFamily="34" charset="0"/>
                <a:ea typeface="宋体" panose="02010600030101010101" pitchFamily="2" charset="-122"/>
              </a:rPr>
              <a:t>a</a:t>
            </a:r>
            <a:r>
              <a:rPr kumimoji="0" lang="en-US" altLang="zh-CN" sz="1400" baseline="-25000">
                <a:solidFill>
                  <a:srgbClr val="000000"/>
                </a:solidFill>
                <a:latin typeface="Tahoma" panose="020B0604030504040204" pitchFamily="34" charset="0"/>
                <a:ea typeface="宋体" panose="02010600030101010101" pitchFamily="2" charset="-122"/>
              </a:rPr>
              <a:t>30</a:t>
            </a:r>
            <a:r>
              <a:rPr kumimoji="0" lang="en-US" altLang="zh-CN" sz="1400">
                <a:solidFill>
                  <a:srgbClr val="000000"/>
                </a:solidFill>
                <a:latin typeface="Tahoma" panose="020B0604030504040204" pitchFamily="34" charset="0"/>
                <a:ea typeface="宋体" panose="02010600030101010101" pitchFamily="2" charset="-122"/>
              </a:rPr>
              <a:t>…a</a:t>
            </a:r>
            <a:r>
              <a:rPr kumimoji="0" lang="en-US" altLang="zh-CN" sz="1400" baseline="-25000">
                <a:solidFill>
                  <a:srgbClr val="000000"/>
                </a:solidFill>
                <a:latin typeface="Tahoma" panose="020B0604030504040204" pitchFamily="34" charset="0"/>
                <a:ea typeface="宋体" panose="02010600030101010101" pitchFamily="2" charset="-122"/>
              </a:rPr>
              <a:t>11</a:t>
            </a:r>
            <a:r>
              <a:rPr kumimoji="0" lang="en-US" altLang="zh-CN" sz="1400">
                <a:solidFill>
                  <a:srgbClr val="000000"/>
                </a:solidFill>
                <a:latin typeface="Tahoma" panose="020B0604030504040204" pitchFamily="34" charset="0"/>
                <a:ea typeface="宋体" panose="02010600030101010101" pitchFamily="2" charset="-122"/>
              </a:rPr>
              <a:t>…a</a:t>
            </a:r>
            <a:r>
              <a:rPr kumimoji="0" lang="en-US" altLang="zh-CN" sz="1400" baseline="-25000">
                <a:solidFill>
                  <a:srgbClr val="000000"/>
                </a:solidFill>
                <a:latin typeface="Tahoma" panose="020B0604030504040204" pitchFamily="34" charset="0"/>
                <a:ea typeface="宋体" panose="02010600030101010101" pitchFamily="2" charset="-122"/>
              </a:rPr>
              <a:t>2</a:t>
            </a:r>
            <a:r>
              <a:rPr kumimoji="0" lang="en-US" altLang="zh-CN" sz="1400">
                <a:solidFill>
                  <a:srgbClr val="000000"/>
                </a:solidFill>
                <a:latin typeface="Tahoma" panose="020B0604030504040204" pitchFamily="34" charset="0"/>
                <a:ea typeface="宋体" panose="02010600030101010101" pitchFamily="2" charset="-122"/>
              </a:rPr>
              <a:t>a</a:t>
            </a:r>
            <a:r>
              <a:rPr kumimoji="0" lang="en-US" altLang="zh-CN" sz="1400" baseline="-25000">
                <a:solidFill>
                  <a:srgbClr val="000000"/>
                </a:solidFill>
                <a:latin typeface="Tahoma" panose="020B0604030504040204" pitchFamily="34" charset="0"/>
                <a:ea typeface="宋体" panose="02010600030101010101" pitchFamily="2" charset="-122"/>
              </a:rPr>
              <a:t>1</a:t>
            </a:r>
            <a:r>
              <a:rPr kumimoji="0" lang="en-US" altLang="zh-CN" sz="1400">
                <a:solidFill>
                  <a:srgbClr val="000000"/>
                </a:solidFill>
                <a:latin typeface="Tahoma" panose="020B0604030504040204" pitchFamily="34" charset="0"/>
                <a:ea typeface="宋体" panose="02010600030101010101" pitchFamily="2" charset="-122"/>
              </a:rPr>
              <a:t>a</a:t>
            </a:r>
            <a:r>
              <a:rPr kumimoji="0" lang="en-US" altLang="zh-CN" sz="1400" baseline="-25000">
                <a:solidFill>
                  <a:srgbClr val="000000"/>
                </a:solidFill>
                <a:latin typeface="Tahoma" panose="020B0604030504040204" pitchFamily="34" charset="0"/>
                <a:ea typeface="宋体" panose="02010600030101010101" pitchFamily="2" charset="-122"/>
              </a:rPr>
              <a:t>0</a:t>
            </a:r>
          </a:p>
        </p:txBody>
      </p:sp>
      <p:sp>
        <p:nvSpPr>
          <p:cNvPr id="110605" name="Text Box 17">
            <a:extLst>
              <a:ext uri="{FF2B5EF4-FFF2-40B4-BE49-F238E27FC236}">
                <a16:creationId xmlns:a16="http://schemas.microsoft.com/office/drawing/2014/main" id="{83552036-8C4F-4B3D-90FD-16EA975C126F}"/>
              </a:ext>
            </a:extLst>
          </p:cNvPr>
          <p:cNvSpPr txBox="1">
            <a:spLocks noChangeArrowheads="1"/>
          </p:cNvSpPr>
          <p:nvPr/>
        </p:nvSpPr>
        <p:spPr bwMode="auto">
          <a:xfrm>
            <a:off x="6096000" y="3087688"/>
            <a:ext cx="15922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branch instruction</a:t>
            </a:r>
          </a:p>
        </p:txBody>
      </p:sp>
      <p:sp>
        <p:nvSpPr>
          <p:cNvPr id="15" name="AutoShape 18">
            <a:extLst>
              <a:ext uri="{FF2B5EF4-FFF2-40B4-BE49-F238E27FC236}">
                <a16:creationId xmlns:a16="http://schemas.microsoft.com/office/drawing/2014/main" id="{DD7D7F53-1848-9D43-9DC6-47C5427D429D}"/>
              </a:ext>
            </a:extLst>
          </p:cNvPr>
          <p:cNvSpPr>
            <a:spLocks/>
          </p:cNvSpPr>
          <p:nvPr/>
        </p:nvSpPr>
        <p:spPr bwMode="auto">
          <a:xfrm rot="16200000">
            <a:off x="5181600" y="3163888"/>
            <a:ext cx="76200" cy="533400"/>
          </a:xfrm>
          <a:prstGeom prst="leftBrace">
            <a:avLst>
              <a:gd name="adj1" fmla="val 58333"/>
              <a:gd name="adj2" fmla="val 50000"/>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16" name="Freeform 20">
            <a:extLst>
              <a:ext uri="{FF2B5EF4-FFF2-40B4-BE49-F238E27FC236}">
                <a16:creationId xmlns:a16="http://schemas.microsoft.com/office/drawing/2014/main" id="{07C0ED3E-4B1B-AB4A-A4CE-2108C6044F84}"/>
              </a:ext>
            </a:extLst>
          </p:cNvPr>
          <p:cNvSpPr>
            <a:spLocks/>
          </p:cNvSpPr>
          <p:nvPr/>
        </p:nvSpPr>
        <p:spPr bwMode="auto">
          <a:xfrm>
            <a:off x="3048000" y="3544888"/>
            <a:ext cx="2133600" cy="571500"/>
          </a:xfrm>
          <a:custGeom>
            <a:avLst/>
            <a:gdLst>
              <a:gd name="T0" fmla="*/ 1344 w 1344"/>
              <a:gd name="T1" fmla="*/ 0 h 360"/>
              <a:gd name="T2" fmla="*/ 912 w 1344"/>
              <a:gd name="T3" fmla="*/ 336 h 360"/>
              <a:gd name="T4" fmla="*/ 0 w 1344"/>
              <a:gd name="T5" fmla="*/ 144 h 360"/>
            </a:gdLst>
            <a:ahLst/>
            <a:cxnLst>
              <a:cxn ang="0">
                <a:pos x="T0" y="T1"/>
              </a:cxn>
              <a:cxn ang="0">
                <a:pos x="T2" y="T3"/>
              </a:cxn>
              <a:cxn ang="0">
                <a:pos x="T4" y="T5"/>
              </a:cxn>
            </a:cxnLst>
            <a:rect l="0" t="0" r="r" b="b"/>
            <a:pathLst>
              <a:path w="1344" h="360">
                <a:moveTo>
                  <a:pt x="1344" y="0"/>
                </a:moveTo>
                <a:cubicBezTo>
                  <a:pt x="1240" y="156"/>
                  <a:pt x="1136" y="312"/>
                  <a:pt x="912" y="336"/>
                </a:cubicBezTo>
                <a:cubicBezTo>
                  <a:pt x="688" y="360"/>
                  <a:pt x="344" y="252"/>
                  <a:pt x="0" y="144"/>
                </a:cubicBezTo>
              </a:path>
            </a:pathLst>
          </a:custGeom>
          <a:noFill/>
          <a:ln w="9525" cap="flat" cmpd="sng">
            <a:solidFill>
              <a:srgbClr val="000000"/>
            </a:solidFill>
            <a:prstDash val="solid"/>
            <a:miter lim="800000"/>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110608" name="Text Box 21">
            <a:extLst>
              <a:ext uri="{FF2B5EF4-FFF2-40B4-BE49-F238E27FC236}">
                <a16:creationId xmlns:a16="http://schemas.microsoft.com/office/drawing/2014/main" id="{9852DF97-5EA1-42AB-9ABA-6EE6FC886895}"/>
              </a:ext>
            </a:extLst>
          </p:cNvPr>
          <p:cNvSpPr txBox="1">
            <a:spLocks noChangeArrowheads="1"/>
          </p:cNvSpPr>
          <p:nvPr/>
        </p:nvSpPr>
        <p:spPr bwMode="auto">
          <a:xfrm>
            <a:off x="1066800" y="3621088"/>
            <a:ext cx="1238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1K-entry BHT</a:t>
            </a:r>
          </a:p>
        </p:txBody>
      </p:sp>
      <p:sp>
        <p:nvSpPr>
          <p:cNvPr id="110609" name="Text Box 22">
            <a:extLst>
              <a:ext uri="{FF2B5EF4-FFF2-40B4-BE49-F238E27FC236}">
                <a16:creationId xmlns:a16="http://schemas.microsoft.com/office/drawing/2014/main" id="{36CAE928-CABA-4F2F-96D3-C75FDA68023C}"/>
              </a:ext>
            </a:extLst>
          </p:cNvPr>
          <p:cNvSpPr txBox="1">
            <a:spLocks noChangeArrowheads="1"/>
          </p:cNvSpPr>
          <p:nvPr/>
        </p:nvSpPr>
        <p:spPr bwMode="auto">
          <a:xfrm>
            <a:off x="3886200" y="4078288"/>
            <a:ext cx="1116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10-bit index</a:t>
            </a:r>
          </a:p>
        </p:txBody>
      </p:sp>
      <p:sp>
        <p:nvSpPr>
          <p:cNvPr id="110610" name="Text Box 23">
            <a:extLst>
              <a:ext uri="{FF2B5EF4-FFF2-40B4-BE49-F238E27FC236}">
                <a16:creationId xmlns:a16="http://schemas.microsoft.com/office/drawing/2014/main" id="{0610F2F9-00CE-413D-8DFE-4043A87FE395}"/>
              </a:ext>
            </a:extLst>
          </p:cNvPr>
          <p:cNvSpPr txBox="1">
            <a:spLocks noChangeArrowheads="1"/>
          </p:cNvSpPr>
          <p:nvPr/>
        </p:nvSpPr>
        <p:spPr bwMode="auto">
          <a:xfrm>
            <a:off x="2590800" y="2935288"/>
            <a:ext cx="2809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0</a:t>
            </a:r>
          </a:p>
        </p:txBody>
      </p:sp>
      <p:sp>
        <p:nvSpPr>
          <p:cNvPr id="110611" name="Text Box 24">
            <a:extLst>
              <a:ext uri="{FF2B5EF4-FFF2-40B4-BE49-F238E27FC236}">
                <a16:creationId xmlns:a16="http://schemas.microsoft.com/office/drawing/2014/main" id="{D594DA33-E343-442F-A48C-9BCCA1292290}"/>
              </a:ext>
            </a:extLst>
          </p:cNvPr>
          <p:cNvSpPr txBox="1">
            <a:spLocks noChangeArrowheads="1"/>
          </p:cNvSpPr>
          <p:nvPr/>
        </p:nvSpPr>
        <p:spPr bwMode="auto">
          <a:xfrm>
            <a:off x="2590800" y="2630488"/>
            <a:ext cx="2809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1</a:t>
            </a:r>
          </a:p>
        </p:txBody>
      </p:sp>
      <p:sp>
        <p:nvSpPr>
          <p:cNvPr id="110612" name="Text Box 25">
            <a:extLst>
              <a:ext uri="{FF2B5EF4-FFF2-40B4-BE49-F238E27FC236}">
                <a16:creationId xmlns:a16="http://schemas.microsoft.com/office/drawing/2014/main" id="{DFDB282F-59EF-48FA-819D-C4D600E58606}"/>
              </a:ext>
            </a:extLst>
          </p:cNvPr>
          <p:cNvSpPr txBox="1">
            <a:spLocks noChangeArrowheads="1"/>
          </p:cNvSpPr>
          <p:nvPr/>
        </p:nvSpPr>
        <p:spPr bwMode="auto">
          <a:xfrm>
            <a:off x="2590800" y="4535488"/>
            <a:ext cx="2809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1</a:t>
            </a:r>
          </a:p>
        </p:txBody>
      </p:sp>
      <p:sp>
        <p:nvSpPr>
          <p:cNvPr id="110613" name="Text Box 27">
            <a:extLst>
              <a:ext uri="{FF2B5EF4-FFF2-40B4-BE49-F238E27FC236}">
                <a16:creationId xmlns:a16="http://schemas.microsoft.com/office/drawing/2014/main" id="{BC657763-8896-45E4-A9B8-DFD338243688}"/>
              </a:ext>
            </a:extLst>
          </p:cNvPr>
          <p:cNvSpPr txBox="1">
            <a:spLocks noChangeArrowheads="1"/>
          </p:cNvSpPr>
          <p:nvPr/>
        </p:nvSpPr>
        <p:spPr bwMode="auto">
          <a:xfrm>
            <a:off x="1093788" y="2217738"/>
            <a:ext cx="12112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prediction bit</a:t>
            </a:r>
          </a:p>
        </p:txBody>
      </p:sp>
      <p:sp>
        <p:nvSpPr>
          <p:cNvPr id="110614" name="Text Box 29">
            <a:extLst>
              <a:ext uri="{FF2B5EF4-FFF2-40B4-BE49-F238E27FC236}">
                <a16:creationId xmlns:a16="http://schemas.microsoft.com/office/drawing/2014/main" id="{5339FC19-BBE4-4994-B3DF-AB82B13D7FB9}"/>
              </a:ext>
            </a:extLst>
          </p:cNvPr>
          <p:cNvSpPr txBox="1">
            <a:spLocks noChangeArrowheads="1"/>
          </p:cNvSpPr>
          <p:nvPr/>
        </p:nvSpPr>
        <p:spPr bwMode="auto">
          <a:xfrm>
            <a:off x="5972175" y="4916488"/>
            <a:ext cx="17240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Instruction memory</a:t>
            </a:r>
          </a:p>
        </p:txBody>
      </p:sp>
      <p:sp>
        <p:nvSpPr>
          <p:cNvPr id="24" name="Oval 30">
            <a:extLst>
              <a:ext uri="{FF2B5EF4-FFF2-40B4-BE49-F238E27FC236}">
                <a16:creationId xmlns:a16="http://schemas.microsoft.com/office/drawing/2014/main" id="{7CD30034-324B-1B41-AED3-CF602599EC2A}"/>
              </a:ext>
            </a:extLst>
          </p:cNvPr>
          <p:cNvSpPr>
            <a:spLocks noChangeArrowheads="1"/>
          </p:cNvSpPr>
          <p:nvPr/>
        </p:nvSpPr>
        <p:spPr bwMode="auto">
          <a:xfrm>
            <a:off x="6781800" y="4078288"/>
            <a:ext cx="76200" cy="76200"/>
          </a:xfrm>
          <a:prstGeom prst="ellipse">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25" name="Oval 31">
            <a:extLst>
              <a:ext uri="{FF2B5EF4-FFF2-40B4-BE49-F238E27FC236}">
                <a16:creationId xmlns:a16="http://schemas.microsoft.com/office/drawing/2014/main" id="{46D13580-EA0D-1D4A-86F6-2703068792BC}"/>
              </a:ext>
            </a:extLst>
          </p:cNvPr>
          <p:cNvSpPr>
            <a:spLocks noChangeArrowheads="1"/>
          </p:cNvSpPr>
          <p:nvPr/>
        </p:nvSpPr>
        <p:spPr bwMode="auto">
          <a:xfrm>
            <a:off x="6781800" y="4230688"/>
            <a:ext cx="76200" cy="76200"/>
          </a:xfrm>
          <a:prstGeom prst="ellipse">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26" name="Oval 32">
            <a:extLst>
              <a:ext uri="{FF2B5EF4-FFF2-40B4-BE49-F238E27FC236}">
                <a16:creationId xmlns:a16="http://schemas.microsoft.com/office/drawing/2014/main" id="{73AAE5BA-50CB-474C-9E52-B4855BF682C8}"/>
              </a:ext>
            </a:extLst>
          </p:cNvPr>
          <p:cNvSpPr>
            <a:spLocks noChangeArrowheads="1"/>
          </p:cNvSpPr>
          <p:nvPr/>
        </p:nvSpPr>
        <p:spPr bwMode="auto">
          <a:xfrm>
            <a:off x="6781800" y="4383088"/>
            <a:ext cx="76200" cy="76200"/>
          </a:xfrm>
          <a:prstGeom prst="ellipse">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27" name="Oval 33">
            <a:extLst>
              <a:ext uri="{FF2B5EF4-FFF2-40B4-BE49-F238E27FC236}">
                <a16:creationId xmlns:a16="http://schemas.microsoft.com/office/drawing/2014/main" id="{B3214A79-4485-8A44-9481-4E77D0C724C3}"/>
              </a:ext>
            </a:extLst>
          </p:cNvPr>
          <p:cNvSpPr>
            <a:spLocks noChangeArrowheads="1"/>
          </p:cNvSpPr>
          <p:nvPr/>
        </p:nvSpPr>
        <p:spPr bwMode="auto">
          <a:xfrm>
            <a:off x="2743200" y="3697288"/>
            <a:ext cx="76200" cy="76200"/>
          </a:xfrm>
          <a:prstGeom prst="ellipse">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28" name="Oval 34">
            <a:extLst>
              <a:ext uri="{FF2B5EF4-FFF2-40B4-BE49-F238E27FC236}">
                <a16:creationId xmlns:a16="http://schemas.microsoft.com/office/drawing/2014/main" id="{A0DCEA11-DCF4-3248-AFEE-29FB485808C2}"/>
              </a:ext>
            </a:extLst>
          </p:cNvPr>
          <p:cNvSpPr>
            <a:spLocks noChangeArrowheads="1"/>
          </p:cNvSpPr>
          <p:nvPr/>
        </p:nvSpPr>
        <p:spPr bwMode="auto">
          <a:xfrm>
            <a:off x="2743200" y="3849688"/>
            <a:ext cx="76200" cy="76200"/>
          </a:xfrm>
          <a:prstGeom prst="ellipse">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29" name="Oval 35">
            <a:extLst>
              <a:ext uri="{FF2B5EF4-FFF2-40B4-BE49-F238E27FC236}">
                <a16:creationId xmlns:a16="http://schemas.microsoft.com/office/drawing/2014/main" id="{939FBB79-25BA-2840-B525-844C860B871C}"/>
              </a:ext>
            </a:extLst>
          </p:cNvPr>
          <p:cNvSpPr>
            <a:spLocks noChangeArrowheads="1"/>
          </p:cNvSpPr>
          <p:nvPr/>
        </p:nvSpPr>
        <p:spPr bwMode="auto">
          <a:xfrm>
            <a:off x="2743200" y="4002088"/>
            <a:ext cx="76200" cy="76200"/>
          </a:xfrm>
          <a:prstGeom prst="ellipse">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30" name="AutoShape 38">
            <a:extLst>
              <a:ext uri="{FF2B5EF4-FFF2-40B4-BE49-F238E27FC236}">
                <a16:creationId xmlns:a16="http://schemas.microsoft.com/office/drawing/2014/main" id="{37781E7A-171F-B749-98CA-E3F64CA3271A}"/>
              </a:ext>
            </a:extLst>
          </p:cNvPr>
          <p:cNvSpPr>
            <a:spLocks/>
          </p:cNvSpPr>
          <p:nvPr/>
        </p:nvSpPr>
        <p:spPr bwMode="auto">
          <a:xfrm>
            <a:off x="2286000" y="2630488"/>
            <a:ext cx="76200" cy="2209800"/>
          </a:xfrm>
          <a:prstGeom prst="leftBrace">
            <a:avLst>
              <a:gd name="adj1" fmla="val 241667"/>
              <a:gd name="adj2" fmla="val 50000"/>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31" name="Line 39">
            <a:extLst>
              <a:ext uri="{FF2B5EF4-FFF2-40B4-BE49-F238E27FC236}">
                <a16:creationId xmlns:a16="http://schemas.microsoft.com/office/drawing/2014/main" id="{D90739A1-24F7-0D4D-AD04-097C7467B0C8}"/>
              </a:ext>
            </a:extLst>
          </p:cNvPr>
          <p:cNvSpPr>
            <a:spLocks noChangeShapeType="1"/>
          </p:cNvSpPr>
          <p:nvPr/>
        </p:nvSpPr>
        <p:spPr bwMode="auto">
          <a:xfrm>
            <a:off x="1833563" y="2522538"/>
            <a:ext cx="776287" cy="260350"/>
          </a:xfrm>
          <a:prstGeom prst="line">
            <a:avLst/>
          </a:prstGeom>
          <a:noFill/>
          <a:ln w="9525">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32" name="Rectangle 4">
            <a:extLst>
              <a:ext uri="{FF2B5EF4-FFF2-40B4-BE49-F238E27FC236}">
                <a16:creationId xmlns:a16="http://schemas.microsoft.com/office/drawing/2014/main" id="{D1DEFAEE-EAC3-BC44-8490-947C36F429E1}"/>
              </a:ext>
            </a:extLst>
          </p:cNvPr>
          <p:cNvSpPr>
            <a:spLocks noChangeArrowheads="1"/>
          </p:cNvSpPr>
          <p:nvPr/>
        </p:nvSpPr>
        <p:spPr bwMode="auto">
          <a:xfrm>
            <a:off x="2971800" y="2627313"/>
            <a:ext cx="681038" cy="22129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33" name="Line 6">
            <a:extLst>
              <a:ext uri="{FF2B5EF4-FFF2-40B4-BE49-F238E27FC236}">
                <a16:creationId xmlns:a16="http://schemas.microsoft.com/office/drawing/2014/main" id="{9AEBE649-2079-1642-BCE7-B9154F392605}"/>
              </a:ext>
            </a:extLst>
          </p:cNvPr>
          <p:cNvSpPr>
            <a:spLocks noChangeShapeType="1"/>
          </p:cNvSpPr>
          <p:nvPr/>
        </p:nvSpPr>
        <p:spPr bwMode="auto">
          <a:xfrm>
            <a:off x="2971800" y="2935288"/>
            <a:ext cx="681038" cy="0"/>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34" name="Line 6">
            <a:extLst>
              <a:ext uri="{FF2B5EF4-FFF2-40B4-BE49-F238E27FC236}">
                <a16:creationId xmlns:a16="http://schemas.microsoft.com/office/drawing/2014/main" id="{615D9283-34D4-784A-9CC3-EC48196B0D71}"/>
              </a:ext>
            </a:extLst>
          </p:cNvPr>
          <p:cNvSpPr>
            <a:spLocks noChangeShapeType="1"/>
          </p:cNvSpPr>
          <p:nvPr/>
        </p:nvSpPr>
        <p:spPr bwMode="auto">
          <a:xfrm>
            <a:off x="2971800" y="3240088"/>
            <a:ext cx="681038" cy="0"/>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35" name="Line 6">
            <a:extLst>
              <a:ext uri="{FF2B5EF4-FFF2-40B4-BE49-F238E27FC236}">
                <a16:creationId xmlns:a16="http://schemas.microsoft.com/office/drawing/2014/main" id="{817C09D6-92BB-474A-BD45-965AF602FD0C}"/>
              </a:ext>
            </a:extLst>
          </p:cNvPr>
          <p:cNvSpPr>
            <a:spLocks noChangeShapeType="1"/>
          </p:cNvSpPr>
          <p:nvPr/>
        </p:nvSpPr>
        <p:spPr bwMode="auto">
          <a:xfrm>
            <a:off x="2971800" y="4535488"/>
            <a:ext cx="681038" cy="0"/>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110627" name="Text Box 24">
            <a:extLst>
              <a:ext uri="{FF2B5EF4-FFF2-40B4-BE49-F238E27FC236}">
                <a16:creationId xmlns:a16="http://schemas.microsoft.com/office/drawing/2014/main" id="{9D09B884-F66F-4C73-94B3-490D64AFBBAB}"/>
              </a:ext>
            </a:extLst>
          </p:cNvPr>
          <p:cNvSpPr txBox="1">
            <a:spLocks noChangeArrowheads="1"/>
          </p:cNvSpPr>
          <p:nvPr/>
        </p:nvSpPr>
        <p:spPr bwMode="auto">
          <a:xfrm>
            <a:off x="3146425" y="2635250"/>
            <a:ext cx="3810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n1</a:t>
            </a:r>
          </a:p>
        </p:txBody>
      </p:sp>
      <p:sp>
        <p:nvSpPr>
          <p:cNvPr id="110628" name="Text Box 24">
            <a:extLst>
              <a:ext uri="{FF2B5EF4-FFF2-40B4-BE49-F238E27FC236}">
                <a16:creationId xmlns:a16="http://schemas.microsoft.com/office/drawing/2014/main" id="{95990065-F01A-4C47-A210-1B302755B699}"/>
              </a:ext>
            </a:extLst>
          </p:cNvPr>
          <p:cNvSpPr txBox="1">
            <a:spLocks noChangeArrowheads="1"/>
          </p:cNvSpPr>
          <p:nvPr/>
        </p:nvSpPr>
        <p:spPr bwMode="auto">
          <a:xfrm>
            <a:off x="3143250" y="2933700"/>
            <a:ext cx="3810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n2</a:t>
            </a:r>
          </a:p>
        </p:txBody>
      </p:sp>
      <p:sp>
        <p:nvSpPr>
          <p:cNvPr id="110629" name="Text Box 24">
            <a:extLst>
              <a:ext uri="{FF2B5EF4-FFF2-40B4-BE49-F238E27FC236}">
                <a16:creationId xmlns:a16="http://schemas.microsoft.com/office/drawing/2014/main" id="{C7968AE9-A83F-4CDB-A89B-EAAE19305D99}"/>
              </a:ext>
            </a:extLst>
          </p:cNvPr>
          <p:cNvSpPr txBox="1">
            <a:spLocks noChangeArrowheads="1"/>
          </p:cNvSpPr>
          <p:nvPr/>
        </p:nvSpPr>
        <p:spPr bwMode="auto">
          <a:xfrm>
            <a:off x="3167063" y="4538663"/>
            <a:ext cx="3810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n2</a:t>
            </a:r>
          </a:p>
        </p:txBody>
      </p:sp>
      <p:sp>
        <p:nvSpPr>
          <p:cNvPr id="40" name="Line 6">
            <a:extLst>
              <a:ext uri="{FF2B5EF4-FFF2-40B4-BE49-F238E27FC236}">
                <a16:creationId xmlns:a16="http://schemas.microsoft.com/office/drawing/2014/main" id="{ADF1FF04-7244-C545-BEC4-E8E7D35C5FC3}"/>
              </a:ext>
            </a:extLst>
          </p:cNvPr>
          <p:cNvSpPr>
            <a:spLocks noChangeShapeType="1"/>
          </p:cNvSpPr>
          <p:nvPr/>
        </p:nvSpPr>
        <p:spPr bwMode="auto">
          <a:xfrm flipH="1">
            <a:off x="5791200" y="3986213"/>
            <a:ext cx="0" cy="549275"/>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41" name="Line 6">
            <a:extLst>
              <a:ext uri="{FF2B5EF4-FFF2-40B4-BE49-F238E27FC236}">
                <a16:creationId xmlns:a16="http://schemas.microsoft.com/office/drawing/2014/main" id="{15B9C93F-BDE6-9043-85F6-40A5840376FD}"/>
              </a:ext>
            </a:extLst>
          </p:cNvPr>
          <p:cNvSpPr>
            <a:spLocks noChangeShapeType="1"/>
          </p:cNvSpPr>
          <p:nvPr/>
        </p:nvSpPr>
        <p:spPr bwMode="auto">
          <a:xfrm flipH="1">
            <a:off x="8001000" y="4002088"/>
            <a:ext cx="0" cy="549275"/>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42" name="Line 39">
            <a:extLst>
              <a:ext uri="{FF2B5EF4-FFF2-40B4-BE49-F238E27FC236}">
                <a16:creationId xmlns:a16="http://schemas.microsoft.com/office/drawing/2014/main" id="{89EB37BE-51FD-124C-A63E-740808502CF5}"/>
              </a:ext>
            </a:extLst>
          </p:cNvPr>
          <p:cNvSpPr>
            <a:spLocks noChangeShapeType="1"/>
          </p:cNvSpPr>
          <p:nvPr/>
        </p:nvSpPr>
        <p:spPr bwMode="auto">
          <a:xfrm flipH="1">
            <a:off x="3524250" y="2522538"/>
            <a:ext cx="490538" cy="260350"/>
          </a:xfrm>
          <a:prstGeom prst="line">
            <a:avLst/>
          </a:prstGeom>
          <a:noFill/>
          <a:ln w="9525">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2400" i="1" kern="0">
              <a:solidFill>
                <a:srgbClr val="000000"/>
              </a:solidFill>
              <a:latin typeface="Tahoma" panose="020B0604030504040204" pitchFamily="34" charset="0"/>
              <a:ea typeface="+mn-ea"/>
            </a:endParaRPr>
          </a:p>
        </p:txBody>
      </p:sp>
      <p:sp>
        <p:nvSpPr>
          <p:cNvPr id="110633" name="Text Box 27">
            <a:extLst>
              <a:ext uri="{FF2B5EF4-FFF2-40B4-BE49-F238E27FC236}">
                <a16:creationId xmlns:a16="http://schemas.microsoft.com/office/drawing/2014/main" id="{114408B4-54CB-4D3C-ACD7-068A6842A285}"/>
              </a:ext>
            </a:extLst>
          </p:cNvPr>
          <p:cNvSpPr txBox="1">
            <a:spLocks noChangeArrowheads="1"/>
          </p:cNvSpPr>
          <p:nvPr/>
        </p:nvSpPr>
        <p:spPr bwMode="auto">
          <a:xfrm>
            <a:off x="3408363" y="2184400"/>
            <a:ext cx="13239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target address</a:t>
            </a:r>
          </a:p>
        </p:txBody>
      </p:sp>
      <p:sp>
        <p:nvSpPr>
          <p:cNvPr id="110634" name="Text Box 27">
            <a:extLst>
              <a:ext uri="{FF2B5EF4-FFF2-40B4-BE49-F238E27FC236}">
                <a16:creationId xmlns:a16="http://schemas.microsoft.com/office/drawing/2014/main" id="{9D5791F1-55DF-4BF3-8AD6-B14431518761}"/>
              </a:ext>
            </a:extLst>
          </p:cNvPr>
          <p:cNvSpPr txBox="1">
            <a:spLocks noChangeArrowheads="1"/>
          </p:cNvSpPr>
          <p:nvPr/>
        </p:nvSpPr>
        <p:spPr bwMode="auto">
          <a:xfrm>
            <a:off x="741363" y="1622425"/>
            <a:ext cx="2560637"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400">
                <a:solidFill>
                  <a:srgbClr val="000000"/>
                </a:solidFill>
                <a:latin typeface="Tahoma" panose="020B0604030504040204" pitchFamily="34" charset="0"/>
                <a:ea typeface="宋体" panose="02010600030101010101" pitchFamily="2" charset="-122"/>
              </a:rPr>
              <a:t>1 = branch was last taken</a:t>
            </a:r>
          </a:p>
          <a:p>
            <a:pPr eaLnBrk="1" hangingPunct="1"/>
            <a:r>
              <a:rPr kumimoji="0" lang="en-US" altLang="zh-CN" sz="1400">
                <a:solidFill>
                  <a:srgbClr val="000000"/>
                </a:solidFill>
                <a:latin typeface="Tahoma" panose="020B0604030504040204" pitchFamily="34" charset="0"/>
                <a:ea typeface="宋体" panose="02010600030101010101" pitchFamily="2" charset="-122"/>
              </a:rPr>
              <a:t>0 = branch was last not taken</a:t>
            </a:r>
          </a:p>
        </p:txBody>
      </p:sp>
    </p:spTree>
  </p:cSld>
  <p:clrMapOvr>
    <a:masterClrMapping/>
  </p:clrMapOvr>
  <p:transition spd="med">
    <p:pull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ECFB311C-57F5-7642-97F2-C7E98A053E6A}"/>
              </a:ext>
            </a:extLst>
          </p:cNvPr>
          <p:cNvSpPr>
            <a:spLocks noGrp="1" noChangeArrowheads="1"/>
          </p:cNvSpPr>
          <p:nvPr>
            <p:ph type="title"/>
          </p:nvPr>
        </p:nvSpPr>
        <p:spPr/>
        <p:txBody>
          <a:bodyPr/>
          <a:lstStyle/>
          <a:p>
            <a:pPr eaLnBrk="1" hangingPunct="1">
              <a:defRPr/>
            </a:pPr>
            <a:r>
              <a:rPr lang="zh-CN" altLang="en-US"/>
              <a:t>例</a:t>
            </a:r>
            <a:r>
              <a:rPr lang="en-US" altLang="zh-CN"/>
              <a:t>4</a:t>
            </a:r>
          </a:p>
        </p:txBody>
      </p:sp>
      <p:sp>
        <p:nvSpPr>
          <p:cNvPr id="112642" name="Rectangle 3">
            <a:extLst>
              <a:ext uri="{FF2B5EF4-FFF2-40B4-BE49-F238E27FC236}">
                <a16:creationId xmlns:a16="http://schemas.microsoft.com/office/drawing/2014/main" id="{521425CE-05F8-426F-AAC7-A3FB72D9D5BE}"/>
              </a:ext>
            </a:extLst>
          </p:cNvPr>
          <p:cNvSpPr>
            <a:spLocks noGrp="1" noChangeArrowheads="1"/>
          </p:cNvSpPr>
          <p:nvPr>
            <p:ph idx="1"/>
          </p:nvPr>
        </p:nvSpPr>
        <p:spPr>
          <a:xfrm>
            <a:off x="153988" y="960438"/>
            <a:ext cx="8913812" cy="5172075"/>
          </a:xfrm>
        </p:spPr>
        <p:txBody>
          <a:bodyPr/>
          <a:lstStyle/>
          <a:p>
            <a:pPr marL="0" indent="0" eaLnBrk="1" hangingPunct="1">
              <a:lnSpc>
                <a:spcPct val="80000"/>
              </a:lnSpc>
              <a:buFont typeface="Wingdings 2" panose="05020102010507070707" pitchFamily="18" charset="2"/>
              <a:buNone/>
            </a:pPr>
            <a:r>
              <a:rPr lang="zh-CN" altLang="en-US" dirty="0">
                <a:cs typeface="Times New Roman" panose="02020603050405020304" pitchFamily="18" charset="0"/>
              </a:rPr>
              <a:t>   流水线中有三类数据相关冲突：写后读相关</a:t>
            </a:r>
            <a:r>
              <a:rPr lang="en-US" altLang="zh-CN" dirty="0">
                <a:cs typeface="Times New Roman" panose="02020603050405020304" pitchFamily="18" charset="0"/>
              </a:rPr>
              <a:t>(RAW)</a:t>
            </a:r>
            <a:r>
              <a:rPr lang="zh-CN" altLang="en-US" dirty="0">
                <a:cs typeface="Times New Roman" panose="02020603050405020304" pitchFamily="18" charset="0"/>
              </a:rPr>
              <a:t>；读后写相关</a:t>
            </a:r>
            <a:r>
              <a:rPr lang="en-US" altLang="zh-CN" dirty="0">
                <a:cs typeface="Times New Roman" panose="02020603050405020304" pitchFamily="18" charset="0"/>
              </a:rPr>
              <a:t>(WAR)</a:t>
            </a:r>
            <a:r>
              <a:rPr lang="zh-CN" altLang="en-US" dirty="0">
                <a:cs typeface="Times New Roman" panose="02020603050405020304" pitchFamily="18" charset="0"/>
              </a:rPr>
              <a:t>；写后写相关</a:t>
            </a:r>
            <a:r>
              <a:rPr lang="en-US" altLang="zh-CN" dirty="0">
                <a:cs typeface="Times New Roman" panose="02020603050405020304" pitchFamily="18" charset="0"/>
              </a:rPr>
              <a:t>(WAW)</a:t>
            </a:r>
            <a:r>
              <a:rPr lang="zh-CN" altLang="en-US" dirty="0">
                <a:cs typeface="Times New Roman" panose="02020603050405020304" pitchFamily="18" charset="0"/>
              </a:rPr>
              <a:t>。判断以下三组指令各存在哪种类型的数据相关：</a:t>
            </a:r>
          </a:p>
          <a:p>
            <a:pPr eaLnBrk="1" hangingPunct="1">
              <a:lnSpc>
                <a:spcPct val="80000"/>
              </a:lnSpc>
              <a:buFont typeface="Wingdings 2" panose="05020102010507070707" pitchFamily="18" charset="2"/>
              <a:buNone/>
            </a:pPr>
            <a:r>
              <a:rPr lang="en-US" altLang="zh-CN" dirty="0">
                <a:cs typeface="Times New Roman" panose="02020603050405020304" pitchFamily="18" charset="0"/>
              </a:rPr>
              <a:t>(1) I1: ADD R1,R2,R3 	</a:t>
            </a:r>
            <a:r>
              <a:rPr lang="zh-CN" altLang="en-US" dirty="0">
                <a:cs typeface="Times New Roman" panose="02020603050405020304" pitchFamily="18" charset="0"/>
              </a:rPr>
              <a:t>；</a:t>
            </a:r>
            <a:r>
              <a:rPr lang="en-US" altLang="zh-CN" dirty="0">
                <a:cs typeface="Times New Roman" panose="02020603050405020304" pitchFamily="18" charset="0"/>
              </a:rPr>
              <a:t>(R2) + (R3)-&gt;</a:t>
            </a:r>
            <a:r>
              <a:rPr lang="en-US" altLang="zh-CN" dirty="0">
                <a:solidFill>
                  <a:srgbClr val="FF0000"/>
                </a:solidFill>
                <a:cs typeface="Times New Roman" panose="02020603050405020304" pitchFamily="18" charset="0"/>
              </a:rPr>
              <a:t>R1</a:t>
            </a:r>
            <a:endParaRPr lang="en-US" altLang="zh-CN" dirty="0">
              <a:cs typeface="Times New Roman" panose="02020603050405020304" pitchFamily="18" charset="0"/>
            </a:endParaRPr>
          </a:p>
          <a:p>
            <a:pPr eaLnBrk="1" hangingPunct="1">
              <a:lnSpc>
                <a:spcPct val="80000"/>
              </a:lnSpc>
              <a:buFont typeface="Wingdings 2" panose="05020102010507070707" pitchFamily="18" charset="2"/>
              <a:buNone/>
            </a:pPr>
            <a:r>
              <a:rPr lang="zh-CN" altLang="en-US" dirty="0">
                <a:cs typeface="Times New Roman" panose="02020603050405020304" pitchFamily="18" charset="0"/>
              </a:rPr>
              <a:t>　  </a:t>
            </a:r>
            <a:r>
              <a:rPr lang="en-US" altLang="zh-CN" dirty="0">
                <a:cs typeface="Times New Roman" panose="02020603050405020304" pitchFamily="18" charset="0"/>
              </a:rPr>
              <a:t>I2: SUB R4,R1,R5 	</a:t>
            </a:r>
            <a:r>
              <a:rPr lang="zh-CN" altLang="en-US" dirty="0">
                <a:cs typeface="Times New Roman" panose="02020603050405020304" pitchFamily="18" charset="0"/>
              </a:rPr>
              <a:t>；</a:t>
            </a:r>
            <a:r>
              <a:rPr lang="en-US" altLang="zh-CN" dirty="0">
                <a:cs typeface="Times New Roman" panose="02020603050405020304" pitchFamily="18" charset="0"/>
              </a:rPr>
              <a:t>(</a:t>
            </a:r>
            <a:r>
              <a:rPr lang="en-US" altLang="zh-CN" dirty="0">
                <a:solidFill>
                  <a:srgbClr val="FF0000"/>
                </a:solidFill>
                <a:cs typeface="Times New Roman" panose="02020603050405020304" pitchFamily="18" charset="0"/>
              </a:rPr>
              <a:t>R1</a:t>
            </a:r>
            <a:r>
              <a:rPr lang="en-US" altLang="zh-CN" dirty="0">
                <a:cs typeface="Times New Roman" panose="02020603050405020304" pitchFamily="18" charset="0"/>
              </a:rPr>
              <a:t>) - (R5)-&gt;R4 </a:t>
            </a:r>
          </a:p>
          <a:p>
            <a:pPr eaLnBrk="1" hangingPunct="1">
              <a:lnSpc>
                <a:spcPct val="80000"/>
              </a:lnSpc>
              <a:buFont typeface="Wingdings 2" panose="05020102010507070707" pitchFamily="18" charset="2"/>
              <a:buNone/>
            </a:pPr>
            <a:r>
              <a:rPr lang="en-US" altLang="zh-CN" dirty="0">
                <a:cs typeface="Times New Roman" panose="02020603050405020304" pitchFamily="18" charset="0"/>
              </a:rPr>
              <a:t>(2) I3: STA M(x),R3	</a:t>
            </a:r>
            <a:r>
              <a:rPr lang="zh-CN" altLang="en-US" dirty="0">
                <a:cs typeface="Times New Roman" panose="02020603050405020304" pitchFamily="18" charset="0"/>
              </a:rPr>
              <a:t>；</a:t>
            </a:r>
            <a:r>
              <a:rPr lang="en-US" altLang="zh-CN" dirty="0">
                <a:cs typeface="Times New Roman" panose="02020603050405020304" pitchFamily="18" charset="0"/>
              </a:rPr>
              <a:t>(</a:t>
            </a:r>
            <a:r>
              <a:rPr lang="en-US" altLang="zh-CN" dirty="0">
                <a:solidFill>
                  <a:srgbClr val="FF0000"/>
                </a:solidFill>
                <a:cs typeface="Times New Roman" panose="02020603050405020304" pitchFamily="18" charset="0"/>
              </a:rPr>
              <a:t>R3</a:t>
            </a:r>
            <a:r>
              <a:rPr lang="en-US" altLang="zh-CN" dirty="0">
                <a:cs typeface="Times New Roman" panose="02020603050405020304" pitchFamily="18" charset="0"/>
              </a:rPr>
              <a:t>)-&gt;M(x),M(x)</a:t>
            </a:r>
            <a:r>
              <a:rPr lang="zh-CN" altLang="en-US" dirty="0">
                <a:cs typeface="Times New Roman" panose="02020603050405020304" pitchFamily="18" charset="0"/>
              </a:rPr>
              <a:t>是存储器单元</a:t>
            </a:r>
          </a:p>
          <a:p>
            <a:pPr eaLnBrk="1" hangingPunct="1">
              <a:lnSpc>
                <a:spcPct val="80000"/>
              </a:lnSpc>
              <a:buFont typeface="Wingdings 2" panose="05020102010507070707" pitchFamily="18" charset="2"/>
              <a:buNone/>
            </a:pPr>
            <a:r>
              <a:rPr lang="zh-CN" altLang="en-US" dirty="0">
                <a:cs typeface="Times New Roman" panose="02020603050405020304" pitchFamily="18" charset="0"/>
              </a:rPr>
              <a:t>　  </a:t>
            </a:r>
            <a:r>
              <a:rPr lang="en-US" altLang="zh-CN" dirty="0">
                <a:cs typeface="Times New Roman" panose="02020603050405020304" pitchFamily="18" charset="0"/>
              </a:rPr>
              <a:t>I4: ADD R3,R4,R5	</a:t>
            </a:r>
            <a:r>
              <a:rPr lang="zh-CN" altLang="en-US" dirty="0">
                <a:cs typeface="Times New Roman" panose="02020603050405020304" pitchFamily="18" charset="0"/>
              </a:rPr>
              <a:t>；</a:t>
            </a:r>
            <a:r>
              <a:rPr lang="en-US" altLang="zh-CN" dirty="0">
                <a:cs typeface="Times New Roman" panose="02020603050405020304" pitchFamily="18" charset="0"/>
              </a:rPr>
              <a:t>(R4)+(R5)-&gt;</a:t>
            </a:r>
            <a:r>
              <a:rPr lang="en-US" altLang="zh-CN" dirty="0">
                <a:solidFill>
                  <a:srgbClr val="FF0000"/>
                </a:solidFill>
                <a:cs typeface="Times New Roman" panose="02020603050405020304" pitchFamily="18" charset="0"/>
              </a:rPr>
              <a:t>R3</a:t>
            </a:r>
            <a:r>
              <a:rPr lang="en-US" altLang="zh-CN" dirty="0">
                <a:cs typeface="Times New Roman" panose="02020603050405020304" pitchFamily="18" charset="0"/>
              </a:rPr>
              <a:t> </a:t>
            </a:r>
          </a:p>
          <a:p>
            <a:pPr eaLnBrk="1" hangingPunct="1">
              <a:lnSpc>
                <a:spcPct val="80000"/>
              </a:lnSpc>
              <a:buFont typeface="Wingdings 2" panose="05020102010507070707" pitchFamily="18" charset="2"/>
              <a:buNone/>
            </a:pPr>
            <a:r>
              <a:rPr lang="en-US" altLang="zh-CN" dirty="0">
                <a:cs typeface="Times New Roman" panose="02020603050405020304" pitchFamily="18" charset="0"/>
              </a:rPr>
              <a:t>(3) I5: MUL R3,R1,R2	</a:t>
            </a:r>
            <a:r>
              <a:rPr lang="zh-CN" altLang="en-US" dirty="0">
                <a:cs typeface="Times New Roman" panose="02020603050405020304" pitchFamily="18" charset="0"/>
              </a:rPr>
              <a:t>；</a:t>
            </a:r>
            <a:r>
              <a:rPr lang="en-US" altLang="zh-CN" dirty="0">
                <a:cs typeface="Times New Roman" panose="02020603050405020304" pitchFamily="18" charset="0"/>
              </a:rPr>
              <a:t>(R1)×(R2)-&gt;</a:t>
            </a:r>
            <a:r>
              <a:rPr lang="en-US" altLang="zh-CN" dirty="0">
                <a:solidFill>
                  <a:srgbClr val="FF0000"/>
                </a:solidFill>
                <a:cs typeface="Times New Roman" panose="02020603050405020304" pitchFamily="18" charset="0"/>
              </a:rPr>
              <a:t>R3</a:t>
            </a:r>
          </a:p>
          <a:p>
            <a:pPr eaLnBrk="1" hangingPunct="1">
              <a:lnSpc>
                <a:spcPct val="80000"/>
              </a:lnSpc>
              <a:buFont typeface="Wingdings 2" panose="05020102010507070707" pitchFamily="18" charset="2"/>
              <a:buNone/>
            </a:pPr>
            <a:r>
              <a:rPr lang="zh-CN" altLang="en-US" dirty="0">
                <a:cs typeface="Times New Roman" panose="02020603050405020304" pitchFamily="18" charset="0"/>
              </a:rPr>
              <a:t>　  </a:t>
            </a:r>
            <a:r>
              <a:rPr lang="en-US" altLang="zh-CN" dirty="0">
                <a:cs typeface="Times New Roman" panose="02020603050405020304" pitchFamily="18" charset="0"/>
              </a:rPr>
              <a:t>I6:</a:t>
            </a:r>
            <a:r>
              <a:rPr lang="zh-CN" altLang="en-US" dirty="0">
                <a:cs typeface="Times New Roman" panose="02020603050405020304" pitchFamily="18" charset="0"/>
              </a:rPr>
              <a:t> </a:t>
            </a:r>
            <a:r>
              <a:rPr lang="en-US" altLang="zh-CN" dirty="0">
                <a:cs typeface="Times New Roman" panose="02020603050405020304" pitchFamily="18" charset="0"/>
              </a:rPr>
              <a:t>ADD R3,R4,R5	</a:t>
            </a:r>
            <a:r>
              <a:rPr lang="zh-CN" altLang="en-US" dirty="0">
                <a:cs typeface="Times New Roman" panose="02020603050405020304" pitchFamily="18" charset="0"/>
              </a:rPr>
              <a:t>；</a:t>
            </a:r>
            <a:r>
              <a:rPr lang="en-US" altLang="zh-CN" dirty="0">
                <a:cs typeface="Times New Roman" panose="02020603050405020304" pitchFamily="18" charset="0"/>
              </a:rPr>
              <a:t>(R4)+(R5)-&gt;</a:t>
            </a:r>
            <a:r>
              <a:rPr lang="en-US" altLang="zh-CN" dirty="0">
                <a:solidFill>
                  <a:srgbClr val="FF0000"/>
                </a:solidFill>
                <a:cs typeface="Times New Roman" panose="02020603050405020304" pitchFamily="18" charset="0"/>
              </a:rPr>
              <a:t>R3</a:t>
            </a:r>
            <a:endParaRPr lang="zh-CN" altLang="en-US" dirty="0">
              <a:solidFill>
                <a:srgbClr val="FF0000"/>
              </a:solidFill>
              <a:cs typeface="Times New Roman" panose="02020603050405020304" pitchFamily="18" charset="0"/>
            </a:endParaRPr>
          </a:p>
        </p:txBody>
      </p:sp>
    </p:spTree>
  </p:cSld>
  <p:clrMapOvr>
    <a:masterClrMapping/>
  </p:clrMapOvr>
  <p:transition spd="med">
    <p:pull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a:extLst>
              <a:ext uri="{FF2B5EF4-FFF2-40B4-BE49-F238E27FC236}">
                <a16:creationId xmlns:a16="http://schemas.microsoft.com/office/drawing/2014/main" id="{A2EBA857-56B1-104B-98DA-61CEC5DE744D}"/>
              </a:ext>
            </a:extLst>
          </p:cNvPr>
          <p:cNvSpPr>
            <a:spLocks noGrp="1" noChangeArrowheads="1"/>
          </p:cNvSpPr>
          <p:nvPr>
            <p:ph type="title"/>
          </p:nvPr>
        </p:nvSpPr>
        <p:spPr/>
        <p:txBody>
          <a:bodyPr/>
          <a:lstStyle/>
          <a:p>
            <a:pPr eaLnBrk="1" hangingPunct="1">
              <a:defRPr/>
            </a:pPr>
            <a:r>
              <a:rPr lang="zh-CN" altLang="en-US"/>
              <a:t>例</a:t>
            </a:r>
            <a:r>
              <a:rPr lang="en-US" altLang="zh-CN"/>
              <a:t>4</a:t>
            </a:r>
            <a:r>
              <a:rPr lang="zh-CN" altLang="en-US"/>
              <a:t>解</a:t>
            </a:r>
          </a:p>
        </p:txBody>
      </p:sp>
      <p:sp>
        <p:nvSpPr>
          <p:cNvPr id="114690" name="Rectangle 3">
            <a:extLst>
              <a:ext uri="{FF2B5EF4-FFF2-40B4-BE49-F238E27FC236}">
                <a16:creationId xmlns:a16="http://schemas.microsoft.com/office/drawing/2014/main" id="{640DF7CE-7D25-41AD-92F0-A367E9407651}"/>
              </a:ext>
            </a:extLst>
          </p:cNvPr>
          <p:cNvSpPr>
            <a:spLocks noGrp="1" noChangeArrowheads="1"/>
          </p:cNvSpPr>
          <p:nvPr>
            <p:ph idx="1"/>
          </p:nvPr>
        </p:nvSpPr>
        <p:spPr>
          <a:xfrm>
            <a:off x="188913" y="1143000"/>
            <a:ext cx="8766175" cy="4989513"/>
          </a:xfrm>
        </p:spPr>
        <p:txBody>
          <a:bodyPr/>
          <a:lstStyle/>
          <a:p>
            <a:pPr eaLnBrk="1" hangingPunct="1">
              <a:lnSpc>
                <a:spcPct val="90000"/>
              </a:lnSpc>
              <a:buFont typeface="Wingdings 2" panose="05020102010507070707" pitchFamily="18" charset="2"/>
              <a:buNone/>
            </a:pPr>
            <a:r>
              <a:rPr lang="zh-CN" altLang="en-US" sz="2400" dirty="0">
                <a:cs typeface="Times New Roman" panose="02020603050405020304" pitchFamily="18" charset="0"/>
              </a:rPr>
              <a:t>　    </a:t>
            </a:r>
            <a:r>
              <a:rPr lang="zh-CN" altLang="en-US" sz="2800" dirty="0">
                <a:cs typeface="Times New Roman" panose="02020603050405020304" pitchFamily="18" charset="0"/>
              </a:rPr>
              <a:t>第</a:t>
            </a:r>
            <a:r>
              <a:rPr lang="en-US" altLang="zh-CN" sz="2800" dirty="0">
                <a:cs typeface="Times New Roman" panose="02020603050405020304" pitchFamily="18" charset="0"/>
              </a:rPr>
              <a:t>(1)组指令中，I1指令运算结果应先写入R1，然后在I2指令中读出R1内容。由于I2指令进入流水线，变成I2指令在I1指令写入R1前就读出R1内容，发生RAW相关。</a:t>
            </a:r>
          </a:p>
          <a:p>
            <a:pPr eaLnBrk="1" hangingPunct="1">
              <a:lnSpc>
                <a:spcPct val="90000"/>
              </a:lnSpc>
              <a:buFont typeface="Wingdings 2" panose="05020102010507070707" pitchFamily="18" charset="2"/>
              <a:buNone/>
            </a:pPr>
            <a:r>
              <a:rPr lang="zh-CN" altLang="en-US" sz="2800" dirty="0">
                <a:cs typeface="Times New Roman" panose="02020603050405020304" pitchFamily="18" charset="0"/>
              </a:rPr>
              <a:t>　   第</a:t>
            </a:r>
            <a:r>
              <a:rPr lang="en-US" altLang="zh-CN" sz="2800" dirty="0">
                <a:cs typeface="Times New Roman" panose="02020603050405020304" pitchFamily="18" charset="0"/>
              </a:rPr>
              <a:t>(2)组指令中，I3指令应先读出R3内容并存入存储单元M(x)，然后在I4指令中将运算结果写入R3。但由于I4指令进入流水线，</a:t>
            </a:r>
            <a:r>
              <a:rPr lang="en-US" altLang="zh-CN" sz="2800" u="sng" dirty="0">
                <a:cs typeface="Times New Roman" panose="02020603050405020304" pitchFamily="18" charset="0"/>
              </a:rPr>
              <a:t>变成I4指令在I3指令读出R3内容前就写入R3，发生WAR相关</a:t>
            </a:r>
            <a:r>
              <a:rPr lang="en-US" altLang="zh-CN" sz="2800" dirty="0">
                <a:cs typeface="Times New Roman" panose="02020603050405020304" pitchFamily="18" charset="0"/>
              </a:rPr>
              <a:t>。</a:t>
            </a:r>
            <a:r>
              <a:rPr lang="zh-CN" altLang="en-US" sz="2800" dirty="0">
                <a:cs typeface="Times New Roman" panose="02020603050405020304" pitchFamily="18" charset="0"/>
              </a:rPr>
              <a:t>？</a:t>
            </a:r>
            <a:endParaRPr lang="en-US" altLang="zh-CN" sz="2800" dirty="0">
              <a:cs typeface="Times New Roman" panose="02020603050405020304" pitchFamily="18" charset="0"/>
            </a:endParaRPr>
          </a:p>
          <a:p>
            <a:pPr eaLnBrk="1" hangingPunct="1">
              <a:lnSpc>
                <a:spcPct val="90000"/>
              </a:lnSpc>
              <a:buFont typeface="Wingdings 2" panose="05020102010507070707" pitchFamily="18" charset="2"/>
              <a:buNone/>
            </a:pPr>
            <a:r>
              <a:rPr lang="zh-CN" altLang="en-US" sz="2800" dirty="0">
                <a:cs typeface="Times New Roman" panose="02020603050405020304" pitchFamily="18" charset="0"/>
              </a:rPr>
              <a:t>　   第</a:t>
            </a:r>
            <a:r>
              <a:rPr lang="en-US" altLang="zh-CN" sz="2800" dirty="0">
                <a:cs typeface="Times New Roman" panose="02020603050405020304" pitchFamily="18" charset="0"/>
              </a:rPr>
              <a:t>(3)组指令中，如果I6指令的加法运算完成时间早于I5指令的乘法运算时间，变成指令I6在指令I5写入R3前就写入R3，导致R3的内容错误，发生WAW相关。</a:t>
            </a:r>
          </a:p>
        </p:txBody>
      </p:sp>
    </p:spTree>
  </p:cSld>
  <p:clrMapOvr>
    <a:masterClrMapping/>
  </p:clrMapOvr>
  <p:transition spd="med">
    <p:pull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38EFCA-64FA-BC4E-8C93-0A0055721C9B}"/>
              </a:ext>
            </a:extLst>
          </p:cNvPr>
          <p:cNvSpPr>
            <a:spLocks noGrp="1"/>
          </p:cNvSpPr>
          <p:nvPr>
            <p:ph type="title"/>
          </p:nvPr>
        </p:nvSpPr>
        <p:spPr/>
        <p:txBody>
          <a:bodyPr/>
          <a:lstStyle/>
          <a:p>
            <a:pPr>
              <a:defRPr/>
            </a:pPr>
            <a:r>
              <a:rPr lang="zh-CN" altLang="en-US" dirty="0"/>
              <a:t>例</a:t>
            </a:r>
          </a:p>
        </p:txBody>
      </p:sp>
      <p:sp>
        <p:nvSpPr>
          <p:cNvPr id="116738" name="内容占位符 2">
            <a:extLst>
              <a:ext uri="{FF2B5EF4-FFF2-40B4-BE49-F238E27FC236}">
                <a16:creationId xmlns:a16="http://schemas.microsoft.com/office/drawing/2014/main" id="{D62F2BEA-FA54-48A3-9DCE-4B1B856C10AA}"/>
              </a:ext>
            </a:extLst>
          </p:cNvPr>
          <p:cNvSpPr>
            <a:spLocks noGrp="1" noChangeArrowheads="1"/>
          </p:cNvSpPr>
          <p:nvPr>
            <p:ph idx="1"/>
          </p:nvPr>
        </p:nvSpPr>
        <p:spPr/>
        <p:txBody>
          <a:bodyPr/>
          <a:lstStyle/>
          <a:p>
            <a:pPr marL="0" indent="0">
              <a:buFont typeface="Wingdings 2" panose="05020102010507070707" pitchFamily="18" charset="2"/>
              <a:buNone/>
            </a:pPr>
            <a:r>
              <a:rPr lang="en-US" altLang="zh-CN" sz="2800" dirty="0">
                <a:solidFill>
                  <a:srgbClr val="000000"/>
                </a:solidFill>
              </a:rPr>
              <a:t>1</a:t>
            </a:r>
            <a:r>
              <a:rPr lang="zh-CN" altLang="en-US" sz="2800" dirty="0">
                <a:solidFill>
                  <a:srgbClr val="000000"/>
                </a:solidFill>
              </a:rPr>
              <a:t>、下列不会引起指令流水阻塞的是（  ）   </a:t>
            </a:r>
          </a:p>
          <a:p>
            <a:pPr marL="0" indent="0">
              <a:buFont typeface="Wingdings 2" panose="05020102010507070707" pitchFamily="18" charset="2"/>
              <a:buNone/>
            </a:pPr>
            <a:r>
              <a:rPr lang="en-US" altLang="zh-CN" sz="2800" dirty="0">
                <a:solidFill>
                  <a:srgbClr val="000000"/>
                </a:solidFill>
              </a:rPr>
              <a:t>A</a:t>
            </a:r>
            <a:r>
              <a:rPr lang="zh-CN" altLang="en-US" sz="2800" dirty="0">
                <a:solidFill>
                  <a:srgbClr val="000000"/>
                </a:solidFill>
              </a:rPr>
              <a:t>：数据旁路     </a:t>
            </a:r>
            <a:endParaRPr lang="en-US" altLang="zh-CN" sz="2800" dirty="0">
              <a:solidFill>
                <a:srgbClr val="000000"/>
              </a:solidFill>
            </a:endParaRPr>
          </a:p>
          <a:p>
            <a:pPr marL="0" indent="0">
              <a:buFont typeface="Wingdings 2" panose="05020102010507070707" pitchFamily="18" charset="2"/>
              <a:buNone/>
            </a:pPr>
            <a:r>
              <a:rPr lang="en-US" altLang="zh-CN" sz="2800" dirty="0">
                <a:solidFill>
                  <a:srgbClr val="000000"/>
                </a:solidFill>
              </a:rPr>
              <a:t>B</a:t>
            </a:r>
            <a:r>
              <a:rPr lang="zh-CN" altLang="en-US" sz="2800" dirty="0">
                <a:solidFill>
                  <a:srgbClr val="000000"/>
                </a:solidFill>
              </a:rPr>
              <a:t>：数据相关     </a:t>
            </a:r>
            <a:endParaRPr lang="en-US" altLang="zh-CN" sz="2800" dirty="0">
              <a:solidFill>
                <a:srgbClr val="000000"/>
              </a:solidFill>
            </a:endParaRPr>
          </a:p>
          <a:p>
            <a:pPr marL="0" indent="0">
              <a:buFont typeface="Wingdings 2" panose="05020102010507070707" pitchFamily="18" charset="2"/>
              <a:buNone/>
            </a:pPr>
            <a:r>
              <a:rPr lang="en-US" altLang="zh-CN" sz="2800" dirty="0">
                <a:solidFill>
                  <a:srgbClr val="000000"/>
                </a:solidFill>
              </a:rPr>
              <a:t>C</a:t>
            </a:r>
            <a:r>
              <a:rPr lang="zh-CN" altLang="en-US" sz="2800" dirty="0">
                <a:solidFill>
                  <a:srgbClr val="000000"/>
                </a:solidFill>
              </a:rPr>
              <a:t>：条件转移    </a:t>
            </a:r>
            <a:endParaRPr lang="en-US" altLang="zh-CN" sz="2800" dirty="0">
              <a:solidFill>
                <a:srgbClr val="000000"/>
              </a:solidFill>
            </a:endParaRPr>
          </a:p>
          <a:p>
            <a:pPr marL="0" indent="0">
              <a:buFont typeface="Wingdings 2" panose="05020102010507070707" pitchFamily="18" charset="2"/>
              <a:buNone/>
            </a:pPr>
            <a:r>
              <a:rPr lang="en-US" altLang="zh-CN" sz="2800" dirty="0">
                <a:solidFill>
                  <a:srgbClr val="000000"/>
                </a:solidFill>
              </a:rPr>
              <a:t>D</a:t>
            </a:r>
            <a:r>
              <a:rPr lang="zh-CN" altLang="en-US" sz="2800" dirty="0">
                <a:solidFill>
                  <a:srgbClr val="000000"/>
                </a:solidFill>
              </a:rPr>
              <a:t>：资源冲突</a:t>
            </a:r>
            <a:endParaRPr lang="en-US" altLang="zh-CN" sz="2800" dirty="0">
              <a:solidFill>
                <a:srgbClr val="000000"/>
              </a:solidFill>
            </a:endParaRPr>
          </a:p>
          <a:p>
            <a:pPr marL="0" indent="0">
              <a:buFont typeface="Wingdings 2" panose="05020102010507070707" pitchFamily="18" charset="2"/>
              <a:buNone/>
            </a:pPr>
            <a:r>
              <a:rPr lang="en-US" altLang="zh-CN" sz="2800" dirty="0">
                <a:solidFill>
                  <a:srgbClr val="000000"/>
                </a:solidFill>
              </a:rPr>
              <a:t>2</a:t>
            </a:r>
            <a:r>
              <a:rPr lang="zh-CN" altLang="en-US" sz="2800" dirty="0">
                <a:solidFill>
                  <a:srgbClr val="000000"/>
                </a:solidFill>
              </a:rPr>
              <a:t>、采用指令</a:t>
            </a:r>
            <a:r>
              <a:rPr lang="en-US" altLang="zh-CN" sz="2800" dirty="0">
                <a:solidFill>
                  <a:srgbClr val="000000"/>
                </a:solidFill>
              </a:rPr>
              <a:t>Cache</a:t>
            </a:r>
            <a:r>
              <a:rPr lang="zh-CN" altLang="en-US" sz="2800" dirty="0">
                <a:solidFill>
                  <a:srgbClr val="000000"/>
                </a:solidFill>
              </a:rPr>
              <a:t>与数据</a:t>
            </a:r>
            <a:r>
              <a:rPr lang="en-US" altLang="zh-CN" sz="2800" dirty="0">
                <a:solidFill>
                  <a:srgbClr val="000000"/>
                </a:solidFill>
              </a:rPr>
              <a:t>Cache</a:t>
            </a:r>
            <a:r>
              <a:rPr lang="zh-CN" altLang="en-US" sz="2800" dirty="0">
                <a:solidFill>
                  <a:srgbClr val="000000"/>
                </a:solidFill>
              </a:rPr>
              <a:t>分离的主要目的是</a:t>
            </a:r>
          </a:p>
          <a:p>
            <a:pPr marL="0" indent="0">
              <a:buFont typeface="Wingdings 2" panose="05020102010507070707" pitchFamily="18" charset="2"/>
              <a:buNone/>
            </a:pPr>
            <a:r>
              <a:rPr lang="en-US" altLang="zh-CN" sz="2800" dirty="0">
                <a:solidFill>
                  <a:srgbClr val="000000"/>
                </a:solidFill>
              </a:rPr>
              <a:t>A  </a:t>
            </a:r>
            <a:r>
              <a:rPr lang="zh-CN" altLang="en-US" sz="2800" dirty="0">
                <a:solidFill>
                  <a:srgbClr val="000000"/>
                </a:solidFill>
              </a:rPr>
              <a:t>减低</a:t>
            </a:r>
            <a:r>
              <a:rPr lang="en-US" altLang="zh-CN" sz="2800" dirty="0">
                <a:solidFill>
                  <a:srgbClr val="000000"/>
                </a:solidFill>
              </a:rPr>
              <a:t>Cache</a:t>
            </a:r>
            <a:r>
              <a:rPr lang="zh-CN" altLang="en-US" sz="2800" dirty="0">
                <a:solidFill>
                  <a:srgbClr val="000000"/>
                </a:solidFill>
              </a:rPr>
              <a:t>的缺失损失                       </a:t>
            </a:r>
            <a:endParaRPr lang="en-US" altLang="zh-CN" sz="2800" dirty="0">
              <a:solidFill>
                <a:srgbClr val="000000"/>
              </a:solidFill>
            </a:endParaRPr>
          </a:p>
          <a:p>
            <a:pPr marL="0" indent="0">
              <a:buFont typeface="Wingdings 2" panose="05020102010507070707" pitchFamily="18" charset="2"/>
              <a:buNone/>
            </a:pPr>
            <a:r>
              <a:rPr lang="en-US" altLang="zh-CN" sz="2800" dirty="0">
                <a:solidFill>
                  <a:srgbClr val="000000"/>
                </a:solidFill>
              </a:rPr>
              <a:t>B  </a:t>
            </a:r>
            <a:r>
              <a:rPr lang="zh-CN" altLang="en-US" sz="2800" dirty="0">
                <a:solidFill>
                  <a:srgbClr val="000000"/>
                </a:solidFill>
              </a:rPr>
              <a:t>提高</a:t>
            </a:r>
            <a:r>
              <a:rPr lang="en-US" altLang="zh-CN" sz="2800" dirty="0">
                <a:solidFill>
                  <a:srgbClr val="000000"/>
                </a:solidFill>
              </a:rPr>
              <a:t>Cache</a:t>
            </a:r>
            <a:r>
              <a:rPr lang="zh-CN" altLang="en-US" sz="2800" dirty="0">
                <a:solidFill>
                  <a:srgbClr val="000000"/>
                </a:solidFill>
              </a:rPr>
              <a:t>的命中率</a:t>
            </a:r>
          </a:p>
          <a:p>
            <a:pPr marL="0" indent="0">
              <a:buFont typeface="Wingdings 2" panose="05020102010507070707" pitchFamily="18" charset="2"/>
              <a:buNone/>
            </a:pPr>
            <a:r>
              <a:rPr lang="en-US" altLang="zh-CN" sz="2800" dirty="0">
                <a:solidFill>
                  <a:srgbClr val="000000"/>
                </a:solidFill>
              </a:rPr>
              <a:t>C  </a:t>
            </a:r>
            <a:r>
              <a:rPr lang="zh-CN" altLang="en-US" sz="2800" dirty="0">
                <a:solidFill>
                  <a:srgbClr val="000000"/>
                </a:solidFill>
              </a:rPr>
              <a:t>减低</a:t>
            </a:r>
            <a:r>
              <a:rPr lang="en-US" altLang="zh-CN" sz="2800" dirty="0">
                <a:solidFill>
                  <a:srgbClr val="000000"/>
                </a:solidFill>
              </a:rPr>
              <a:t>CPU</a:t>
            </a:r>
            <a:r>
              <a:rPr lang="zh-CN" altLang="en-US" sz="2800" dirty="0">
                <a:solidFill>
                  <a:srgbClr val="000000"/>
                </a:solidFill>
              </a:rPr>
              <a:t>平均访问时间                     </a:t>
            </a:r>
            <a:endParaRPr lang="en-US" altLang="zh-CN" sz="2800" dirty="0">
              <a:solidFill>
                <a:srgbClr val="000000"/>
              </a:solidFill>
            </a:endParaRPr>
          </a:p>
          <a:p>
            <a:pPr marL="0" indent="0">
              <a:buFont typeface="Wingdings 2" panose="05020102010507070707" pitchFamily="18" charset="2"/>
              <a:buNone/>
            </a:pPr>
            <a:r>
              <a:rPr lang="en-US" altLang="zh-CN" sz="2800" dirty="0">
                <a:solidFill>
                  <a:srgbClr val="000000"/>
                </a:solidFill>
              </a:rPr>
              <a:t>D  </a:t>
            </a:r>
            <a:r>
              <a:rPr lang="zh-CN" altLang="en-US" sz="2800" dirty="0">
                <a:solidFill>
                  <a:srgbClr val="000000"/>
                </a:solidFill>
              </a:rPr>
              <a:t>减少指令流水线资源冲突</a:t>
            </a:r>
          </a:p>
          <a:p>
            <a:pPr marL="0" indent="0">
              <a:buFont typeface="Wingdings 2" panose="05020102010507070707" pitchFamily="18" charset="2"/>
              <a:buNone/>
            </a:pPr>
            <a:endParaRPr lang="zh-CN" altLang="en-US" sz="2800" dirty="0">
              <a:solidFill>
                <a:srgbClr val="000000"/>
              </a:solidFill>
            </a:endParaRPr>
          </a:p>
          <a:p>
            <a:pPr marL="0" indent="0">
              <a:buFont typeface="Wingdings 2" panose="05020102010507070707" pitchFamily="18" charset="2"/>
              <a:buNone/>
            </a:pPr>
            <a:endParaRPr lang="zh-CN" altLang="en-US" dirty="0"/>
          </a:p>
        </p:txBody>
      </p:sp>
    </p:spTree>
  </p:cSld>
  <p:clrMapOvr>
    <a:masterClrMapping/>
  </p:clrMapOvr>
  <p:transition spd="med">
    <p:pull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663445-00A6-C542-99CE-D9D2DFB26A1A}"/>
              </a:ext>
            </a:extLst>
          </p:cNvPr>
          <p:cNvSpPr>
            <a:spLocks noGrp="1"/>
          </p:cNvSpPr>
          <p:nvPr>
            <p:ph type="title"/>
          </p:nvPr>
        </p:nvSpPr>
        <p:spPr/>
        <p:txBody>
          <a:bodyPr/>
          <a:lstStyle/>
          <a:p>
            <a:r>
              <a:rPr lang="zh-CN" altLang="en-US"/>
              <a:t>浮点加减运算操作流程</a:t>
            </a:r>
          </a:p>
        </p:txBody>
      </p:sp>
      <p:sp>
        <p:nvSpPr>
          <p:cNvPr id="118786" name="内容占位符 2">
            <a:extLst>
              <a:ext uri="{FF2B5EF4-FFF2-40B4-BE49-F238E27FC236}">
                <a16:creationId xmlns:a16="http://schemas.microsoft.com/office/drawing/2014/main" id="{26922CD1-14FE-4F8F-936C-628031F4608F}"/>
              </a:ext>
            </a:extLst>
          </p:cNvPr>
          <p:cNvSpPr>
            <a:spLocks noGrp="1" noChangeArrowheads="1"/>
          </p:cNvSpPr>
          <p:nvPr>
            <p:ph idx="1"/>
          </p:nvPr>
        </p:nvSpPr>
        <p:spPr/>
        <p:txBody>
          <a:bodyPr/>
          <a:lstStyle/>
          <a:p>
            <a:r>
              <a:rPr lang="zh-CN" altLang="en-US"/>
              <a:t>分为四步完成</a:t>
            </a:r>
          </a:p>
        </p:txBody>
      </p:sp>
      <p:pic>
        <p:nvPicPr>
          <p:cNvPr id="118788" name="图片 5">
            <a:extLst>
              <a:ext uri="{FF2B5EF4-FFF2-40B4-BE49-F238E27FC236}">
                <a16:creationId xmlns:a16="http://schemas.microsoft.com/office/drawing/2014/main" id="{AB5AE01B-0EDA-481B-AC76-40DE69781B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732899"/>
            <a:ext cx="9144000" cy="402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a:extLst>
              <a:ext uri="{FF2B5EF4-FFF2-40B4-BE49-F238E27FC236}">
                <a16:creationId xmlns:a16="http://schemas.microsoft.com/office/drawing/2014/main" id="{9F872312-2AA3-7C42-8E6E-846BA968DE97}"/>
              </a:ext>
            </a:extLst>
          </p:cNvPr>
          <p:cNvSpPr>
            <a:spLocks noGrp="1" noChangeArrowheads="1"/>
          </p:cNvSpPr>
          <p:nvPr>
            <p:ph type="title"/>
          </p:nvPr>
        </p:nvSpPr>
        <p:spPr>
          <a:xfrm>
            <a:off x="152400" y="254000"/>
            <a:ext cx="8610600" cy="812800"/>
          </a:xfrm>
        </p:spPr>
        <p:txBody>
          <a:bodyPr/>
          <a:lstStyle/>
          <a:p>
            <a:pPr eaLnBrk="1" hangingPunct="1"/>
            <a:r>
              <a:rPr lang="en-US" altLang="zh-CN" sz="4000" dirty="0"/>
              <a:t>3</a:t>
            </a:r>
            <a:r>
              <a:rPr lang="zh-CN" altLang="en-US" sz="4000" dirty="0"/>
              <a:t>段流水线浮点加法器</a:t>
            </a:r>
            <a:r>
              <a:rPr lang="zh-CN" altLang="en-US" dirty="0"/>
              <a:t>（</a:t>
            </a:r>
            <a:r>
              <a:rPr lang="en-US" altLang="zh-CN" sz="3200" dirty="0"/>
              <a:t>0</a:t>
            </a:r>
            <a:r>
              <a:rPr lang="zh-CN" altLang="en-US" sz="3200" dirty="0"/>
              <a:t>操作数检查除外</a:t>
            </a:r>
            <a:r>
              <a:rPr lang="zh-CN" altLang="en-US" dirty="0"/>
              <a:t>）</a:t>
            </a:r>
            <a:endParaRPr lang="en-US" altLang="zh-CN" dirty="0"/>
          </a:p>
        </p:txBody>
      </p:sp>
      <p:sp>
        <p:nvSpPr>
          <p:cNvPr id="119810" name="Rectangle 3">
            <a:extLst>
              <a:ext uri="{FF2B5EF4-FFF2-40B4-BE49-F238E27FC236}">
                <a16:creationId xmlns:a16="http://schemas.microsoft.com/office/drawing/2014/main" id="{82303ED6-573C-44C9-89F9-5653FC086728}"/>
              </a:ext>
            </a:extLst>
          </p:cNvPr>
          <p:cNvSpPr>
            <a:spLocks noGrp="1" noChangeArrowheads="1"/>
          </p:cNvSpPr>
          <p:nvPr>
            <p:ph idx="1"/>
          </p:nvPr>
        </p:nvSpPr>
        <p:spPr/>
        <p:txBody>
          <a:bodyPr/>
          <a:lstStyle/>
          <a:p>
            <a:pPr eaLnBrk="1" hangingPunct="1"/>
            <a:r>
              <a:rPr lang="zh-CN" altLang="en-US" dirty="0"/>
              <a:t>流水线浮点加法器框图</a:t>
            </a:r>
            <a:endParaRPr lang="en-US" altLang="zh-CN" dirty="0"/>
          </a:p>
        </p:txBody>
      </p:sp>
      <p:pic>
        <p:nvPicPr>
          <p:cNvPr id="119812" name="Picture 5" descr="2">
            <a:extLst>
              <a:ext uri="{FF2B5EF4-FFF2-40B4-BE49-F238E27FC236}">
                <a16:creationId xmlns:a16="http://schemas.microsoft.com/office/drawing/2014/main" id="{2A24197F-7004-4DBA-A65E-2B9430F25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9688" b="16478"/>
          <a:stretch>
            <a:fillRect/>
          </a:stretch>
        </p:blipFill>
        <p:spPr bwMode="auto">
          <a:xfrm>
            <a:off x="233363" y="1728788"/>
            <a:ext cx="5503862" cy="451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6166" name="Text Box 6">
            <a:extLst>
              <a:ext uri="{FF2B5EF4-FFF2-40B4-BE49-F238E27FC236}">
                <a16:creationId xmlns:a16="http://schemas.microsoft.com/office/drawing/2014/main" id="{AFE7BC16-8D30-45EC-B2D8-69EEE546B18F}"/>
              </a:ext>
            </a:extLst>
          </p:cNvPr>
          <p:cNvSpPr txBox="1">
            <a:spLocks noChangeArrowheads="1"/>
          </p:cNvSpPr>
          <p:nvPr/>
        </p:nvSpPr>
        <p:spPr bwMode="auto">
          <a:xfrm>
            <a:off x="5636023" y="1023938"/>
            <a:ext cx="1988342"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dirty="0">
                <a:ea typeface="宋体" panose="02010600030101010101" pitchFamily="2" charset="-122"/>
                <a:cs typeface="Times New Roman" panose="02020603050405020304" pitchFamily="18" charset="0"/>
              </a:rPr>
              <a:t>X=1.1000×2</a:t>
            </a:r>
            <a:r>
              <a:rPr kumimoji="0" lang="en-US" altLang="zh-CN" sz="2400" b="0" baseline="30000" dirty="0">
                <a:ea typeface="宋体" panose="02010600030101010101" pitchFamily="2" charset="-122"/>
                <a:cs typeface="Times New Roman" panose="02020603050405020304" pitchFamily="18" charset="0"/>
              </a:rPr>
              <a:t>2</a:t>
            </a:r>
          </a:p>
        </p:txBody>
      </p:sp>
      <p:sp>
        <p:nvSpPr>
          <p:cNvPr id="476167" name="Text Box 7">
            <a:extLst>
              <a:ext uri="{FF2B5EF4-FFF2-40B4-BE49-F238E27FC236}">
                <a16:creationId xmlns:a16="http://schemas.microsoft.com/office/drawing/2014/main" id="{63241299-A858-4C78-B5D4-46E295D3F38D}"/>
              </a:ext>
            </a:extLst>
          </p:cNvPr>
          <p:cNvSpPr txBox="1">
            <a:spLocks noChangeArrowheads="1"/>
          </p:cNvSpPr>
          <p:nvPr/>
        </p:nvSpPr>
        <p:spPr bwMode="auto">
          <a:xfrm>
            <a:off x="5662367" y="1314450"/>
            <a:ext cx="1976929"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a:ea typeface="宋体" panose="02010600030101010101" pitchFamily="2" charset="-122"/>
                <a:cs typeface="Times New Roman" panose="02020603050405020304" pitchFamily="18" charset="0"/>
              </a:rPr>
              <a:t>Y=1.1100×2</a:t>
            </a:r>
            <a:r>
              <a:rPr kumimoji="0" lang="en-US" altLang="zh-CN" sz="2400" b="0" baseline="30000">
                <a:ea typeface="宋体" panose="02010600030101010101" pitchFamily="2" charset="-122"/>
                <a:cs typeface="Times New Roman" panose="02020603050405020304" pitchFamily="18" charset="0"/>
              </a:rPr>
              <a:t>4</a:t>
            </a:r>
          </a:p>
        </p:txBody>
      </p:sp>
      <p:sp>
        <p:nvSpPr>
          <p:cNvPr id="476168" name="Text Box 8">
            <a:extLst>
              <a:ext uri="{FF2B5EF4-FFF2-40B4-BE49-F238E27FC236}">
                <a16:creationId xmlns:a16="http://schemas.microsoft.com/office/drawing/2014/main" id="{C6CD1E29-B34A-4847-9971-85BA3AEFAE32}"/>
              </a:ext>
            </a:extLst>
          </p:cNvPr>
          <p:cNvSpPr txBox="1">
            <a:spLocks noChangeArrowheads="1"/>
          </p:cNvSpPr>
          <p:nvPr/>
        </p:nvSpPr>
        <p:spPr bwMode="auto">
          <a:xfrm>
            <a:off x="6183906" y="1760662"/>
            <a:ext cx="798913"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dirty="0">
                <a:ea typeface="宋体" panose="02010600030101010101" pitchFamily="2" charset="-122"/>
                <a:cs typeface="Times New Roman" panose="02020603050405020304" pitchFamily="18" charset="0"/>
              </a:rPr>
              <a:t>E</a:t>
            </a:r>
            <a:r>
              <a:rPr kumimoji="0" lang="en-US" altLang="zh-CN" sz="2400" b="0" baseline="-25000" dirty="0">
                <a:ea typeface="宋体" panose="02010600030101010101" pitchFamily="2" charset="-122"/>
                <a:cs typeface="Times New Roman" panose="02020603050405020304" pitchFamily="18" charset="0"/>
              </a:rPr>
              <a:t>x</a:t>
            </a:r>
            <a:r>
              <a:rPr kumimoji="0" lang="en-US" altLang="zh-CN" sz="2400" b="0" dirty="0">
                <a:ea typeface="宋体" panose="02010600030101010101" pitchFamily="2" charset="-122"/>
                <a:cs typeface="Times New Roman" panose="02020603050405020304" pitchFamily="18" charset="0"/>
              </a:rPr>
              <a:t>=2</a:t>
            </a:r>
            <a:endParaRPr kumimoji="0" lang="en-US" altLang="zh-CN" sz="2400" b="0" baseline="30000" dirty="0">
              <a:ea typeface="宋体" panose="02010600030101010101" pitchFamily="2" charset="-122"/>
              <a:cs typeface="Times New Roman" panose="02020603050405020304" pitchFamily="18" charset="0"/>
            </a:endParaRPr>
          </a:p>
        </p:txBody>
      </p:sp>
      <p:sp>
        <p:nvSpPr>
          <p:cNvPr id="476169" name="Text Box 9">
            <a:extLst>
              <a:ext uri="{FF2B5EF4-FFF2-40B4-BE49-F238E27FC236}">
                <a16:creationId xmlns:a16="http://schemas.microsoft.com/office/drawing/2014/main" id="{16588601-FA6B-4FEE-9419-8E1538BACA41}"/>
              </a:ext>
            </a:extLst>
          </p:cNvPr>
          <p:cNvSpPr txBox="1">
            <a:spLocks noChangeArrowheads="1"/>
          </p:cNvSpPr>
          <p:nvPr/>
        </p:nvSpPr>
        <p:spPr bwMode="auto">
          <a:xfrm>
            <a:off x="7649169" y="1762250"/>
            <a:ext cx="798913"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a:ea typeface="宋体" panose="02010600030101010101" pitchFamily="2" charset="-122"/>
                <a:cs typeface="Times New Roman" panose="02020603050405020304" pitchFamily="18" charset="0"/>
              </a:rPr>
              <a:t>E</a:t>
            </a:r>
            <a:r>
              <a:rPr kumimoji="0" lang="en-US" altLang="zh-CN" sz="2400" b="0" baseline="-25000">
                <a:ea typeface="宋体" panose="02010600030101010101" pitchFamily="2" charset="-122"/>
                <a:cs typeface="Times New Roman" panose="02020603050405020304" pitchFamily="18" charset="0"/>
              </a:rPr>
              <a:t>y</a:t>
            </a:r>
            <a:r>
              <a:rPr kumimoji="0" lang="en-US" altLang="zh-CN" sz="2400" b="0">
                <a:ea typeface="宋体" panose="02010600030101010101" pitchFamily="2" charset="-122"/>
                <a:cs typeface="Times New Roman" panose="02020603050405020304" pitchFamily="18" charset="0"/>
              </a:rPr>
              <a:t>=4</a:t>
            </a:r>
            <a:endParaRPr kumimoji="0" lang="en-US" altLang="zh-CN" sz="2400" b="0" baseline="30000">
              <a:ea typeface="宋体" panose="02010600030101010101" pitchFamily="2" charset="-122"/>
              <a:cs typeface="Times New Roman" panose="02020603050405020304" pitchFamily="18" charset="0"/>
            </a:endParaRPr>
          </a:p>
        </p:txBody>
      </p:sp>
      <p:sp>
        <p:nvSpPr>
          <p:cNvPr id="476170" name="Text Box 10">
            <a:extLst>
              <a:ext uri="{FF2B5EF4-FFF2-40B4-BE49-F238E27FC236}">
                <a16:creationId xmlns:a16="http://schemas.microsoft.com/office/drawing/2014/main" id="{3D009915-3AED-41A3-8CFB-41E550133E2D}"/>
              </a:ext>
            </a:extLst>
          </p:cNvPr>
          <p:cNvSpPr txBox="1">
            <a:spLocks noChangeArrowheads="1"/>
          </p:cNvSpPr>
          <p:nvPr/>
        </p:nvSpPr>
        <p:spPr bwMode="auto">
          <a:xfrm>
            <a:off x="5710238" y="2119437"/>
            <a:ext cx="1577973"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dirty="0">
                <a:ea typeface="宋体" panose="02010600030101010101" pitchFamily="2" charset="-122"/>
                <a:cs typeface="Times New Roman" panose="02020603050405020304" pitchFamily="18" charset="0"/>
              </a:rPr>
              <a:t>M</a:t>
            </a:r>
            <a:r>
              <a:rPr kumimoji="0" lang="en-US" altLang="zh-CN" sz="2400" b="0" baseline="-25000" dirty="0">
                <a:ea typeface="宋体" panose="02010600030101010101" pitchFamily="2" charset="-122"/>
                <a:cs typeface="Times New Roman" panose="02020603050405020304" pitchFamily="18" charset="0"/>
              </a:rPr>
              <a:t>x</a:t>
            </a:r>
            <a:r>
              <a:rPr kumimoji="0" lang="en-US" altLang="zh-CN" sz="2400" b="0" dirty="0">
                <a:ea typeface="宋体" panose="02010600030101010101" pitchFamily="2" charset="-122"/>
                <a:cs typeface="Times New Roman" panose="02020603050405020304" pitchFamily="18" charset="0"/>
              </a:rPr>
              <a:t>=1.1000</a:t>
            </a:r>
            <a:endParaRPr kumimoji="0" lang="en-US" altLang="zh-CN" sz="2400" b="0" baseline="30000" dirty="0">
              <a:ea typeface="宋体" panose="02010600030101010101" pitchFamily="2" charset="-122"/>
              <a:cs typeface="Times New Roman" panose="02020603050405020304" pitchFamily="18" charset="0"/>
            </a:endParaRPr>
          </a:p>
        </p:txBody>
      </p:sp>
      <p:sp>
        <p:nvSpPr>
          <p:cNvPr id="476171" name="Text Box 11">
            <a:extLst>
              <a:ext uri="{FF2B5EF4-FFF2-40B4-BE49-F238E27FC236}">
                <a16:creationId xmlns:a16="http://schemas.microsoft.com/office/drawing/2014/main" id="{F1CB7F84-100C-43DF-802A-46C54229DDA7}"/>
              </a:ext>
            </a:extLst>
          </p:cNvPr>
          <p:cNvSpPr txBox="1">
            <a:spLocks noChangeArrowheads="1"/>
          </p:cNvSpPr>
          <p:nvPr/>
        </p:nvSpPr>
        <p:spPr bwMode="auto">
          <a:xfrm>
            <a:off x="7393933" y="2105150"/>
            <a:ext cx="1566560"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a:ea typeface="宋体" panose="02010600030101010101" pitchFamily="2" charset="-122"/>
                <a:cs typeface="Times New Roman" panose="02020603050405020304" pitchFamily="18" charset="0"/>
              </a:rPr>
              <a:t>M</a:t>
            </a:r>
            <a:r>
              <a:rPr kumimoji="0" lang="en-US" altLang="zh-CN" sz="2400" b="0" baseline="-25000">
                <a:ea typeface="宋体" panose="02010600030101010101" pitchFamily="2" charset="-122"/>
                <a:cs typeface="Times New Roman" panose="02020603050405020304" pitchFamily="18" charset="0"/>
              </a:rPr>
              <a:t>y</a:t>
            </a:r>
            <a:r>
              <a:rPr kumimoji="0" lang="en-US" altLang="zh-CN" sz="2400" b="0">
                <a:ea typeface="宋体" panose="02010600030101010101" pitchFamily="2" charset="-122"/>
                <a:cs typeface="Times New Roman" panose="02020603050405020304" pitchFamily="18" charset="0"/>
              </a:rPr>
              <a:t>=1.1100</a:t>
            </a:r>
            <a:endParaRPr kumimoji="0" lang="en-US" altLang="zh-CN" sz="2400" b="0" baseline="30000">
              <a:ea typeface="宋体" panose="02010600030101010101" pitchFamily="2" charset="-122"/>
              <a:cs typeface="Times New Roman" panose="02020603050405020304" pitchFamily="18" charset="0"/>
            </a:endParaRPr>
          </a:p>
        </p:txBody>
      </p:sp>
      <p:sp>
        <p:nvSpPr>
          <p:cNvPr id="476172" name="Text Box 12">
            <a:extLst>
              <a:ext uri="{FF2B5EF4-FFF2-40B4-BE49-F238E27FC236}">
                <a16:creationId xmlns:a16="http://schemas.microsoft.com/office/drawing/2014/main" id="{2384F25C-D848-4AA7-B8D6-C6DBDA16B35B}"/>
              </a:ext>
            </a:extLst>
          </p:cNvPr>
          <p:cNvSpPr txBox="1">
            <a:spLocks noChangeArrowheads="1"/>
          </p:cNvSpPr>
          <p:nvPr/>
        </p:nvSpPr>
        <p:spPr bwMode="auto">
          <a:xfrm>
            <a:off x="5692430" y="3225925"/>
            <a:ext cx="1669152"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a:ea typeface="宋体" panose="02010600030101010101" pitchFamily="2" charset="-122"/>
                <a:cs typeface="Times New Roman" panose="02020603050405020304" pitchFamily="18" charset="0"/>
              </a:rPr>
              <a:t>M’</a:t>
            </a:r>
            <a:r>
              <a:rPr kumimoji="0" lang="en-US" altLang="zh-CN" sz="2400" b="0" baseline="-25000">
                <a:ea typeface="宋体" panose="02010600030101010101" pitchFamily="2" charset="-122"/>
                <a:cs typeface="Times New Roman" panose="02020603050405020304" pitchFamily="18" charset="0"/>
              </a:rPr>
              <a:t>x</a:t>
            </a:r>
            <a:r>
              <a:rPr kumimoji="0" lang="en-US" altLang="zh-CN" sz="2400" b="0">
                <a:ea typeface="宋体" panose="02010600030101010101" pitchFamily="2" charset="-122"/>
                <a:cs typeface="Times New Roman" panose="02020603050405020304" pitchFamily="18" charset="0"/>
              </a:rPr>
              <a:t>=0.0110</a:t>
            </a:r>
            <a:endParaRPr kumimoji="0" lang="en-US" altLang="zh-CN" sz="2400" b="0" baseline="30000">
              <a:ea typeface="宋体" panose="02010600030101010101" pitchFamily="2" charset="-122"/>
              <a:cs typeface="Times New Roman" panose="02020603050405020304" pitchFamily="18" charset="0"/>
            </a:endParaRPr>
          </a:p>
        </p:txBody>
      </p:sp>
      <p:sp>
        <p:nvSpPr>
          <p:cNvPr id="476173" name="Text Box 13">
            <a:extLst>
              <a:ext uri="{FF2B5EF4-FFF2-40B4-BE49-F238E27FC236}">
                <a16:creationId xmlns:a16="http://schemas.microsoft.com/office/drawing/2014/main" id="{3DE09D2E-8DD8-456F-9749-F5DA4CD64F27}"/>
              </a:ext>
            </a:extLst>
          </p:cNvPr>
          <p:cNvSpPr txBox="1">
            <a:spLocks noChangeArrowheads="1"/>
          </p:cNvSpPr>
          <p:nvPr/>
        </p:nvSpPr>
        <p:spPr bwMode="auto">
          <a:xfrm>
            <a:off x="6212481" y="2890962"/>
            <a:ext cx="798914"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dirty="0">
                <a:ea typeface="宋体" panose="02010600030101010101" pitchFamily="2" charset="-122"/>
                <a:cs typeface="Times New Roman" panose="02020603050405020304" pitchFamily="18" charset="0"/>
              </a:rPr>
              <a:t>E’=4</a:t>
            </a:r>
            <a:endParaRPr kumimoji="0" lang="en-US" altLang="zh-CN" sz="2400" b="0" baseline="30000" dirty="0">
              <a:ea typeface="宋体" panose="02010600030101010101" pitchFamily="2" charset="-122"/>
              <a:cs typeface="Times New Roman" panose="02020603050405020304" pitchFamily="18" charset="0"/>
            </a:endParaRPr>
          </a:p>
        </p:txBody>
      </p:sp>
      <p:sp>
        <p:nvSpPr>
          <p:cNvPr id="476174" name="Text Box 14">
            <a:extLst>
              <a:ext uri="{FF2B5EF4-FFF2-40B4-BE49-F238E27FC236}">
                <a16:creationId xmlns:a16="http://schemas.microsoft.com/office/drawing/2014/main" id="{AFAC67EB-30AF-481F-BE9B-10BD2DEAB67F}"/>
              </a:ext>
            </a:extLst>
          </p:cNvPr>
          <p:cNvSpPr txBox="1">
            <a:spLocks noChangeArrowheads="1"/>
          </p:cNvSpPr>
          <p:nvPr/>
        </p:nvSpPr>
        <p:spPr bwMode="auto">
          <a:xfrm>
            <a:off x="7310886" y="3227512"/>
            <a:ext cx="1669153"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a:ea typeface="宋体" panose="02010600030101010101" pitchFamily="2" charset="-122"/>
                <a:cs typeface="Times New Roman" panose="02020603050405020304" pitchFamily="18" charset="0"/>
              </a:rPr>
              <a:t>M’</a:t>
            </a:r>
            <a:r>
              <a:rPr kumimoji="0" lang="en-US" altLang="zh-CN" sz="2400" b="0" baseline="-25000">
                <a:ea typeface="宋体" panose="02010600030101010101" pitchFamily="2" charset="-122"/>
                <a:cs typeface="Times New Roman" panose="02020603050405020304" pitchFamily="18" charset="0"/>
              </a:rPr>
              <a:t>y</a:t>
            </a:r>
            <a:r>
              <a:rPr kumimoji="0" lang="en-US" altLang="zh-CN" sz="2400" b="0">
                <a:ea typeface="宋体" panose="02010600030101010101" pitchFamily="2" charset="-122"/>
                <a:cs typeface="Times New Roman" panose="02020603050405020304" pitchFamily="18" charset="0"/>
              </a:rPr>
              <a:t>=1.1100</a:t>
            </a:r>
            <a:endParaRPr kumimoji="0" lang="en-US" altLang="zh-CN" sz="2400" b="0" baseline="30000">
              <a:ea typeface="宋体" panose="02010600030101010101" pitchFamily="2" charset="-122"/>
              <a:cs typeface="Times New Roman" panose="02020603050405020304" pitchFamily="18" charset="0"/>
            </a:endParaRPr>
          </a:p>
        </p:txBody>
      </p:sp>
      <p:sp>
        <p:nvSpPr>
          <p:cNvPr id="119822" name="Text Box 15">
            <a:extLst>
              <a:ext uri="{FF2B5EF4-FFF2-40B4-BE49-F238E27FC236}">
                <a16:creationId xmlns:a16="http://schemas.microsoft.com/office/drawing/2014/main" id="{62B2563F-51C0-4765-AAF9-FC14DA1158C1}"/>
              </a:ext>
            </a:extLst>
          </p:cNvPr>
          <p:cNvSpPr txBox="1">
            <a:spLocks noChangeArrowheads="1"/>
          </p:cNvSpPr>
          <p:nvPr/>
        </p:nvSpPr>
        <p:spPr bwMode="auto">
          <a:xfrm>
            <a:off x="835492" y="2417670"/>
            <a:ext cx="333375"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dirty="0">
                <a:solidFill>
                  <a:schemeClr val="bg2"/>
                </a:solidFill>
                <a:latin typeface="Tahoma" panose="020B0604030504040204" pitchFamily="34" charset="0"/>
                <a:ea typeface="宋体" panose="02010600030101010101" pitchFamily="2" charset="-122"/>
              </a:rPr>
              <a:t>L</a:t>
            </a:r>
          </a:p>
        </p:txBody>
      </p:sp>
      <p:sp>
        <p:nvSpPr>
          <p:cNvPr id="119823" name="Text Box 16">
            <a:extLst>
              <a:ext uri="{FF2B5EF4-FFF2-40B4-BE49-F238E27FC236}">
                <a16:creationId xmlns:a16="http://schemas.microsoft.com/office/drawing/2014/main" id="{61088FA4-842D-4F0D-A909-CF699469B15A}"/>
              </a:ext>
            </a:extLst>
          </p:cNvPr>
          <p:cNvSpPr txBox="1">
            <a:spLocks noChangeArrowheads="1"/>
          </p:cNvSpPr>
          <p:nvPr/>
        </p:nvSpPr>
        <p:spPr bwMode="auto">
          <a:xfrm>
            <a:off x="779463" y="3540686"/>
            <a:ext cx="3333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dirty="0">
                <a:solidFill>
                  <a:schemeClr val="bg2"/>
                </a:solidFill>
                <a:latin typeface="Tahoma" panose="020B0604030504040204" pitchFamily="34" charset="0"/>
                <a:ea typeface="宋体" panose="02010600030101010101" pitchFamily="2" charset="-122"/>
              </a:rPr>
              <a:t>L</a:t>
            </a:r>
          </a:p>
        </p:txBody>
      </p:sp>
      <p:sp>
        <p:nvSpPr>
          <p:cNvPr id="119824" name="Text Box 17">
            <a:extLst>
              <a:ext uri="{FF2B5EF4-FFF2-40B4-BE49-F238E27FC236}">
                <a16:creationId xmlns:a16="http://schemas.microsoft.com/office/drawing/2014/main" id="{5F63545C-FE07-4C00-8538-560370275471}"/>
              </a:ext>
            </a:extLst>
          </p:cNvPr>
          <p:cNvSpPr txBox="1">
            <a:spLocks noChangeArrowheads="1"/>
          </p:cNvSpPr>
          <p:nvPr/>
        </p:nvSpPr>
        <p:spPr bwMode="auto">
          <a:xfrm>
            <a:off x="779463" y="4800600"/>
            <a:ext cx="33337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dirty="0">
                <a:solidFill>
                  <a:schemeClr val="bg2"/>
                </a:solidFill>
                <a:latin typeface="Tahoma" panose="020B0604030504040204" pitchFamily="34" charset="0"/>
                <a:ea typeface="宋体" panose="02010600030101010101" pitchFamily="2" charset="-122"/>
              </a:rPr>
              <a:t>L</a:t>
            </a:r>
          </a:p>
        </p:txBody>
      </p:sp>
      <p:sp>
        <p:nvSpPr>
          <p:cNvPr id="476178" name="Text Box 18">
            <a:extLst>
              <a:ext uri="{FF2B5EF4-FFF2-40B4-BE49-F238E27FC236}">
                <a16:creationId xmlns:a16="http://schemas.microsoft.com/office/drawing/2014/main" id="{0707EF75-0297-47D0-8FBD-47CB926AD020}"/>
              </a:ext>
            </a:extLst>
          </p:cNvPr>
          <p:cNvSpPr txBox="1">
            <a:spLocks noChangeArrowheads="1"/>
          </p:cNvSpPr>
          <p:nvPr/>
        </p:nvSpPr>
        <p:spPr bwMode="auto">
          <a:xfrm>
            <a:off x="5687018" y="4211762"/>
            <a:ext cx="798914"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a:ea typeface="宋体" panose="02010600030101010101" pitchFamily="2" charset="-122"/>
                <a:cs typeface="Times New Roman" panose="02020603050405020304" pitchFamily="18" charset="0"/>
              </a:rPr>
              <a:t>E’=4</a:t>
            </a:r>
            <a:endParaRPr kumimoji="0" lang="en-US" altLang="zh-CN" sz="2400" b="0" baseline="30000">
              <a:ea typeface="宋体" panose="02010600030101010101" pitchFamily="2" charset="-122"/>
              <a:cs typeface="Times New Roman" panose="02020603050405020304" pitchFamily="18" charset="0"/>
            </a:endParaRPr>
          </a:p>
        </p:txBody>
      </p:sp>
      <p:sp>
        <p:nvSpPr>
          <p:cNvPr id="476179" name="Text Box 19">
            <a:extLst>
              <a:ext uri="{FF2B5EF4-FFF2-40B4-BE49-F238E27FC236}">
                <a16:creationId xmlns:a16="http://schemas.microsoft.com/office/drawing/2014/main" id="{CABB4157-43F4-4C3E-B668-C967D139DA24}"/>
              </a:ext>
            </a:extLst>
          </p:cNvPr>
          <p:cNvSpPr txBox="1">
            <a:spLocks noChangeArrowheads="1"/>
          </p:cNvSpPr>
          <p:nvPr/>
        </p:nvSpPr>
        <p:spPr bwMode="auto">
          <a:xfrm>
            <a:off x="6527850" y="4213350"/>
            <a:ext cx="1731862"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a:ea typeface="宋体" panose="02010600030101010101" pitchFamily="2" charset="-122"/>
                <a:cs typeface="Times New Roman" panose="02020603050405020304" pitchFamily="18" charset="0"/>
              </a:rPr>
              <a:t>M’=10.0010</a:t>
            </a:r>
            <a:endParaRPr kumimoji="0" lang="en-US" altLang="zh-CN" sz="2400" b="0" baseline="30000">
              <a:ea typeface="宋体" panose="02010600030101010101" pitchFamily="2" charset="-122"/>
              <a:cs typeface="Times New Roman" panose="02020603050405020304" pitchFamily="18" charset="0"/>
            </a:endParaRPr>
          </a:p>
        </p:txBody>
      </p:sp>
      <p:sp>
        <p:nvSpPr>
          <p:cNvPr id="476180" name="Text Box 20">
            <a:extLst>
              <a:ext uri="{FF2B5EF4-FFF2-40B4-BE49-F238E27FC236}">
                <a16:creationId xmlns:a16="http://schemas.microsoft.com/office/drawing/2014/main" id="{7A49D2EC-0F17-4D9D-9A34-41A717C01780}"/>
              </a:ext>
            </a:extLst>
          </p:cNvPr>
          <p:cNvSpPr txBox="1">
            <a:spLocks noChangeArrowheads="1"/>
          </p:cNvSpPr>
          <p:nvPr/>
        </p:nvSpPr>
        <p:spPr bwMode="auto">
          <a:xfrm>
            <a:off x="5774033" y="5819900"/>
            <a:ext cx="696322"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a:ea typeface="宋体" panose="02010600030101010101" pitchFamily="2" charset="-122"/>
                <a:cs typeface="Times New Roman" panose="02020603050405020304" pitchFamily="18" charset="0"/>
              </a:rPr>
              <a:t>E=5</a:t>
            </a:r>
            <a:endParaRPr kumimoji="0" lang="en-US" altLang="zh-CN" sz="2400" b="0" baseline="30000">
              <a:ea typeface="宋体" panose="02010600030101010101" pitchFamily="2" charset="-122"/>
              <a:cs typeface="Times New Roman" panose="02020603050405020304" pitchFamily="18" charset="0"/>
            </a:endParaRPr>
          </a:p>
        </p:txBody>
      </p:sp>
      <p:sp>
        <p:nvSpPr>
          <p:cNvPr id="476181" name="Text Box 21">
            <a:extLst>
              <a:ext uri="{FF2B5EF4-FFF2-40B4-BE49-F238E27FC236}">
                <a16:creationId xmlns:a16="http://schemas.microsoft.com/office/drawing/2014/main" id="{6ECE0F82-8DAA-4D7F-966C-4BBDA1608140}"/>
              </a:ext>
            </a:extLst>
          </p:cNvPr>
          <p:cNvSpPr txBox="1">
            <a:spLocks noChangeArrowheads="1"/>
          </p:cNvSpPr>
          <p:nvPr/>
        </p:nvSpPr>
        <p:spPr bwMode="auto">
          <a:xfrm>
            <a:off x="6691015" y="5821487"/>
            <a:ext cx="1475382" cy="42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marL="342900" indent="-342900">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buClr>
                <a:schemeClr val="folHlink"/>
              </a:buClr>
              <a:buSzPct val="60000"/>
              <a:buFont typeface="Wingdings" panose="05000000000000000000" pitchFamily="2" charset="2"/>
              <a:buNone/>
            </a:pPr>
            <a:r>
              <a:rPr kumimoji="0" lang="en-US" altLang="zh-CN" sz="2400" b="0">
                <a:ea typeface="宋体" panose="02010600030101010101" pitchFamily="2" charset="-122"/>
                <a:cs typeface="Times New Roman" panose="02020603050405020304" pitchFamily="18" charset="0"/>
              </a:rPr>
              <a:t>M=1.0001</a:t>
            </a:r>
            <a:endParaRPr kumimoji="0" lang="en-US" altLang="zh-CN" sz="2400" b="0" baseline="30000">
              <a:ea typeface="宋体" panose="02010600030101010101" pitchFamily="2" charset="-122"/>
              <a:cs typeface="Times New Roman" panose="02020603050405020304" pitchFamily="18" charset="0"/>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61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616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61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61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61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617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617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61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617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617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6179"/>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7618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6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6" grpId="0"/>
      <p:bldP spid="476167" grpId="0"/>
      <p:bldP spid="476168" grpId="0"/>
      <p:bldP spid="476169" grpId="0"/>
      <p:bldP spid="476170" grpId="0"/>
      <p:bldP spid="476171" grpId="0"/>
      <p:bldP spid="476172" grpId="0"/>
      <p:bldP spid="476173" grpId="0"/>
      <p:bldP spid="476174" grpId="0"/>
      <p:bldP spid="476178" grpId="0"/>
      <p:bldP spid="476179" grpId="0"/>
      <p:bldP spid="476180" grpId="0"/>
      <p:bldP spid="47618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a:extLst>
              <a:ext uri="{FF2B5EF4-FFF2-40B4-BE49-F238E27FC236}">
                <a16:creationId xmlns:a16="http://schemas.microsoft.com/office/drawing/2014/main" id="{30691D8A-9950-F44B-94EB-4B8B7DC76B47}"/>
              </a:ext>
            </a:extLst>
          </p:cNvPr>
          <p:cNvSpPr>
            <a:spLocks noGrp="1" noChangeArrowheads="1"/>
          </p:cNvSpPr>
          <p:nvPr>
            <p:ph type="title"/>
          </p:nvPr>
        </p:nvSpPr>
        <p:spPr/>
        <p:txBody>
          <a:bodyPr/>
          <a:lstStyle/>
          <a:p>
            <a:pPr eaLnBrk="1" hangingPunct="1">
              <a:defRPr/>
            </a:pPr>
            <a:r>
              <a:rPr lang="zh-CN" altLang="en-US"/>
              <a:t>例</a:t>
            </a:r>
            <a:r>
              <a:rPr lang="en-US" altLang="zh-CN"/>
              <a:t>32</a:t>
            </a:r>
          </a:p>
        </p:txBody>
      </p:sp>
      <p:sp>
        <p:nvSpPr>
          <p:cNvPr id="120834" name="Rectangle 3">
            <a:extLst>
              <a:ext uri="{FF2B5EF4-FFF2-40B4-BE49-F238E27FC236}">
                <a16:creationId xmlns:a16="http://schemas.microsoft.com/office/drawing/2014/main" id="{27066C22-C5D0-4721-9D24-81A80FCB5B32}"/>
              </a:ext>
            </a:extLst>
          </p:cNvPr>
          <p:cNvSpPr>
            <a:spLocks noGrp="1" noChangeArrowheads="1"/>
          </p:cNvSpPr>
          <p:nvPr>
            <p:ph idx="1"/>
          </p:nvPr>
        </p:nvSpPr>
        <p:spPr/>
        <p:txBody>
          <a:bodyPr/>
          <a:lstStyle/>
          <a:p>
            <a:pPr marL="0" indent="0" eaLnBrk="1" hangingPunct="1">
              <a:buFont typeface="Wingdings 2" panose="05020102010507070707" pitchFamily="18" charset="2"/>
              <a:buNone/>
            </a:pPr>
            <a:r>
              <a:rPr lang="zh-CN" altLang="en-US" dirty="0"/>
              <a:t>    假设有一个</a:t>
            </a:r>
            <a:r>
              <a:rPr lang="en-US" altLang="zh-CN" dirty="0"/>
              <a:t>4</a:t>
            </a:r>
            <a:r>
              <a:rPr lang="zh-CN" altLang="en-US" dirty="0"/>
              <a:t>级流水浮点加法器每个过程段所需的时间为：零操作数检查</a:t>
            </a:r>
            <a:r>
              <a:rPr lang="el-GR" altLang="zh-CN" dirty="0"/>
              <a:t>τ</a:t>
            </a:r>
            <a:r>
              <a:rPr lang="en-US" altLang="zh-CN" baseline="-25000" dirty="0"/>
              <a:t>1</a:t>
            </a:r>
            <a:r>
              <a:rPr lang="zh-CN" altLang="en-US" dirty="0"/>
              <a:t>＝</a:t>
            </a:r>
            <a:r>
              <a:rPr lang="en-US" altLang="zh-CN" dirty="0"/>
              <a:t>70ns</a:t>
            </a:r>
            <a:r>
              <a:rPr lang="zh-CN" altLang="en-US" dirty="0"/>
              <a:t>，对阶</a:t>
            </a:r>
            <a:r>
              <a:rPr lang="el-GR" altLang="zh-CN" dirty="0"/>
              <a:t>τ</a:t>
            </a:r>
            <a:r>
              <a:rPr lang="en-US" altLang="zh-CN" baseline="-25000" dirty="0"/>
              <a:t>2</a:t>
            </a:r>
            <a:r>
              <a:rPr lang="zh-CN" altLang="en-US" dirty="0"/>
              <a:t>＝</a:t>
            </a:r>
            <a:r>
              <a:rPr lang="en-US" altLang="zh-CN" dirty="0"/>
              <a:t>60ns</a:t>
            </a:r>
            <a:r>
              <a:rPr lang="zh-CN" altLang="en-US" dirty="0"/>
              <a:t>，相加</a:t>
            </a:r>
            <a:r>
              <a:rPr lang="el-GR" altLang="zh-CN" dirty="0"/>
              <a:t>τ</a:t>
            </a:r>
            <a:r>
              <a:rPr lang="en-US" altLang="zh-CN" baseline="-25000" dirty="0"/>
              <a:t>3</a:t>
            </a:r>
            <a:r>
              <a:rPr lang="zh-CN" altLang="en-US" dirty="0"/>
              <a:t>＝</a:t>
            </a:r>
            <a:r>
              <a:rPr lang="en-US" altLang="zh-CN" dirty="0"/>
              <a:t>90ns</a:t>
            </a:r>
            <a:r>
              <a:rPr lang="zh-CN" altLang="en-US" dirty="0"/>
              <a:t>，规格化</a:t>
            </a:r>
            <a:r>
              <a:rPr lang="el-GR" altLang="zh-CN" dirty="0"/>
              <a:t>τ</a:t>
            </a:r>
            <a:r>
              <a:rPr lang="en-US" altLang="zh-CN" baseline="-25000" dirty="0"/>
              <a:t>4</a:t>
            </a:r>
            <a:r>
              <a:rPr lang="zh-CN" altLang="en-US" dirty="0"/>
              <a:t>＝</a:t>
            </a:r>
            <a:r>
              <a:rPr lang="en-US" altLang="zh-CN" dirty="0"/>
              <a:t>80ns</a:t>
            </a:r>
            <a:r>
              <a:rPr lang="zh-CN" altLang="en-US" dirty="0"/>
              <a:t>，缓冲寄存器</a:t>
            </a:r>
            <a:r>
              <a:rPr lang="en-US" altLang="zh-CN" dirty="0"/>
              <a:t>L</a:t>
            </a:r>
            <a:r>
              <a:rPr lang="zh-CN" altLang="en-US" dirty="0"/>
              <a:t>的延时时间为</a:t>
            </a:r>
            <a:r>
              <a:rPr lang="el-GR" altLang="zh-CN" dirty="0"/>
              <a:t>τ</a:t>
            </a:r>
            <a:r>
              <a:rPr lang="en-US" altLang="zh-CN" baseline="-25000" dirty="0"/>
              <a:t>1</a:t>
            </a:r>
            <a:r>
              <a:rPr lang="zh-CN" altLang="en-US" dirty="0"/>
              <a:t>＝</a:t>
            </a:r>
            <a:r>
              <a:rPr lang="en-US" altLang="zh-CN" dirty="0"/>
              <a:t>10ns</a:t>
            </a:r>
            <a:r>
              <a:rPr lang="zh-CN" altLang="en-US" dirty="0"/>
              <a:t>，求（</a:t>
            </a:r>
            <a:r>
              <a:rPr lang="en-US" altLang="zh-CN" dirty="0"/>
              <a:t>1</a:t>
            </a:r>
            <a:r>
              <a:rPr lang="zh-CN" altLang="en-US" dirty="0"/>
              <a:t>）</a:t>
            </a:r>
            <a:r>
              <a:rPr lang="en-US" altLang="zh-CN" dirty="0"/>
              <a:t>4</a:t>
            </a:r>
            <a:r>
              <a:rPr lang="zh-CN" altLang="en-US" dirty="0"/>
              <a:t>级流水加法器的加速比为多少？</a:t>
            </a:r>
          </a:p>
          <a:p>
            <a:pPr marL="0" indent="0" eaLnBrk="1" hangingPunct="1">
              <a:buFont typeface="Wingdings 2" panose="05020102010507070707" pitchFamily="18" charset="2"/>
              <a:buNone/>
            </a:pPr>
            <a:r>
              <a:rPr lang="zh-CN" altLang="en-US" dirty="0"/>
              <a:t> （</a:t>
            </a:r>
            <a:r>
              <a:rPr lang="en-US" altLang="zh-CN" dirty="0"/>
              <a:t>2</a:t>
            </a:r>
            <a:r>
              <a:rPr lang="zh-CN" altLang="en-US" dirty="0"/>
              <a:t>）如果每个过程段的时间都相同。即都为</a:t>
            </a:r>
            <a:r>
              <a:rPr lang="en-US" altLang="zh-CN" dirty="0"/>
              <a:t>75ns</a:t>
            </a:r>
            <a:r>
              <a:rPr lang="zh-CN" altLang="en-US" dirty="0"/>
              <a:t>（包括缓冲寄存器时间）时，加速比是多少？</a:t>
            </a:r>
            <a:endParaRPr lang="zh-CN" altLang="el-GR" dirty="0"/>
          </a:p>
        </p:txBody>
      </p:sp>
    </p:spTree>
  </p:cSld>
  <p:clrMapOvr>
    <a:masterClrMapping/>
  </p:clrMapOvr>
  <p:transition spd="med">
    <p:pull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a:extLst>
              <a:ext uri="{FF2B5EF4-FFF2-40B4-BE49-F238E27FC236}">
                <a16:creationId xmlns:a16="http://schemas.microsoft.com/office/drawing/2014/main" id="{6CFC6F3B-DC34-3D4D-A24C-782E92B87D53}"/>
              </a:ext>
            </a:extLst>
          </p:cNvPr>
          <p:cNvSpPr>
            <a:spLocks noGrp="1" noChangeArrowheads="1"/>
          </p:cNvSpPr>
          <p:nvPr>
            <p:ph type="title"/>
          </p:nvPr>
        </p:nvSpPr>
        <p:spPr/>
        <p:txBody>
          <a:bodyPr/>
          <a:lstStyle/>
          <a:p>
            <a:pPr eaLnBrk="1" hangingPunct="1">
              <a:defRPr/>
            </a:pPr>
            <a:r>
              <a:rPr lang="zh-CN" altLang="en-US"/>
              <a:t>例</a:t>
            </a:r>
            <a:r>
              <a:rPr lang="en-US" altLang="zh-CN"/>
              <a:t>32</a:t>
            </a:r>
          </a:p>
        </p:txBody>
      </p:sp>
      <p:sp>
        <p:nvSpPr>
          <p:cNvPr id="121858" name="Rectangle 3">
            <a:extLst>
              <a:ext uri="{FF2B5EF4-FFF2-40B4-BE49-F238E27FC236}">
                <a16:creationId xmlns:a16="http://schemas.microsoft.com/office/drawing/2014/main" id="{AD7640EE-ABA6-4444-B5F6-BABB91E9E8EB}"/>
              </a:ext>
            </a:extLst>
          </p:cNvPr>
          <p:cNvSpPr>
            <a:spLocks noGrp="1" noChangeArrowheads="1"/>
          </p:cNvSpPr>
          <p:nvPr>
            <p:ph idx="1"/>
          </p:nvPr>
        </p:nvSpPr>
        <p:spPr/>
        <p:txBody>
          <a:bodyPr/>
          <a:lstStyle/>
          <a:p>
            <a:pPr eaLnBrk="1" hangingPunct="1">
              <a:buFont typeface="Wingdings 2" panose="05020102010507070707" pitchFamily="18" charset="2"/>
              <a:buNone/>
            </a:pPr>
            <a:r>
              <a:rPr lang="zh-CN" altLang="en-US" dirty="0">
                <a:latin typeface="楷体_GB2312" pitchFamily="49" charset="-122"/>
              </a:rPr>
              <a:t>解：</a:t>
            </a:r>
            <a:r>
              <a:rPr lang="zh-CN" altLang="en-US" dirty="0"/>
              <a:t>加法器的流水线时钟周期至少为</a:t>
            </a:r>
            <a:r>
              <a:rPr lang="en-US" altLang="zh-CN" dirty="0"/>
              <a:t>:</a:t>
            </a:r>
          </a:p>
          <a:p>
            <a:pPr eaLnBrk="1" hangingPunct="1">
              <a:buFont typeface="Wingdings 2" panose="05020102010507070707" pitchFamily="18" charset="2"/>
              <a:buNone/>
            </a:pPr>
            <a:r>
              <a:rPr lang="en-US" altLang="zh-CN" dirty="0"/>
              <a:t>    </a:t>
            </a:r>
            <a:r>
              <a:rPr lang="el-GR" altLang="zh-CN" dirty="0"/>
              <a:t>τ</a:t>
            </a:r>
            <a:r>
              <a:rPr lang="zh-CN" altLang="en-US" dirty="0"/>
              <a:t>＝</a:t>
            </a:r>
            <a:r>
              <a:rPr lang="en-US" altLang="zh-CN" dirty="0"/>
              <a:t>90+10=100ns</a:t>
            </a:r>
          </a:p>
          <a:p>
            <a:pPr eaLnBrk="1" hangingPunct="1">
              <a:buFont typeface="Wingdings 2" panose="05020102010507070707" pitchFamily="18" charset="2"/>
              <a:buNone/>
            </a:pPr>
            <a:r>
              <a:rPr lang="en-US" altLang="zh-CN" dirty="0"/>
              <a:t>    </a:t>
            </a:r>
            <a:r>
              <a:rPr lang="zh-CN" altLang="en-US" dirty="0"/>
              <a:t>不用流水线，所需时间为：</a:t>
            </a:r>
          </a:p>
          <a:p>
            <a:pPr eaLnBrk="1" hangingPunct="1">
              <a:buFont typeface="Wingdings 2" panose="05020102010507070707" pitchFamily="18" charset="2"/>
              <a:buNone/>
            </a:pPr>
            <a:r>
              <a:rPr lang="zh-CN" altLang="en-US" dirty="0"/>
              <a:t>    </a:t>
            </a:r>
            <a:r>
              <a:rPr lang="el-GR" altLang="zh-CN" dirty="0"/>
              <a:t>τ</a:t>
            </a:r>
            <a:r>
              <a:rPr lang="en-US" altLang="zh-CN" baseline="-25000" dirty="0"/>
              <a:t>1</a:t>
            </a:r>
            <a:r>
              <a:rPr lang="zh-CN" altLang="en-US" dirty="0"/>
              <a:t>＋</a:t>
            </a:r>
            <a:r>
              <a:rPr lang="el-GR" altLang="zh-CN" dirty="0"/>
              <a:t>τ</a:t>
            </a:r>
            <a:r>
              <a:rPr lang="en-US" altLang="zh-CN" baseline="-25000" dirty="0"/>
              <a:t>2 </a:t>
            </a:r>
            <a:r>
              <a:rPr lang="zh-CN" altLang="en-US" dirty="0"/>
              <a:t>＋ </a:t>
            </a:r>
            <a:r>
              <a:rPr lang="el-GR" altLang="zh-CN" dirty="0"/>
              <a:t>τ</a:t>
            </a:r>
            <a:r>
              <a:rPr lang="en-US" altLang="zh-CN" baseline="-25000" dirty="0"/>
              <a:t>3</a:t>
            </a:r>
            <a:r>
              <a:rPr lang="zh-CN" altLang="en-US" dirty="0"/>
              <a:t>＋ </a:t>
            </a:r>
            <a:r>
              <a:rPr lang="el-GR" altLang="zh-CN" dirty="0"/>
              <a:t>τ</a:t>
            </a:r>
            <a:r>
              <a:rPr lang="en-US" altLang="zh-CN" baseline="-25000" dirty="0"/>
              <a:t>4</a:t>
            </a:r>
            <a:r>
              <a:rPr lang="zh-CN" altLang="en-US" dirty="0"/>
              <a:t>＝</a:t>
            </a:r>
            <a:r>
              <a:rPr lang="en-US" altLang="zh-CN" dirty="0"/>
              <a:t>300ns</a:t>
            </a:r>
            <a:endParaRPr lang="el-GR" altLang="zh-CN" dirty="0"/>
          </a:p>
          <a:p>
            <a:pPr eaLnBrk="1" hangingPunct="1">
              <a:buFont typeface="Wingdings 2" panose="05020102010507070707" pitchFamily="18" charset="2"/>
              <a:buNone/>
            </a:pPr>
            <a:r>
              <a:rPr lang="zh-CN" altLang="en-US" dirty="0"/>
              <a:t>     加速比为</a:t>
            </a:r>
            <a:r>
              <a:rPr lang="en-US" altLang="zh-CN" dirty="0"/>
              <a:t>: C</a:t>
            </a:r>
            <a:r>
              <a:rPr lang="en-US" altLang="zh-CN" baseline="-25000" dirty="0"/>
              <a:t>k</a:t>
            </a:r>
            <a:r>
              <a:rPr lang="zh-CN" altLang="en-US" dirty="0"/>
              <a:t>＝</a:t>
            </a:r>
            <a:r>
              <a:rPr lang="en-US" altLang="zh-CN" dirty="0"/>
              <a:t>300/100</a:t>
            </a:r>
            <a:r>
              <a:rPr lang="zh-CN" altLang="en-US" dirty="0"/>
              <a:t>＝</a:t>
            </a:r>
            <a:r>
              <a:rPr lang="en-US" altLang="zh-CN" dirty="0"/>
              <a:t>3</a:t>
            </a:r>
          </a:p>
          <a:p>
            <a:pPr eaLnBrk="1" hangingPunct="1">
              <a:buFont typeface="Wingdings 2" panose="05020102010507070707" pitchFamily="18" charset="2"/>
              <a:buNone/>
            </a:pPr>
            <a:r>
              <a:rPr lang="en-US" altLang="zh-CN" dirty="0"/>
              <a:t>    </a:t>
            </a:r>
            <a:r>
              <a:rPr lang="zh-CN" altLang="en-US" dirty="0"/>
              <a:t>若每过程段均为</a:t>
            </a:r>
            <a:r>
              <a:rPr lang="en-US" altLang="zh-CN" dirty="0"/>
              <a:t>75ns</a:t>
            </a:r>
            <a:r>
              <a:rPr lang="zh-CN" altLang="en-US" dirty="0"/>
              <a:t>，加速比为：</a:t>
            </a:r>
          </a:p>
          <a:p>
            <a:pPr eaLnBrk="1" hangingPunct="1">
              <a:buFont typeface="Wingdings 2" panose="05020102010507070707" pitchFamily="18" charset="2"/>
              <a:buNone/>
            </a:pPr>
            <a:r>
              <a:rPr lang="en-US" altLang="zh-CN" dirty="0"/>
              <a:t>      C</a:t>
            </a:r>
            <a:r>
              <a:rPr lang="en-US" altLang="zh-CN" baseline="-25000" dirty="0"/>
              <a:t>k</a:t>
            </a:r>
            <a:r>
              <a:rPr lang="zh-CN" altLang="en-US" dirty="0"/>
              <a:t>＝</a:t>
            </a:r>
            <a:r>
              <a:rPr lang="en-US" altLang="zh-CN" dirty="0"/>
              <a:t>300/75</a:t>
            </a:r>
            <a:r>
              <a:rPr lang="zh-CN" altLang="en-US" dirty="0"/>
              <a:t>＝</a:t>
            </a:r>
            <a:r>
              <a:rPr lang="en-US" altLang="zh-CN" dirty="0"/>
              <a:t>4</a:t>
            </a:r>
            <a:endParaRPr lang="el-GR" altLang="zh-CN" dirty="0"/>
          </a:p>
        </p:txBody>
      </p:sp>
    </p:spTree>
  </p:cSld>
  <p:clrMapOvr>
    <a:masterClrMapping/>
  </p:clrMapOvr>
  <p:transition spd="med">
    <p:pull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410F60-926C-469C-9A68-93B31AE337FB}"/>
              </a:ext>
            </a:extLst>
          </p:cNvPr>
          <p:cNvSpPr>
            <a:spLocks noGrp="1"/>
          </p:cNvSpPr>
          <p:nvPr>
            <p:ph type="title"/>
          </p:nvPr>
        </p:nvSpPr>
        <p:spPr/>
        <p:txBody>
          <a:bodyPr/>
          <a:lstStyle/>
          <a:p>
            <a:pPr algn="l"/>
            <a:r>
              <a:rPr lang="zh-CN" altLang="en-US" sz="3600"/>
              <a:t>实例</a:t>
            </a:r>
            <a:r>
              <a:rPr lang="zh-CN" altLang="en-US"/>
              <a:t>          </a:t>
            </a:r>
            <a:r>
              <a:rPr lang="en-US" altLang="zh-CN"/>
              <a:t>MIPS</a:t>
            </a:r>
            <a:r>
              <a:rPr lang="zh-CN" altLang="en-US"/>
              <a:t>指令格式</a:t>
            </a:r>
          </a:p>
        </p:txBody>
      </p:sp>
      <p:sp>
        <p:nvSpPr>
          <p:cNvPr id="122882" name="内容占位符 2">
            <a:extLst>
              <a:ext uri="{FF2B5EF4-FFF2-40B4-BE49-F238E27FC236}">
                <a16:creationId xmlns:a16="http://schemas.microsoft.com/office/drawing/2014/main" id="{7E174D9E-8C9B-4365-9B9A-2EDAEE8D7AF9}"/>
              </a:ext>
            </a:extLst>
          </p:cNvPr>
          <p:cNvSpPr>
            <a:spLocks noGrp="1" noChangeArrowheads="1"/>
          </p:cNvSpPr>
          <p:nvPr>
            <p:ph idx="1"/>
          </p:nvPr>
        </p:nvSpPr>
        <p:spPr/>
        <p:txBody>
          <a:bodyPr/>
          <a:lstStyle/>
          <a:p>
            <a:r>
              <a:rPr lang="zh-CN" altLang="en-US" sz="2400"/>
              <a:t>算术逻辑指令</a:t>
            </a:r>
            <a:r>
              <a:rPr lang="en-US" altLang="zh-CN" sz="2400"/>
              <a:t>:  add, sub, and, or, slt              </a:t>
            </a:r>
          </a:p>
          <a:p>
            <a:r>
              <a:rPr lang="zh-CN" altLang="en-US" sz="2400"/>
              <a:t>取数</a:t>
            </a:r>
            <a:r>
              <a:rPr lang="en-US" altLang="zh-CN" sz="2400"/>
              <a:t>/</a:t>
            </a:r>
            <a:r>
              <a:rPr lang="zh-CN" altLang="en-US" sz="2400"/>
              <a:t>存数指令</a:t>
            </a:r>
            <a:r>
              <a:rPr lang="en-US" altLang="zh-CN" sz="2400"/>
              <a:t>:  lw, sw                                      </a:t>
            </a:r>
          </a:p>
          <a:p>
            <a:r>
              <a:rPr lang="zh-CN" altLang="en-US" sz="2400"/>
              <a:t>控制流指令</a:t>
            </a:r>
            <a:r>
              <a:rPr lang="en-US" altLang="zh-CN" sz="2400"/>
              <a:t>:  beq, j                                            </a:t>
            </a:r>
          </a:p>
          <a:p>
            <a:endParaRPr lang="zh-CN" altLang="en-US"/>
          </a:p>
        </p:txBody>
      </p:sp>
      <p:sp>
        <p:nvSpPr>
          <p:cNvPr id="6" name="Rectangle 7">
            <a:extLst>
              <a:ext uri="{FF2B5EF4-FFF2-40B4-BE49-F238E27FC236}">
                <a16:creationId xmlns:a16="http://schemas.microsoft.com/office/drawing/2014/main" id="{BC3AB5DD-4CE3-4141-81FF-B688F28B5281}"/>
              </a:ext>
            </a:extLst>
          </p:cNvPr>
          <p:cNvSpPr>
            <a:spLocks noChangeArrowheads="1"/>
          </p:cNvSpPr>
          <p:nvPr/>
        </p:nvSpPr>
        <p:spPr bwMode="auto">
          <a:xfrm>
            <a:off x="1700213" y="4635500"/>
            <a:ext cx="914400" cy="304800"/>
          </a:xfrm>
          <a:prstGeom prst="rect">
            <a:avLst/>
          </a:prstGeom>
          <a:solidFill>
            <a:srgbClr val="00E4A8"/>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op</a:t>
            </a:r>
            <a:endParaRPr kumimoji="0" lang="en-US" altLang="zh-CN" sz="2400" b="1" kern="0">
              <a:solidFill>
                <a:srgbClr val="990000"/>
              </a:solidFill>
              <a:ea typeface="宋体" panose="02010600030101010101" pitchFamily="2" charset="-122"/>
            </a:endParaRPr>
          </a:p>
        </p:txBody>
      </p:sp>
      <p:sp>
        <p:nvSpPr>
          <p:cNvPr id="7" name="Rectangle 8">
            <a:extLst>
              <a:ext uri="{FF2B5EF4-FFF2-40B4-BE49-F238E27FC236}">
                <a16:creationId xmlns:a16="http://schemas.microsoft.com/office/drawing/2014/main" id="{A4D72BB5-0CD6-4929-8650-1267AC6931DE}"/>
              </a:ext>
            </a:extLst>
          </p:cNvPr>
          <p:cNvSpPr>
            <a:spLocks noChangeArrowheads="1"/>
          </p:cNvSpPr>
          <p:nvPr/>
        </p:nvSpPr>
        <p:spPr bwMode="auto">
          <a:xfrm>
            <a:off x="2614613" y="4635500"/>
            <a:ext cx="762000" cy="304800"/>
          </a:xfrm>
          <a:prstGeom prst="rect">
            <a:avLst/>
          </a:prstGeom>
          <a:solidFill>
            <a:srgbClr val="FFFF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rs</a:t>
            </a:r>
            <a:endParaRPr kumimoji="0" lang="en-US" altLang="zh-CN" sz="1800" b="1" kern="0">
              <a:solidFill>
                <a:srgbClr val="990000"/>
              </a:solidFill>
              <a:ea typeface="宋体" panose="02010600030101010101" pitchFamily="2" charset="-122"/>
            </a:endParaRPr>
          </a:p>
        </p:txBody>
      </p:sp>
      <p:sp>
        <p:nvSpPr>
          <p:cNvPr id="8" name="Rectangle 9">
            <a:extLst>
              <a:ext uri="{FF2B5EF4-FFF2-40B4-BE49-F238E27FC236}">
                <a16:creationId xmlns:a16="http://schemas.microsoft.com/office/drawing/2014/main" id="{6854DB3C-E864-4A76-9B30-547267B0DFC0}"/>
              </a:ext>
            </a:extLst>
          </p:cNvPr>
          <p:cNvSpPr>
            <a:spLocks noChangeArrowheads="1"/>
          </p:cNvSpPr>
          <p:nvPr/>
        </p:nvSpPr>
        <p:spPr bwMode="auto">
          <a:xfrm>
            <a:off x="3376613" y="4635500"/>
            <a:ext cx="762000" cy="304800"/>
          </a:xfrm>
          <a:prstGeom prst="rect">
            <a:avLst/>
          </a:prstGeom>
          <a:solidFill>
            <a:srgbClr val="FFFF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rt</a:t>
            </a:r>
            <a:endParaRPr kumimoji="0" lang="en-US" altLang="zh-CN" sz="1800" b="1" kern="0">
              <a:solidFill>
                <a:srgbClr val="990000"/>
              </a:solidFill>
              <a:ea typeface="宋体" panose="02010600030101010101" pitchFamily="2" charset="-122"/>
            </a:endParaRPr>
          </a:p>
        </p:txBody>
      </p:sp>
      <p:sp>
        <p:nvSpPr>
          <p:cNvPr id="9" name="Rectangle 10">
            <a:extLst>
              <a:ext uri="{FF2B5EF4-FFF2-40B4-BE49-F238E27FC236}">
                <a16:creationId xmlns:a16="http://schemas.microsoft.com/office/drawing/2014/main" id="{D15EED70-E850-40C8-9EE7-1EE984B1E68D}"/>
              </a:ext>
            </a:extLst>
          </p:cNvPr>
          <p:cNvSpPr>
            <a:spLocks noChangeArrowheads="1"/>
          </p:cNvSpPr>
          <p:nvPr/>
        </p:nvSpPr>
        <p:spPr bwMode="auto">
          <a:xfrm>
            <a:off x="4138613" y="4635500"/>
            <a:ext cx="2438400" cy="304800"/>
          </a:xfrm>
          <a:prstGeom prst="rect">
            <a:avLst/>
          </a:prstGeom>
          <a:solidFill>
            <a:srgbClr val="FFFF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offset</a:t>
            </a:r>
            <a:endParaRPr kumimoji="0" lang="en-US" altLang="zh-CN" sz="1800" b="1" kern="0">
              <a:solidFill>
                <a:srgbClr val="990000"/>
              </a:solidFill>
              <a:ea typeface="宋体" panose="02010600030101010101" pitchFamily="2" charset="-122"/>
            </a:endParaRPr>
          </a:p>
        </p:txBody>
      </p:sp>
      <p:sp>
        <p:nvSpPr>
          <p:cNvPr id="10" name="Line 11">
            <a:extLst>
              <a:ext uri="{FF2B5EF4-FFF2-40B4-BE49-F238E27FC236}">
                <a16:creationId xmlns:a16="http://schemas.microsoft.com/office/drawing/2014/main" id="{1AFC01D7-B060-4373-AED4-02905B760C1C}"/>
              </a:ext>
            </a:extLst>
          </p:cNvPr>
          <p:cNvSpPr>
            <a:spLocks noChangeShapeType="1"/>
          </p:cNvSpPr>
          <p:nvPr/>
        </p:nvSpPr>
        <p:spPr bwMode="auto">
          <a:xfrm flipV="1">
            <a:off x="1700213" y="4406900"/>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11" name="Line 12">
            <a:extLst>
              <a:ext uri="{FF2B5EF4-FFF2-40B4-BE49-F238E27FC236}">
                <a16:creationId xmlns:a16="http://schemas.microsoft.com/office/drawing/2014/main" id="{A53D7AF0-D15B-458B-BA69-2E05FFC39FDC}"/>
              </a:ext>
            </a:extLst>
          </p:cNvPr>
          <p:cNvSpPr>
            <a:spLocks noChangeShapeType="1"/>
          </p:cNvSpPr>
          <p:nvPr/>
        </p:nvSpPr>
        <p:spPr bwMode="auto">
          <a:xfrm>
            <a:off x="1776413" y="4483100"/>
            <a:ext cx="7620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12" name="Line 13">
            <a:extLst>
              <a:ext uri="{FF2B5EF4-FFF2-40B4-BE49-F238E27FC236}">
                <a16:creationId xmlns:a16="http://schemas.microsoft.com/office/drawing/2014/main" id="{966EB707-4D9A-46C0-B0FE-0763E3451287}"/>
              </a:ext>
            </a:extLst>
          </p:cNvPr>
          <p:cNvSpPr>
            <a:spLocks noChangeShapeType="1"/>
          </p:cNvSpPr>
          <p:nvPr/>
        </p:nvSpPr>
        <p:spPr bwMode="auto">
          <a:xfrm flipV="1">
            <a:off x="2614613" y="4406900"/>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13" name="Line 14">
            <a:extLst>
              <a:ext uri="{FF2B5EF4-FFF2-40B4-BE49-F238E27FC236}">
                <a16:creationId xmlns:a16="http://schemas.microsoft.com/office/drawing/2014/main" id="{7CC300E2-1797-46EE-B450-A9D38BFF65C7}"/>
              </a:ext>
            </a:extLst>
          </p:cNvPr>
          <p:cNvSpPr>
            <a:spLocks noChangeShapeType="1"/>
          </p:cNvSpPr>
          <p:nvPr/>
        </p:nvSpPr>
        <p:spPr bwMode="auto">
          <a:xfrm flipV="1">
            <a:off x="3376613" y="4406900"/>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14" name="Line 15">
            <a:extLst>
              <a:ext uri="{FF2B5EF4-FFF2-40B4-BE49-F238E27FC236}">
                <a16:creationId xmlns:a16="http://schemas.microsoft.com/office/drawing/2014/main" id="{B4E792D4-8A3F-49FC-A95C-EEE0F11AF925}"/>
              </a:ext>
            </a:extLst>
          </p:cNvPr>
          <p:cNvSpPr>
            <a:spLocks noChangeShapeType="1"/>
          </p:cNvSpPr>
          <p:nvPr/>
        </p:nvSpPr>
        <p:spPr bwMode="auto">
          <a:xfrm>
            <a:off x="2690813" y="4483100"/>
            <a:ext cx="6096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15" name="Line 16">
            <a:extLst>
              <a:ext uri="{FF2B5EF4-FFF2-40B4-BE49-F238E27FC236}">
                <a16:creationId xmlns:a16="http://schemas.microsoft.com/office/drawing/2014/main" id="{D2FE5E35-BD0C-4BC8-9070-92E714381D5A}"/>
              </a:ext>
            </a:extLst>
          </p:cNvPr>
          <p:cNvSpPr>
            <a:spLocks noChangeShapeType="1"/>
          </p:cNvSpPr>
          <p:nvPr/>
        </p:nvSpPr>
        <p:spPr bwMode="auto">
          <a:xfrm flipV="1">
            <a:off x="4138613" y="4406900"/>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16" name="Line 17">
            <a:extLst>
              <a:ext uri="{FF2B5EF4-FFF2-40B4-BE49-F238E27FC236}">
                <a16:creationId xmlns:a16="http://schemas.microsoft.com/office/drawing/2014/main" id="{9B1531D1-D37B-4E0F-81F2-16D8F153E063}"/>
              </a:ext>
            </a:extLst>
          </p:cNvPr>
          <p:cNvSpPr>
            <a:spLocks noChangeShapeType="1"/>
          </p:cNvSpPr>
          <p:nvPr/>
        </p:nvSpPr>
        <p:spPr bwMode="auto">
          <a:xfrm>
            <a:off x="3452813" y="4483100"/>
            <a:ext cx="6096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17" name="Line 18">
            <a:extLst>
              <a:ext uri="{FF2B5EF4-FFF2-40B4-BE49-F238E27FC236}">
                <a16:creationId xmlns:a16="http://schemas.microsoft.com/office/drawing/2014/main" id="{D7F80E71-453E-4F6B-833C-B1BEBF085AF5}"/>
              </a:ext>
            </a:extLst>
          </p:cNvPr>
          <p:cNvSpPr>
            <a:spLocks noChangeShapeType="1"/>
          </p:cNvSpPr>
          <p:nvPr/>
        </p:nvSpPr>
        <p:spPr bwMode="auto">
          <a:xfrm>
            <a:off x="4291013" y="4483100"/>
            <a:ext cx="21336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18" name="Line 19">
            <a:extLst>
              <a:ext uri="{FF2B5EF4-FFF2-40B4-BE49-F238E27FC236}">
                <a16:creationId xmlns:a16="http://schemas.microsoft.com/office/drawing/2014/main" id="{868ECF6B-8773-4178-B0A6-E5DD2FB2442D}"/>
              </a:ext>
            </a:extLst>
          </p:cNvPr>
          <p:cNvSpPr>
            <a:spLocks noChangeShapeType="1"/>
          </p:cNvSpPr>
          <p:nvPr/>
        </p:nvSpPr>
        <p:spPr bwMode="auto">
          <a:xfrm flipV="1">
            <a:off x="6577013" y="4406900"/>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19" name="Text Box 20">
            <a:extLst>
              <a:ext uri="{FF2B5EF4-FFF2-40B4-BE49-F238E27FC236}">
                <a16:creationId xmlns:a16="http://schemas.microsoft.com/office/drawing/2014/main" id="{A5631180-CA1E-49F7-B560-BF642EB016C3}"/>
              </a:ext>
            </a:extLst>
          </p:cNvPr>
          <p:cNvSpPr txBox="1">
            <a:spLocks noChangeArrowheads="1"/>
          </p:cNvSpPr>
          <p:nvPr/>
        </p:nvSpPr>
        <p:spPr bwMode="auto">
          <a:xfrm>
            <a:off x="1852613" y="4178300"/>
            <a:ext cx="593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6 bits</a:t>
            </a:r>
          </a:p>
        </p:txBody>
      </p:sp>
      <p:sp>
        <p:nvSpPr>
          <p:cNvPr id="20" name="Text Box 21">
            <a:extLst>
              <a:ext uri="{FF2B5EF4-FFF2-40B4-BE49-F238E27FC236}">
                <a16:creationId xmlns:a16="http://schemas.microsoft.com/office/drawing/2014/main" id="{B62EF0E2-DF6D-4714-ACAD-BAD4888E06DA}"/>
              </a:ext>
            </a:extLst>
          </p:cNvPr>
          <p:cNvSpPr txBox="1">
            <a:spLocks noChangeArrowheads="1"/>
          </p:cNvSpPr>
          <p:nvPr/>
        </p:nvSpPr>
        <p:spPr bwMode="auto">
          <a:xfrm>
            <a:off x="2706688" y="4178300"/>
            <a:ext cx="593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5 bits</a:t>
            </a:r>
          </a:p>
        </p:txBody>
      </p:sp>
      <p:sp>
        <p:nvSpPr>
          <p:cNvPr id="21" name="Text Box 22">
            <a:extLst>
              <a:ext uri="{FF2B5EF4-FFF2-40B4-BE49-F238E27FC236}">
                <a16:creationId xmlns:a16="http://schemas.microsoft.com/office/drawing/2014/main" id="{7C8A61FD-56CF-4693-9171-D9F0B4241143}"/>
              </a:ext>
            </a:extLst>
          </p:cNvPr>
          <p:cNvSpPr txBox="1">
            <a:spLocks noChangeArrowheads="1"/>
          </p:cNvSpPr>
          <p:nvPr/>
        </p:nvSpPr>
        <p:spPr bwMode="auto">
          <a:xfrm>
            <a:off x="3468688" y="4178300"/>
            <a:ext cx="593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5 bits</a:t>
            </a:r>
          </a:p>
        </p:txBody>
      </p:sp>
      <p:sp>
        <p:nvSpPr>
          <p:cNvPr id="22" name="Text Box 23">
            <a:extLst>
              <a:ext uri="{FF2B5EF4-FFF2-40B4-BE49-F238E27FC236}">
                <a16:creationId xmlns:a16="http://schemas.microsoft.com/office/drawing/2014/main" id="{80AA49DD-E3D9-4076-A43B-135764278CC3}"/>
              </a:ext>
            </a:extLst>
          </p:cNvPr>
          <p:cNvSpPr txBox="1">
            <a:spLocks noChangeArrowheads="1"/>
          </p:cNvSpPr>
          <p:nvPr/>
        </p:nvSpPr>
        <p:spPr bwMode="auto">
          <a:xfrm>
            <a:off x="5024438" y="4178300"/>
            <a:ext cx="682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16 bits</a:t>
            </a:r>
          </a:p>
        </p:txBody>
      </p:sp>
      <p:sp>
        <p:nvSpPr>
          <p:cNvPr id="23" name="Rectangle 24">
            <a:extLst>
              <a:ext uri="{FF2B5EF4-FFF2-40B4-BE49-F238E27FC236}">
                <a16:creationId xmlns:a16="http://schemas.microsoft.com/office/drawing/2014/main" id="{CE598F05-C454-43AE-B1B5-1EB11A3A9AD1}"/>
              </a:ext>
            </a:extLst>
          </p:cNvPr>
          <p:cNvSpPr>
            <a:spLocks noChangeArrowheads="1"/>
          </p:cNvSpPr>
          <p:nvPr/>
        </p:nvSpPr>
        <p:spPr bwMode="auto">
          <a:xfrm>
            <a:off x="1700213" y="3292475"/>
            <a:ext cx="914400" cy="304800"/>
          </a:xfrm>
          <a:prstGeom prst="rect">
            <a:avLst/>
          </a:prstGeom>
          <a:solidFill>
            <a:srgbClr val="00E4A8"/>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op</a:t>
            </a:r>
            <a:endParaRPr kumimoji="0" lang="en-US" altLang="zh-CN" sz="2400" b="1" kern="0">
              <a:solidFill>
                <a:srgbClr val="990000"/>
              </a:solidFill>
              <a:ea typeface="宋体" panose="02010600030101010101" pitchFamily="2" charset="-122"/>
            </a:endParaRPr>
          </a:p>
        </p:txBody>
      </p:sp>
      <p:sp>
        <p:nvSpPr>
          <p:cNvPr id="24" name="Rectangle 25">
            <a:extLst>
              <a:ext uri="{FF2B5EF4-FFF2-40B4-BE49-F238E27FC236}">
                <a16:creationId xmlns:a16="http://schemas.microsoft.com/office/drawing/2014/main" id="{68C74F60-B45E-444D-9370-235605B05E22}"/>
              </a:ext>
            </a:extLst>
          </p:cNvPr>
          <p:cNvSpPr>
            <a:spLocks noChangeArrowheads="1"/>
          </p:cNvSpPr>
          <p:nvPr/>
        </p:nvSpPr>
        <p:spPr bwMode="auto">
          <a:xfrm>
            <a:off x="2614613" y="3292475"/>
            <a:ext cx="762000" cy="304800"/>
          </a:xfrm>
          <a:prstGeom prst="rect">
            <a:avLst/>
          </a:prstGeom>
          <a:solidFill>
            <a:srgbClr val="FFFF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rs</a:t>
            </a:r>
            <a:endParaRPr kumimoji="0" lang="en-US" altLang="zh-CN" sz="1800" b="1" kern="0">
              <a:solidFill>
                <a:srgbClr val="990000"/>
              </a:solidFill>
              <a:ea typeface="宋体" panose="02010600030101010101" pitchFamily="2" charset="-122"/>
            </a:endParaRPr>
          </a:p>
        </p:txBody>
      </p:sp>
      <p:sp>
        <p:nvSpPr>
          <p:cNvPr id="25" name="Rectangle 26">
            <a:extLst>
              <a:ext uri="{FF2B5EF4-FFF2-40B4-BE49-F238E27FC236}">
                <a16:creationId xmlns:a16="http://schemas.microsoft.com/office/drawing/2014/main" id="{C657224D-D556-4377-A1AF-C1BC25C3B8FF}"/>
              </a:ext>
            </a:extLst>
          </p:cNvPr>
          <p:cNvSpPr>
            <a:spLocks noChangeArrowheads="1"/>
          </p:cNvSpPr>
          <p:nvPr/>
        </p:nvSpPr>
        <p:spPr bwMode="auto">
          <a:xfrm>
            <a:off x="3376613" y="3292475"/>
            <a:ext cx="762000" cy="304800"/>
          </a:xfrm>
          <a:prstGeom prst="rect">
            <a:avLst/>
          </a:prstGeom>
          <a:solidFill>
            <a:srgbClr val="FFFF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rt</a:t>
            </a:r>
            <a:endParaRPr kumimoji="0" lang="en-US" altLang="zh-CN" sz="1800" b="1" kern="0">
              <a:solidFill>
                <a:srgbClr val="990000"/>
              </a:solidFill>
              <a:ea typeface="宋体" panose="02010600030101010101" pitchFamily="2" charset="-122"/>
            </a:endParaRPr>
          </a:p>
        </p:txBody>
      </p:sp>
      <p:sp>
        <p:nvSpPr>
          <p:cNvPr id="26" name="Rectangle 27">
            <a:extLst>
              <a:ext uri="{FF2B5EF4-FFF2-40B4-BE49-F238E27FC236}">
                <a16:creationId xmlns:a16="http://schemas.microsoft.com/office/drawing/2014/main" id="{05057F48-4C38-47B6-8961-0BD0FDB70253}"/>
              </a:ext>
            </a:extLst>
          </p:cNvPr>
          <p:cNvSpPr>
            <a:spLocks noChangeArrowheads="1"/>
          </p:cNvSpPr>
          <p:nvPr/>
        </p:nvSpPr>
        <p:spPr bwMode="auto">
          <a:xfrm>
            <a:off x="4138613" y="3292475"/>
            <a:ext cx="762000" cy="304800"/>
          </a:xfrm>
          <a:prstGeom prst="rect">
            <a:avLst/>
          </a:prstGeom>
          <a:solidFill>
            <a:srgbClr val="FFFF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rd</a:t>
            </a:r>
            <a:endParaRPr kumimoji="0" lang="en-US" altLang="zh-CN" sz="1800" b="1" kern="0">
              <a:solidFill>
                <a:srgbClr val="990000"/>
              </a:solidFill>
              <a:ea typeface="宋体" panose="02010600030101010101" pitchFamily="2" charset="-122"/>
            </a:endParaRPr>
          </a:p>
        </p:txBody>
      </p:sp>
      <p:sp>
        <p:nvSpPr>
          <p:cNvPr id="27" name="Rectangle 28">
            <a:extLst>
              <a:ext uri="{FF2B5EF4-FFF2-40B4-BE49-F238E27FC236}">
                <a16:creationId xmlns:a16="http://schemas.microsoft.com/office/drawing/2014/main" id="{82DE9FA1-25AA-49C3-839C-C4F0FD5F9A6A}"/>
              </a:ext>
            </a:extLst>
          </p:cNvPr>
          <p:cNvSpPr>
            <a:spLocks noChangeArrowheads="1"/>
          </p:cNvSpPr>
          <p:nvPr/>
        </p:nvSpPr>
        <p:spPr bwMode="auto">
          <a:xfrm>
            <a:off x="5662613" y="3292475"/>
            <a:ext cx="914400" cy="304800"/>
          </a:xfrm>
          <a:prstGeom prst="rect">
            <a:avLst/>
          </a:prstGeom>
          <a:solidFill>
            <a:srgbClr val="00E4A8"/>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dirty="0" err="1">
                <a:solidFill>
                  <a:srgbClr val="990000"/>
                </a:solidFill>
                <a:latin typeface="Courier" pitchFamily="49" charset="0"/>
                <a:ea typeface="宋体" panose="02010600030101010101" pitchFamily="2" charset="-122"/>
              </a:rPr>
              <a:t>funct</a:t>
            </a:r>
            <a:endParaRPr kumimoji="0" lang="en-US" altLang="zh-CN" sz="2400" b="1" kern="0" dirty="0">
              <a:solidFill>
                <a:srgbClr val="990000"/>
              </a:solidFill>
              <a:ea typeface="宋体" panose="02010600030101010101" pitchFamily="2" charset="-122"/>
            </a:endParaRPr>
          </a:p>
        </p:txBody>
      </p:sp>
      <p:sp>
        <p:nvSpPr>
          <p:cNvPr id="28" name="Rectangle 29">
            <a:extLst>
              <a:ext uri="{FF2B5EF4-FFF2-40B4-BE49-F238E27FC236}">
                <a16:creationId xmlns:a16="http://schemas.microsoft.com/office/drawing/2014/main" id="{49D467EE-E4CC-4330-A755-6A90D255527F}"/>
              </a:ext>
            </a:extLst>
          </p:cNvPr>
          <p:cNvSpPr>
            <a:spLocks noChangeArrowheads="1"/>
          </p:cNvSpPr>
          <p:nvPr/>
        </p:nvSpPr>
        <p:spPr bwMode="auto">
          <a:xfrm>
            <a:off x="4900613" y="3292475"/>
            <a:ext cx="762000" cy="304800"/>
          </a:xfrm>
          <a:prstGeom prst="rect">
            <a:avLst/>
          </a:prstGeom>
          <a:solidFill>
            <a:srgbClr val="00E4A8"/>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dirty="0" err="1">
                <a:solidFill>
                  <a:srgbClr val="990000"/>
                </a:solidFill>
                <a:latin typeface="Courier" pitchFamily="49" charset="0"/>
                <a:ea typeface="宋体" panose="02010600030101010101" pitchFamily="2" charset="-122"/>
              </a:rPr>
              <a:t>shamt</a:t>
            </a:r>
            <a:endParaRPr kumimoji="0" lang="en-US" altLang="zh-CN" sz="1800" b="1" kern="0" dirty="0">
              <a:solidFill>
                <a:srgbClr val="990000"/>
              </a:solidFill>
              <a:ea typeface="宋体" panose="02010600030101010101" pitchFamily="2" charset="-122"/>
            </a:endParaRPr>
          </a:p>
        </p:txBody>
      </p:sp>
      <p:sp>
        <p:nvSpPr>
          <p:cNvPr id="29" name="Line 30">
            <a:extLst>
              <a:ext uri="{FF2B5EF4-FFF2-40B4-BE49-F238E27FC236}">
                <a16:creationId xmlns:a16="http://schemas.microsoft.com/office/drawing/2014/main" id="{EFA92723-C82D-41AB-8AC3-6EB1880A182E}"/>
              </a:ext>
            </a:extLst>
          </p:cNvPr>
          <p:cNvSpPr>
            <a:spLocks noChangeShapeType="1"/>
          </p:cNvSpPr>
          <p:nvPr/>
        </p:nvSpPr>
        <p:spPr bwMode="auto">
          <a:xfrm flipV="1">
            <a:off x="1700213" y="306387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0" name="Line 31">
            <a:extLst>
              <a:ext uri="{FF2B5EF4-FFF2-40B4-BE49-F238E27FC236}">
                <a16:creationId xmlns:a16="http://schemas.microsoft.com/office/drawing/2014/main" id="{4338B9A8-C551-4A83-8D2B-02690C05A0FD}"/>
              </a:ext>
            </a:extLst>
          </p:cNvPr>
          <p:cNvSpPr>
            <a:spLocks noChangeShapeType="1"/>
          </p:cNvSpPr>
          <p:nvPr/>
        </p:nvSpPr>
        <p:spPr bwMode="auto">
          <a:xfrm>
            <a:off x="1776413" y="3140075"/>
            <a:ext cx="7620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1" name="Line 32">
            <a:extLst>
              <a:ext uri="{FF2B5EF4-FFF2-40B4-BE49-F238E27FC236}">
                <a16:creationId xmlns:a16="http://schemas.microsoft.com/office/drawing/2014/main" id="{EAFE1F66-2487-4377-A04D-5E40E5B8F963}"/>
              </a:ext>
            </a:extLst>
          </p:cNvPr>
          <p:cNvSpPr>
            <a:spLocks noChangeShapeType="1"/>
          </p:cNvSpPr>
          <p:nvPr/>
        </p:nvSpPr>
        <p:spPr bwMode="auto">
          <a:xfrm flipV="1">
            <a:off x="2614613" y="306387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2" name="Line 33">
            <a:extLst>
              <a:ext uri="{FF2B5EF4-FFF2-40B4-BE49-F238E27FC236}">
                <a16:creationId xmlns:a16="http://schemas.microsoft.com/office/drawing/2014/main" id="{8CA95237-4599-45BC-9766-E5E0B2A7E0DA}"/>
              </a:ext>
            </a:extLst>
          </p:cNvPr>
          <p:cNvSpPr>
            <a:spLocks noChangeShapeType="1"/>
          </p:cNvSpPr>
          <p:nvPr/>
        </p:nvSpPr>
        <p:spPr bwMode="auto">
          <a:xfrm flipV="1">
            <a:off x="3376613" y="306387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3" name="Line 34">
            <a:extLst>
              <a:ext uri="{FF2B5EF4-FFF2-40B4-BE49-F238E27FC236}">
                <a16:creationId xmlns:a16="http://schemas.microsoft.com/office/drawing/2014/main" id="{67E32DEA-2B60-4BE5-8AE0-0FB8A42EAD04}"/>
              </a:ext>
            </a:extLst>
          </p:cNvPr>
          <p:cNvSpPr>
            <a:spLocks noChangeShapeType="1"/>
          </p:cNvSpPr>
          <p:nvPr/>
        </p:nvSpPr>
        <p:spPr bwMode="auto">
          <a:xfrm>
            <a:off x="2690813" y="3140075"/>
            <a:ext cx="6096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4" name="Line 35">
            <a:extLst>
              <a:ext uri="{FF2B5EF4-FFF2-40B4-BE49-F238E27FC236}">
                <a16:creationId xmlns:a16="http://schemas.microsoft.com/office/drawing/2014/main" id="{78EC6DC4-F2BA-4195-AD74-D2C7BE45CFC5}"/>
              </a:ext>
            </a:extLst>
          </p:cNvPr>
          <p:cNvSpPr>
            <a:spLocks noChangeShapeType="1"/>
          </p:cNvSpPr>
          <p:nvPr/>
        </p:nvSpPr>
        <p:spPr bwMode="auto">
          <a:xfrm flipV="1">
            <a:off x="4138613" y="306387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5" name="Line 36">
            <a:extLst>
              <a:ext uri="{FF2B5EF4-FFF2-40B4-BE49-F238E27FC236}">
                <a16:creationId xmlns:a16="http://schemas.microsoft.com/office/drawing/2014/main" id="{481A5486-4427-418B-AB0B-0B414CE57E95}"/>
              </a:ext>
            </a:extLst>
          </p:cNvPr>
          <p:cNvSpPr>
            <a:spLocks noChangeShapeType="1"/>
          </p:cNvSpPr>
          <p:nvPr/>
        </p:nvSpPr>
        <p:spPr bwMode="auto">
          <a:xfrm>
            <a:off x="3452813" y="3140075"/>
            <a:ext cx="6096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6" name="Line 37">
            <a:extLst>
              <a:ext uri="{FF2B5EF4-FFF2-40B4-BE49-F238E27FC236}">
                <a16:creationId xmlns:a16="http://schemas.microsoft.com/office/drawing/2014/main" id="{4672F57F-B93E-4E31-AAFA-7F28548E38AD}"/>
              </a:ext>
            </a:extLst>
          </p:cNvPr>
          <p:cNvSpPr>
            <a:spLocks noChangeShapeType="1"/>
          </p:cNvSpPr>
          <p:nvPr/>
        </p:nvSpPr>
        <p:spPr bwMode="auto">
          <a:xfrm flipV="1">
            <a:off x="4900613" y="306387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7" name="Line 38">
            <a:extLst>
              <a:ext uri="{FF2B5EF4-FFF2-40B4-BE49-F238E27FC236}">
                <a16:creationId xmlns:a16="http://schemas.microsoft.com/office/drawing/2014/main" id="{84ACBE28-2A2A-4298-A933-5B5C053BDC79}"/>
              </a:ext>
            </a:extLst>
          </p:cNvPr>
          <p:cNvSpPr>
            <a:spLocks noChangeShapeType="1"/>
          </p:cNvSpPr>
          <p:nvPr/>
        </p:nvSpPr>
        <p:spPr bwMode="auto">
          <a:xfrm>
            <a:off x="4214813" y="3140075"/>
            <a:ext cx="6096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8" name="Line 39">
            <a:extLst>
              <a:ext uri="{FF2B5EF4-FFF2-40B4-BE49-F238E27FC236}">
                <a16:creationId xmlns:a16="http://schemas.microsoft.com/office/drawing/2014/main" id="{99A83E40-5228-41E4-999C-0154314B648B}"/>
              </a:ext>
            </a:extLst>
          </p:cNvPr>
          <p:cNvSpPr>
            <a:spLocks noChangeShapeType="1"/>
          </p:cNvSpPr>
          <p:nvPr/>
        </p:nvSpPr>
        <p:spPr bwMode="auto">
          <a:xfrm flipV="1">
            <a:off x="5662613" y="306387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39" name="Line 40">
            <a:extLst>
              <a:ext uri="{FF2B5EF4-FFF2-40B4-BE49-F238E27FC236}">
                <a16:creationId xmlns:a16="http://schemas.microsoft.com/office/drawing/2014/main" id="{CD0E2B2F-F41C-459E-B4F5-3CDB0353051F}"/>
              </a:ext>
            </a:extLst>
          </p:cNvPr>
          <p:cNvSpPr>
            <a:spLocks noChangeShapeType="1"/>
          </p:cNvSpPr>
          <p:nvPr/>
        </p:nvSpPr>
        <p:spPr bwMode="auto">
          <a:xfrm>
            <a:off x="4976813" y="3140075"/>
            <a:ext cx="6096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40" name="Line 41">
            <a:extLst>
              <a:ext uri="{FF2B5EF4-FFF2-40B4-BE49-F238E27FC236}">
                <a16:creationId xmlns:a16="http://schemas.microsoft.com/office/drawing/2014/main" id="{DE2D8C0D-156D-4B6F-8040-7935440337A0}"/>
              </a:ext>
            </a:extLst>
          </p:cNvPr>
          <p:cNvSpPr>
            <a:spLocks noChangeShapeType="1"/>
          </p:cNvSpPr>
          <p:nvPr/>
        </p:nvSpPr>
        <p:spPr bwMode="auto">
          <a:xfrm flipV="1">
            <a:off x="6577013" y="306387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41" name="Line 42">
            <a:extLst>
              <a:ext uri="{FF2B5EF4-FFF2-40B4-BE49-F238E27FC236}">
                <a16:creationId xmlns:a16="http://schemas.microsoft.com/office/drawing/2014/main" id="{EB06BA90-8C6F-4742-AD74-8DDFBDD5664A}"/>
              </a:ext>
            </a:extLst>
          </p:cNvPr>
          <p:cNvSpPr>
            <a:spLocks noChangeShapeType="1"/>
          </p:cNvSpPr>
          <p:nvPr/>
        </p:nvSpPr>
        <p:spPr bwMode="auto">
          <a:xfrm>
            <a:off x="5738813" y="3140075"/>
            <a:ext cx="7620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42" name="Text Box 43">
            <a:extLst>
              <a:ext uri="{FF2B5EF4-FFF2-40B4-BE49-F238E27FC236}">
                <a16:creationId xmlns:a16="http://schemas.microsoft.com/office/drawing/2014/main" id="{888A67F9-AA6B-498D-AF30-E7AAB2B14209}"/>
              </a:ext>
            </a:extLst>
          </p:cNvPr>
          <p:cNvSpPr txBox="1">
            <a:spLocks noChangeArrowheads="1"/>
          </p:cNvSpPr>
          <p:nvPr/>
        </p:nvSpPr>
        <p:spPr bwMode="auto">
          <a:xfrm>
            <a:off x="1852613" y="2835275"/>
            <a:ext cx="593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6 bits</a:t>
            </a:r>
          </a:p>
        </p:txBody>
      </p:sp>
      <p:sp>
        <p:nvSpPr>
          <p:cNvPr id="43" name="Text Box 44">
            <a:extLst>
              <a:ext uri="{FF2B5EF4-FFF2-40B4-BE49-F238E27FC236}">
                <a16:creationId xmlns:a16="http://schemas.microsoft.com/office/drawing/2014/main" id="{42A6D032-679F-43BA-89E6-D2363909DD4E}"/>
              </a:ext>
            </a:extLst>
          </p:cNvPr>
          <p:cNvSpPr txBox="1">
            <a:spLocks noChangeArrowheads="1"/>
          </p:cNvSpPr>
          <p:nvPr/>
        </p:nvSpPr>
        <p:spPr bwMode="auto">
          <a:xfrm>
            <a:off x="2706688" y="2835275"/>
            <a:ext cx="593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5 bits</a:t>
            </a:r>
          </a:p>
        </p:txBody>
      </p:sp>
      <p:sp>
        <p:nvSpPr>
          <p:cNvPr id="44" name="Text Box 45">
            <a:extLst>
              <a:ext uri="{FF2B5EF4-FFF2-40B4-BE49-F238E27FC236}">
                <a16:creationId xmlns:a16="http://schemas.microsoft.com/office/drawing/2014/main" id="{2B591F09-4F64-45A1-9D85-6831D86DE357}"/>
              </a:ext>
            </a:extLst>
          </p:cNvPr>
          <p:cNvSpPr txBox="1">
            <a:spLocks noChangeArrowheads="1"/>
          </p:cNvSpPr>
          <p:nvPr/>
        </p:nvSpPr>
        <p:spPr bwMode="auto">
          <a:xfrm>
            <a:off x="3468688" y="2835275"/>
            <a:ext cx="593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5 bits</a:t>
            </a:r>
          </a:p>
        </p:txBody>
      </p:sp>
      <p:sp>
        <p:nvSpPr>
          <p:cNvPr id="45" name="Text Box 46">
            <a:extLst>
              <a:ext uri="{FF2B5EF4-FFF2-40B4-BE49-F238E27FC236}">
                <a16:creationId xmlns:a16="http://schemas.microsoft.com/office/drawing/2014/main" id="{1D7E0546-6CEB-413F-8F5F-B1AAB5BDD62E}"/>
              </a:ext>
            </a:extLst>
          </p:cNvPr>
          <p:cNvSpPr txBox="1">
            <a:spLocks noChangeArrowheads="1"/>
          </p:cNvSpPr>
          <p:nvPr/>
        </p:nvSpPr>
        <p:spPr bwMode="auto">
          <a:xfrm>
            <a:off x="4230688" y="2835275"/>
            <a:ext cx="593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5 bits</a:t>
            </a:r>
          </a:p>
        </p:txBody>
      </p:sp>
      <p:sp>
        <p:nvSpPr>
          <p:cNvPr id="46" name="Text Box 47">
            <a:extLst>
              <a:ext uri="{FF2B5EF4-FFF2-40B4-BE49-F238E27FC236}">
                <a16:creationId xmlns:a16="http://schemas.microsoft.com/office/drawing/2014/main" id="{B845A544-1D04-46D9-B52F-29FF65C788C3}"/>
              </a:ext>
            </a:extLst>
          </p:cNvPr>
          <p:cNvSpPr txBox="1">
            <a:spLocks noChangeArrowheads="1"/>
          </p:cNvSpPr>
          <p:nvPr/>
        </p:nvSpPr>
        <p:spPr bwMode="auto">
          <a:xfrm>
            <a:off x="4992688" y="2835275"/>
            <a:ext cx="593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5 bits</a:t>
            </a:r>
          </a:p>
        </p:txBody>
      </p:sp>
      <p:sp>
        <p:nvSpPr>
          <p:cNvPr id="47" name="Text Box 48">
            <a:extLst>
              <a:ext uri="{FF2B5EF4-FFF2-40B4-BE49-F238E27FC236}">
                <a16:creationId xmlns:a16="http://schemas.microsoft.com/office/drawing/2014/main" id="{49BB261F-437F-4263-8F6D-05C2868E2C30}"/>
              </a:ext>
            </a:extLst>
          </p:cNvPr>
          <p:cNvSpPr txBox="1">
            <a:spLocks noChangeArrowheads="1"/>
          </p:cNvSpPr>
          <p:nvPr/>
        </p:nvSpPr>
        <p:spPr bwMode="auto">
          <a:xfrm>
            <a:off x="5662613" y="2835275"/>
            <a:ext cx="914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6 bits</a:t>
            </a:r>
          </a:p>
        </p:txBody>
      </p:sp>
      <p:sp>
        <p:nvSpPr>
          <p:cNvPr id="48" name="Text Box 49">
            <a:extLst>
              <a:ext uri="{FF2B5EF4-FFF2-40B4-BE49-F238E27FC236}">
                <a16:creationId xmlns:a16="http://schemas.microsoft.com/office/drawing/2014/main" id="{BA86C796-15C3-403E-9055-19B6156D3058}"/>
              </a:ext>
            </a:extLst>
          </p:cNvPr>
          <p:cNvSpPr txBox="1">
            <a:spLocks noChangeArrowheads="1"/>
          </p:cNvSpPr>
          <p:nvPr/>
        </p:nvSpPr>
        <p:spPr bwMode="auto">
          <a:xfrm>
            <a:off x="6865938" y="3187700"/>
            <a:ext cx="1200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fontAlgn="auto" hangingPunct="1">
              <a:spcBef>
                <a:spcPts val="0"/>
              </a:spcBef>
              <a:spcAft>
                <a:spcPts val="0"/>
              </a:spcAft>
              <a:defRPr/>
            </a:pPr>
            <a:r>
              <a:rPr kumimoji="0" lang="en-US" altLang="zh-CN" sz="1800" b="1" kern="0" dirty="0">
                <a:solidFill>
                  <a:srgbClr val="000000"/>
                </a:solidFill>
                <a:latin typeface="Helvetica" panose="020B0604020202020204" pitchFamily="34" charset="0"/>
                <a:ea typeface="宋体" panose="02010600030101010101" pitchFamily="2" charset="-122"/>
              </a:rPr>
              <a:t>R-Format</a:t>
            </a:r>
          </a:p>
        </p:txBody>
      </p:sp>
      <p:sp>
        <p:nvSpPr>
          <p:cNvPr id="49" name="Text Box 50">
            <a:extLst>
              <a:ext uri="{FF2B5EF4-FFF2-40B4-BE49-F238E27FC236}">
                <a16:creationId xmlns:a16="http://schemas.microsoft.com/office/drawing/2014/main" id="{7C3DFF66-BF7B-4583-A9E4-D85CAC17406C}"/>
              </a:ext>
            </a:extLst>
          </p:cNvPr>
          <p:cNvSpPr txBox="1">
            <a:spLocks noChangeArrowheads="1"/>
          </p:cNvSpPr>
          <p:nvPr/>
        </p:nvSpPr>
        <p:spPr bwMode="auto">
          <a:xfrm>
            <a:off x="6881813" y="4573588"/>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fontAlgn="auto" hangingPunct="1">
              <a:spcBef>
                <a:spcPts val="0"/>
              </a:spcBef>
              <a:spcAft>
                <a:spcPts val="0"/>
              </a:spcAft>
              <a:defRPr/>
            </a:pPr>
            <a:r>
              <a:rPr kumimoji="0" lang="en-US" altLang="zh-CN" sz="1800" b="1" kern="0">
                <a:solidFill>
                  <a:srgbClr val="000000"/>
                </a:solidFill>
                <a:latin typeface="Helvetica" panose="020B0604020202020204" pitchFamily="34" charset="0"/>
                <a:ea typeface="宋体" panose="02010600030101010101" pitchFamily="2" charset="-122"/>
              </a:rPr>
              <a:t>I-Format</a:t>
            </a:r>
          </a:p>
        </p:txBody>
      </p:sp>
      <p:sp>
        <p:nvSpPr>
          <p:cNvPr id="50" name="Rectangle 51">
            <a:extLst>
              <a:ext uri="{FF2B5EF4-FFF2-40B4-BE49-F238E27FC236}">
                <a16:creationId xmlns:a16="http://schemas.microsoft.com/office/drawing/2014/main" id="{55DEA903-D28E-42AD-861D-E3723DF225D2}"/>
              </a:ext>
            </a:extLst>
          </p:cNvPr>
          <p:cNvSpPr>
            <a:spLocks noChangeArrowheads="1"/>
          </p:cNvSpPr>
          <p:nvPr/>
        </p:nvSpPr>
        <p:spPr bwMode="auto">
          <a:xfrm>
            <a:off x="1700213" y="6003925"/>
            <a:ext cx="914400" cy="304800"/>
          </a:xfrm>
          <a:prstGeom prst="rect">
            <a:avLst/>
          </a:prstGeom>
          <a:solidFill>
            <a:srgbClr val="00E4A8"/>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op</a:t>
            </a:r>
            <a:endParaRPr kumimoji="0" lang="en-US" altLang="zh-CN" sz="2400" b="1" kern="0">
              <a:solidFill>
                <a:srgbClr val="990000"/>
              </a:solidFill>
              <a:ea typeface="宋体" panose="02010600030101010101" pitchFamily="2" charset="-122"/>
            </a:endParaRPr>
          </a:p>
        </p:txBody>
      </p:sp>
      <p:sp>
        <p:nvSpPr>
          <p:cNvPr id="51" name="Rectangle 52">
            <a:extLst>
              <a:ext uri="{FF2B5EF4-FFF2-40B4-BE49-F238E27FC236}">
                <a16:creationId xmlns:a16="http://schemas.microsoft.com/office/drawing/2014/main" id="{A44EFB6E-6C23-4BA4-A82A-B6ADBC6C4E60}"/>
              </a:ext>
            </a:extLst>
          </p:cNvPr>
          <p:cNvSpPr>
            <a:spLocks noChangeArrowheads="1"/>
          </p:cNvSpPr>
          <p:nvPr/>
        </p:nvSpPr>
        <p:spPr bwMode="auto">
          <a:xfrm>
            <a:off x="2614613" y="6003925"/>
            <a:ext cx="3962400" cy="304800"/>
          </a:xfrm>
          <a:prstGeom prst="rect">
            <a:avLst/>
          </a:prstGeom>
          <a:solidFill>
            <a:srgbClr val="FFFF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1800" b="1" kern="0">
                <a:solidFill>
                  <a:srgbClr val="990000"/>
                </a:solidFill>
                <a:latin typeface="Courier" pitchFamily="49" charset="0"/>
                <a:ea typeface="宋体" panose="02010600030101010101" pitchFamily="2" charset="-122"/>
              </a:rPr>
              <a:t>address</a:t>
            </a:r>
            <a:endParaRPr kumimoji="0" lang="en-US" altLang="zh-CN" sz="1800" b="1" kern="0">
              <a:solidFill>
                <a:srgbClr val="990000"/>
              </a:solidFill>
              <a:ea typeface="宋体" panose="02010600030101010101" pitchFamily="2" charset="-122"/>
            </a:endParaRPr>
          </a:p>
        </p:txBody>
      </p:sp>
      <p:sp>
        <p:nvSpPr>
          <p:cNvPr id="52" name="Line 53">
            <a:extLst>
              <a:ext uri="{FF2B5EF4-FFF2-40B4-BE49-F238E27FC236}">
                <a16:creationId xmlns:a16="http://schemas.microsoft.com/office/drawing/2014/main" id="{87D7293A-1C82-4438-A073-402FCAFADB9C}"/>
              </a:ext>
            </a:extLst>
          </p:cNvPr>
          <p:cNvSpPr>
            <a:spLocks noChangeShapeType="1"/>
          </p:cNvSpPr>
          <p:nvPr/>
        </p:nvSpPr>
        <p:spPr bwMode="auto">
          <a:xfrm flipV="1">
            <a:off x="1700213" y="577532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53" name="Line 54">
            <a:extLst>
              <a:ext uri="{FF2B5EF4-FFF2-40B4-BE49-F238E27FC236}">
                <a16:creationId xmlns:a16="http://schemas.microsoft.com/office/drawing/2014/main" id="{6EDF9426-EE34-4E8C-8724-5463649E16B8}"/>
              </a:ext>
            </a:extLst>
          </p:cNvPr>
          <p:cNvSpPr>
            <a:spLocks noChangeShapeType="1"/>
          </p:cNvSpPr>
          <p:nvPr/>
        </p:nvSpPr>
        <p:spPr bwMode="auto">
          <a:xfrm>
            <a:off x="1776413" y="5851525"/>
            <a:ext cx="7620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54" name="Line 55">
            <a:extLst>
              <a:ext uri="{FF2B5EF4-FFF2-40B4-BE49-F238E27FC236}">
                <a16:creationId xmlns:a16="http://schemas.microsoft.com/office/drawing/2014/main" id="{5AD82C7E-4E09-49BA-BB48-0F8A8278D8F2}"/>
              </a:ext>
            </a:extLst>
          </p:cNvPr>
          <p:cNvSpPr>
            <a:spLocks noChangeShapeType="1"/>
          </p:cNvSpPr>
          <p:nvPr/>
        </p:nvSpPr>
        <p:spPr bwMode="auto">
          <a:xfrm flipV="1">
            <a:off x="2614613" y="577532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55" name="Line 56">
            <a:extLst>
              <a:ext uri="{FF2B5EF4-FFF2-40B4-BE49-F238E27FC236}">
                <a16:creationId xmlns:a16="http://schemas.microsoft.com/office/drawing/2014/main" id="{F984FFD7-C565-4A0A-8E7A-D0B30C6773CB}"/>
              </a:ext>
            </a:extLst>
          </p:cNvPr>
          <p:cNvSpPr>
            <a:spLocks noChangeShapeType="1"/>
          </p:cNvSpPr>
          <p:nvPr/>
        </p:nvSpPr>
        <p:spPr bwMode="auto">
          <a:xfrm>
            <a:off x="2690813" y="5851525"/>
            <a:ext cx="3733800" cy="0"/>
          </a:xfrm>
          <a:prstGeom prst="line">
            <a:avLst/>
          </a:prstGeom>
          <a:noFill/>
          <a:ln w="127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56" name="Line 57">
            <a:extLst>
              <a:ext uri="{FF2B5EF4-FFF2-40B4-BE49-F238E27FC236}">
                <a16:creationId xmlns:a16="http://schemas.microsoft.com/office/drawing/2014/main" id="{6494E5E4-D32F-4A9C-9883-EFFBD6B2D127}"/>
              </a:ext>
            </a:extLst>
          </p:cNvPr>
          <p:cNvSpPr>
            <a:spLocks noChangeShapeType="1"/>
          </p:cNvSpPr>
          <p:nvPr/>
        </p:nvSpPr>
        <p:spPr bwMode="auto">
          <a:xfrm flipV="1">
            <a:off x="6577013" y="5775325"/>
            <a:ext cx="0" cy="1524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ea typeface="+mn-ea"/>
            </a:endParaRPr>
          </a:p>
        </p:txBody>
      </p:sp>
      <p:sp>
        <p:nvSpPr>
          <p:cNvPr id="57" name="Text Box 58">
            <a:extLst>
              <a:ext uri="{FF2B5EF4-FFF2-40B4-BE49-F238E27FC236}">
                <a16:creationId xmlns:a16="http://schemas.microsoft.com/office/drawing/2014/main" id="{2DBFDB02-9CEA-4538-AEF1-726646ECBF5E}"/>
              </a:ext>
            </a:extLst>
          </p:cNvPr>
          <p:cNvSpPr txBox="1">
            <a:spLocks noChangeArrowheads="1"/>
          </p:cNvSpPr>
          <p:nvPr/>
        </p:nvSpPr>
        <p:spPr bwMode="auto">
          <a:xfrm>
            <a:off x="1852613" y="5546725"/>
            <a:ext cx="5937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6 bits</a:t>
            </a:r>
          </a:p>
        </p:txBody>
      </p:sp>
      <p:sp>
        <p:nvSpPr>
          <p:cNvPr id="58" name="Text Box 59">
            <a:extLst>
              <a:ext uri="{FF2B5EF4-FFF2-40B4-BE49-F238E27FC236}">
                <a16:creationId xmlns:a16="http://schemas.microsoft.com/office/drawing/2014/main" id="{05C84965-E02C-4566-8F94-3FFE91205EC4}"/>
              </a:ext>
            </a:extLst>
          </p:cNvPr>
          <p:cNvSpPr txBox="1">
            <a:spLocks noChangeArrowheads="1"/>
          </p:cNvSpPr>
          <p:nvPr/>
        </p:nvSpPr>
        <p:spPr bwMode="auto">
          <a:xfrm>
            <a:off x="4217988" y="5546725"/>
            <a:ext cx="682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auto" hangingPunct="1">
              <a:spcBef>
                <a:spcPts val="0"/>
              </a:spcBef>
              <a:spcAft>
                <a:spcPts val="0"/>
              </a:spcAft>
              <a:defRPr/>
            </a:pPr>
            <a:r>
              <a:rPr kumimoji="0" lang="en-US" altLang="zh-CN" sz="1400" b="1" kern="0">
                <a:solidFill>
                  <a:srgbClr val="000000"/>
                </a:solidFill>
                <a:ea typeface="宋体" panose="02010600030101010101" pitchFamily="2" charset="-122"/>
              </a:rPr>
              <a:t>26 bits</a:t>
            </a:r>
          </a:p>
        </p:txBody>
      </p:sp>
      <p:sp>
        <p:nvSpPr>
          <p:cNvPr id="59" name="Text Box 60">
            <a:extLst>
              <a:ext uri="{FF2B5EF4-FFF2-40B4-BE49-F238E27FC236}">
                <a16:creationId xmlns:a16="http://schemas.microsoft.com/office/drawing/2014/main" id="{669EF9E1-8FCF-4314-BB94-C55CBDD6545F}"/>
              </a:ext>
            </a:extLst>
          </p:cNvPr>
          <p:cNvSpPr txBox="1">
            <a:spLocks noChangeArrowheads="1"/>
          </p:cNvSpPr>
          <p:nvPr/>
        </p:nvSpPr>
        <p:spPr bwMode="auto">
          <a:xfrm>
            <a:off x="6881813" y="5865813"/>
            <a:ext cx="1162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fontAlgn="auto" hangingPunct="1">
              <a:spcBef>
                <a:spcPts val="0"/>
              </a:spcBef>
              <a:spcAft>
                <a:spcPts val="0"/>
              </a:spcAft>
              <a:defRPr/>
            </a:pPr>
            <a:r>
              <a:rPr kumimoji="0" lang="en-US" altLang="zh-CN" sz="1800" b="1" kern="0">
                <a:solidFill>
                  <a:srgbClr val="000000"/>
                </a:solidFill>
                <a:latin typeface="Helvetica" panose="020B0604020202020204" pitchFamily="34" charset="0"/>
                <a:ea typeface="宋体" panose="02010600030101010101" pitchFamily="2" charset="-122"/>
              </a:rPr>
              <a:t>J-Format</a:t>
            </a:r>
          </a:p>
        </p:txBody>
      </p:sp>
      <p:sp>
        <p:nvSpPr>
          <p:cNvPr id="122938" name="文本框 59">
            <a:extLst>
              <a:ext uri="{FF2B5EF4-FFF2-40B4-BE49-F238E27FC236}">
                <a16:creationId xmlns:a16="http://schemas.microsoft.com/office/drawing/2014/main" id="{9A1AFE38-D5FD-4209-9E48-400CD844F73D}"/>
              </a:ext>
            </a:extLst>
          </p:cNvPr>
          <p:cNvSpPr txBox="1">
            <a:spLocks noChangeArrowheads="1"/>
          </p:cNvSpPr>
          <p:nvPr/>
        </p:nvSpPr>
        <p:spPr bwMode="auto">
          <a:xfrm>
            <a:off x="2293938" y="2284413"/>
            <a:ext cx="2339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a:t> add $t0, $s1, $s2</a:t>
            </a:r>
            <a:endParaRPr lang="zh-CN" altLang="en-US" sz="2400"/>
          </a:p>
        </p:txBody>
      </p:sp>
      <p:cxnSp>
        <p:nvCxnSpPr>
          <p:cNvPr id="122939" name="直接箭头连接符 61">
            <a:extLst>
              <a:ext uri="{FF2B5EF4-FFF2-40B4-BE49-F238E27FC236}">
                <a16:creationId xmlns:a16="http://schemas.microsoft.com/office/drawing/2014/main" id="{FA5F6380-3121-4F8E-A6FC-9D9012AA2893}"/>
              </a:ext>
            </a:extLst>
          </p:cNvPr>
          <p:cNvCxnSpPr>
            <a:cxnSpLocks/>
            <a:endCxn id="26" idx="0"/>
          </p:cNvCxnSpPr>
          <p:nvPr/>
        </p:nvCxnSpPr>
        <p:spPr bwMode="auto">
          <a:xfrm>
            <a:off x="3252788" y="2668588"/>
            <a:ext cx="1266825" cy="623887"/>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122940" name="直接箭头连接符 63">
            <a:extLst>
              <a:ext uri="{FF2B5EF4-FFF2-40B4-BE49-F238E27FC236}">
                <a16:creationId xmlns:a16="http://schemas.microsoft.com/office/drawing/2014/main" id="{7830745B-6838-4296-8228-81D5504E2B20}"/>
              </a:ext>
            </a:extLst>
          </p:cNvPr>
          <p:cNvCxnSpPr>
            <a:cxnSpLocks/>
            <a:endCxn id="24" idx="0"/>
          </p:cNvCxnSpPr>
          <p:nvPr/>
        </p:nvCxnSpPr>
        <p:spPr bwMode="auto">
          <a:xfrm flipH="1">
            <a:off x="2995613" y="2627313"/>
            <a:ext cx="752475" cy="665162"/>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122941" name="直接箭头连接符 65">
            <a:extLst>
              <a:ext uri="{FF2B5EF4-FFF2-40B4-BE49-F238E27FC236}">
                <a16:creationId xmlns:a16="http://schemas.microsoft.com/office/drawing/2014/main" id="{AF077BB0-658C-45F5-BCC6-E7AB07496272}"/>
              </a:ext>
            </a:extLst>
          </p:cNvPr>
          <p:cNvCxnSpPr>
            <a:cxnSpLocks/>
            <a:endCxn id="25" idx="0"/>
          </p:cNvCxnSpPr>
          <p:nvPr/>
        </p:nvCxnSpPr>
        <p:spPr bwMode="auto">
          <a:xfrm flipH="1">
            <a:off x="3757613" y="2654300"/>
            <a:ext cx="619125" cy="638175"/>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sp>
        <p:nvSpPr>
          <p:cNvPr id="122942" name="文本框 74">
            <a:extLst>
              <a:ext uri="{FF2B5EF4-FFF2-40B4-BE49-F238E27FC236}">
                <a16:creationId xmlns:a16="http://schemas.microsoft.com/office/drawing/2014/main" id="{94AD1CD8-7040-4265-9E8A-DB49B650CE6C}"/>
              </a:ext>
            </a:extLst>
          </p:cNvPr>
          <p:cNvSpPr txBox="1">
            <a:spLocks noChangeArrowheads="1"/>
          </p:cNvSpPr>
          <p:nvPr/>
        </p:nvSpPr>
        <p:spPr bwMode="auto">
          <a:xfrm>
            <a:off x="2298700" y="3630613"/>
            <a:ext cx="2517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a:t> lw $t0, 1002 ($s2)</a:t>
            </a:r>
            <a:endParaRPr lang="zh-CN" altLang="en-US" sz="2400"/>
          </a:p>
        </p:txBody>
      </p:sp>
      <p:cxnSp>
        <p:nvCxnSpPr>
          <p:cNvPr id="122943" name="直接箭头连接符 75">
            <a:extLst>
              <a:ext uri="{FF2B5EF4-FFF2-40B4-BE49-F238E27FC236}">
                <a16:creationId xmlns:a16="http://schemas.microsoft.com/office/drawing/2014/main" id="{84F75750-A040-4AC1-A904-F08612776364}"/>
              </a:ext>
            </a:extLst>
          </p:cNvPr>
          <p:cNvCxnSpPr>
            <a:cxnSpLocks/>
          </p:cNvCxnSpPr>
          <p:nvPr/>
        </p:nvCxnSpPr>
        <p:spPr bwMode="auto">
          <a:xfrm>
            <a:off x="3025775" y="4019550"/>
            <a:ext cx="793750" cy="581025"/>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122944" name="直接箭头连接符 77">
            <a:extLst>
              <a:ext uri="{FF2B5EF4-FFF2-40B4-BE49-F238E27FC236}">
                <a16:creationId xmlns:a16="http://schemas.microsoft.com/office/drawing/2014/main" id="{FE649D14-DE43-4095-B99C-CD87A560C4BA}"/>
              </a:ext>
            </a:extLst>
          </p:cNvPr>
          <p:cNvCxnSpPr>
            <a:cxnSpLocks/>
          </p:cNvCxnSpPr>
          <p:nvPr/>
        </p:nvCxnSpPr>
        <p:spPr bwMode="auto">
          <a:xfrm flipH="1">
            <a:off x="2992438" y="3976688"/>
            <a:ext cx="1355725" cy="623887"/>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122945" name="直接箭头连接符 79">
            <a:extLst>
              <a:ext uri="{FF2B5EF4-FFF2-40B4-BE49-F238E27FC236}">
                <a16:creationId xmlns:a16="http://schemas.microsoft.com/office/drawing/2014/main" id="{D56D4187-9589-4DC2-BD33-A1BD791580B9}"/>
              </a:ext>
            </a:extLst>
          </p:cNvPr>
          <p:cNvCxnSpPr>
            <a:cxnSpLocks/>
          </p:cNvCxnSpPr>
          <p:nvPr/>
        </p:nvCxnSpPr>
        <p:spPr bwMode="auto">
          <a:xfrm>
            <a:off x="3724275" y="3983038"/>
            <a:ext cx="1600200" cy="615950"/>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sp>
        <p:nvSpPr>
          <p:cNvPr id="122946" name="文本框 82">
            <a:extLst>
              <a:ext uri="{FF2B5EF4-FFF2-40B4-BE49-F238E27FC236}">
                <a16:creationId xmlns:a16="http://schemas.microsoft.com/office/drawing/2014/main" id="{DCF17B7D-26F1-4CA6-8005-F705220FABF3}"/>
              </a:ext>
            </a:extLst>
          </p:cNvPr>
          <p:cNvSpPr txBox="1">
            <a:spLocks noChangeArrowheads="1"/>
          </p:cNvSpPr>
          <p:nvPr/>
        </p:nvSpPr>
        <p:spPr bwMode="auto">
          <a:xfrm>
            <a:off x="4860925" y="3630613"/>
            <a:ext cx="2574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a:t> beq $t0, $t1, Lable</a:t>
            </a:r>
            <a:endParaRPr lang="zh-CN" altLang="en-US" sz="2400"/>
          </a:p>
        </p:txBody>
      </p:sp>
      <p:cxnSp>
        <p:nvCxnSpPr>
          <p:cNvPr id="122947" name="直接箭头连接符 83">
            <a:extLst>
              <a:ext uri="{FF2B5EF4-FFF2-40B4-BE49-F238E27FC236}">
                <a16:creationId xmlns:a16="http://schemas.microsoft.com/office/drawing/2014/main" id="{74A06191-D646-48CD-A3CB-0EC15D2BEC9C}"/>
              </a:ext>
            </a:extLst>
          </p:cNvPr>
          <p:cNvCxnSpPr>
            <a:cxnSpLocks/>
          </p:cNvCxnSpPr>
          <p:nvPr/>
        </p:nvCxnSpPr>
        <p:spPr bwMode="auto">
          <a:xfrm flipH="1">
            <a:off x="3205163" y="3997325"/>
            <a:ext cx="2552700" cy="600075"/>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122948" name="直接箭头连接符 85">
            <a:extLst>
              <a:ext uri="{FF2B5EF4-FFF2-40B4-BE49-F238E27FC236}">
                <a16:creationId xmlns:a16="http://schemas.microsoft.com/office/drawing/2014/main" id="{01DD12A4-A798-432D-8837-6B83787F383D}"/>
              </a:ext>
            </a:extLst>
          </p:cNvPr>
          <p:cNvCxnSpPr>
            <a:cxnSpLocks/>
          </p:cNvCxnSpPr>
          <p:nvPr/>
        </p:nvCxnSpPr>
        <p:spPr bwMode="auto">
          <a:xfrm flipH="1">
            <a:off x="3892550" y="3994150"/>
            <a:ext cx="2395538" cy="579438"/>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cxnSp>
        <p:nvCxnSpPr>
          <p:cNvPr id="122949" name="直接箭头连接符 87">
            <a:extLst>
              <a:ext uri="{FF2B5EF4-FFF2-40B4-BE49-F238E27FC236}">
                <a16:creationId xmlns:a16="http://schemas.microsoft.com/office/drawing/2014/main" id="{66BC793D-519A-423C-B019-FFF54BCC5A2E}"/>
              </a:ext>
            </a:extLst>
          </p:cNvPr>
          <p:cNvCxnSpPr>
            <a:cxnSpLocks/>
          </p:cNvCxnSpPr>
          <p:nvPr/>
        </p:nvCxnSpPr>
        <p:spPr bwMode="auto">
          <a:xfrm flipH="1">
            <a:off x="5397500" y="4016375"/>
            <a:ext cx="1581150" cy="557213"/>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sp>
        <p:nvSpPr>
          <p:cNvPr id="122950" name="文本框 89">
            <a:extLst>
              <a:ext uri="{FF2B5EF4-FFF2-40B4-BE49-F238E27FC236}">
                <a16:creationId xmlns:a16="http://schemas.microsoft.com/office/drawing/2014/main" id="{F29F7F5C-2FFE-4057-9651-B59DE7A23FD0}"/>
              </a:ext>
            </a:extLst>
          </p:cNvPr>
          <p:cNvSpPr txBox="1">
            <a:spLocks noChangeArrowheads="1"/>
          </p:cNvSpPr>
          <p:nvPr/>
        </p:nvSpPr>
        <p:spPr bwMode="auto">
          <a:xfrm>
            <a:off x="2265363" y="5114925"/>
            <a:ext cx="11223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a:t> j Lable</a:t>
            </a:r>
            <a:endParaRPr lang="zh-CN" altLang="en-US" sz="2400"/>
          </a:p>
        </p:txBody>
      </p:sp>
      <p:cxnSp>
        <p:nvCxnSpPr>
          <p:cNvPr id="122951" name="直接箭头连接符 90">
            <a:extLst>
              <a:ext uri="{FF2B5EF4-FFF2-40B4-BE49-F238E27FC236}">
                <a16:creationId xmlns:a16="http://schemas.microsoft.com/office/drawing/2014/main" id="{D53BA646-0E08-4F0C-823C-25A02E8CD7CF}"/>
              </a:ext>
            </a:extLst>
          </p:cNvPr>
          <p:cNvCxnSpPr>
            <a:cxnSpLocks/>
          </p:cNvCxnSpPr>
          <p:nvPr/>
        </p:nvCxnSpPr>
        <p:spPr bwMode="auto">
          <a:xfrm>
            <a:off x="2938463" y="5502275"/>
            <a:ext cx="1606550" cy="425450"/>
          </a:xfrm>
          <a:prstGeom prst="straightConnector1">
            <a:avLst/>
          </a:prstGeom>
          <a:noFill/>
          <a:ln w="15875" algn="ctr">
            <a:solidFill>
              <a:srgbClr val="FF0000"/>
            </a:solidFill>
            <a:miter lim="800000"/>
            <a:headEnd/>
            <a:tailEnd type="triangle" w="med" len="me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E5B748-CA15-BB49-8013-4027DBDCEF81}"/>
              </a:ext>
            </a:extLst>
          </p:cNvPr>
          <p:cNvSpPr>
            <a:spLocks noGrp="1"/>
          </p:cNvSpPr>
          <p:nvPr>
            <p:ph type="title"/>
          </p:nvPr>
        </p:nvSpPr>
        <p:spPr/>
        <p:txBody>
          <a:bodyPr/>
          <a:lstStyle/>
          <a:p>
            <a:pPr algn="l"/>
            <a:r>
              <a:rPr lang="zh-CN" altLang="en-US" sz="3600"/>
              <a:t>实例</a:t>
            </a:r>
            <a:r>
              <a:rPr lang="zh-CN" altLang="en-US"/>
              <a:t>          </a:t>
            </a:r>
            <a:r>
              <a:rPr lang="en-US" altLang="zh-CN"/>
              <a:t>MIPS</a:t>
            </a:r>
            <a:r>
              <a:rPr lang="zh-CN" altLang="en-US"/>
              <a:t>数据通路图</a:t>
            </a:r>
          </a:p>
        </p:txBody>
      </p:sp>
      <p:sp>
        <p:nvSpPr>
          <p:cNvPr id="124930" name="内容占位符 2">
            <a:extLst>
              <a:ext uri="{FF2B5EF4-FFF2-40B4-BE49-F238E27FC236}">
                <a16:creationId xmlns:a16="http://schemas.microsoft.com/office/drawing/2014/main" id="{B6F15DA7-F989-4FE9-B3EB-F228C65306CA}"/>
              </a:ext>
            </a:extLst>
          </p:cNvPr>
          <p:cNvSpPr>
            <a:spLocks noGrp="1" noChangeArrowheads="1"/>
          </p:cNvSpPr>
          <p:nvPr>
            <p:ph idx="1"/>
          </p:nvPr>
        </p:nvSpPr>
        <p:spPr/>
        <p:txBody>
          <a:bodyPr/>
          <a:lstStyle/>
          <a:p>
            <a:endParaRPr lang="zh-CN" altLang="en-US"/>
          </a:p>
        </p:txBody>
      </p:sp>
      <p:sp>
        <p:nvSpPr>
          <p:cNvPr id="5" name="Rectangle 14">
            <a:extLst>
              <a:ext uri="{FF2B5EF4-FFF2-40B4-BE49-F238E27FC236}">
                <a16:creationId xmlns:a16="http://schemas.microsoft.com/office/drawing/2014/main" id="{33AC75B8-74BD-5B45-B013-8C9A8A0B6B24}"/>
              </a:ext>
            </a:extLst>
          </p:cNvPr>
          <p:cNvSpPr>
            <a:spLocks noChangeArrowheads="1"/>
          </p:cNvSpPr>
          <p:nvPr/>
        </p:nvSpPr>
        <p:spPr bwMode="auto">
          <a:xfrm>
            <a:off x="2901950" y="3543300"/>
            <a:ext cx="1381125" cy="10747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4933" name="Group 17">
            <a:extLst>
              <a:ext uri="{FF2B5EF4-FFF2-40B4-BE49-F238E27FC236}">
                <a16:creationId xmlns:a16="http://schemas.microsoft.com/office/drawing/2014/main" id="{50D696F2-0C53-4049-85BB-8712830A2B3E}"/>
              </a:ext>
            </a:extLst>
          </p:cNvPr>
          <p:cNvGrpSpPr>
            <a:grpSpLocks/>
          </p:cNvGrpSpPr>
          <p:nvPr/>
        </p:nvGrpSpPr>
        <p:grpSpPr bwMode="auto">
          <a:xfrm>
            <a:off x="2667000" y="4025900"/>
            <a:ext cx="238125" cy="101600"/>
            <a:chOff x="1680" y="2503"/>
            <a:chExt cx="150" cy="64"/>
          </a:xfrm>
        </p:grpSpPr>
        <p:sp>
          <p:nvSpPr>
            <p:cNvPr id="7" name="Freeform 15">
              <a:extLst>
                <a:ext uri="{FF2B5EF4-FFF2-40B4-BE49-F238E27FC236}">
                  <a16:creationId xmlns:a16="http://schemas.microsoft.com/office/drawing/2014/main" id="{E4EB665A-D17B-CA43-9E1E-0D017509E124}"/>
                </a:ext>
              </a:extLst>
            </p:cNvPr>
            <p:cNvSpPr>
              <a:spLocks/>
            </p:cNvSpPr>
            <p:nvPr/>
          </p:nvSpPr>
          <p:spPr bwMode="auto">
            <a:xfrm>
              <a:off x="1755" y="2503"/>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 name="Line 16">
              <a:extLst>
                <a:ext uri="{FF2B5EF4-FFF2-40B4-BE49-F238E27FC236}">
                  <a16:creationId xmlns:a16="http://schemas.microsoft.com/office/drawing/2014/main" id="{C57E5522-E522-4D44-9404-6EED63BC0E0E}"/>
                </a:ext>
              </a:extLst>
            </p:cNvPr>
            <p:cNvSpPr>
              <a:spLocks noChangeShapeType="1"/>
            </p:cNvSpPr>
            <p:nvPr/>
          </p:nvSpPr>
          <p:spPr bwMode="auto">
            <a:xfrm flipH="1">
              <a:off x="1680" y="2535"/>
              <a:ext cx="11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4934" name="Group 20">
            <a:extLst>
              <a:ext uri="{FF2B5EF4-FFF2-40B4-BE49-F238E27FC236}">
                <a16:creationId xmlns:a16="http://schemas.microsoft.com/office/drawing/2014/main" id="{90AD7BD9-59E9-4F3F-B134-645BE361CA6D}"/>
              </a:ext>
            </a:extLst>
          </p:cNvPr>
          <p:cNvGrpSpPr>
            <a:grpSpLocks/>
          </p:cNvGrpSpPr>
          <p:nvPr/>
        </p:nvGrpSpPr>
        <p:grpSpPr bwMode="auto">
          <a:xfrm>
            <a:off x="3170238" y="3240088"/>
            <a:ext cx="85725" cy="307975"/>
            <a:chOff x="1997" y="2008"/>
            <a:chExt cx="54" cy="194"/>
          </a:xfrm>
        </p:grpSpPr>
        <p:sp>
          <p:nvSpPr>
            <p:cNvPr id="10" name="Freeform 18">
              <a:extLst>
                <a:ext uri="{FF2B5EF4-FFF2-40B4-BE49-F238E27FC236}">
                  <a16:creationId xmlns:a16="http://schemas.microsoft.com/office/drawing/2014/main" id="{36B22CF6-A9D9-7144-A95D-65D866CA9C65}"/>
                </a:ext>
              </a:extLst>
            </p:cNvPr>
            <p:cNvSpPr>
              <a:spLocks/>
            </p:cNvSpPr>
            <p:nvPr/>
          </p:nvSpPr>
          <p:spPr bwMode="auto">
            <a:xfrm>
              <a:off x="1997" y="2137"/>
              <a:ext cx="54" cy="65"/>
            </a:xfrm>
            <a:custGeom>
              <a:avLst/>
              <a:gdLst>
                <a:gd name="T0" fmla="*/ 27 w 54"/>
                <a:gd name="T1" fmla="*/ 65 h 65"/>
                <a:gd name="T2" fmla="*/ 0 w 54"/>
                <a:gd name="T3" fmla="*/ 0 h 65"/>
                <a:gd name="T4" fmla="*/ 54 w 54"/>
                <a:gd name="T5" fmla="*/ 0 h 65"/>
                <a:gd name="T6" fmla="*/ 27 w 54"/>
                <a:gd name="T7" fmla="*/ 65 h 65"/>
              </a:gdLst>
              <a:ahLst/>
              <a:cxnLst>
                <a:cxn ang="0">
                  <a:pos x="T0" y="T1"/>
                </a:cxn>
                <a:cxn ang="0">
                  <a:pos x="T2" y="T3"/>
                </a:cxn>
                <a:cxn ang="0">
                  <a:pos x="T4" y="T5"/>
                </a:cxn>
                <a:cxn ang="0">
                  <a:pos x="T6" y="T7"/>
                </a:cxn>
              </a:cxnLst>
              <a:rect l="0" t="0" r="r" b="b"/>
              <a:pathLst>
                <a:path w="54" h="65">
                  <a:moveTo>
                    <a:pt x="27" y="65"/>
                  </a:moveTo>
                  <a:lnTo>
                    <a:pt x="0" y="0"/>
                  </a:lnTo>
                  <a:lnTo>
                    <a:pt x="54" y="0"/>
                  </a:lnTo>
                  <a:lnTo>
                    <a:pt x="27" y="65"/>
                  </a:lnTo>
                  <a:close/>
                </a:path>
              </a:pathLst>
            </a:custGeom>
            <a:solidFill>
              <a:srgbClr val="44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1" name="Line 19">
              <a:extLst>
                <a:ext uri="{FF2B5EF4-FFF2-40B4-BE49-F238E27FC236}">
                  <a16:creationId xmlns:a16="http://schemas.microsoft.com/office/drawing/2014/main" id="{BCC4E860-8C04-C849-8D72-400F5125E2F5}"/>
                </a:ext>
              </a:extLst>
            </p:cNvPr>
            <p:cNvSpPr>
              <a:spLocks noChangeShapeType="1"/>
            </p:cNvSpPr>
            <p:nvPr/>
          </p:nvSpPr>
          <p:spPr bwMode="auto">
            <a:xfrm>
              <a:off x="2024" y="2008"/>
              <a:ext cx="1" cy="172"/>
            </a:xfrm>
            <a:prstGeom prst="line">
              <a:avLst/>
            </a:prstGeom>
            <a:noFill/>
            <a:ln w="17463">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4935" name="Group 23">
            <a:extLst>
              <a:ext uri="{FF2B5EF4-FFF2-40B4-BE49-F238E27FC236}">
                <a16:creationId xmlns:a16="http://schemas.microsoft.com/office/drawing/2014/main" id="{56A765D4-AB77-4930-81F6-CEABFC4195C9}"/>
              </a:ext>
            </a:extLst>
          </p:cNvPr>
          <p:cNvGrpSpPr>
            <a:grpSpLocks/>
          </p:cNvGrpSpPr>
          <p:nvPr/>
        </p:nvGrpSpPr>
        <p:grpSpPr bwMode="auto">
          <a:xfrm>
            <a:off x="3554413" y="3240088"/>
            <a:ext cx="84137" cy="307975"/>
            <a:chOff x="2239" y="2008"/>
            <a:chExt cx="53" cy="194"/>
          </a:xfrm>
        </p:grpSpPr>
        <p:sp>
          <p:nvSpPr>
            <p:cNvPr id="13" name="Freeform 21">
              <a:extLst>
                <a:ext uri="{FF2B5EF4-FFF2-40B4-BE49-F238E27FC236}">
                  <a16:creationId xmlns:a16="http://schemas.microsoft.com/office/drawing/2014/main" id="{B7D7970F-A95C-6648-8A3F-5244A46E068D}"/>
                </a:ext>
              </a:extLst>
            </p:cNvPr>
            <p:cNvSpPr>
              <a:spLocks/>
            </p:cNvSpPr>
            <p:nvPr/>
          </p:nvSpPr>
          <p:spPr bwMode="auto">
            <a:xfrm>
              <a:off x="2239" y="2137"/>
              <a:ext cx="53" cy="65"/>
            </a:xfrm>
            <a:custGeom>
              <a:avLst/>
              <a:gdLst>
                <a:gd name="T0" fmla="*/ 26 w 53"/>
                <a:gd name="T1" fmla="*/ 65 h 65"/>
                <a:gd name="T2" fmla="*/ 0 w 53"/>
                <a:gd name="T3" fmla="*/ 0 h 65"/>
                <a:gd name="T4" fmla="*/ 53 w 53"/>
                <a:gd name="T5" fmla="*/ 0 h 65"/>
                <a:gd name="T6" fmla="*/ 26 w 53"/>
                <a:gd name="T7" fmla="*/ 65 h 65"/>
              </a:gdLst>
              <a:ahLst/>
              <a:cxnLst>
                <a:cxn ang="0">
                  <a:pos x="T0" y="T1"/>
                </a:cxn>
                <a:cxn ang="0">
                  <a:pos x="T2" y="T3"/>
                </a:cxn>
                <a:cxn ang="0">
                  <a:pos x="T4" y="T5"/>
                </a:cxn>
                <a:cxn ang="0">
                  <a:pos x="T6" y="T7"/>
                </a:cxn>
              </a:cxnLst>
              <a:rect l="0" t="0" r="r" b="b"/>
              <a:pathLst>
                <a:path w="53" h="65">
                  <a:moveTo>
                    <a:pt x="26" y="65"/>
                  </a:moveTo>
                  <a:lnTo>
                    <a:pt x="0" y="0"/>
                  </a:lnTo>
                  <a:lnTo>
                    <a:pt x="53" y="0"/>
                  </a:lnTo>
                  <a:lnTo>
                    <a:pt x="26" y="65"/>
                  </a:lnTo>
                  <a:close/>
                </a:path>
              </a:pathLst>
            </a:custGeom>
            <a:solidFill>
              <a:srgbClr val="44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 name="Line 22">
              <a:extLst>
                <a:ext uri="{FF2B5EF4-FFF2-40B4-BE49-F238E27FC236}">
                  <a16:creationId xmlns:a16="http://schemas.microsoft.com/office/drawing/2014/main" id="{490E6988-93B5-5748-B7E6-FD793553EE3B}"/>
                </a:ext>
              </a:extLst>
            </p:cNvPr>
            <p:cNvSpPr>
              <a:spLocks noChangeShapeType="1"/>
            </p:cNvSpPr>
            <p:nvPr/>
          </p:nvSpPr>
          <p:spPr bwMode="auto">
            <a:xfrm>
              <a:off x="2265" y="2008"/>
              <a:ext cx="1" cy="172"/>
            </a:xfrm>
            <a:prstGeom prst="line">
              <a:avLst/>
            </a:prstGeom>
            <a:noFill/>
            <a:ln w="17463">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5" name="Line 24">
            <a:extLst>
              <a:ext uri="{FF2B5EF4-FFF2-40B4-BE49-F238E27FC236}">
                <a16:creationId xmlns:a16="http://schemas.microsoft.com/office/drawing/2014/main" id="{B6B4DD2B-49D6-5541-93FD-735A84CFC4EE}"/>
              </a:ext>
            </a:extLst>
          </p:cNvPr>
          <p:cNvSpPr>
            <a:spLocks noChangeShapeType="1"/>
          </p:cNvSpPr>
          <p:nvPr/>
        </p:nvSpPr>
        <p:spPr bwMode="auto">
          <a:xfrm flipH="1">
            <a:off x="3170238" y="3343275"/>
            <a:ext cx="76200"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37" name="Rectangle 25">
            <a:extLst>
              <a:ext uri="{FF2B5EF4-FFF2-40B4-BE49-F238E27FC236}">
                <a16:creationId xmlns:a16="http://schemas.microsoft.com/office/drawing/2014/main" id="{5292070D-3F1D-4BFB-9EFA-074F3B72C36A}"/>
              </a:ext>
            </a:extLst>
          </p:cNvPr>
          <p:cNvSpPr>
            <a:spLocks noChangeArrowheads="1"/>
          </p:cNvSpPr>
          <p:nvPr/>
        </p:nvSpPr>
        <p:spPr bwMode="auto">
          <a:xfrm>
            <a:off x="3255963" y="3335338"/>
            <a:ext cx="5715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5</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7" name="Line 26">
            <a:extLst>
              <a:ext uri="{FF2B5EF4-FFF2-40B4-BE49-F238E27FC236}">
                <a16:creationId xmlns:a16="http://schemas.microsoft.com/office/drawing/2014/main" id="{558ADC3B-4B29-A343-9215-B9C54F8806B8}"/>
              </a:ext>
            </a:extLst>
          </p:cNvPr>
          <p:cNvSpPr>
            <a:spLocks noChangeShapeType="1"/>
          </p:cNvSpPr>
          <p:nvPr/>
        </p:nvSpPr>
        <p:spPr bwMode="auto">
          <a:xfrm flipH="1">
            <a:off x="3554413" y="3343275"/>
            <a:ext cx="76200"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39" name="Rectangle 27">
            <a:extLst>
              <a:ext uri="{FF2B5EF4-FFF2-40B4-BE49-F238E27FC236}">
                <a16:creationId xmlns:a16="http://schemas.microsoft.com/office/drawing/2014/main" id="{96CDF873-59FC-4483-872E-8BEEA545720E}"/>
              </a:ext>
            </a:extLst>
          </p:cNvPr>
          <p:cNvSpPr>
            <a:spLocks noChangeArrowheads="1"/>
          </p:cNvSpPr>
          <p:nvPr/>
        </p:nvSpPr>
        <p:spPr bwMode="auto">
          <a:xfrm>
            <a:off x="3638550" y="3335338"/>
            <a:ext cx="5715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5</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9" name="Line 28">
            <a:extLst>
              <a:ext uri="{FF2B5EF4-FFF2-40B4-BE49-F238E27FC236}">
                <a16:creationId xmlns:a16="http://schemas.microsoft.com/office/drawing/2014/main" id="{FE7BBC66-76E0-4D46-8172-779E750400BE}"/>
              </a:ext>
            </a:extLst>
          </p:cNvPr>
          <p:cNvSpPr>
            <a:spLocks noChangeShapeType="1"/>
          </p:cNvSpPr>
          <p:nvPr/>
        </p:nvSpPr>
        <p:spPr bwMode="auto">
          <a:xfrm flipH="1">
            <a:off x="2436813" y="3616325"/>
            <a:ext cx="76200"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41" name="Rectangle 29">
            <a:extLst>
              <a:ext uri="{FF2B5EF4-FFF2-40B4-BE49-F238E27FC236}">
                <a16:creationId xmlns:a16="http://schemas.microsoft.com/office/drawing/2014/main" id="{F8B40EE8-D7E4-4F48-AEC4-FA12C9CDB83F}"/>
              </a:ext>
            </a:extLst>
          </p:cNvPr>
          <p:cNvSpPr>
            <a:spLocks noChangeArrowheads="1"/>
          </p:cNvSpPr>
          <p:nvPr/>
        </p:nvSpPr>
        <p:spPr bwMode="auto">
          <a:xfrm>
            <a:off x="2522538" y="3302000"/>
            <a:ext cx="1143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16</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42" name="Rectangle 30">
            <a:extLst>
              <a:ext uri="{FF2B5EF4-FFF2-40B4-BE49-F238E27FC236}">
                <a16:creationId xmlns:a16="http://schemas.microsoft.com/office/drawing/2014/main" id="{EF336943-3678-4D10-B534-E5ECC0FA9D1B}"/>
              </a:ext>
            </a:extLst>
          </p:cNvPr>
          <p:cNvSpPr>
            <a:spLocks noChangeArrowheads="1"/>
          </p:cNvSpPr>
          <p:nvPr/>
        </p:nvSpPr>
        <p:spPr bwMode="auto">
          <a:xfrm>
            <a:off x="3987800" y="3709988"/>
            <a:ext cx="228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RD1</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43" name="Rectangle 31">
            <a:extLst>
              <a:ext uri="{FF2B5EF4-FFF2-40B4-BE49-F238E27FC236}">
                <a16:creationId xmlns:a16="http://schemas.microsoft.com/office/drawing/2014/main" id="{D5ED4982-4486-4F39-979E-E32DBFBF30D8}"/>
              </a:ext>
            </a:extLst>
          </p:cNvPr>
          <p:cNvSpPr>
            <a:spLocks noChangeArrowheads="1"/>
          </p:cNvSpPr>
          <p:nvPr/>
        </p:nvSpPr>
        <p:spPr bwMode="auto">
          <a:xfrm>
            <a:off x="3987800" y="4203700"/>
            <a:ext cx="228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RD2</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44" name="Rectangle 32">
            <a:extLst>
              <a:ext uri="{FF2B5EF4-FFF2-40B4-BE49-F238E27FC236}">
                <a16:creationId xmlns:a16="http://schemas.microsoft.com/office/drawing/2014/main" id="{52047C7C-2C84-4714-B408-F1ACFCA1042E}"/>
              </a:ext>
            </a:extLst>
          </p:cNvPr>
          <p:cNvSpPr>
            <a:spLocks noChangeArrowheads="1"/>
          </p:cNvSpPr>
          <p:nvPr/>
        </p:nvSpPr>
        <p:spPr bwMode="auto">
          <a:xfrm>
            <a:off x="3109913" y="3556000"/>
            <a:ext cx="228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RN1</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45" name="Rectangle 33">
            <a:extLst>
              <a:ext uri="{FF2B5EF4-FFF2-40B4-BE49-F238E27FC236}">
                <a16:creationId xmlns:a16="http://schemas.microsoft.com/office/drawing/2014/main" id="{6B8E5767-844D-4FE9-9761-67DECBB97529}"/>
              </a:ext>
            </a:extLst>
          </p:cNvPr>
          <p:cNvSpPr>
            <a:spLocks noChangeArrowheads="1"/>
          </p:cNvSpPr>
          <p:nvPr/>
        </p:nvSpPr>
        <p:spPr bwMode="auto">
          <a:xfrm>
            <a:off x="3494088" y="3556000"/>
            <a:ext cx="228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RN2</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46" name="Rectangle 34">
            <a:extLst>
              <a:ext uri="{FF2B5EF4-FFF2-40B4-BE49-F238E27FC236}">
                <a16:creationId xmlns:a16="http://schemas.microsoft.com/office/drawing/2014/main" id="{9438AC3F-AFA3-4482-96A8-63AC52C447EE}"/>
              </a:ext>
            </a:extLst>
          </p:cNvPr>
          <p:cNvSpPr>
            <a:spLocks noChangeArrowheads="1"/>
          </p:cNvSpPr>
          <p:nvPr/>
        </p:nvSpPr>
        <p:spPr bwMode="auto">
          <a:xfrm>
            <a:off x="3878263" y="3556000"/>
            <a:ext cx="190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WN</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47" name="Rectangle 35">
            <a:extLst>
              <a:ext uri="{FF2B5EF4-FFF2-40B4-BE49-F238E27FC236}">
                <a16:creationId xmlns:a16="http://schemas.microsoft.com/office/drawing/2014/main" id="{48C7B6DA-4882-420E-8671-0F100E7F072B}"/>
              </a:ext>
            </a:extLst>
          </p:cNvPr>
          <p:cNvSpPr>
            <a:spLocks noChangeArrowheads="1"/>
          </p:cNvSpPr>
          <p:nvPr/>
        </p:nvSpPr>
        <p:spPr bwMode="auto">
          <a:xfrm>
            <a:off x="2957513" y="4016375"/>
            <a:ext cx="190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WD</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48" name="Rectangle 36">
            <a:extLst>
              <a:ext uri="{FF2B5EF4-FFF2-40B4-BE49-F238E27FC236}">
                <a16:creationId xmlns:a16="http://schemas.microsoft.com/office/drawing/2014/main" id="{0D8929FF-FB05-4F0D-8472-704FFDBFFD72}"/>
              </a:ext>
            </a:extLst>
          </p:cNvPr>
          <p:cNvSpPr>
            <a:spLocks noChangeArrowheads="1"/>
          </p:cNvSpPr>
          <p:nvPr/>
        </p:nvSpPr>
        <p:spPr bwMode="auto">
          <a:xfrm>
            <a:off x="3094038" y="3803650"/>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Register File</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28" name="Freeform 37">
            <a:extLst>
              <a:ext uri="{FF2B5EF4-FFF2-40B4-BE49-F238E27FC236}">
                <a16:creationId xmlns:a16="http://schemas.microsoft.com/office/drawing/2014/main" id="{291424EF-7D7C-5141-BD92-566EC792783E}"/>
              </a:ext>
            </a:extLst>
          </p:cNvPr>
          <p:cNvSpPr>
            <a:spLocks/>
          </p:cNvSpPr>
          <p:nvPr/>
        </p:nvSpPr>
        <p:spPr bwMode="auto">
          <a:xfrm>
            <a:off x="5472113" y="3540125"/>
            <a:ext cx="460375" cy="1073150"/>
          </a:xfrm>
          <a:custGeom>
            <a:avLst/>
            <a:gdLst>
              <a:gd name="T0" fmla="*/ 0 w 290"/>
              <a:gd name="T1" fmla="*/ 0 h 676"/>
              <a:gd name="T2" fmla="*/ 0 w 290"/>
              <a:gd name="T3" fmla="*/ 290 h 676"/>
              <a:gd name="T4" fmla="*/ 48 w 290"/>
              <a:gd name="T5" fmla="*/ 338 h 676"/>
              <a:gd name="T6" fmla="*/ 0 w 290"/>
              <a:gd name="T7" fmla="*/ 386 h 676"/>
              <a:gd name="T8" fmla="*/ 0 w 290"/>
              <a:gd name="T9" fmla="*/ 676 h 676"/>
              <a:gd name="T10" fmla="*/ 290 w 290"/>
              <a:gd name="T11" fmla="*/ 531 h 676"/>
              <a:gd name="T12" fmla="*/ 290 w 290"/>
              <a:gd name="T13" fmla="*/ 145 h 676"/>
              <a:gd name="T14" fmla="*/ 0 w 290"/>
              <a:gd name="T15" fmla="*/ 0 h 6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0" h="676">
                <a:moveTo>
                  <a:pt x="0" y="0"/>
                </a:moveTo>
                <a:lnTo>
                  <a:pt x="0" y="290"/>
                </a:lnTo>
                <a:lnTo>
                  <a:pt x="48" y="338"/>
                </a:lnTo>
                <a:lnTo>
                  <a:pt x="0" y="386"/>
                </a:lnTo>
                <a:lnTo>
                  <a:pt x="0" y="676"/>
                </a:lnTo>
                <a:lnTo>
                  <a:pt x="290" y="531"/>
                </a:lnTo>
                <a:lnTo>
                  <a:pt x="290" y="145"/>
                </a:lnTo>
                <a:lnTo>
                  <a:pt x="0" y="0"/>
                </a:lnTo>
                <a:close/>
              </a:path>
            </a:pathLst>
          </a:custGeom>
          <a:solidFill>
            <a:srgbClr val="FFFFFF"/>
          </a:solidFill>
          <a:ln w="25400">
            <a:solidFill>
              <a:srgbClr val="000000"/>
            </a:solidFill>
            <a:prstDash val="solid"/>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9" name="Freeform 38">
            <a:extLst>
              <a:ext uri="{FF2B5EF4-FFF2-40B4-BE49-F238E27FC236}">
                <a16:creationId xmlns:a16="http://schemas.microsoft.com/office/drawing/2014/main" id="{2B264C6E-A4BD-1142-BF23-FEFD9F8E74C3}"/>
              </a:ext>
            </a:extLst>
          </p:cNvPr>
          <p:cNvSpPr>
            <a:spLocks/>
          </p:cNvSpPr>
          <p:nvPr/>
        </p:nvSpPr>
        <p:spPr bwMode="auto">
          <a:xfrm>
            <a:off x="5489575" y="3556000"/>
            <a:ext cx="460375" cy="1074738"/>
          </a:xfrm>
          <a:custGeom>
            <a:avLst/>
            <a:gdLst>
              <a:gd name="T0" fmla="*/ 0 w 290"/>
              <a:gd name="T1" fmla="*/ 0 h 677"/>
              <a:gd name="T2" fmla="*/ 0 w 290"/>
              <a:gd name="T3" fmla="*/ 290 h 677"/>
              <a:gd name="T4" fmla="*/ 48 w 290"/>
              <a:gd name="T5" fmla="*/ 339 h 677"/>
              <a:gd name="T6" fmla="*/ 0 w 290"/>
              <a:gd name="T7" fmla="*/ 387 h 677"/>
              <a:gd name="T8" fmla="*/ 0 w 290"/>
              <a:gd name="T9" fmla="*/ 677 h 677"/>
              <a:gd name="T10" fmla="*/ 290 w 290"/>
              <a:gd name="T11" fmla="*/ 532 h 677"/>
              <a:gd name="T12" fmla="*/ 290 w 290"/>
              <a:gd name="T13" fmla="*/ 145 h 677"/>
              <a:gd name="T14" fmla="*/ 0 w 290"/>
              <a:gd name="T15" fmla="*/ 0 h 6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0" h="677">
                <a:moveTo>
                  <a:pt x="0" y="0"/>
                </a:moveTo>
                <a:lnTo>
                  <a:pt x="0" y="290"/>
                </a:lnTo>
                <a:lnTo>
                  <a:pt x="48" y="339"/>
                </a:lnTo>
                <a:lnTo>
                  <a:pt x="0" y="387"/>
                </a:lnTo>
                <a:lnTo>
                  <a:pt x="0" y="677"/>
                </a:lnTo>
                <a:lnTo>
                  <a:pt x="290" y="532"/>
                </a:lnTo>
                <a:lnTo>
                  <a:pt x="290" y="14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4951" name="Group 41">
            <a:extLst>
              <a:ext uri="{FF2B5EF4-FFF2-40B4-BE49-F238E27FC236}">
                <a16:creationId xmlns:a16="http://schemas.microsoft.com/office/drawing/2014/main" id="{EC654615-A6E9-4C9C-BF46-8180D3FD9120}"/>
              </a:ext>
            </a:extLst>
          </p:cNvPr>
          <p:cNvGrpSpPr>
            <a:grpSpLocks/>
          </p:cNvGrpSpPr>
          <p:nvPr/>
        </p:nvGrpSpPr>
        <p:grpSpPr bwMode="auto">
          <a:xfrm>
            <a:off x="4278313" y="3717925"/>
            <a:ext cx="1201737" cy="103188"/>
            <a:chOff x="2695" y="2309"/>
            <a:chExt cx="757" cy="65"/>
          </a:xfrm>
        </p:grpSpPr>
        <p:sp>
          <p:nvSpPr>
            <p:cNvPr id="31" name="Freeform 39">
              <a:extLst>
                <a:ext uri="{FF2B5EF4-FFF2-40B4-BE49-F238E27FC236}">
                  <a16:creationId xmlns:a16="http://schemas.microsoft.com/office/drawing/2014/main" id="{51E65986-85FA-0A44-9081-5C614B3817F7}"/>
                </a:ext>
              </a:extLst>
            </p:cNvPr>
            <p:cNvSpPr>
              <a:spLocks/>
            </p:cNvSpPr>
            <p:nvPr/>
          </p:nvSpPr>
          <p:spPr bwMode="auto">
            <a:xfrm>
              <a:off x="3377" y="2309"/>
              <a:ext cx="75" cy="65"/>
            </a:xfrm>
            <a:custGeom>
              <a:avLst/>
              <a:gdLst>
                <a:gd name="T0" fmla="*/ 75 w 75"/>
                <a:gd name="T1" fmla="*/ 33 h 65"/>
                <a:gd name="T2" fmla="*/ 0 w 75"/>
                <a:gd name="T3" fmla="*/ 65 h 65"/>
                <a:gd name="T4" fmla="*/ 0 w 75"/>
                <a:gd name="T5" fmla="*/ 0 h 65"/>
                <a:gd name="T6" fmla="*/ 75 w 75"/>
                <a:gd name="T7" fmla="*/ 33 h 65"/>
              </a:gdLst>
              <a:ahLst/>
              <a:cxnLst>
                <a:cxn ang="0">
                  <a:pos x="T0" y="T1"/>
                </a:cxn>
                <a:cxn ang="0">
                  <a:pos x="T2" y="T3"/>
                </a:cxn>
                <a:cxn ang="0">
                  <a:pos x="T4" y="T5"/>
                </a:cxn>
                <a:cxn ang="0">
                  <a:pos x="T6" y="T7"/>
                </a:cxn>
              </a:cxnLst>
              <a:rect l="0" t="0" r="r" b="b"/>
              <a:pathLst>
                <a:path w="75" h="65">
                  <a:moveTo>
                    <a:pt x="75" y="33"/>
                  </a:moveTo>
                  <a:lnTo>
                    <a:pt x="0" y="65"/>
                  </a:lnTo>
                  <a:lnTo>
                    <a:pt x="0" y="0"/>
                  </a:lnTo>
                  <a:lnTo>
                    <a:pt x="75"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2" name="Line 40">
              <a:extLst>
                <a:ext uri="{FF2B5EF4-FFF2-40B4-BE49-F238E27FC236}">
                  <a16:creationId xmlns:a16="http://schemas.microsoft.com/office/drawing/2014/main" id="{79E632E7-D3BE-7B40-B8A8-B4DDE9CB3191}"/>
                </a:ext>
              </a:extLst>
            </p:cNvPr>
            <p:cNvSpPr>
              <a:spLocks noChangeShapeType="1"/>
            </p:cNvSpPr>
            <p:nvPr/>
          </p:nvSpPr>
          <p:spPr bwMode="auto">
            <a:xfrm flipH="1">
              <a:off x="2695" y="2342"/>
              <a:ext cx="72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33" name="Line 42">
            <a:extLst>
              <a:ext uri="{FF2B5EF4-FFF2-40B4-BE49-F238E27FC236}">
                <a16:creationId xmlns:a16="http://schemas.microsoft.com/office/drawing/2014/main" id="{8BA92A14-708B-0D47-B8DF-41061F44E59C}"/>
              </a:ext>
            </a:extLst>
          </p:cNvPr>
          <p:cNvSpPr>
            <a:spLocks noChangeShapeType="1"/>
          </p:cNvSpPr>
          <p:nvPr/>
        </p:nvSpPr>
        <p:spPr bwMode="auto">
          <a:xfrm flipH="1">
            <a:off x="5932488" y="4076700"/>
            <a:ext cx="571500"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53" name="Rectangle 43">
            <a:extLst>
              <a:ext uri="{FF2B5EF4-FFF2-40B4-BE49-F238E27FC236}">
                <a16:creationId xmlns:a16="http://schemas.microsoft.com/office/drawing/2014/main" id="{72B268B3-2AAA-4BDA-A29B-7E7A5A9B9F78}"/>
              </a:ext>
            </a:extLst>
          </p:cNvPr>
          <p:cNvSpPr>
            <a:spLocks noChangeArrowheads="1"/>
          </p:cNvSpPr>
          <p:nvPr/>
        </p:nvSpPr>
        <p:spPr bwMode="auto">
          <a:xfrm>
            <a:off x="5540375" y="3803650"/>
            <a:ext cx="3127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ALU</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35" name="Line 44">
            <a:extLst>
              <a:ext uri="{FF2B5EF4-FFF2-40B4-BE49-F238E27FC236}">
                <a16:creationId xmlns:a16="http://schemas.microsoft.com/office/drawing/2014/main" id="{0CA88151-F1C8-7543-8A35-E28B5E8DC1AA}"/>
              </a:ext>
            </a:extLst>
          </p:cNvPr>
          <p:cNvSpPr>
            <a:spLocks noChangeShapeType="1"/>
          </p:cNvSpPr>
          <p:nvPr/>
        </p:nvSpPr>
        <p:spPr bwMode="auto">
          <a:xfrm flipH="1">
            <a:off x="2667000" y="6029325"/>
            <a:ext cx="6411913"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6" name="Line 45">
            <a:extLst>
              <a:ext uri="{FF2B5EF4-FFF2-40B4-BE49-F238E27FC236}">
                <a16:creationId xmlns:a16="http://schemas.microsoft.com/office/drawing/2014/main" id="{6B13BD5F-43EF-3C48-89DA-EFEDF58904CF}"/>
              </a:ext>
            </a:extLst>
          </p:cNvPr>
          <p:cNvSpPr>
            <a:spLocks noChangeShapeType="1"/>
          </p:cNvSpPr>
          <p:nvPr/>
        </p:nvSpPr>
        <p:spPr bwMode="auto">
          <a:xfrm>
            <a:off x="9078913" y="4878388"/>
            <a:ext cx="1587" cy="11509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7" name="Line 46">
            <a:extLst>
              <a:ext uri="{FF2B5EF4-FFF2-40B4-BE49-F238E27FC236}">
                <a16:creationId xmlns:a16="http://schemas.microsoft.com/office/drawing/2014/main" id="{B81308C0-AD7D-4144-B88A-93CB7078C706}"/>
              </a:ext>
            </a:extLst>
          </p:cNvPr>
          <p:cNvSpPr>
            <a:spLocks noChangeShapeType="1"/>
          </p:cNvSpPr>
          <p:nvPr/>
        </p:nvSpPr>
        <p:spPr bwMode="auto">
          <a:xfrm>
            <a:off x="2667000" y="4076700"/>
            <a:ext cx="1588" cy="19526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8" name="Line 47">
            <a:extLst>
              <a:ext uri="{FF2B5EF4-FFF2-40B4-BE49-F238E27FC236}">
                <a16:creationId xmlns:a16="http://schemas.microsoft.com/office/drawing/2014/main" id="{0A8056C6-66F1-DA46-A56D-B1454FBEAE47}"/>
              </a:ext>
            </a:extLst>
          </p:cNvPr>
          <p:cNvSpPr>
            <a:spLocks noChangeShapeType="1"/>
          </p:cNvSpPr>
          <p:nvPr/>
        </p:nvSpPr>
        <p:spPr bwMode="auto">
          <a:xfrm flipH="1">
            <a:off x="2019300" y="3232150"/>
            <a:ext cx="1952625" cy="1588"/>
          </a:xfrm>
          <a:prstGeom prst="line">
            <a:avLst/>
          </a:prstGeom>
          <a:noFill/>
          <a:ln w="25400">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4958" name="Group 50">
            <a:extLst>
              <a:ext uri="{FF2B5EF4-FFF2-40B4-BE49-F238E27FC236}">
                <a16:creationId xmlns:a16="http://schemas.microsoft.com/office/drawing/2014/main" id="{0F512269-8763-4055-86EA-695DB0DA9D3E}"/>
              </a:ext>
            </a:extLst>
          </p:cNvPr>
          <p:cNvGrpSpPr>
            <a:grpSpLocks/>
          </p:cNvGrpSpPr>
          <p:nvPr/>
        </p:nvGrpSpPr>
        <p:grpSpPr bwMode="auto">
          <a:xfrm>
            <a:off x="4278313" y="4213225"/>
            <a:ext cx="819150" cy="101600"/>
            <a:chOff x="2695" y="2621"/>
            <a:chExt cx="516" cy="64"/>
          </a:xfrm>
        </p:grpSpPr>
        <p:sp>
          <p:nvSpPr>
            <p:cNvPr id="40" name="Freeform 48">
              <a:extLst>
                <a:ext uri="{FF2B5EF4-FFF2-40B4-BE49-F238E27FC236}">
                  <a16:creationId xmlns:a16="http://schemas.microsoft.com/office/drawing/2014/main" id="{EBED97BE-92E3-C14C-B31E-2A0760B10644}"/>
                </a:ext>
              </a:extLst>
            </p:cNvPr>
            <p:cNvSpPr>
              <a:spLocks/>
            </p:cNvSpPr>
            <p:nvPr/>
          </p:nvSpPr>
          <p:spPr bwMode="auto">
            <a:xfrm>
              <a:off x="3136" y="2621"/>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1" name="Line 49">
              <a:extLst>
                <a:ext uri="{FF2B5EF4-FFF2-40B4-BE49-F238E27FC236}">
                  <a16:creationId xmlns:a16="http://schemas.microsoft.com/office/drawing/2014/main" id="{0065BA13-A2F3-C444-A43B-7EB25F68A097}"/>
                </a:ext>
              </a:extLst>
            </p:cNvPr>
            <p:cNvSpPr>
              <a:spLocks noChangeShapeType="1"/>
            </p:cNvSpPr>
            <p:nvPr/>
          </p:nvSpPr>
          <p:spPr bwMode="auto">
            <a:xfrm flipH="1">
              <a:off x="2695" y="2653"/>
              <a:ext cx="47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4959" name="Group 53">
            <a:extLst>
              <a:ext uri="{FF2B5EF4-FFF2-40B4-BE49-F238E27FC236}">
                <a16:creationId xmlns:a16="http://schemas.microsoft.com/office/drawing/2014/main" id="{0B4EEDBB-E589-437B-8B8F-DBEDE9883E8E}"/>
              </a:ext>
            </a:extLst>
          </p:cNvPr>
          <p:cNvGrpSpPr>
            <a:grpSpLocks/>
          </p:cNvGrpSpPr>
          <p:nvPr/>
        </p:nvGrpSpPr>
        <p:grpSpPr bwMode="auto">
          <a:xfrm>
            <a:off x="4738688" y="4519613"/>
            <a:ext cx="358775" cy="103187"/>
            <a:chOff x="2985" y="2814"/>
            <a:chExt cx="226" cy="65"/>
          </a:xfrm>
        </p:grpSpPr>
        <p:sp>
          <p:nvSpPr>
            <p:cNvPr id="43" name="Freeform 51">
              <a:extLst>
                <a:ext uri="{FF2B5EF4-FFF2-40B4-BE49-F238E27FC236}">
                  <a16:creationId xmlns:a16="http://schemas.microsoft.com/office/drawing/2014/main" id="{5B3E2098-FD12-9642-9246-4033743F6A39}"/>
                </a:ext>
              </a:extLst>
            </p:cNvPr>
            <p:cNvSpPr>
              <a:spLocks/>
            </p:cNvSpPr>
            <p:nvPr/>
          </p:nvSpPr>
          <p:spPr bwMode="auto">
            <a:xfrm>
              <a:off x="3136" y="2814"/>
              <a:ext cx="75" cy="65"/>
            </a:xfrm>
            <a:custGeom>
              <a:avLst/>
              <a:gdLst>
                <a:gd name="T0" fmla="*/ 75 w 75"/>
                <a:gd name="T1" fmla="*/ 33 h 65"/>
                <a:gd name="T2" fmla="*/ 0 w 75"/>
                <a:gd name="T3" fmla="*/ 65 h 65"/>
                <a:gd name="T4" fmla="*/ 0 w 75"/>
                <a:gd name="T5" fmla="*/ 0 h 65"/>
                <a:gd name="T6" fmla="*/ 75 w 75"/>
                <a:gd name="T7" fmla="*/ 33 h 65"/>
              </a:gdLst>
              <a:ahLst/>
              <a:cxnLst>
                <a:cxn ang="0">
                  <a:pos x="T0" y="T1"/>
                </a:cxn>
                <a:cxn ang="0">
                  <a:pos x="T2" y="T3"/>
                </a:cxn>
                <a:cxn ang="0">
                  <a:pos x="T4" y="T5"/>
                </a:cxn>
                <a:cxn ang="0">
                  <a:pos x="T6" y="T7"/>
                </a:cxn>
              </a:cxnLst>
              <a:rect l="0" t="0" r="r" b="b"/>
              <a:pathLst>
                <a:path w="75" h="65">
                  <a:moveTo>
                    <a:pt x="75" y="33"/>
                  </a:moveTo>
                  <a:lnTo>
                    <a:pt x="0" y="65"/>
                  </a:lnTo>
                  <a:lnTo>
                    <a:pt x="0" y="0"/>
                  </a:lnTo>
                  <a:lnTo>
                    <a:pt x="75"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4" name="Line 52">
              <a:extLst>
                <a:ext uri="{FF2B5EF4-FFF2-40B4-BE49-F238E27FC236}">
                  <a16:creationId xmlns:a16="http://schemas.microsoft.com/office/drawing/2014/main" id="{B67AFE1B-77A9-3E4D-AB9B-BD0DC43F4841}"/>
                </a:ext>
              </a:extLst>
            </p:cNvPr>
            <p:cNvSpPr>
              <a:spLocks noChangeShapeType="1"/>
            </p:cNvSpPr>
            <p:nvPr/>
          </p:nvSpPr>
          <p:spPr bwMode="auto">
            <a:xfrm flipH="1">
              <a:off x="2985" y="2847"/>
              <a:ext cx="18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45" name="Line 54">
            <a:extLst>
              <a:ext uri="{FF2B5EF4-FFF2-40B4-BE49-F238E27FC236}">
                <a16:creationId xmlns:a16="http://schemas.microsoft.com/office/drawing/2014/main" id="{7CC448D1-8BC3-8046-9AB8-7A9479C2FC4D}"/>
              </a:ext>
            </a:extLst>
          </p:cNvPr>
          <p:cNvSpPr>
            <a:spLocks noChangeShapeType="1"/>
          </p:cNvSpPr>
          <p:nvPr/>
        </p:nvSpPr>
        <p:spPr bwMode="auto">
          <a:xfrm>
            <a:off x="4738688" y="3036888"/>
            <a:ext cx="1587" cy="19954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4961" name="Group 61">
            <a:extLst>
              <a:ext uri="{FF2B5EF4-FFF2-40B4-BE49-F238E27FC236}">
                <a16:creationId xmlns:a16="http://schemas.microsoft.com/office/drawing/2014/main" id="{40860749-5066-4A4A-BB4E-902F73F80008}"/>
              </a:ext>
            </a:extLst>
          </p:cNvPr>
          <p:cNvGrpSpPr>
            <a:grpSpLocks/>
          </p:cNvGrpSpPr>
          <p:nvPr/>
        </p:nvGrpSpPr>
        <p:grpSpPr bwMode="auto">
          <a:xfrm>
            <a:off x="3865563" y="4694238"/>
            <a:ext cx="263525" cy="692150"/>
            <a:chOff x="2435" y="2924"/>
            <a:chExt cx="166" cy="436"/>
          </a:xfrm>
        </p:grpSpPr>
        <p:sp>
          <p:nvSpPr>
            <p:cNvPr id="47" name="AutoShape 55">
              <a:extLst>
                <a:ext uri="{FF2B5EF4-FFF2-40B4-BE49-F238E27FC236}">
                  <a16:creationId xmlns:a16="http://schemas.microsoft.com/office/drawing/2014/main" id="{448A8DF1-6227-FB4F-9E97-C606588890B6}"/>
                </a:ext>
              </a:extLst>
            </p:cNvPr>
            <p:cNvSpPr>
              <a:spLocks noChangeArrowheads="1"/>
            </p:cNvSpPr>
            <p:nvPr/>
          </p:nvSpPr>
          <p:spPr bwMode="auto">
            <a:xfrm>
              <a:off x="2435" y="2924"/>
              <a:ext cx="166" cy="436"/>
            </a:xfrm>
            <a:prstGeom prst="roundRect">
              <a:avLst>
                <a:gd name="adj"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5087" name="Rectangle 56">
              <a:extLst>
                <a:ext uri="{FF2B5EF4-FFF2-40B4-BE49-F238E27FC236}">
                  <a16:creationId xmlns:a16="http://schemas.microsoft.com/office/drawing/2014/main" id="{62C80898-E1B2-47B8-B9EC-8A9E68321F8F}"/>
                </a:ext>
              </a:extLst>
            </p:cNvPr>
            <p:cNvSpPr>
              <a:spLocks noChangeArrowheads="1"/>
            </p:cNvSpPr>
            <p:nvPr/>
          </p:nvSpPr>
          <p:spPr bwMode="auto">
            <a:xfrm>
              <a:off x="2496" y="2943"/>
              <a:ext cx="4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E</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88" name="Rectangle 57">
              <a:extLst>
                <a:ext uri="{FF2B5EF4-FFF2-40B4-BE49-F238E27FC236}">
                  <a16:creationId xmlns:a16="http://schemas.microsoft.com/office/drawing/2014/main" id="{C811E54A-D553-4B66-92C8-BE6287D381B2}"/>
                </a:ext>
              </a:extLst>
            </p:cNvPr>
            <p:cNvSpPr>
              <a:spLocks noChangeArrowheads="1"/>
            </p:cNvSpPr>
            <p:nvPr/>
          </p:nvSpPr>
          <p:spPr bwMode="auto">
            <a:xfrm>
              <a:off x="2496" y="3024"/>
              <a:ext cx="4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X</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89" name="Rectangle 58">
              <a:extLst>
                <a:ext uri="{FF2B5EF4-FFF2-40B4-BE49-F238E27FC236}">
                  <a16:creationId xmlns:a16="http://schemas.microsoft.com/office/drawing/2014/main" id="{B5CC5069-89A4-4D55-A43B-1E6F0481B4F6}"/>
                </a:ext>
              </a:extLst>
            </p:cNvPr>
            <p:cNvSpPr>
              <a:spLocks noChangeArrowheads="1"/>
            </p:cNvSpPr>
            <p:nvPr/>
          </p:nvSpPr>
          <p:spPr bwMode="auto">
            <a:xfrm>
              <a:off x="2496" y="3104"/>
              <a:ext cx="4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T</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90" name="Rectangle 59">
              <a:extLst>
                <a:ext uri="{FF2B5EF4-FFF2-40B4-BE49-F238E27FC236}">
                  <a16:creationId xmlns:a16="http://schemas.microsoft.com/office/drawing/2014/main" id="{4741588F-F2F8-45E5-9AA7-D58A7FBC6D73}"/>
                </a:ext>
              </a:extLst>
            </p:cNvPr>
            <p:cNvSpPr>
              <a:spLocks noChangeArrowheads="1"/>
            </p:cNvSpPr>
            <p:nvPr/>
          </p:nvSpPr>
          <p:spPr bwMode="auto">
            <a:xfrm>
              <a:off x="2496" y="3185"/>
              <a:ext cx="5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N</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91" name="Rectangle 60">
              <a:extLst>
                <a:ext uri="{FF2B5EF4-FFF2-40B4-BE49-F238E27FC236}">
                  <a16:creationId xmlns:a16="http://schemas.microsoft.com/office/drawing/2014/main" id="{2F6527C8-F73D-449A-8C03-C5750B30C957}"/>
                </a:ext>
              </a:extLst>
            </p:cNvPr>
            <p:cNvSpPr>
              <a:spLocks noChangeArrowheads="1"/>
            </p:cNvSpPr>
            <p:nvPr/>
          </p:nvSpPr>
          <p:spPr bwMode="auto">
            <a:xfrm>
              <a:off x="2496" y="3265"/>
              <a:ext cx="5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D</a:t>
              </a:r>
              <a:endParaRPr kumimoji="0" lang="en-US" altLang="zh-CN" sz="1200">
                <a:solidFill>
                  <a:srgbClr val="000000"/>
                </a:solidFill>
                <a:latin typeface="Tahoma" panose="020B0604030504040204" pitchFamily="34" charset="0"/>
                <a:ea typeface="宋体" panose="02010600030101010101" pitchFamily="2" charset="-122"/>
              </a:endParaRPr>
            </a:p>
          </p:txBody>
        </p:sp>
      </p:grpSp>
      <p:sp>
        <p:nvSpPr>
          <p:cNvPr id="53" name="Line 62">
            <a:extLst>
              <a:ext uri="{FF2B5EF4-FFF2-40B4-BE49-F238E27FC236}">
                <a16:creationId xmlns:a16="http://schemas.microsoft.com/office/drawing/2014/main" id="{5065828A-EFF2-D74C-A049-C3DA5E3E7F78}"/>
              </a:ext>
            </a:extLst>
          </p:cNvPr>
          <p:cNvSpPr>
            <a:spLocks noChangeShapeType="1"/>
          </p:cNvSpPr>
          <p:nvPr/>
        </p:nvSpPr>
        <p:spPr bwMode="auto">
          <a:xfrm flipH="1">
            <a:off x="3587750" y="4997450"/>
            <a:ext cx="76200"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63" name="Rectangle 63">
            <a:extLst>
              <a:ext uri="{FF2B5EF4-FFF2-40B4-BE49-F238E27FC236}">
                <a16:creationId xmlns:a16="http://schemas.microsoft.com/office/drawing/2014/main" id="{C980E213-67C5-42DF-9629-0C5137E11EFD}"/>
              </a:ext>
            </a:extLst>
          </p:cNvPr>
          <p:cNvSpPr>
            <a:spLocks noChangeArrowheads="1"/>
          </p:cNvSpPr>
          <p:nvPr/>
        </p:nvSpPr>
        <p:spPr bwMode="auto">
          <a:xfrm>
            <a:off x="3595688" y="4870450"/>
            <a:ext cx="1143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16</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4964" name="Group 66">
            <a:extLst>
              <a:ext uri="{FF2B5EF4-FFF2-40B4-BE49-F238E27FC236}">
                <a16:creationId xmlns:a16="http://schemas.microsoft.com/office/drawing/2014/main" id="{C5478BF8-5A44-4686-8B77-2CD57D2413DC}"/>
              </a:ext>
            </a:extLst>
          </p:cNvPr>
          <p:cNvGrpSpPr>
            <a:grpSpLocks/>
          </p:cNvGrpSpPr>
          <p:nvPr/>
        </p:nvGrpSpPr>
        <p:grpSpPr bwMode="auto">
          <a:xfrm>
            <a:off x="2479675" y="4979988"/>
            <a:ext cx="1389063" cy="103187"/>
            <a:chOff x="1562" y="3104"/>
            <a:chExt cx="875" cy="65"/>
          </a:xfrm>
        </p:grpSpPr>
        <p:sp>
          <p:nvSpPr>
            <p:cNvPr id="56" name="Freeform 64">
              <a:extLst>
                <a:ext uri="{FF2B5EF4-FFF2-40B4-BE49-F238E27FC236}">
                  <a16:creationId xmlns:a16="http://schemas.microsoft.com/office/drawing/2014/main" id="{2664F948-A5B6-6F40-86FE-D713091D9FA9}"/>
                </a:ext>
              </a:extLst>
            </p:cNvPr>
            <p:cNvSpPr>
              <a:spLocks/>
            </p:cNvSpPr>
            <p:nvPr/>
          </p:nvSpPr>
          <p:spPr bwMode="auto">
            <a:xfrm>
              <a:off x="2362" y="3104"/>
              <a:ext cx="75" cy="65"/>
            </a:xfrm>
            <a:custGeom>
              <a:avLst/>
              <a:gdLst>
                <a:gd name="T0" fmla="*/ 75 w 75"/>
                <a:gd name="T1" fmla="*/ 33 h 65"/>
                <a:gd name="T2" fmla="*/ 0 w 75"/>
                <a:gd name="T3" fmla="*/ 65 h 65"/>
                <a:gd name="T4" fmla="*/ 0 w 75"/>
                <a:gd name="T5" fmla="*/ 0 h 65"/>
                <a:gd name="T6" fmla="*/ 75 w 75"/>
                <a:gd name="T7" fmla="*/ 33 h 65"/>
              </a:gdLst>
              <a:ahLst/>
              <a:cxnLst>
                <a:cxn ang="0">
                  <a:pos x="T0" y="T1"/>
                </a:cxn>
                <a:cxn ang="0">
                  <a:pos x="T2" y="T3"/>
                </a:cxn>
                <a:cxn ang="0">
                  <a:pos x="T4" y="T5"/>
                </a:cxn>
                <a:cxn ang="0">
                  <a:pos x="T6" y="T7"/>
                </a:cxn>
              </a:cxnLst>
              <a:rect l="0" t="0" r="r" b="b"/>
              <a:pathLst>
                <a:path w="75" h="65">
                  <a:moveTo>
                    <a:pt x="75" y="33"/>
                  </a:moveTo>
                  <a:lnTo>
                    <a:pt x="0" y="65"/>
                  </a:lnTo>
                  <a:lnTo>
                    <a:pt x="0" y="0"/>
                  </a:lnTo>
                  <a:lnTo>
                    <a:pt x="75" y="33"/>
                  </a:lnTo>
                  <a:close/>
                </a:path>
              </a:pathLst>
            </a:custGeom>
            <a:solidFill>
              <a:srgbClr val="44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57" name="Line 65">
              <a:extLst>
                <a:ext uri="{FF2B5EF4-FFF2-40B4-BE49-F238E27FC236}">
                  <a16:creationId xmlns:a16="http://schemas.microsoft.com/office/drawing/2014/main" id="{2E21980D-3F48-094A-8807-5D1DE77FE990}"/>
                </a:ext>
              </a:extLst>
            </p:cNvPr>
            <p:cNvSpPr>
              <a:spLocks noChangeShapeType="1"/>
            </p:cNvSpPr>
            <p:nvPr/>
          </p:nvSpPr>
          <p:spPr bwMode="auto">
            <a:xfrm flipH="1">
              <a:off x="1562" y="3137"/>
              <a:ext cx="838" cy="1"/>
            </a:xfrm>
            <a:prstGeom prst="line">
              <a:avLst/>
            </a:prstGeom>
            <a:noFill/>
            <a:ln w="25400">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58" name="Line 67">
            <a:extLst>
              <a:ext uri="{FF2B5EF4-FFF2-40B4-BE49-F238E27FC236}">
                <a16:creationId xmlns:a16="http://schemas.microsoft.com/office/drawing/2014/main" id="{64CDD454-5202-A240-89E9-0B2741A86102}"/>
              </a:ext>
            </a:extLst>
          </p:cNvPr>
          <p:cNvSpPr>
            <a:spLocks noChangeShapeType="1"/>
          </p:cNvSpPr>
          <p:nvPr/>
        </p:nvSpPr>
        <p:spPr bwMode="auto">
          <a:xfrm flipH="1">
            <a:off x="4202113" y="4997450"/>
            <a:ext cx="76200" cy="7620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66" name="Rectangle 68">
            <a:extLst>
              <a:ext uri="{FF2B5EF4-FFF2-40B4-BE49-F238E27FC236}">
                <a16:creationId xmlns:a16="http://schemas.microsoft.com/office/drawing/2014/main" id="{337A6342-A64F-433D-9749-FDCA61792E5C}"/>
              </a:ext>
            </a:extLst>
          </p:cNvPr>
          <p:cNvSpPr>
            <a:spLocks noChangeArrowheads="1"/>
          </p:cNvSpPr>
          <p:nvPr/>
        </p:nvSpPr>
        <p:spPr bwMode="auto">
          <a:xfrm>
            <a:off x="4176713" y="4870450"/>
            <a:ext cx="114300"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32</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60" name="Line 69">
            <a:extLst>
              <a:ext uri="{FF2B5EF4-FFF2-40B4-BE49-F238E27FC236}">
                <a16:creationId xmlns:a16="http://schemas.microsoft.com/office/drawing/2014/main" id="{9565482C-1E2F-B344-9D43-6B217686117D}"/>
              </a:ext>
            </a:extLst>
          </p:cNvPr>
          <p:cNvSpPr>
            <a:spLocks noChangeShapeType="1"/>
          </p:cNvSpPr>
          <p:nvPr/>
        </p:nvSpPr>
        <p:spPr bwMode="auto">
          <a:xfrm flipH="1">
            <a:off x="4124325" y="5032375"/>
            <a:ext cx="614363"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1" name="Line 70">
            <a:extLst>
              <a:ext uri="{FF2B5EF4-FFF2-40B4-BE49-F238E27FC236}">
                <a16:creationId xmlns:a16="http://schemas.microsoft.com/office/drawing/2014/main" id="{697DD276-562D-364C-BB07-770EEE72D218}"/>
              </a:ext>
            </a:extLst>
          </p:cNvPr>
          <p:cNvSpPr>
            <a:spLocks noChangeShapeType="1"/>
          </p:cNvSpPr>
          <p:nvPr/>
        </p:nvSpPr>
        <p:spPr bwMode="auto">
          <a:xfrm>
            <a:off x="2479675" y="3232150"/>
            <a:ext cx="1588" cy="1800225"/>
          </a:xfrm>
          <a:prstGeom prst="line">
            <a:avLst/>
          </a:prstGeom>
          <a:noFill/>
          <a:ln w="25400">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2" name="Rectangle 71">
            <a:extLst>
              <a:ext uri="{FF2B5EF4-FFF2-40B4-BE49-F238E27FC236}">
                <a16:creationId xmlns:a16="http://schemas.microsoft.com/office/drawing/2014/main" id="{A2F9C8DD-D055-0647-A159-61401B8933DB}"/>
              </a:ext>
            </a:extLst>
          </p:cNvPr>
          <p:cNvSpPr>
            <a:spLocks noChangeArrowheads="1"/>
          </p:cNvSpPr>
          <p:nvPr/>
        </p:nvSpPr>
        <p:spPr bwMode="auto">
          <a:xfrm>
            <a:off x="6738938" y="4191000"/>
            <a:ext cx="1150937" cy="10747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3" name="Line 72">
            <a:extLst>
              <a:ext uri="{FF2B5EF4-FFF2-40B4-BE49-F238E27FC236}">
                <a16:creationId xmlns:a16="http://schemas.microsoft.com/office/drawing/2014/main" id="{110FB43F-FCDE-A94C-9EB4-892632A21FD0}"/>
              </a:ext>
            </a:extLst>
          </p:cNvPr>
          <p:cNvSpPr>
            <a:spLocks noChangeShapeType="1"/>
          </p:cNvSpPr>
          <p:nvPr/>
        </p:nvSpPr>
        <p:spPr bwMode="auto">
          <a:xfrm flipH="1">
            <a:off x="8848725" y="4878388"/>
            <a:ext cx="230188"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71" name="Rectangle 73">
            <a:extLst>
              <a:ext uri="{FF2B5EF4-FFF2-40B4-BE49-F238E27FC236}">
                <a16:creationId xmlns:a16="http://schemas.microsoft.com/office/drawing/2014/main" id="{5652DBFF-C775-4046-B5B8-4E728D9A094F}"/>
              </a:ext>
            </a:extLst>
          </p:cNvPr>
          <p:cNvSpPr>
            <a:spLocks noChangeArrowheads="1"/>
          </p:cNvSpPr>
          <p:nvPr/>
        </p:nvSpPr>
        <p:spPr bwMode="auto">
          <a:xfrm>
            <a:off x="7672388" y="4664075"/>
            <a:ext cx="1651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RD</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72" name="Rectangle 74">
            <a:extLst>
              <a:ext uri="{FF2B5EF4-FFF2-40B4-BE49-F238E27FC236}">
                <a16:creationId xmlns:a16="http://schemas.microsoft.com/office/drawing/2014/main" id="{F731EA37-E0CD-401C-882D-EC37F8757709}"/>
              </a:ext>
            </a:extLst>
          </p:cNvPr>
          <p:cNvSpPr>
            <a:spLocks noChangeArrowheads="1"/>
          </p:cNvSpPr>
          <p:nvPr/>
        </p:nvSpPr>
        <p:spPr bwMode="auto">
          <a:xfrm>
            <a:off x="6794500" y="4937125"/>
            <a:ext cx="190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WD</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73" name="Rectangle 75">
            <a:extLst>
              <a:ext uri="{FF2B5EF4-FFF2-40B4-BE49-F238E27FC236}">
                <a16:creationId xmlns:a16="http://schemas.microsoft.com/office/drawing/2014/main" id="{3D1A3610-0C79-4BFC-AB16-C9279DDC4E22}"/>
              </a:ext>
            </a:extLst>
          </p:cNvPr>
          <p:cNvSpPr>
            <a:spLocks noChangeArrowheads="1"/>
          </p:cNvSpPr>
          <p:nvPr/>
        </p:nvSpPr>
        <p:spPr bwMode="auto">
          <a:xfrm>
            <a:off x="7118350" y="4529138"/>
            <a:ext cx="3286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Data</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74" name="Rectangle 76">
            <a:extLst>
              <a:ext uri="{FF2B5EF4-FFF2-40B4-BE49-F238E27FC236}">
                <a16:creationId xmlns:a16="http://schemas.microsoft.com/office/drawing/2014/main" id="{10CBCAD1-BDD4-4FF2-AD7A-095FC86E1742}"/>
              </a:ext>
            </a:extLst>
          </p:cNvPr>
          <p:cNvSpPr>
            <a:spLocks noChangeArrowheads="1"/>
          </p:cNvSpPr>
          <p:nvPr/>
        </p:nvSpPr>
        <p:spPr bwMode="auto">
          <a:xfrm>
            <a:off x="6999288" y="4683125"/>
            <a:ext cx="58261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Memory</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4975" name="Group 79">
            <a:extLst>
              <a:ext uri="{FF2B5EF4-FFF2-40B4-BE49-F238E27FC236}">
                <a16:creationId xmlns:a16="http://schemas.microsoft.com/office/drawing/2014/main" id="{DEA7D3B9-7EFA-4700-86DA-AB0E9A12050C}"/>
              </a:ext>
            </a:extLst>
          </p:cNvPr>
          <p:cNvGrpSpPr>
            <a:grpSpLocks/>
          </p:cNvGrpSpPr>
          <p:nvPr/>
        </p:nvGrpSpPr>
        <p:grpSpPr bwMode="auto">
          <a:xfrm>
            <a:off x="6503988" y="4367213"/>
            <a:ext cx="238125" cy="101600"/>
            <a:chOff x="4097" y="2718"/>
            <a:chExt cx="150" cy="64"/>
          </a:xfrm>
        </p:grpSpPr>
        <p:sp>
          <p:nvSpPr>
            <p:cNvPr id="69" name="Freeform 77">
              <a:extLst>
                <a:ext uri="{FF2B5EF4-FFF2-40B4-BE49-F238E27FC236}">
                  <a16:creationId xmlns:a16="http://schemas.microsoft.com/office/drawing/2014/main" id="{05177BBB-8584-7A40-842E-9037CEB30958}"/>
                </a:ext>
              </a:extLst>
            </p:cNvPr>
            <p:cNvSpPr>
              <a:spLocks/>
            </p:cNvSpPr>
            <p:nvPr/>
          </p:nvSpPr>
          <p:spPr bwMode="auto">
            <a:xfrm>
              <a:off x="4172" y="2718"/>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70" name="Line 78">
              <a:extLst>
                <a:ext uri="{FF2B5EF4-FFF2-40B4-BE49-F238E27FC236}">
                  <a16:creationId xmlns:a16="http://schemas.microsoft.com/office/drawing/2014/main" id="{359B55B0-A18C-C841-8FDB-FD4ED8B774E4}"/>
                </a:ext>
              </a:extLst>
            </p:cNvPr>
            <p:cNvSpPr>
              <a:spLocks noChangeShapeType="1"/>
            </p:cNvSpPr>
            <p:nvPr/>
          </p:nvSpPr>
          <p:spPr bwMode="auto">
            <a:xfrm flipH="1">
              <a:off x="4097" y="2750"/>
              <a:ext cx="11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24976" name="Rectangle 80">
            <a:extLst>
              <a:ext uri="{FF2B5EF4-FFF2-40B4-BE49-F238E27FC236}">
                <a16:creationId xmlns:a16="http://schemas.microsoft.com/office/drawing/2014/main" id="{CEDD2B39-B42D-461F-B7C6-ECC6B4F5A6A0}"/>
              </a:ext>
            </a:extLst>
          </p:cNvPr>
          <p:cNvSpPr>
            <a:spLocks noChangeArrowheads="1"/>
          </p:cNvSpPr>
          <p:nvPr/>
        </p:nvSpPr>
        <p:spPr bwMode="auto">
          <a:xfrm>
            <a:off x="6794500" y="4357688"/>
            <a:ext cx="330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ADDR</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72" name="Line 81">
            <a:extLst>
              <a:ext uri="{FF2B5EF4-FFF2-40B4-BE49-F238E27FC236}">
                <a16:creationId xmlns:a16="http://schemas.microsoft.com/office/drawing/2014/main" id="{442C2824-74A8-D042-ADF6-90D8C7397406}"/>
              </a:ext>
            </a:extLst>
          </p:cNvPr>
          <p:cNvSpPr>
            <a:spLocks noChangeShapeType="1"/>
          </p:cNvSpPr>
          <p:nvPr/>
        </p:nvSpPr>
        <p:spPr bwMode="auto">
          <a:xfrm>
            <a:off x="6503988" y="4076700"/>
            <a:ext cx="1587" cy="14589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73" name="Line 82">
            <a:extLst>
              <a:ext uri="{FF2B5EF4-FFF2-40B4-BE49-F238E27FC236}">
                <a16:creationId xmlns:a16="http://schemas.microsoft.com/office/drawing/2014/main" id="{81B95C5B-853B-0843-9E6C-E777F0C4956E}"/>
              </a:ext>
            </a:extLst>
          </p:cNvPr>
          <p:cNvSpPr>
            <a:spLocks noChangeShapeType="1"/>
          </p:cNvSpPr>
          <p:nvPr/>
        </p:nvSpPr>
        <p:spPr bwMode="auto">
          <a:xfrm flipH="1">
            <a:off x="3937000" y="3343275"/>
            <a:ext cx="77788"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79" name="Rectangle 83">
            <a:extLst>
              <a:ext uri="{FF2B5EF4-FFF2-40B4-BE49-F238E27FC236}">
                <a16:creationId xmlns:a16="http://schemas.microsoft.com/office/drawing/2014/main" id="{E1CEBA30-9056-45F1-AFD1-2694C2952057}"/>
              </a:ext>
            </a:extLst>
          </p:cNvPr>
          <p:cNvSpPr>
            <a:spLocks noChangeArrowheads="1"/>
          </p:cNvSpPr>
          <p:nvPr/>
        </p:nvSpPr>
        <p:spPr bwMode="auto">
          <a:xfrm>
            <a:off x="4022725" y="3335338"/>
            <a:ext cx="5715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5</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4980" name="Group 86">
            <a:extLst>
              <a:ext uri="{FF2B5EF4-FFF2-40B4-BE49-F238E27FC236}">
                <a16:creationId xmlns:a16="http://schemas.microsoft.com/office/drawing/2014/main" id="{4A6F0CDD-FF31-42DD-B442-84BC98DF8C39}"/>
              </a:ext>
            </a:extLst>
          </p:cNvPr>
          <p:cNvGrpSpPr>
            <a:grpSpLocks/>
          </p:cNvGrpSpPr>
          <p:nvPr/>
        </p:nvGrpSpPr>
        <p:grpSpPr bwMode="auto">
          <a:xfrm>
            <a:off x="3937000" y="3240088"/>
            <a:ext cx="85725" cy="307975"/>
            <a:chOff x="2480" y="2008"/>
            <a:chExt cx="54" cy="194"/>
          </a:xfrm>
        </p:grpSpPr>
        <p:sp>
          <p:nvSpPr>
            <p:cNvPr id="76" name="Freeform 84">
              <a:extLst>
                <a:ext uri="{FF2B5EF4-FFF2-40B4-BE49-F238E27FC236}">
                  <a16:creationId xmlns:a16="http://schemas.microsoft.com/office/drawing/2014/main" id="{26FF2E41-5C10-5142-9509-EEFD40CDBEEB}"/>
                </a:ext>
              </a:extLst>
            </p:cNvPr>
            <p:cNvSpPr>
              <a:spLocks/>
            </p:cNvSpPr>
            <p:nvPr/>
          </p:nvSpPr>
          <p:spPr bwMode="auto">
            <a:xfrm>
              <a:off x="2480" y="2137"/>
              <a:ext cx="54" cy="65"/>
            </a:xfrm>
            <a:custGeom>
              <a:avLst/>
              <a:gdLst>
                <a:gd name="T0" fmla="*/ 27 w 54"/>
                <a:gd name="T1" fmla="*/ 65 h 65"/>
                <a:gd name="T2" fmla="*/ 0 w 54"/>
                <a:gd name="T3" fmla="*/ 0 h 65"/>
                <a:gd name="T4" fmla="*/ 54 w 54"/>
                <a:gd name="T5" fmla="*/ 0 h 65"/>
                <a:gd name="T6" fmla="*/ 27 w 54"/>
                <a:gd name="T7" fmla="*/ 65 h 65"/>
              </a:gdLst>
              <a:ahLst/>
              <a:cxnLst>
                <a:cxn ang="0">
                  <a:pos x="T0" y="T1"/>
                </a:cxn>
                <a:cxn ang="0">
                  <a:pos x="T2" y="T3"/>
                </a:cxn>
                <a:cxn ang="0">
                  <a:pos x="T4" y="T5"/>
                </a:cxn>
                <a:cxn ang="0">
                  <a:pos x="T6" y="T7"/>
                </a:cxn>
              </a:cxnLst>
              <a:rect l="0" t="0" r="r" b="b"/>
              <a:pathLst>
                <a:path w="54" h="65">
                  <a:moveTo>
                    <a:pt x="27" y="65"/>
                  </a:moveTo>
                  <a:lnTo>
                    <a:pt x="0" y="0"/>
                  </a:lnTo>
                  <a:lnTo>
                    <a:pt x="54" y="0"/>
                  </a:lnTo>
                  <a:lnTo>
                    <a:pt x="27" y="65"/>
                  </a:lnTo>
                  <a:close/>
                </a:path>
              </a:pathLst>
            </a:custGeom>
            <a:solidFill>
              <a:srgbClr val="44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77" name="Line 85">
              <a:extLst>
                <a:ext uri="{FF2B5EF4-FFF2-40B4-BE49-F238E27FC236}">
                  <a16:creationId xmlns:a16="http://schemas.microsoft.com/office/drawing/2014/main" id="{EDCBA111-55DB-9142-8233-769DF9576E3A}"/>
                </a:ext>
              </a:extLst>
            </p:cNvPr>
            <p:cNvSpPr>
              <a:spLocks noChangeShapeType="1"/>
            </p:cNvSpPr>
            <p:nvPr/>
          </p:nvSpPr>
          <p:spPr bwMode="auto">
            <a:xfrm>
              <a:off x="2507" y="2008"/>
              <a:ext cx="1" cy="172"/>
            </a:xfrm>
            <a:prstGeom prst="line">
              <a:avLst/>
            </a:prstGeom>
            <a:noFill/>
            <a:ln w="17463">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4981" name="Group 89">
            <a:extLst>
              <a:ext uri="{FF2B5EF4-FFF2-40B4-BE49-F238E27FC236}">
                <a16:creationId xmlns:a16="http://schemas.microsoft.com/office/drawing/2014/main" id="{BD18F2AF-4C56-44E1-8C72-63CF9D120171}"/>
              </a:ext>
            </a:extLst>
          </p:cNvPr>
          <p:cNvGrpSpPr>
            <a:grpSpLocks/>
          </p:cNvGrpSpPr>
          <p:nvPr/>
        </p:nvGrpSpPr>
        <p:grpSpPr bwMode="auto">
          <a:xfrm>
            <a:off x="5276850" y="4367213"/>
            <a:ext cx="203200" cy="101600"/>
            <a:chOff x="3324" y="2718"/>
            <a:chExt cx="128" cy="64"/>
          </a:xfrm>
        </p:grpSpPr>
        <p:sp>
          <p:nvSpPr>
            <p:cNvPr id="79" name="Freeform 87">
              <a:extLst>
                <a:ext uri="{FF2B5EF4-FFF2-40B4-BE49-F238E27FC236}">
                  <a16:creationId xmlns:a16="http://schemas.microsoft.com/office/drawing/2014/main" id="{C96D06AB-BF8E-814D-976A-CDF263743ABD}"/>
                </a:ext>
              </a:extLst>
            </p:cNvPr>
            <p:cNvSpPr>
              <a:spLocks/>
            </p:cNvSpPr>
            <p:nvPr/>
          </p:nvSpPr>
          <p:spPr bwMode="auto">
            <a:xfrm>
              <a:off x="3377" y="2718"/>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0" name="Line 88">
              <a:extLst>
                <a:ext uri="{FF2B5EF4-FFF2-40B4-BE49-F238E27FC236}">
                  <a16:creationId xmlns:a16="http://schemas.microsoft.com/office/drawing/2014/main" id="{F2614471-A8C4-CD43-A2FE-2C06A9E24865}"/>
                </a:ext>
              </a:extLst>
            </p:cNvPr>
            <p:cNvSpPr>
              <a:spLocks noChangeShapeType="1"/>
            </p:cNvSpPr>
            <p:nvPr/>
          </p:nvSpPr>
          <p:spPr bwMode="auto">
            <a:xfrm flipH="1">
              <a:off x="3324" y="2750"/>
              <a:ext cx="9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24982" name="Rectangle 90">
            <a:extLst>
              <a:ext uri="{FF2B5EF4-FFF2-40B4-BE49-F238E27FC236}">
                <a16:creationId xmlns:a16="http://schemas.microsoft.com/office/drawing/2014/main" id="{8D0E6379-39DD-44C8-A04F-3B8C7FBF6239}"/>
              </a:ext>
            </a:extLst>
          </p:cNvPr>
          <p:cNvSpPr>
            <a:spLocks noChangeArrowheads="1"/>
          </p:cNvSpPr>
          <p:nvPr/>
        </p:nvSpPr>
        <p:spPr bwMode="auto">
          <a:xfrm>
            <a:off x="2684463" y="3087688"/>
            <a:ext cx="6223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440000"/>
                </a:solidFill>
                <a:latin typeface="Arial" panose="020B0604020202020204" pitchFamily="34" charset="0"/>
                <a:ea typeface="宋体" panose="02010600030101010101" pitchFamily="2" charset="-122"/>
              </a:rPr>
              <a:t>Instruction </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983" name="Rectangle 91">
            <a:extLst>
              <a:ext uri="{FF2B5EF4-FFF2-40B4-BE49-F238E27FC236}">
                <a16:creationId xmlns:a16="http://schemas.microsoft.com/office/drawing/2014/main" id="{36457380-7920-4133-8AB2-589E35866281}"/>
              </a:ext>
            </a:extLst>
          </p:cNvPr>
          <p:cNvSpPr>
            <a:spLocks noChangeArrowheads="1"/>
          </p:cNvSpPr>
          <p:nvPr/>
        </p:nvSpPr>
        <p:spPr bwMode="auto">
          <a:xfrm>
            <a:off x="3375025" y="3097213"/>
            <a:ext cx="6826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440000"/>
                </a:solidFill>
                <a:latin typeface="Courier New" panose="02070309020205020404" pitchFamily="49" charset="0"/>
                <a:ea typeface="宋体" panose="02010600030101010101" pitchFamily="2" charset="-122"/>
              </a:rPr>
              <a:t>I</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83" name="Line 92">
            <a:extLst>
              <a:ext uri="{FF2B5EF4-FFF2-40B4-BE49-F238E27FC236}">
                <a16:creationId xmlns:a16="http://schemas.microsoft.com/office/drawing/2014/main" id="{80B96A8C-51BC-414A-A064-021621E7688A}"/>
              </a:ext>
            </a:extLst>
          </p:cNvPr>
          <p:cNvSpPr>
            <a:spLocks noChangeShapeType="1"/>
          </p:cNvSpPr>
          <p:nvPr/>
        </p:nvSpPr>
        <p:spPr bwMode="auto">
          <a:xfrm flipH="1">
            <a:off x="2052638" y="3189288"/>
            <a:ext cx="77787" cy="77787"/>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85" name="Rectangle 93">
            <a:extLst>
              <a:ext uri="{FF2B5EF4-FFF2-40B4-BE49-F238E27FC236}">
                <a16:creationId xmlns:a16="http://schemas.microsoft.com/office/drawing/2014/main" id="{E643AAE1-85A9-4DF0-88B3-1410D26D225E}"/>
              </a:ext>
            </a:extLst>
          </p:cNvPr>
          <p:cNvSpPr>
            <a:spLocks noChangeArrowheads="1"/>
          </p:cNvSpPr>
          <p:nvPr/>
        </p:nvSpPr>
        <p:spPr bwMode="auto">
          <a:xfrm>
            <a:off x="2062163" y="3259138"/>
            <a:ext cx="11430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32</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4986" name="Group 99">
            <a:extLst>
              <a:ext uri="{FF2B5EF4-FFF2-40B4-BE49-F238E27FC236}">
                <a16:creationId xmlns:a16="http://schemas.microsoft.com/office/drawing/2014/main" id="{2068EC18-C1C7-44E8-8A84-F6013BA64ED1}"/>
              </a:ext>
            </a:extLst>
          </p:cNvPr>
          <p:cNvGrpSpPr>
            <a:grpSpLocks/>
          </p:cNvGrpSpPr>
          <p:nvPr/>
        </p:nvGrpSpPr>
        <p:grpSpPr bwMode="auto">
          <a:xfrm>
            <a:off x="5080000" y="4152900"/>
            <a:ext cx="169863" cy="554038"/>
            <a:chOff x="3200" y="2583"/>
            <a:chExt cx="107" cy="349"/>
          </a:xfrm>
        </p:grpSpPr>
        <p:sp>
          <p:nvSpPr>
            <p:cNvPr id="86" name="Freeform 94">
              <a:extLst>
                <a:ext uri="{FF2B5EF4-FFF2-40B4-BE49-F238E27FC236}">
                  <a16:creationId xmlns:a16="http://schemas.microsoft.com/office/drawing/2014/main" id="{02EA07A6-C133-3B42-B625-F718919CEEBF}"/>
                </a:ext>
              </a:extLst>
            </p:cNvPr>
            <p:cNvSpPr>
              <a:spLocks/>
            </p:cNvSpPr>
            <p:nvPr/>
          </p:nvSpPr>
          <p:spPr bwMode="auto">
            <a:xfrm>
              <a:off x="3200" y="2583"/>
              <a:ext cx="97" cy="339"/>
            </a:xfrm>
            <a:custGeom>
              <a:avLst/>
              <a:gdLst>
                <a:gd name="T0" fmla="*/ 0 w 97"/>
                <a:gd name="T1" fmla="*/ 0 h 339"/>
                <a:gd name="T2" fmla="*/ 0 w 97"/>
                <a:gd name="T3" fmla="*/ 339 h 339"/>
                <a:gd name="T4" fmla="*/ 97 w 97"/>
                <a:gd name="T5" fmla="*/ 269 h 339"/>
                <a:gd name="T6" fmla="*/ 97 w 97"/>
                <a:gd name="T7" fmla="*/ 76 h 339"/>
                <a:gd name="T8" fmla="*/ 0 w 97"/>
                <a:gd name="T9" fmla="*/ 0 h 339"/>
              </a:gdLst>
              <a:ahLst/>
              <a:cxnLst>
                <a:cxn ang="0">
                  <a:pos x="T0" y="T1"/>
                </a:cxn>
                <a:cxn ang="0">
                  <a:pos x="T2" y="T3"/>
                </a:cxn>
                <a:cxn ang="0">
                  <a:pos x="T4" y="T5"/>
                </a:cxn>
                <a:cxn ang="0">
                  <a:pos x="T6" y="T7"/>
                </a:cxn>
                <a:cxn ang="0">
                  <a:pos x="T8" y="T9"/>
                </a:cxn>
              </a:cxnLst>
              <a:rect l="0" t="0" r="r" b="b"/>
              <a:pathLst>
                <a:path w="97" h="339">
                  <a:moveTo>
                    <a:pt x="0" y="0"/>
                  </a:moveTo>
                  <a:lnTo>
                    <a:pt x="0" y="339"/>
                  </a:lnTo>
                  <a:lnTo>
                    <a:pt x="97" y="269"/>
                  </a:lnTo>
                  <a:lnTo>
                    <a:pt x="97" y="76"/>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7" name="Freeform 95">
              <a:extLst>
                <a:ext uri="{FF2B5EF4-FFF2-40B4-BE49-F238E27FC236}">
                  <a16:creationId xmlns:a16="http://schemas.microsoft.com/office/drawing/2014/main" id="{EEBF2B23-5BD9-9749-9942-C9D26DC8EFB2}"/>
                </a:ext>
              </a:extLst>
            </p:cNvPr>
            <p:cNvSpPr>
              <a:spLocks/>
            </p:cNvSpPr>
            <p:nvPr/>
          </p:nvSpPr>
          <p:spPr bwMode="auto">
            <a:xfrm>
              <a:off x="3211" y="2594"/>
              <a:ext cx="96" cy="338"/>
            </a:xfrm>
            <a:custGeom>
              <a:avLst/>
              <a:gdLst>
                <a:gd name="T0" fmla="*/ 0 w 96"/>
                <a:gd name="T1" fmla="*/ 0 h 338"/>
                <a:gd name="T2" fmla="*/ 0 w 96"/>
                <a:gd name="T3" fmla="*/ 338 h 338"/>
                <a:gd name="T4" fmla="*/ 96 w 96"/>
                <a:gd name="T5" fmla="*/ 269 h 338"/>
                <a:gd name="T6" fmla="*/ 96 w 96"/>
                <a:gd name="T7" fmla="*/ 75 h 338"/>
                <a:gd name="T8" fmla="*/ 0 w 96"/>
                <a:gd name="T9" fmla="*/ 0 h 338"/>
              </a:gdLst>
              <a:ahLst/>
              <a:cxnLst>
                <a:cxn ang="0">
                  <a:pos x="T0" y="T1"/>
                </a:cxn>
                <a:cxn ang="0">
                  <a:pos x="T2" y="T3"/>
                </a:cxn>
                <a:cxn ang="0">
                  <a:pos x="T4" y="T5"/>
                </a:cxn>
                <a:cxn ang="0">
                  <a:pos x="T6" y="T7"/>
                </a:cxn>
                <a:cxn ang="0">
                  <a:pos x="T8" y="T9"/>
                </a:cxn>
              </a:cxnLst>
              <a:rect l="0" t="0" r="r" b="b"/>
              <a:pathLst>
                <a:path w="96" h="338">
                  <a:moveTo>
                    <a:pt x="0" y="0"/>
                  </a:moveTo>
                  <a:lnTo>
                    <a:pt x="0" y="338"/>
                  </a:lnTo>
                  <a:lnTo>
                    <a:pt x="96" y="269"/>
                  </a:lnTo>
                  <a:lnTo>
                    <a:pt x="96" y="7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5075" name="Rectangle 96">
              <a:extLst>
                <a:ext uri="{FF2B5EF4-FFF2-40B4-BE49-F238E27FC236}">
                  <a16:creationId xmlns:a16="http://schemas.microsoft.com/office/drawing/2014/main" id="{19E5CB05-4A9A-474B-BE53-C5EA1DA1ED23}"/>
                </a:ext>
              </a:extLst>
            </p:cNvPr>
            <p:cNvSpPr>
              <a:spLocks noChangeArrowheads="1"/>
            </p:cNvSpPr>
            <p:nvPr/>
          </p:nvSpPr>
          <p:spPr bwMode="auto">
            <a:xfrm>
              <a:off x="3232" y="2664"/>
              <a:ext cx="47"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M</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76" name="Rectangle 97">
              <a:extLst>
                <a:ext uri="{FF2B5EF4-FFF2-40B4-BE49-F238E27FC236}">
                  <a16:creationId xmlns:a16="http://schemas.microsoft.com/office/drawing/2014/main" id="{A155C5EC-C5C7-48AE-87A6-74CCC12E1865}"/>
                </a:ext>
              </a:extLst>
            </p:cNvPr>
            <p:cNvSpPr>
              <a:spLocks noChangeArrowheads="1"/>
            </p:cNvSpPr>
            <p:nvPr/>
          </p:nvSpPr>
          <p:spPr bwMode="auto">
            <a:xfrm>
              <a:off x="3232" y="2728"/>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U</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77" name="Rectangle 98">
              <a:extLst>
                <a:ext uri="{FF2B5EF4-FFF2-40B4-BE49-F238E27FC236}">
                  <a16:creationId xmlns:a16="http://schemas.microsoft.com/office/drawing/2014/main" id="{F4911762-FE77-4152-AF67-E84003752E2B}"/>
                </a:ext>
              </a:extLst>
            </p:cNvPr>
            <p:cNvSpPr>
              <a:spLocks noChangeArrowheads="1"/>
            </p:cNvSpPr>
            <p:nvPr/>
          </p:nvSpPr>
          <p:spPr bwMode="auto">
            <a:xfrm>
              <a:off x="3238" y="2793"/>
              <a:ext cx="37"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X</a:t>
              </a:r>
              <a:endParaRPr kumimoji="0" lang="en-US" altLang="zh-CN" sz="1200">
                <a:solidFill>
                  <a:srgbClr val="000000"/>
                </a:solidFill>
                <a:latin typeface="Tahoma" panose="020B0604030504040204" pitchFamily="34" charset="0"/>
                <a:ea typeface="宋体" panose="02010600030101010101" pitchFamily="2" charset="-122"/>
              </a:endParaRPr>
            </a:p>
          </p:txBody>
        </p:sp>
      </p:grpSp>
      <p:grpSp>
        <p:nvGrpSpPr>
          <p:cNvPr id="124987" name="Group 102">
            <a:extLst>
              <a:ext uri="{FF2B5EF4-FFF2-40B4-BE49-F238E27FC236}">
                <a16:creationId xmlns:a16="http://schemas.microsoft.com/office/drawing/2014/main" id="{72B8C446-9A4B-4CE7-A3B4-ADC58C131817}"/>
              </a:ext>
            </a:extLst>
          </p:cNvPr>
          <p:cNvGrpSpPr>
            <a:grpSpLocks/>
          </p:cNvGrpSpPr>
          <p:nvPr/>
        </p:nvGrpSpPr>
        <p:grpSpPr bwMode="auto">
          <a:xfrm>
            <a:off x="7885113" y="4673600"/>
            <a:ext cx="776287" cy="101600"/>
            <a:chOff x="4967" y="2911"/>
            <a:chExt cx="489" cy="64"/>
          </a:xfrm>
        </p:grpSpPr>
        <p:sp>
          <p:nvSpPr>
            <p:cNvPr id="92" name="Freeform 100">
              <a:extLst>
                <a:ext uri="{FF2B5EF4-FFF2-40B4-BE49-F238E27FC236}">
                  <a16:creationId xmlns:a16="http://schemas.microsoft.com/office/drawing/2014/main" id="{A9EB2154-E95B-0547-906E-76DC6C1C5EC9}"/>
                </a:ext>
              </a:extLst>
            </p:cNvPr>
            <p:cNvSpPr>
              <a:spLocks/>
            </p:cNvSpPr>
            <p:nvPr/>
          </p:nvSpPr>
          <p:spPr bwMode="auto">
            <a:xfrm>
              <a:off x="5381" y="2911"/>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93" name="Line 101">
              <a:extLst>
                <a:ext uri="{FF2B5EF4-FFF2-40B4-BE49-F238E27FC236}">
                  <a16:creationId xmlns:a16="http://schemas.microsoft.com/office/drawing/2014/main" id="{754A9CE4-15F5-5D45-9AC3-B6597F0C209B}"/>
                </a:ext>
              </a:extLst>
            </p:cNvPr>
            <p:cNvSpPr>
              <a:spLocks noChangeShapeType="1"/>
            </p:cNvSpPr>
            <p:nvPr/>
          </p:nvSpPr>
          <p:spPr bwMode="auto">
            <a:xfrm flipH="1">
              <a:off x="4967" y="2943"/>
              <a:ext cx="45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4988" name="Group 105">
            <a:extLst>
              <a:ext uri="{FF2B5EF4-FFF2-40B4-BE49-F238E27FC236}">
                <a16:creationId xmlns:a16="http://schemas.microsoft.com/office/drawing/2014/main" id="{4CC3450F-AD04-49F1-9CFD-26D335F9F0AE}"/>
              </a:ext>
            </a:extLst>
          </p:cNvPr>
          <p:cNvGrpSpPr>
            <a:grpSpLocks/>
          </p:cNvGrpSpPr>
          <p:nvPr/>
        </p:nvGrpSpPr>
        <p:grpSpPr bwMode="auto">
          <a:xfrm>
            <a:off x="8345488" y="4946650"/>
            <a:ext cx="358775" cy="101600"/>
            <a:chOff x="5257" y="3083"/>
            <a:chExt cx="226" cy="64"/>
          </a:xfrm>
        </p:grpSpPr>
        <p:sp>
          <p:nvSpPr>
            <p:cNvPr id="95" name="Freeform 103">
              <a:extLst>
                <a:ext uri="{FF2B5EF4-FFF2-40B4-BE49-F238E27FC236}">
                  <a16:creationId xmlns:a16="http://schemas.microsoft.com/office/drawing/2014/main" id="{1DFEB039-36F0-3B41-9D4B-86A9660ECB5C}"/>
                </a:ext>
              </a:extLst>
            </p:cNvPr>
            <p:cNvSpPr>
              <a:spLocks/>
            </p:cNvSpPr>
            <p:nvPr/>
          </p:nvSpPr>
          <p:spPr bwMode="auto">
            <a:xfrm>
              <a:off x="5408" y="3083"/>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96" name="Line 104">
              <a:extLst>
                <a:ext uri="{FF2B5EF4-FFF2-40B4-BE49-F238E27FC236}">
                  <a16:creationId xmlns:a16="http://schemas.microsoft.com/office/drawing/2014/main" id="{ED70CA86-0368-FB47-A6B4-1E5177736DBC}"/>
                </a:ext>
              </a:extLst>
            </p:cNvPr>
            <p:cNvSpPr>
              <a:spLocks noChangeShapeType="1"/>
            </p:cNvSpPr>
            <p:nvPr/>
          </p:nvSpPr>
          <p:spPr bwMode="auto">
            <a:xfrm flipH="1">
              <a:off x="5257" y="3115"/>
              <a:ext cx="18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4989" name="Group 108">
            <a:extLst>
              <a:ext uri="{FF2B5EF4-FFF2-40B4-BE49-F238E27FC236}">
                <a16:creationId xmlns:a16="http://schemas.microsoft.com/office/drawing/2014/main" id="{F1CFA5D5-9738-45E9-ABE9-0904FA1A1533}"/>
              </a:ext>
            </a:extLst>
          </p:cNvPr>
          <p:cNvGrpSpPr>
            <a:grpSpLocks/>
          </p:cNvGrpSpPr>
          <p:nvPr/>
        </p:nvGrpSpPr>
        <p:grpSpPr bwMode="auto">
          <a:xfrm>
            <a:off x="4857750" y="4946650"/>
            <a:ext cx="1884363" cy="101600"/>
            <a:chOff x="3060" y="3083"/>
            <a:chExt cx="1187" cy="64"/>
          </a:xfrm>
        </p:grpSpPr>
        <p:sp>
          <p:nvSpPr>
            <p:cNvPr id="98" name="Freeform 106">
              <a:extLst>
                <a:ext uri="{FF2B5EF4-FFF2-40B4-BE49-F238E27FC236}">
                  <a16:creationId xmlns:a16="http://schemas.microsoft.com/office/drawing/2014/main" id="{8078675B-05EF-9D4B-A8EB-8BC1F0061F3E}"/>
                </a:ext>
              </a:extLst>
            </p:cNvPr>
            <p:cNvSpPr>
              <a:spLocks/>
            </p:cNvSpPr>
            <p:nvPr/>
          </p:nvSpPr>
          <p:spPr bwMode="auto">
            <a:xfrm>
              <a:off x="4172" y="3083"/>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99" name="Line 107">
              <a:extLst>
                <a:ext uri="{FF2B5EF4-FFF2-40B4-BE49-F238E27FC236}">
                  <a16:creationId xmlns:a16="http://schemas.microsoft.com/office/drawing/2014/main" id="{15C14023-0282-9442-9DAE-61DE24F9F418}"/>
                </a:ext>
              </a:extLst>
            </p:cNvPr>
            <p:cNvSpPr>
              <a:spLocks noChangeShapeType="1"/>
            </p:cNvSpPr>
            <p:nvPr/>
          </p:nvSpPr>
          <p:spPr bwMode="auto">
            <a:xfrm flipH="1">
              <a:off x="3060" y="3115"/>
              <a:ext cx="115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00" name="Line 109">
            <a:extLst>
              <a:ext uri="{FF2B5EF4-FFF2-40B4-BE49-F238E27FC236}">
                <a16:creationId xmlns:a16="http://schemas.microsoft.com/office/drawing/2014/main" id="{3CC2D4FE-3774-4B49-B38D-82B4F6767D7F}"/>
              </a:ext>
            </a:extLst>
          </p:cNvPr>
          <p:cNvSpPr>
            <a:spLocks noChangeShapeType="1"/>
          </p:cNvSpPr>
          <p:nvPr/>
        </p:nvSpPr>
        <p:spPr bwMode="auto">
          <a:xfrm>
            <a:off x="4857750" y="4264025"/>
            <a:ext cx="1588" cy="733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1" name="Oval 110">
            <a:extLst>
              <a:ext uri="{FF2B5EF4-FFF2-40B4-BE49-F238E27FC236}">
                <a16:creationId xmlns:a16="http://schemas.microsoft.com/office/drawing/2014/main" id="{EC0E6AC9-B94D-CC46-925F-8A17C7887CA9}"/>
              </a:ext>
            </a:extLst>
          </p:cNvPr>
          <p:cNvSpPr>
            <a:spLocks noChangeArrowheads="1"/>
          </p:cNvSpPr>
          <p:nvPr/>
        </p:nvSpPr>
        <p:spPr bwMode="auto">
          <a:xfrm>
            <a:off x="4837113" y="4251325"/>
            <a:ext cx="42862" cy="34925"/>
          </a:xfrm>
          <a:prstGeom prst="ellipse">
            <a:avLst/>
          </a:prstGeom>
          <a:solidFill>
            <a:srgbClr val="440000"/>
          </a:solidFill>
          <a:ln w="25400">
            <a:solidFill>
              <a:srgbClr val="000000"/>
            </a:solidFill>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2" name="Line 111">
            <a:extLst>
              <a:ext uri="{FF2B5EF4-FFF2-40B4-BE49-F238E27FC236}">
                <a16:creationId xmlns:a16="http://schemas.microsoft.com/office/drawing/2014/main" id="{76FCEB8E-C640-A74A-BADB-BBEB8CA36CD1}"/>
              </a:ext>
            </a:extLst>
          </p:cNvPr>
          <p:cNvSpPr>
            <a:spLocks noChangeShapeType="1"/>
          </p:cNvSpPr>
          <p:nvPr/>
        </p:nvSpPr>
        <p:spPr bwMode="auto">
          <a:xfrm flipH="1">
            <a:off x="6503988" y="5535613"/>
            <a:ext cx="18415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3" name="Line 112">
            <a:extLst>
              <a:ext uri="{FF2B5EF4-FFF2-40B4-BE49-F238E27FC236}">
                <a16:creationId xmlns:a16="http://schemas.microsoft.com/office/drawing/2014/main" id="{D0383DE5-32DC-EB4F-B57C-85AC8583F43D}"/>
              </a:ext>
            </a:extLst>
          </p:cNvPr>
          <p:cNvSpPr>
            <a:spLocks noChangeShapeType="1"/>
          </p:cNvSpPr>
          <p:nvPr/>
        </p:nvSpPr>
        <p:spPr bwMode="auto">
          <a:xfrm>
            <a:off x="8345488" y="4997450"/>
            <a:ext cx="1587" cy="538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4994" name="Group 115">
            <a:extLst>
              <a:ext uri="{FF2B5EF4-FFF2-40B4-BE49-F238E27FC236}">
                <a16:creationId xmlns:a16="http://schemas.microsoft.com/office/drawing/2014/main" id="{33D114B8-DC9A-48D2-A74A-F586BE6627FF}"/>
              </a:ext>
            </a:extLst>
          </p:cNvPr>
          <p:cNvGrpSpPr>
            <a:grpSpLocks/>
          </p:cNvGrpSpPr>
          <p:nvPr/>
        </p:nvGrpSpPr>
        <p:grpSpPr bwMode="auto">
          <a:xfrm>
            <a:off x="5353050" y="2984500"/>
            <a:ext cx="315913" cy="103188"/>
            <a:chOff x="3372" y="1847"/>
            <a:chExt cx="199" cy="65"/>
          </a:xfrm>
        </p:grpSpPr>
        <p:sp>
          <p:nvSpPr>
            <p:cNvPr id="105" name="Freeform 113">
              <a:extLst>
                <a:ext uri="{FF2B5EF4-FFF2-40B4-BE49-F238E27FC236}">
                  <a16:creationId xmlns:a16="http://schemas.microsoft.com/office/drawing/2014/main" id="{757878EB-BC76-6F4C-B80F-A9DC7793B3E3}"/>
                </a:ext>
              </a:extLst>
            </p:cNvPr>
            <p:cNvSpPr>
              <a:spLocks/>
            </p:cNvSpPr>
            <p:nvPr/>
          </p:nvSpPr>
          <p:spPr bwMode="auto">
            <a:xfrm>
              <a:off x="3495" y="1847"/>
              <a:ext cx="76" cy="65"/>
            </a:xfrm>
            <a:custGeom>
              <a:avLst/>
              <a:gdLst>
                <a:gd name="T0" fmla="*/ 76 w 76"/>
                <a:gd name="T1" fmla="*/ 33 h 65"/>
                <a:gd name="T2" fmla="*/ 0 w 76"/>
                <a:gd name="T3" fmla="*/ 65 h 65"/>
                <a:gd name="T4" fmla="*/ 0 w 76"/>
                <a:gd name="T5" fmla="*/ 0 h 65"/>
                <a:gd name="T6" fmla="*/ 76 w 76"/>
                <a:gd name="T7" fmla="*/ 33 h 65"/>
              </a:gdLst>
              <a:ahLst/>
              <a:cxnLst>
                <a:cxn ang="0">
                  <a:pos x="T0" y="T1"/>
                </a:cxn>
                <a:cxn ang="0">
                  <a:pos x="T2" y="T3"/>
                </a:cxn>
                <a:cxn ang="0">
                  <a:pos x="T4" y="T5"/>
                </a:cxn>
                <a:cxn ang="0">
                  <a:pos x="T6" y="T7"/>
                </a:cxn>
              </a:cxnLst>
              <a:rect l="0" t="0" r="r" b="b"/>
              <a:pathLst>
                <a:path w="76" h="65">
                  <a:moveTo>
                    <a:pt x="76" y="33"/>
                  </a:moveTo>
                  <a:lnTo>
                    <a:pt x="0" y="65"/>
                  </a:lnTo>
                  <a:lnTo>
                    <a:pt x="0" y="0"/>
                  </a:lnTo>
                  <a:lnTo>
                    <a:pt x="76"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6" name="Line 114">
              <a:extLst>
                <a:ext uri="{FF2B5EF4-FFF2-40B4-BE49-F238E27FC236}">
                  <a16:creationId xmlns:a16="http://schemas.microsoft.com/office/drawing/2014/main" id="{BB4756A7-6337-E843-A577-A0535790FFF5}"/>
                </a:ext>
              </a:extLst>
            </p:cNvPr>
            <p:cNvSpPr>
              <a:spLocks noChangeShapeType="1"/>
            </p:cNvSpPr>
            <p:nvPr/>
          </p:nvSpPr>
          <p:spPr bwMode="auto">
            <a:xfrm flipH="1">
              <a:off x="3372" y="1880"/>
              <a:ext cx="16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07" name="AutoShape 116">
            <a:extLst>
              <a:ext uri="{FF2B5EF4-FFF2-40B4-BE49-F238E27FC236}">
                <a16:creationId xmlns:a16="http://schemas.microsoft.com/office/drawing/2014/main" id="{370E3DF5-0A6F-AF4F-A998-6363260C4FCE}"/>
              </a:ext>
            </a:extLst>
          </p:cNvPr>
          <p:cNvSpPr>
            <a:spLocks noChangeArrowheads="1"/>
          </p:cNvSpPr>
          <p:nvPr/>
        </p:nvSpPr>
        <p:spPr bwMode="auto">
          <a:xfrm>
            <a:off x="4973638" y="2886075"/>
            <a:ext cx="384175" cy="307975"/>
          </a:xfrm>
          <a:prstGeom prst="roundRect">
            <a:avLst>
              <a:gd name="adj" fmla="val 46153"/>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96" name="Rectangle 117">
            <a:extLst>
              <a:ext uri="{FF2B5EF4-FFF2-40B4-BE49-F238E27FC236}">
                <a16:creationId xmlns:a16="http://schemas.microsoft.com/office/drawing/2014/main" id="{721841D0-8362-4EF4-9222-D8B7363A5D89}"/>
              </a:ext>
            </a:extLst>
          </p:cNvPr>
          <p:cNvSpPr>
            <a:spLocks noChangeArrowheads="1"/>
          </p:cNvSpPr>
          <p:nvPr/>
        </p:nvSpPr>
        <p:spPr bwMode="auto">
          <a:xfrm>
            <a:off x="4994275" y="2941638"/>
            <a:ext cx="2762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Courier New" panose="02070309020205020404" pitchFamily="49" charset="0"/>
                <a:ea typeface="宋体" panose="02010600030101010101" pitchFamily="2" charset="-122"/>
              </a:rPr>
              <a:t>&lt;&lt;2</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4997" name="Group 120">
            <a:extLst>
              <a:ext uri="{FF2B5EF4-FFF2-40B4-BE49-F238E27FC236}">
                <a16:creationId xmlns:a16="http://schemas.microsoft.com/office/drawing/2014/main" id="{B6A7B097-5796-4E0D-9533-140A9C26E8FA}"/>
              </a:ext>
            </a:extLst>
          </p:cNvPr>
          <p:cNvGrpSpPr>
            <a:grpSpLocks/>
          </p:cNvGrpSpPr>
          <p:nvPr/>
        </p:nvGrpSpPr>
        <p:grpSpPr bwMode="auto">
          <a:xfrm>
            <a:off x="1941513" y="2447925"/>
            <a:ext cx="3727450" cy="101600"/>
            <a:chOff x="1223" y="1509"/>
            <a:chExt cx="2348" cy="64"/>
          </a:xfrm>
        </p:grpSpPr>
        <p:sp>
          <p:nvSpPr>
            <p:cNvPr id="110" name="Freeform 118">
              <a:extLst>
                <a:ext uri="{FF2B5EF4-FFF2-40B4-BE49-F238E27FC236}">
                  <a16:creationId xmlns:a16="http://schemas.microsoft.com/office/drawing/2014/main" id="{59AE19D0-C1EA-1A42-BA42-097732ADF249}"/>
                </a:ext>
              </a:extLst>
            </p:cNvPr>
            <p:cNvSpPr>
              <a:spLocks/>
            </p:cNvSpPr>
            <p:nvPr/>
          </p:nvSpPr>
          <p:spPr bwMode="auto">
            <a:xfrm>
              <a:off x="3495" y="1509"/>
              <a:ext cx="76" cy="64"/>
            </a:xfrm>
            <a:custGeom>
              <a:avLst/>
              <a:gdLst>
                <a:gd name="T0" fmla="*/ 76 w 76"/>
                <a:gd name="T1" fmla="*/ 32 h 64"/>
                <a:gd name="T2" fmla="*/ 0 w 76"/>
                <a:gd name="T3" fmla="*/ 64 h 64"/>
                <a:gd name="T4" fmla="*/ 0 w 76"/>
                <a:gd name="T5" fmla="*/ 0 h 64"/>
                <a:gd name="T6" fmla="*/ 76 w 76"/>
                <a:gd name="T7" fmla="*/ 32 h 64"/>
              </a:gdLst>
              <a:ahLst/>
              <a:cxnLst>
                <a:cxn ang="0">
                  <a:pos x="T0" y="T1"/>
                </a:cxn>
                <a:cxn ang="0">
                  <a:pos x="T2" y="T3"/>
                </a:cxn>
                <a:cxn ang="0">
                  <a:pos x="T4" y="T5"/>
                </a:cxn>
                <a:cxn ang="0">
                  <a:pos x="T6" y="T7"/>
                </a:cxn>
              </a:cxnLst>
              <a:rect l="0" t="0" r="r" b="b"/>
              <a:pathLst>
                <a:path w="76" h="64">
                  <a:moveTo>
                    <a:pt x="76" y="32"/>
                  </a:moveTo>
                  <a:lnTo>
                    <a:pt x="0" y="64"/>
                  </a:lnTo>
                  <a:lnTo>
                    <a:pt x="0" y="0"/>
                  </a:lnTo>
                  <a:lnTo>
                    <a:pt x="76"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11" name="Line 119">
              <a:extLst>
                <a:ext uri="{FF2B5EF4-FFF2-40B4-BE49-F238E27FC236}">
                  <a16:creationId xmlns:a16="http://schemas.microsoft.com/office/drawing/2014/main" id="{085B81EC-70D2-AB4A-A33C-3C9D06C9E090}"/>
                </a:ext>
              </a:extLst>
            </p:cNvPr>
            <p:cNvSpPr>
              <a:spLocks noChangeShapeType="1"/>
            </p:cNvSpPr>
            <p:nvPr/>
          </p:nvSpPr>
          <p:spPr bwMode="auto">
            <a:xfrm flipH="1">
              <a:off x="1223" y="1541"/>
              <a:ext cx="231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12" name="Rectangle 121">
            <a:extLst>
              <a:ext uri="{FF2B5EF4-FFF2-40B4-BE49-F238E27FC236}">
                <a16:creationId xmlns:a16="http://schemas.microsoft.com/office/drawing/2014/main" id="{7972D372-AAE8-8545-B1B5-4243F4797832}"/>
              </a:ext>
            </a:extLst>
          </p:cNvPr>
          <p:cNvSpPr>
            <a:spLocks noChangeArrowheads="1"/>
          </p:cNvSpPr>
          <p:nvPr/>
        </p:nvSpPr>
        <p:spPr bwMode="auto">
          <a:xfrm>
            <a:off x="906463" y="3006725"/>
            <a:ext cx="1116012" cy="10747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4999" name="Rectangle 122">
            <a:extLst>
              <a:ext uri="{FF2B5EF4-FFF2-40B4-BE49-F238E27FC236}">
                <a16:creationId xmlns:a16="http://schemas.microsoft.com/office/drawing/2014/main" id="{17EEA341-ABCF-469A-90D8-3FC4D9071C01}"/>
              </a:ext>
            </a:extLst>
          </p:cNvPr>
          <p:cNvSpPr>
            <a:spLocks noChangeArrowheads="1"/>
          </p:cNvSpPr>
          <p:nvPr/>
        </p:nvSpPr>
        <p:spPr bwMode="auto">
          <a:xfrm>
            <a:off x="1804988" y="3171825"/>
            <a:ext cx="1651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RD</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00" name="Rectangle 123">
            <a:extLst>
              <a:ext uri="{FF2B5EF4-FFF2-40B4-BE49-F238E27FC236}">
                <a16:creationId xmlns:a16="http://schemas.microsoft.com/office/drawing/2014/main" id="{357DFA4E-FF60-4F66-9746-0652672AF772}"/>
              </a:ext>
            </a:extLst>
          </p:cNvPr>
          <p:cNvSpPr>
            <a:spLocks noChangeArrowheads="1"/>
          </p:cNvSpPr>
          <p:nvPr/>
        </p:nvSpPr>
        <p:spPr bwMode="auto">
          <a:xfrm>
            <a:off x="1063625" y="3343275"/>
            <a:ext cx="78898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Instruction</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01" name="Rectangle 124">
            <a:extLst>
              <a:ext uri="{FF2B5EF4-FFF2-40B4-BE49-F238E27FC236}">
                <a16:creationId xmlns:a16="http://schemas.microsoft.com/office/drawing/2014/main" id="{0E5ABA73-40ED-4CE7-80B2-4738E9946BDA}"/>
              </a:ext>
            </a:extLst>
          </p:cNvPr>
          <p:cNvSpPr>
            <a:spLocks noChangeArrowheads="1"/>
          </p:cNvSpPr>
          <p:nvPr/>
        </p:nvSpPr>
        <p:spPr bwMode="auto">
          <a:xfrm>
            <a:off x="1166813" y="3497263"/>
            <a:ext cx="58261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Memory</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02" name="Rectangle 125">
            <a:extLst>
              <a:ext uri="{FF2B5EF4-FFF2-40B4-BE49-F238E27FC236}">
                <a16:creationId xmlns:a16="http://schemas.microsoft.com/office/drawing/2014/main" id="{E7D6FFC6-CAE5-42C6-A0FB-BDCDABE40699}"/>
              </a:ext>
            </a:extLst>
          </p:cNvPr>
          <p:cNvSpPr>
            <a:spLocks noChangeArrowheads="1"/>
          </p:cNvSpPr>
          <p:nvPr/>
        </p:nvSpPr>
        <p:spPr bwMode="auto">
          <a:xfrm>
            <a:off x="962025" y="3171825"/>
            <a:ext cx="330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ADDR</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17" name="Rectangle 126">
            <a:extLst>
              <a:ext uri="{FF2B5EF4-FFF2-40B4-BE49-F238E27FC236}">
                <a16:creationId xmlns:a16="http://schemas.microsoft.com/office/drawing/2014/main" id="{995C5BB6-79AE-8341-A36E-C320B524FCEF}"/>
              </a:ext>
            </a:extLst>
          </p:cNvPr>
          <p:cNvSpPr>
            <a:spLocks noChangeArrowheads="1"/>
          </p:cNvSpPr>
          <p:nvPr/>
        </p:nvSpPr>
        <p:spPr bwMode="auto">
          <a:xfrm>
            <a:off x="292100" y="2698750"/>
            <a:ext cx="306388" cy="1074738"/>
          </a:xfrm>
          <a:prstGeom prst="rect">
            <a:avLst/>
          </a:prstGeom>
          <a:solidFill>
            <a:srgbClr val="FFFFFF"/>
          </a:solidFill>
          <a:ln w="25400">
            <a:solidFill>
              <a:srgbClr val="000000"/>
            </a:solidFill>
            <a:miter lim="800000"/>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5004" name="Group 129">
            <a:extLst>
              <a:ext uri="{FF2B5EF4-FFF2-40B4-BE49-F238E27FC236}">
                <a16:creationId xmlns:a16="http://schemas.microsoft.com/office/drawing/2014/main" id="{257A926B-AB62-4149-810C-0E46ABBADDD0}"/>
              </a:ext>
            </a:extLst>
          </p:cNvPr>
          <p:cNvGrpSpPr>
            <a:grpSpLocks/>
          </p:cNvGrpSpPr>
          <p:nvPr/>
        </p:nvGrpSpPr>
        <p:grpSpPr bwMode="auto">
          <a:xfrm>
            <a:off x="57150" y="3181350"/>
            <a:ext cx="239713" cy="101600"/>
            <a:chOff x="36" y="1971"/>
            <a:chExt cx="151" cy="64"/>
          </a:xfrm>
        </p:grpSpPr>
        <p:sp>
          <p:nvSpPr>
            <p:cNvPr id="119" name="Freeform 127">
              <a:extLst>
                <a:ext uri="{FF2B5EF4-FFF2-40B4-BE49-F238E27FC236}">
                  <a16:creationId xmlns:a16="http://schemas.microsoft.com/office/drawing/2014/main" id="{440ADA10-0582-434F-9452-1E086BCC3CEC}"/>
                </a:ext>
              </a:extLst>
            </p:cNvPr>
            <p:cNvSpPr>
              <a:spLocks/>
            </p:cNvSpPr>
            <p:nvPr/>
          </p:nvSpPr>
          <p:spPr bwMode="auto">
            <a:xfrm>
              <a:off x="112" y="1971"/>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0" name="Line 128">
              <a:extLst>
                <a:ext uri="{FF2B5EF4-FFF2-40B4-BE49-F238E27FC236}">
                  <a16:creationId xmlns:a16="http://schemas.microsoft.com/office/drawing/2014/main" id="{5B64DE9F-FF0B-AE4E-A864-E93673822199}"/>
                </a:ext>
              </a:extLst>
            </p:cNvPr>
            <p:cNvSpPr>
              <a:spLocks noChangeShapeType="1"/>
            </p:cNvSpPr>
            <p:nvPr/>
          </p:nvSpPr>
          <p:spPr bwMode="auto">
            <a:xfrm flipH="1">
              <a:off x="36" y="2003"/>
              <a:ext cx="11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5005" name="Group 132">
            <a:extLst>
              <a:ext uri="{FF2B5EF4-FFF2-40B4-BE49-F238E27FC236}">
                <a16:creationId xmlns:a16="http://schemas.microsoft.com/office/drawing/2014/main" id="{C08102B0-CDC7-4345-AF32-1C615815AA50}"/>
              </a:ext>
            </a:extLst>
          </p:cNvPr>
          <p:cNvGrpSpPr>
            <a:grpSpLocks/>
          </p:cNvGrpSpPr>
          <p:nvPr/>
        </p:nvGrpSpPr>
        <p:grpSpPr bwMode="auto">
          <a:xfrm>
            <a:off x="595313" y="3181350"/>
            <a:ext cx="314325" cy="101600"/>
            <a:chOff x="375" y="1971"/>
            <a:chExt cx="198" cy="64"/>
          </a:xfrm>
        </p:grpSpPr>
        <p:sp>
          <p:nvSpPr>
            <p:cNvPr id="122" name="Freeform 130">
              <a:extLst>
                <a:ext uri="{FF2B5EF4-FFF2-40B4-BE49-F238E27FC236}">
                  <a16:creationId xmlns:a16="http://schemas.microsoft.com/office/drawing/2014/main" id="{642720C6-9A08-1D4C-BEE4-F801E10ACE19}"/>
                </a:ext>
              </a:extLst>
            </p:cNvPr>
            <p:cNvSpPr>
              <a:spLocks/>
            </p:cNvSpPr>
            <p:nvPr/>
          </p:nvSpPr>
          <p:spPr bwMode="auto">
            <a:xfrm>
              <a:off x="498" y="1971"/>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3" name="Line 131">
              <a:extLst>
                <a:ext uri="{FF2B5EF4-FFF2-40B4-BE49-F238E27FC236}">
                  <a16:creationId xmlns:a16="http://schemas.microsoft.com/office/drawing/2014/main" id="{764B53ED-34E1-8A46-ACFD-FC2BE2053FE1}"/>
                </a:ext>
              </a:extLst>
            </p:cNvPr>
            <p:cNvSpPr>
              <a:spLocks noChangeShapeType="1"/>
            </p:cNvSpPr>
            <p:nvPr/>
          </p:nvSpPr>
          <p:spPr bwMode="auto">
            <a:xfrm flipH="1">
              <a:off x="375" y="2003"/>
              <a:ext cx="16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25006" name="Rectangle 133">
            <a:extLst>
              <a:ext uri="{FF2B5EF4-FFF2-40B4-BE49-F238E27FC236}">
                <a16:creationId xmlns:a16="http://schemas.microsoft.com/office/drawing/2014/main" id="{A88E21DB-F9F0-4F5C-AE31-D315C1B4E402}"/>
              </a:ext>
            </a:extLst>
          </p:cNvPr>
          <p:cNvSpPr>
            <a:spLocks noChangeArrowheads="1"/>
          </p:cNvSpPr>
          <p:nvPr/>
        </p:nvSpPr>
        <p:spPr bwMode="auto">
          <a:xfrm>
            <a:off x="339725" y="2882900"/>
            <a:ext cx="211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PC</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5007" name="Group 136">
            <a:extLst>
              <a:ext uri="{FF2B5EF4-FFF2-40B4-BE49-F238E27FC236}">
                <a16:creationId xmlns:a16="http://schemas.microsoft.com/office/drawing/2014/main" id="{9164659A-E7B2-499A-9F8B-AEC23A5D8E9B}"/>
              </a:ext>
            </a:extLst>
          </p:cNvPr>
          <p:cNvGrpSpPr>
            <a:grpSpLocks/>
          </p:cNvGrpSpPr>
          <p:nvPr/>
        </p:nvGrpSpPr>
        <p:grpSpPr bwMode="auto">
          <a:xfrm>
            <a:off x="714375" y="2063750"/>
            <a:ext cx="852488" cy="103188"/>
            <a:chOff x="450" y="1267"/>
            <a:chExt cx="537" cy="65"/>
          </a:xfrm>
        </p:grpSpPr>
        <p:sp>
          <p:nvSpPr>
            <p:cNvPr id="126" name="Freeform 134">
              <a:extLst>
                <a:ext uri="{FF2B5EF4-FFF2-40B4-BE49-F238E27FC236}">
                  <a16:creationId xmlns:a16="http://schemas.microsoft.com/office/drawing/2014/main" id="{C85D6474-1AD1-0F46-A73F-5B7B673E1E82}"/>
                </a:ext>
              </a:extLst>
            </p:cNvPr>
            <p:cNvSpPr>
              <a:spLocks/>
            </p:cNvSpPr>
            <p:nvPr/>
          </p:nvSpPr>
          <p:spPr bwMode="auto">
            <a:xfrm>
              <a:off x="912" y="1267"/>
              <a:ext cx="75" cy="65"/>
            </a:xfrm>
            <a:custGeom>
              <a:avLst/>
              <a:gdLst>
                <a:gd name="T0" fmla="*/ 75 w 75"/>
                <a:gd name="T1" fmla="*/ 32 h 65"/>
                <a:gd name="T2" fmla="*/ 0 w 75"/>
                <a:gd name="T3" fmla="*/ 65 h 65"/>
                <a:gd name="T4" fmla="*/ 0 w 75"/>
                <a:gd name="T5" fmla="*/ 0 h 65"/>
                <a:gd name="T6" fmla="*/ 75 w 75"/>
                <a:gd name="T7" fmla="*/ 32 h 65"/>
              </a:gdLst>
              <a:ahLst/>
              <a:cxnLst>
                <a:cxn ang="0">
                  <a:pos x="T0" y="T1"/>
                </a:cxn>
                <a:cxn ang="0">
                  <a:pos x="T2" y="T3"/>
                </a:cxn>
                <a:cxn ang="0">
                  <a:pos x="T4" y="T5"/>
                </a:cxn>
                <a:cxn ang="0">
                  <a:pos x="T6" y="T7"/>
                </a:cxn>
              </a:cxnLst>
              <a:rect l="0" t="0" r="r" b="b"/>
              <a:pathLst>
                <a:path w="75" h="65">
                  <a:moveTo>
                    <a:pt x="75" y="32"/>
                  </a:moveTo>
                  <a:lnTo>
                    <a:pt x="0" y="65"/>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 name="Line 135">
              <a:extLst>
                <a:ext uri="{FF2B5EF4-FFF2-40B4-BE49-F238E27FC236}">
                  <a16:creationId xmlns:a16="http://schemas.microsoft.com/office/drawing/2014/main" id="{981630A8-5C88-A944-844B-ED615A523903}"/>
                </a:ext>
              </a:extLst>
            </p:cNvPr>
            <p:cNvSpPr>
              <a:spLocks noChangeShapeType="1"/>
            </p:cNvSpPr>
            <p:nvPr/>
          </p:nvSpPr>
          <p:spPr bwMode="auto">
            <a:xfrm flipH="1">
              <a:off x="450" y="1299"/>
              <a:ext cx="49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25008" name="Rectangle 137">
            <a:extLst>
              <a:ext uri="{FF2B5EF4-FFF2-40B4-BE49-F238E27FC236}">
                <a16:creationId xmlns:a16="http://schemas.microsoft.com/office/drawing/2014/main" id="{D881110B-5B84-4E4D-BE05-34A75C825B0A}"/>
              </a:ext>
            </a:extLst>
          </p:cNvPr>
          <p:cNvSpPr>
            <a:spLocks noChangeArrowheads="1"/>
          </p:cNvSpPr>
          <p:nvPr/>
        </p:nvSpPr>
        <p:spPr bwMode="auto">
          <a:xfrm>
            <a:off x="1038225" y="2584450"/>
            <a:ext cx="635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4</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5009" name="Group 140">
            <a:extLst>
              <a:ext uri="{FF2B5EF4-FFF2-40B4-BE49-F238E27FC236}">
                <a16:creationId xmlns:a16="http://schemas.microsoft.com/office/drawing/2014/main" id="{E2391C8A-CBE4-4575-9EC8-16A311E744ED}"/>
              </a:ext>
            </a:extLst>
          </p:cNvPr>
          <p:cNvGrpSpPr>
            <a:grpSpLocks/>
          </p:cNvGrpSpPr>
          <p:nvPr/>
        </p:nvGrpSpPr>
        <p:grpSpPr bwMode="auto">
          <a:xfrm>
            <a:off x="1174750" y="2601913"/>
            <a:ext cx="392113" cy="101600"/>
            <a:chOff x="740" y="1606"/>
            <a:chExt cx="247" cy="64"/>
          </a:xfrm>
        </p:grpSpPr>
        <p:sp>
          <p:nvSpPr>
            <p:cNvPr id="130" name="Freeform 138">
              <a:extLst>
                <a:ext uri="{FF2B5EF4-FFF2-40B4-BE49-F238E27FC236}">
                  <a16:creationId xmlns:a16="http://schemas.microsoft.com/office/drawing/2014/main" id="{C28FDC3E-9808-A04B-A3C8-8B7106DF7DCF}"/>
                </a:ext>
              </a:extLst>
            </p:cNvPr>
            <p:cNvSpPr>
              <a:spLocks/>
            </p:cNvSpPr>
            <p:nvPr/>
          </p:nvSpPr>
          <p:spPr bwMode="auto">
            <a:xfrm>
              <a:off x="912" y="1606"/>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31" name="Line 139">
              <a:extLst>
                <a:ext uri="{FF2B5EF4-FFF2-40B4-BE49-F238E27FC236}">
                  <a16:creationId xmlns:a16="http://schemas.microsoft.com/office/drawing/2014/main" id="{24099EA1-62BF-6843-BD09-0A14BC1145F6}"/>
                </a:ext>
              </a:extLst>
            </p:cNvPr>
            <p:cNvSpPr>
              <a:spLocks noChangeShapeType="1"/>
            </p:cNvSpPr>
            <p:nvPr/>
          </p:nvSpPr>
          <p:spPr bwMode="auto">
            <a:xfrm flipH="1">
              <a:off x="740" y="1638"/>
              <a:ext cx="20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5010" name="Group 144">
            <a:extLst>
              <a:ext uri="{FF2B5EF4-FFF2-40B4-BE49-F238E27FC236}">
                <a16:creationId xmlns:a16="http://schemas.microsoft.com/office/drawing/2014/main" id="{473AE13D-6D2E-40AB-9A8C-1FB2FE0774E2}"/>
              </a:ext>
            </a:extLst>
          </p:cNvPr>
          <p:cNvGrpSpPr>
            <a:grpSpLocks/>
          </p:cNvGrpSpPr>
          <p:nvPr/>
        </p:nvGrpSpPr>
        <p:grpSpPr bwMode="auto">
          <a:xfrm>
            <a:off x="1558925" y="1927225"/>
            <a:ext cx="400050" cy="938213"/>
            <a:chOff x="982" y="1181"/>
            <a:chExt cx="252" cy="591"/>
          </a:xfrm>
        </p:grpSpPr>
        <p:sp>
          <p:nvSpPr>
            <p:cNvPr id="133" name="Freeform 141">
              <a:extLst>
                <a:ext uri="{FF2B5EF4-FFF2-40B4-BE49-F238E27FC236}">
                  <a16:creationId xmlns:a16="http://schemas.microsoft.com/office/drawing/2014/main" id="{79326543-0198-9848-88DC-5A42FD700CDF}"/>
                </a:ext>
              </a:extLst>
            </p:cNvPr>
            <p:cNvSpPr>
              <a:spLocks/>
            </p:cNvSpPr>
            <p:nvPr/>
          </p:nvSpPr>
          <p:spPr bwMode="auto">
            <a:xfrm>
              <a:off x="982" y="1181"/>
              <a:ext cx="241" cy="580"/>
            </a:xfrm>
            <a:custGeom>
              <a:avLst/>
              <a:gdLst>
                <a:gd name="T0" fmla="*/ 0 w 241"/>
                <a:gd name="T1" fmla="*/ 0 h 580"/>
                <a:gd name="T2" fmla="*/ 0 w 241"/>
                <a:gd name="T3" fmla="*/ 242 h 580"/>
                <a:gd name="T4" fmla="*/ 48 w 241"/>
                <a:gd name="T5" fmla="*/ 290 h 580"/>
                <a:gd name="T6" fmla="*/ 0 w 241"/>
                <a:gd name="T7" fmla="*/ 339 h 580"/>
                <a:gd name="T8" fmla="*/ 0 w 241"/>
                <a:gd name="T9" fmla="*/ 580 h 580"/>
                <a:gd name="T10" fmla="*/ 241 w 241"/>
                <a:gd name="T11" fmla="*/ 435 h 580"/>
                <a:gd name="T12" fmla="*/ 241 w 241"/>
                <a:gd name="T13" fmla="*/ 145 h 580"/>
                <a:gd name="T14" fmla="*/ 0 w 241"/>
                <a:gd name="T15" fmla="*/ 0 h 5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1" h="580">
                  <a:moveTo>
                    <a:pt x="0" y="0"/>
                  </a:moveTo>
                  <a:lnTo>
                    <a:pt x="0" y="242"/>
                  </a:lnTo>
                  <a:lnTo>
                    <a:pt x="48" y="290"/>
                  </a:lnTo>
                  <a:lnTo>
                    <a:pt x="0" y="339"/>
                  </a:lnTo>
                  <a:lnTo>
                    <a:pt x="0" y="580"/>
                  </a:lnTo>
                  <a:lnTo>
                    <a:pt x="241" y="435"/>
                  </a:lnTo>
                  <a:lnTo>
                    <a:pt x="241" y="145"/>
                  </a:lnTo>
                  <a:lnTo>
                    <a:pt x="0" y="0"/>
                  </a:lnTo>
                  <a:close/>
                </a:path>
              </a:pathLst>
            </a:custGeom>
            <a:solidFill>
              <a:srgbClr val="FFFFFF"/>
            </a:solidFill>
            <a:ln w="25400">
              <a:solidFill>
                <a:srgbClr val="000000"/>
              </a:solidFill>
              <a:prstDash val="solid"/>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34" name="Freeform 142">
              <a:extLst>
                <a:ext uri="{FF2B5EF4-FFF2-40B4-BE49-F238E27FC236}">
                  <a16:creationId xmlns:a16="http://schemas.microsoft.com/office/drawing/2014/main" id="{1197F63B-0983-D745-9BB0-3BA3AD27FA06}"/>
                </a:ext>
              </a:extLst>
            </p:cNvPr>
            <p:cNvSpPr>
              <a:spLocks/>
            </p:cNvSpPr>
            <p:nvPr/>
          </p:nvSpPr>
          <p:spPr bwMode="auto">
            <a:xfrm>
              <a:off x="992" y="1192"/>
              <a:ext cx="242" cy="580"/>
            </a:xfrm>
            <a:custGeom>
              <a:avLst/>
              <a:gdLst>
                <a:gd name="T0" fmla="*/ 0 w 242"/>
                <a:gd name="T1" fmla="*/ 0 h 580"/>
                <a:gd name="T2" fmla="*/ 0 w 242"/>
                <a:gd name="T3" fmla="*/ 242 h 580"/>
                <a:gd name="T4" fmla="*/ 49 w 242"/>
                <a:gd name="T5" fmla="*/ 290 h 580"/>
                <a:gd name="T6" fmla="*/ 0 w 242"/>
                <a:gd name="T7" fmla="*/ 338 h 580"/>
                <a:gd name="T8" fmla="*/ 0 w 242"/>
                <a:gd name="T9" fmla="*/ 580 h 580"/>
                <a:gd name="T10" fmla="*/ 242 w 242"/>
                <a:gd name="T11" fmla="*/ 435 h 580"/>
                <a:gd name="T12" fmla="*/ 242 w 242"/>
                <a:gd name="T13" fmla="*/ 145 h 580"/>
                <a:gd name="T14" fmla="*/ 0 w 242"/>
                <a:gd name="T15" fmla="*/ 0 h 5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580">
                  <a:moveTo>
                    <a:pt x="0" y="0"/>
                  </a:moveTo>
                  <a:lnTo>
                    <a:pt x="0" y="242"/>
                  </a:lnTo>
                  <a:lnTo>
                    <a:pt x="49" y="290"/>
                  </a:lnTo>
                  <a:lnTo>
                    <a:pt x="0" y="338"/>
                  </a:lnTo>
                  <a:lnTo>
                    <a:pt x="0" y="580"/>
                  </a:lnTo>
                  <a:lnTo>
                    <a:pt x="242" y="435"/>
                  </a:lnTo>
                  <a:lnTo>
                    <a:pt x="242" y="14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5054" name="Rectangle 143">
              <a:extLst>
                <a:ext uri="{FF2B5EF4-FFF2-40B4-BE49-F238E27FC236}">
                  <a16:creationId xmlns:a16="http://schemas.microsoft.com/office/drawing/2014/main" id="{4C8F6723-E324-407C-A0B1-F51EBD8241F8}"/>
                </a:ext>
              </a:extLst>
            </p:cNvPr>
            <p:cNvSpPr>
              <a:spLocks noChangeArrowheads="1"/>
            </p:cNvSpPr>
            <p:nvPr/>
          </p:nvSpPr>
          <p:spPr bwMode="auto">
            <a:xfrm>
              <a:off x="1019" y="1326"/>
              <a:ext cx="15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ADD</a:t>
              </a:r>
              <a:endParaRPr kumimoji="0" lang="en-US" altLang="zh-CN" sz="1200">
                <a:solidFill>
                  <a:srgbClr val="000000"/>
                </a:solidFill>
                <a:latin typeface="Tahoma" panose="020B0604030504040204" pitchFamily="34" charset="0"/>
                <a:ea typeface="宋体" panose="02010600030101010101" pitchFamily="2" charset="-122"/>
              </a:endParaRPr>
            </a:p>
          </p:txBody>
        </p:sp>
      </p:grpSp>
      <p:sp>
        <p:nvSpPr>
          <p:cNvPr id="136" name="Line 145">
            <a:extLst>
              <a:ext uri="{FF2B5EF4-FFF2-40B4-BE49-F238E27FC236}">
                <a16:creationId xmlns:a16="http://schemas.microsoft.com/office/drawing/2014/main" id="{24C69F8C-E463-B841-B46C-8BFAA3F6B5D7}"/>
              </a:ext>
            </a:extLst>
          </p:cNvPr>
          <p:cNvSpPr>
            <a:spLocks noChangeShapeType="1"/>
          </p:cNvSpPr>
          <p:nvPr/>
        </p:nvSpPr>
        <p:spPr bwMode="auto">
          <a:xfrm>
            <a:off x="714375" y="2114550"/>
            <a:ext cx="1588" cy="11176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37" name="Line 146">
            <a:extLst>
              <a:ext uri="{FF2B5EF4-FFF2-40B4-BE49-F238E27FC236}">
                <a16:creationId xmlns:a16="http://schemas.microsoft.com/office/drawing/2014/main" id="{CA60CA0D-3A16-C547-B66B-AFC65053AD63}"/>
              </a:ext>
            </a:extLst>
          </p:cNvPr>
          <p:cNvSpPr>
            <a:spLocks noChangeShapeType="1"/>
          </p:cNvSpPr>
          <p:nvPr/>
        </p:nvSpPr>
        <p:spPr bwMode="auto">
          <a:xfrm>
            <a:off x="57150" y="1731963"/>
            <a:ext cx="1588" cy="1500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38" name="Line 147">
            <a:extLst>
              <a:ext uri="{FF2B5EF4-FFF2-40B4-BE49-F238E27FC236}">
                <a16:creationId xmlns:a16="http://schemas.microsoft.com/office/drawing/2014/main" id="{0B847ADB-6E4C-174E-8DFA-027A14F1FC5C}"/>
              </a:ext>
            </a:extLst>
          </p:cNvPr>
          <p:cNvSpPr>
            <a:spLocks noChangeShapeType="1"/>
          </p:cNvSpPr>
          <p:nvPr/>
        </p:nvSpPr>
        <p:spPr bwMode="auto">
          <a:xfrm flipH="1">
            <a:off x="1098550" y="1620838"/>
            <a:ext cx="5405438"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5014" name="Group 151">
            <a:extLst>
              <a:ext uri="{FF2B5EF4-FFF2-40B4-BE49-F238E27FC236}">
                <a16:creationId xmlns:a16="http://schemas.microsoft.com/office/drawing/2014/main" id="{BA91E780-5E23-466A-A7A9-C8B9410FD1B2}"/>
              </a:ext>
            </a:extLst>
          </p:cNvPr>
          <p:cNvGrpSpPr>
            <a:grpSpLocks/>
          </p:cNvGrpSpPr>
          <p:nvPr/>
        </p:nvGrpSpPr>
        <p:grpSpPr bwMode="auto">
          <a:xfrm>
            <a:off x="5659438" y="2311400"/>
            <a:ext cx="401637" cy="938213"/>
            <a:chOff x="3565" y="1423"/>
            <a:chExt cx="253" cy="591"/>
          </a:xfrm>
        </p:grpSpPr>
        <p:sp>
          <p:nvSpPr>
            <p:cNvPr id="140" name="Freeform 148">
              <a:extLst>
                <a:ext uri="{FF2B5EF4-FFF2-40B4-BE49-F238E27FC236}">
                  <a16:creationId xmlns:a16="http://schemas.microsoft.com/office/drawing/2014/main" id="{CABD3494-E1DD-5C4D-9D34-C4D047AA3A99}"/>
                </a:ext>
              </a:extLst>
            </p:cNvPr>
            <p:cNvSpPr>
              <a:spLocks/>
            </p:cNvSpPr>
            <p:nvPr/>
          </p:nvSpPr>
          <p:spPr bwMode="auto">
            <a:xfrm>
              <a:off x="3565" y="1423"/>
              <a:ext cx="242" cy="580"/>
            </a:xfrm>
            <a:custGeom>
              <a:avLst/>
              <a:gdLst>
                <a:gd name="T0" fmla="*/ 0 w 242"/>
                <a:gd name="T1" fmla="*/ 0 h 580"/>
                <a:gd name="T2" fmla="*/ 0 w 242"/>
                <a:gd name="T3" fmla="*/ 242 h 580"/>
                <a:gd name="T4" fmla="*/ 49 w 242"/>
                <a:gd name="T5" fmla="*/ 290 h 580"/>
                <a:gd name="T6" fmla="*/ 0 w 242"/>
                <a:gd name="T7" fmla="*/ 338 h 580"/>
                <a:gd name="T8" fmla="*/ 0 w 242"/>
                <a:gd name="T9" fmla="*/ 580 h 580"/>
                <a:gd name="T10" fmla="*/ 242 w 242"/>
                <a:gd name="T11" fmla="*/ 435 h 580"/>
                <a:gd name="T12" fmla="*/ 242 w 242"/>
                <a:gd name="T13" fmla="*/ 145 h 580"/>
                <a:gd name="T14" fmla="*/ 0 w 242"/>
                <a:gd name="T15" fmla="*/ 0 h 5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580">
                  <a:moveTo>
                    <a:pt x="0" y="0"/>
                  </a:moveTo>
                  <a:lnTo>
                    <a:pt x="0" y="242"/>
                  </a:lnTo>
                  <a:lnTo>
                    <a:pt x="49" y="290"/>
                  </a:lnTo>
                  <a:lnTo>
                    <a:pt x="0" y="338"/>
                  </a:lnTo>
                  <a:lnTo>
                    <a:pt x="0" y="580"/>
                  </a:lnTo>
                  <a:lnTo>
                    <a:pt x="242" y="435"/>
                  </a:lnTo>
                  <a:lnTo>
                    <a:pt x="242" y="145"/>
                  </a:lnTo>
                  <a:lnTo>
                    <a:pt x="0" y="0"/>
                  </a:lnTo>
                  <a:close/>
                </a:path>
              </a:pathLst>
            </a:custGeom>
            <a:solidFill>
              <a:srgbClr val="FFFFFF"/>
            </a:solidFill>
            <a:ln w="25400">
              <a:solidFill>
                <a:srgbClr val="000000"/>
              </a:solidFill>
              <a:prstDash val="solid"/>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1" name="Freeform 149">
              <a:extLst>
                <a:ext uri="{FF2B5EF4-FFF2-40B4-BE49-F238E27FC236}">
                  <a16:creationId xmlns:a16="http://schemas.microsoft.com/office/drawing/2014/main" id="{892260C1-29EE-1940-A897-55EB92C58D39}"/>
                </a:ext>
              </a:extLst>
            </p:cNvPr>
            <p:cNvSpPr>
              <a:spLocks/>
            </p:cNvSpPr>
            <p:nvPr/>
          </p:nvSpPr>
          <p:spPr bwMode="auto">
            <a:xfrm>
              <a:off x="3576" y="1434"/>
              <a:ext cx="242" cy="580"/>
            </a:xfrm>
            <a:custGeom>
              <a:avLst/>
              <a:gdLst>
                <a:gd name="T0" fmla="*/ 0 w 242"/>
                <a:gd name="T1" fmla="*/ 0 h 580"/>
                <a:gd name="T2" fmla="*/ 0 w 242"/>
                <a:gd name="T3" fmla="*/ 241 h 580"/>
                <a:gd name="T4" fmla="*/ 48 w 242"/>
                <a:gd name="T5" fmla="*/ 290 h 580"/>
                <a:gd name="T6" fmla="*/ 0 w 242"/>
                <a:gd name="T7" fmla="*/ 338 h 580"/>
                <a:gd name="T8" fmla="*/ 0 w 242"/>
                <a:gd name="T9" fmla="*/ 580 h 580"/>
                <a:gd name="T10" fmla="*/ 242 w 242"/>
                <a:gd name="T11" fmla="*/ 435 h 580"/>
                <a:gd name="T12" fmla="*/ 242 w 242"/>
                <a:gd name="T13" fmla="*/ 145 h 580"/>
                <a:gd name="T14" fmla="*/ 0 w 242"/>
                <a:gd name="T15" fmla="*/ 0 h 5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580">
                  <a:moveTo>
                    <a:pt x="0" y="0"/>
                  </a:moveTo>
                  <a:lnTo>
                    <a:pt x="0" y="241"/>
                  </a:lnTo>
                  <a:lnTo>
                    <a:pt x="48" y="290"/>
                  </a:lnTo>
                  <a:lnTo>
                    <a:pt x="0" y="338"/>
                  </a:lnTo>
                  <a:lnTo>
                    <a:pt x="0" y="580"/>
                  </a:lnTo>
                  <a:lnTo>
                    <a:pt x="242" y="435"/>
                  </a:lnTo>
                  <a:lnTo>
                    <a:pt x="242" y="14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5051" name="Rectangle 150">
              <a:extLst>
                <a:ext uri="{FF2B5EF4-FFF2-40B4-BE49-F238E27FC236}">
                  <a16:creationId xmlns:a16="http://schemas.microsoft.com/office/drawing/2014/main" id="{4B7EAB1F-5E41-472D-A9AC-D1F4299B5750}"/>
                </a:ext>
              </a:extLst>
            </p:cNvPr>
            <p:cNvSpPr>
              <a:spLocks noChangeArrowheads="1"/>
            </p:cNvSpPr>
            <p:nvPr/>
          </p:nvSpPr>
          <p:spPr bwMode="auto">
            <a:xfrm>
              <a:off x="3603" y="1568"/>
              <a:ext cx="15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ADD</a:t>
              </a:r>
              <a:endParaRPr kumimoji="0" lang="en-US" altLang="zh-CN" sz="1200">
                <a:solidFill>
                  <a:srgbClr val="000000"/>
                </a:solidFill>
                <a:latin typeface="Tahoma" panose="020B0604030504040204" pitchFamily="34" charset="0"/>
                <a:ea typeface="宋体" panose="02010600030101010101" pitchFamily="2" charset="-122"/>
              </a:endParaRPr>
            </a:p>
          </p:txBody>
        </p:sp>
      </p:grpSp>
      <p:grpSp>
        <p:nvGrpSpPr>
          <p:cNvPr id="125015" name="Group 157">
            <a:extLst>
              <a:ext uri="{FF2B5EF4-FFF2-40B4-BE49-F238E27FC236}">
                <a16:creationId xmlns:a16="http://schemas.microsoft.com/office/drawing/2014/main" id="{82EDA657-9EE7-4694-B739-BC82F36DE501}"/>
              </a:ext>
            </a:extLst>
          </p:cNvPr>
          <p:cNvGrpSpPr>
            <a:grpSpLocks/>
          </p:cNvGrpSpPr>
          <p:nvPr/>
        </p:nvGrpSpPr>
        <p:grpSpPr bwMode="auto">
          <a:xfrm>
            <a:off x="8686800" y="4572000"/>
            <a:ext cx="169863" cy="554038"/>
            <a:chOff x="5472" y="2847"/>
            <a:chExt cx="107" cy="349"/>
          </a:xfrm>
        </p:grpSpPr>
        <p:sp>
          <p:nvSpPr>
            <p:cNvPr id="144" name="Freeform 152">
              <a:extLst>
                <a:ext uri="{FF2B5EF4-FFF2-40B4-BE49-F238E27FC236}">
                  <a16:creationId xmlns:a16="http://schemas.microsoft.com/office/drawing/2014/main" id="{F33B9AAD-A121-A44D-8CC8-E919F61C9B73}"/>
                </a:ext>
              </a:extLst>
            </p:cNvPr>
            <p:cNvSpPr>
              <a:spLocks/>
            </p:cNvSpPr>
            <p:nvPr/>
          </p:nvSpPr>
          <p:spPr bwMode="auto">
            <a:xfrm>
              <a:off x="5472" y="2847"/>
              <a:ext cx="97" cy="338"/>
            </a:xfrm>
            <a:custGeom>
              <a:avLst/>
              <a:gdLst>
                <a:gd name="T0" fmla="*/ 0 w 97"/>
                <a:gd name="T1" fmla="*/ 0 h 338"/>
                <a:gd name="T2" fmla="*/ 0 w 97"/>
                <a:gd name="T3" fmla="*/ 338 h 338"/>
                <a:gd name="T4" fmla="*/ 97 w 97"/>
                <a:gd name="T5" fmla="*/ 268 h 338"/>
                <a:gd name="T6" fmla="*/ 97 w 97"/>
                <a:gd name="T7" fmla="*/ 75 h 338"/>
                <a:gd name="T8" fmla="*/ 0 w 97"/>
                <a:gd name="T9" fmla="*/ 0 h 338"/>
              </a:gdLst>
              <a:ahLst/>
              <a:cxnLst>
                <a:cxn ang="0">
                  <a:pos x="T0" y="T1"/>
                </a:cxn>
                <a:cxn ang="0">
                  <a:pos x="T2" y="T3"/>
                </a:cxn>
                <a:cxn ang="0">
                  <a:pos x="T4" y="T5"/>
                </a:cxn>
                <a:cxn ang="0">
                  <a:pos x="T6" y="T7"/>
                </a:cxn>
                <a:cxn ang="0">
                  <a:pos x="T8" y="T9"/>
                </a:cxn>
              </a:cxnLst>
              <a:rect l="0" t="0" r="r" b="b"/>
              <a:pathLst>
                <a:path w="97" h="338">
                  <a:moveTo>
                    <a:pt x="0" y="0"/>
                  </a:moveTo>
                  <a:lnTo>
                    <a:pt x="0" y="338"/>
                  </a:lnTo>
                  <a:lnTo>
                    <a:pt x="97" y="268"/>
                  </a:lnTo>
                  <a:lnTo>
                    <a:pt x="97" y="7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5" name="Freeform 153">
              <a:extLst>
                <a:ext uri="{FF2B5EF4-FFF2-40B4-BE49-F238E27FC236}">
                  <a16:creationId xmlns:a16="http://schemas.microsoft.com/office/drawing/2014/main" id="{6EF4044B-8387-3843-A00E-621F5F08A8FF}"/>
                </a:ext>
              </a:extLst>
            </p:cNvPr>
            <p:cNvSpPr>
              <a:spLocks/>
            </p:cNvSpPr>
            <p:nvPr/>
          </p:nvSpPr>
          <p:spPr bwMode="auto">
            <a:xfrm>
              <a:off x="5483" y="2857"/>
              <a:ext cx="96" cy="339"/>
            </a:xfrm>
            <a:custGeom>
              <a:avLst/>
              <a:gdLst>
                <a:gd name="T0" fmla="*/ 0 w 96"/>
                <a:gd name="T1" fmla="*/ 0 h 339"/>
                <a:gd name="T2" fmla="*/ 0 w 96"/>
                <a:gd name="T3" fmla="*/ 339 h 339"/>
                <a:gd name="T4" fmla="*/ 96 w 96"/>
                <a:gd name="T5" fmla="*/ 269 h 339"/>
                <a:gd name="T6" fmla="*/ 96 w 96"/>
                <a:gd name="T7" fmla="*/ 75 h 339"/>
                <a:gd name="T8" fmla="*/ 0 w 96"/>
                <a:gd name="T9" fmla="*/ 0 h 339"/>
              </a:gdLst>
              <a:ahLst/>
              <a:cxnLst>
                <a:cxn ang="0">
                  <a:pos x="T0" y="T1"/>
                </a:cxn>
                <a:cxn ang="0">
                  <a:pos x="T2" y="T3"/>
                </a:cxn>
                <a:cxn ang="0">
                  <a:pos x="T4" y="T5"/>
                </a:cxn>
                <a:cxn ang="0">
                  <a:pos x="T6" y="T7"/>
                </a:cxn>
                <a:cxn ang="0">
                  <a:pos x="T8" y="T9"/>
                </a:cxn>
              </a:cxnLst>
              <a:rect l="0" t="0" r="r" b="b"/>
              <a:pathLst>
                <a:path w="96" h="339">
                  <a:moveTo>
                    <a:pt x="0" y="0"/>
                  </a:moveTo>
                  <a:lnTo>
                    <a:pt x="0" y="339"/>
                  </a:lnTo>
                  <a:lnTo>
                    <a:pt x="96" y="269"/>
                  </a:lnTo>
                  <a:lnTo>
                    <a:pt x="96" y="7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5046" name="Rectangle 154">
              <a:extLst>
                <a:ext uri="{FF2B5EF4-FFF2-40B4-BE49-F238E27FC236}">
                  <a16:creationId xmlns:a16="http://schemas.microsoft.com/office/drawing/2014/main" id="{0EEC1604-03ED-4F0C-88A7-982C70F7D4BA}"/>
                </a:ext>
              </a:extLst>
            </p:cNvPr>
            <p:cNvSpPr>
              <a:spLocks noChangeArrowheads="1"/>
            </p:cNvSpPr>
            <p:nvPr/>
          </p:nvSpPr>
          <p:spPr bwMode="auto">
            <a:xfrm>
              <a:off x="5504" y="2927"/>
              <a:ext cx="47"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M</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47" name="Rectangle 155">
              <a:extLst>
                <a:ext uri="{FF2B5EF4-FFF2-40B4-BE49-F238E27FC236}">
                  <a16:creationId xmlns:a16="http://schemas.microsoft.com/office/drawing/2014/main" id="{7800FAAB-E6C1-42B8-928A-B8870333C1E2}"/>
                </a:ext>
              </a:extLst>
            </p:cNvPr>
            <p:cNvSpPr>
              <a:spLocks noChangeArrowheads="1"/>
            </p:cNvSpPr>
            <p:nvPr/>
          </p:nvSpPr>
          <p:spPr bwMode="auto">
            <a:xfrm>
              <a:off x="5504" y="2991"/>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U</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5048" name="Rectangle 156">
              <a:extLst>
                <a:ext uri="{FF2B5EF4-FFF2-40B4-BE49-F238E27FC236}">
                  <a16:creationId xmlns:a16="http://schemas.microsoft.com/office/drawing/2014/main" id="{DDED715E-8DE8-4D08-BA38-5D722DF4C83B}"/>
                </a:ext>
              </a:extLst>
            </p:cNvPr>
            <p:cNvSpPr>
              <a:spLocks noChangeArrowheads="1"/>
            </p:cNvSpPr>
            <p:nvPr/>
          </p:nvSpPr>
          <p:spPr bwMode="auto">
            <a:xfrm>
              <a:off x="5510" y="3056"/>
              <a:ext cx="37"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X</a:t>
              </a:r>
              <a:endParaRPr kumimoji="0" lang="en-US" altLang="zh-CN" sz="1200">
                <a:solidFill>
                  <a:srgbClr val="000000"/>
                </a:solidFill>
                <a:latin typeface="Tahoma" panose="020B0604030504040204" pitchFamily="34" charset="0"/>
                <a:ea typeface="宋体" panose="02010600030101010101" pitchFamily="2" charset="-122"/>
              </a:endParaRPr>
            </a:p>
          </p:txBody>
        </p:sp>
      </p:grpSp>
      <p:grpSp>
        <p:nvGrpSpPr>
          <p:cNvPr id="125016" name="Group 160">
            <a:extLst>
              <a:ext uri="{FF2B5EF4-FFF2-40B4-BE49-F238E27FC236}">
                <a16:creationId xmlns:a16="http://schemas.microsoft.com/office/drawing/2014/main" id="{08D8422A-EA13-4983-B5D3-B6B7322DB7A1}"/>
              </a:ext>
            </a:extLst>
          </p:cNvPr>
          <p:cNvGrpSpPr>
            <a:grpSpLocks/>
          </p:cNvGrpSpPr>
          <p:nvPr/>
        </p:nvGrpSpPr>
        <p:grpSpPr bwMode="auto">
          <a:xfrm>
            <a:off x="4738688" y="2984500"/>
            <a:ext cx="204787" cy="103188"/>
            <a:chOff x="2985" y="1847"/>
            <a:chExt cx="129" cy="65"/>
          </a:xfrm>
        </p:grpSpPr>
        <p:sp>
          <p:nvSpPr>
            <p:cNvPr id="150" name="Freeform 158">
              <a:extLst>
                <a:ext uri="{FF2B5EF4-FFF2-40B4-BE49-F238E27FC236}">
                  <a16:creationId xmlns:a16="http://schemas.microsoft.com/office/drawing/2014/main" id="{BA72E66E-CD97-FE40-992A-4D6E94F52AF7}"/>
                </a:ext>
              </a:extLst>
            </p:cNvPr>
            <p:cNvSpPr>
              <a:spLocks/>
            </p:cNvSpPr>
            <p:nvPr/>
          </p:nvSpPr>
          <p:spPr bwMode="auto">
            <a:xfrm>
              <a:off x="3039" y="1847"/>
              <a:ext cx="75" cy="65"/>
            </a:xfrm>
            <a:custGeom>
              <a:avLst/>
              <a:gdLst>
                <a:gd name="T0" fmla="*/ 75 w 75"/>
                <a:gd name="T1" fmla="*/ 33 h 65"/>
                <a:gd name="T2" fmla="*/ 0 w 75"/>
                <a:gd name="T3" fmla="*/ 65 h 65"/>
                <a:gd name="T4" fmla="*/ 0 w 75"/>
                <a:gd name="T5" fmla="*/ 0 h 65"/>
                <a:gd name="T6" fmla="*/ 75 w 75"/>
                <a:gd name="T7" fmla="*/ 33 h 65"/>
              </a:gdLst>
              <a:ahLst/>
              <a:cxnLst>
                <a:cxn ang="0">
                  <a:pos x="T0" y="T1"/>
                </a:cxn>
                <a:cxn ang="0">
                  <a:pos x="T2" y="T3"/>
                </a:cxn>
                <a:cxn ang="0">
                  <a:pos x="T4" y="T5"/>
                </a:cxn>
                <a:cxn ang="0">
                  <a:pos x="T6" y="T7"/>
                </a:cxn>
              </a:cxnLst>
              <a:rect l="0" t="0" r="r" b="b"/>
              <a:pathLst>
                <a:path w="75" h="65">
                  <a:moveTo>
                    <a:pt x="75" y="33"/>
                  </a:moveTo>
                  <a:lnTo>
                    <a:pt x="0" y="65"/>
                  </a:lnTo>
                  <a:lnTo>
                    <a:pt x="0" y="0"/>
                  </a:lnTo>
                  <a:lnTo>
                    <a:pt x="75"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1" name="Line 159">
              <a:extLst>
                <a:ext uri="{FF2B5EF4-FFF2-40B4-BE49-F238E27FC236}">
                  <a16:creationId xmlns:a16="http://schemas.microsoft.com/office/drawing/2014/main" id="{334F9643-8270-2E48-BF04-CC85BEC4AA82}"/>
                </a:ext>
              </a:extLst>
            </p:cNvPr>
            <p:cNvSpPr>
              <a:spLocks noChangeShapeType="1"/>
            </p:cNvSpPr>
            <p:nvPr/>
          </p:nvSpPr>
          <p:spPr bwMode="auto">
            <a:xfrm flipH="1">
              <a:off x="2985" y="1880"/>
              <a:ext cx="9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52" name="Oval 161">
            <a:extLst>
              <a:ext uri="{FF2B5EF4-FFF2-40B4-BE49-F238E27FC236}">
                <a16:creationId xmlns:a16="http://schemas.microsoft.com/office/drawing/2014/main" id="{48B3C649-F3F8-4D44-B08D-36CC6222A222}"/>
              </a:ext>
            </a:extLst>
          </p:cNvPr>
          <p:cNvSpPr>
            <a:spLocks noChangeArrowheads="1"/>
          </p:cNvSpPr>
          <p:nvPr/>
        </p:nvSpPr>
        <p:spPr bwMode="auto">
          <a:xfrm>
            <a:off x="4725988" y="4557713"/>
            <a:ext cx="34925" cy="34925"/>
          </a:xfrm>
          <a:prstGeom prst="ellipse">
            <a:avLst/>
          </a:prstGeom>
          <a:solidFill>
            <a:srgbClr val="440000"/>
          </a:solidFill>
          <a:ln w="25400">
            <a:solidFill>
              <a:srgbClr val="000000"/>
            </a:solidFill>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3" name="Line 162">
            <a:extLst>
              <a:ext uri="{FF2B5EF4-FFF2-40B4-BE49-F238E27FC236}">
                <a16:creationId xmlns:a16="http://schemas.microsoft.com/office/drawing/2014/main" id="{AE8D976F-CDC2-CD4B-BBD2-C86201E5CF98}"/>
              </a:ext>
            </a:extLst>
          </p:cNvPr>
          <p:cNvSpPr>
            <a:spLocks noChangeShapeType="1"/>
          </p:cNvSpPr>
          <p:nvPr/>
        </p:nvSpPr>
        <p:spPr bwMode="auto">
          <a:xfrm flipH="1">
            <a:off x="6043613" y="2771775"/>
            <a:ext cx="460375"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5019" name="Group 166">
            <a:extLst>
              <a:ext uri="{FF2B5EF4-FFF2-40B4-BE49-F238E27FC236}">
                <a16:creationId xmlns:a16="http://schemas.microsoft.com/office/drawing/2014/main" id="{046EF9DC-E29A-49D6-A354-413E442D2840}"/>
              </a:ext>
            </a:extLst>
          </p:cNvPr>
          <p:cNvGrpSpPr>
            <a:grpSpLocks/>
          </p:cNvGrpSpPr>
          <p:nvPr/>
        </p:nvGrpSpPr>
        <p:grpSpPr bwMode="auto">
          <a:xfrm>
            <a:off x="884238" y="1466850"/>
            <a:ext cx="273050" cy="554038"/>
            <a:chOff x="557" y="891"/>
            <a:chExt cx="172" cy="349"/>
          </a:xfrm>
        </p:grpSpPr>
        <p:sp>
          <p:nvSpPr>
            <p:cNvPr id="155" name="Freeform 163">
              <a:extLst>
                <a:ext uri="{FF2B5EF4-FFF2-40B4-BE49-F238E27FC236}">
                  <a16:creationId xmlns:a16="http://schemas.microsoft.com/office/drawing/2014/main" id="{6D115DC4-98F8-C743-93D8-321DA9F35B31}"/>
                </a:ext>
              </a:extLst>
            </p:cNvPr>
            <p:cNvSpPr>
              <a:spLocks/>
            </p:cNvSpPr>
            <p:nvPr/>
          </p:nvSpPr>
          <p:spPr bwMode="auto">
            <a:xfrm>
              <a:off x="590" y="891"/>
              <a:ext cx="96" cy="339"/>
            </a:xfrm>
            <a:custGeom>
              <a:avLst/>
              <a:gdLst>
                <a:gd name="T0" fmla="*/ 96 w 96"/>
                <a:gd name="T1" fmla="*/ 0 h 339"/>
                <a:gd name="T2" fmla="*/ 96 w 96"/>
                <a:gd name="T3" fmla="*/ 339 h 339"/>
                <a:gd name="T4" fmla="*/ 0 w 96"/>
                <a:gd name="T5" fmla="*/ 269 h 339"/>
                <a:gd name="T6" fmla="*/ 0 w 96"/>
                <a:gd name="T7" fmla="*/ 75 h 339"/>
                <a:gd name="T8" fmla="*/ 96 w 96"/>
                <a:gd name="T9" fmla="*/ 0 h 339"/>
              </a:gdLst>
              <a:ahLst/>
              <a:cxnLst>
                <a:cxn ang="0">
                  <a:pos x="T0" y="T1"/>
                </a:cxn>
                <a:cxn ang="0">
                  <a:pos x="T2" y="T3"/>
                </a:cxn>
                <a:cxn ang="0">
                  <a:pos x="T4" y="T5"/>
                </a:cxn>
                <a:cxn ang="0">
                  <a:pos x="T6" y="T7"/>
                </a:cxn>
                <a:cxn ang="0">
                  <a:pos x="T8" y="T9"/>
                </a:cxn>
              </a:cxnLst>
              <a:rect l="0" t="0" r="r" b="b"/>
              <a:pathLst>
                <a:path w="96" h="339">
                  <a:moveTo>
                    <a:pt x="96" y="0"/>
                  </a:moveTo>
                  <a:lnTo>
                    <a:pt x="96" y="339"/>
                  </a:lnTo>
                  <a:lnTo>
                    <a:pt x="0" y="269"/>
                  </a:lnTo>
                  <a:lnTo>
                    <a:pt x="0" y="75"/>
                  </a:lnTo>
                  <a:lnTo>
                    <a:pt x="96"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6" name="Freeform 164">
              <a:extLst>
                <a:ext uri="{FF2B5EF4-FFF2-40B4-BE49-F238E27FC236}">
                  <a16:creationId xmlns:a16="http://schemas.microsoft.com/office/drawing/2014/main" id="{B544625B-EF84-3B4C-9C7F-F357D144E2E1}"/>
                </a:ext>
              </a:extLst>
            </p:cNvPr>
            <p:cNvSpPr>
              <a:spLocks/>
            </p:cNvSpPr>
            <p:nvPr/>
          </p:nvSpPr>
          <p:spPr bwMode="auto">
            <a:xfrm>
              <a:off x="600" y="902"/>
              <a:ext cx="97" cy="338"/>
            </a:xfrm>
            <a:custGeom>
              <a:avLst/>
              <a:gdLst>
                <a:gd name="T0" fmla="*/ 97 w 97"/>
                <a:gd name="T1" fmla="*/ 0 h 338"/>
                <a:gd name="T2" fmla="*/ 97 w 97"/>
                <a:gd name="T3" fmla="*/ 338 h 338"/>
                <a:gd name="T4" fmla="*/ 0 w 97"/>
                <a:gd name="T5" fmla="*/ 268 h 338"/>
                <a:gd name="T6" fmla="*/ 0 w 97"/>
                <a:gd name="T7" fmla="*/ 75 h 338"/>
                <a:gd name="T8" fmla="*/ 97 w 97"/>
                <a:gd name="T9" fmla="*/ 0 h 338"/>
              </a:gdLst>
              <a:ahLst/>
              <a:cxnLst>
                <a:cxn ang="0">
                  <a:pos x="T0" y="T1"/>
                </a:cxn>
                <a:cxn ang="0">
                  <a:pos x="T2" y="T3"/>
                </a:cxn>
                <a:cxn ang="0">
                  <a:pos x="T4" y="T5"/>
                </a:cxn>
                <a:cxn ang="0">
                  <a:pos x="T6" y="T7"/>
                </a:cxn>
                <a:cxn ang="0">
                  <a:pos x="T8" y="T9"/>
                </a:cxn>
              </a:cxnLst>
              <a:rect l="0" t="0" r="r" b="b"/>
              <a:pathLst>
                <a:path w="97" h="338">
                  <a:moveTo>
                    <a:pt x="97" y="0"/>
                  </a:moveTo>
                  <a:lnTo>
                    <a:pt x="97" y="338"/>
                  </a:lnTo>
                  <a:lnTo>
                    <a:pt x="0" y="268"/>
                  </a:lnTo>
                  <a:lnTo>
                    <a:pt x="0" y="75"/>
                  </a:lnTo>
                  <a:lnTo>
                    <a:pt x="97"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pic>
          <p:nvPicPr>
            <p:cNvPr id="125041" name="Picture 165">
              <a:extLst>
                <a:ext uri="{FF2B5EF4-FFF2-40B4-BE49-F238E27FC236}">
                  <a16:creationId xmlns:a16="http://schemas.microsoft.com/office/drawing/2014/main" id="{86A46F83-859A-4557-9B0F-BEBD2C6C0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 y="977"/>
              <a:ext cx="172"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8" name="Line 167">
            <a:extLst>
              <a:ext uri="{FF2B5EF4-FFF2-40B4-BE49-F238E27FC236}">
                <a16:creationId xmlns:a16="http://schemas.microsoft.com/office/drawing/2014/main" id="{58060779-81DA-2940-9ABA-ED0CC15C0027}"/>
              </a:ext>
            </a:extLst>
          </p:cNvPr>
          <p:cNvSpPr>
            <a:spLocks noChangeShapeType="1"/>
          </p:cNvSpPr>
          <p:nvPr/>
        </p:nvSpPr>
        <p:spPr bwMode="auto">
          <a:xfrm flipH="1">
            <a:off x="1098550" y="1851025"/>
            <a:ext cx="996950"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9" name="Line 168">
            <a:extLst>
              <a:ext uri="{FF2B5EF4-FFF2-40B4-BE49-F238E27FC236}">
                <a16:creationId xmlns:a16="http://schemas.microsoft.com/office/drawing/2014/main" id="{5EAA3F82-77FE-794A-9B68-8AF3DD094799}"/>
              </a:ext>
            </a:extLst>
          </p:cNvPr>
          <p:cNvSpPr>
            <a:spLocks noChangeShapeType="1"/>
          </p:cNvSpPr>
          <p:nvPr/>
        </p:nvSpPr>
        <p:spPr bwMode="auto">
          <a:xfrm flipH="1">
            <a:off x="57150" y="1731963"/>
            <a:ext cx="84455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0" name="Line 169">
            <a:extLst>
              <a:ext uri="{FF2B5EF4-FFF2-40B4-BE49-F238E27FC236}">
                <a16:creationId xmlns:a16="http://schemas.microsoft.com/office/drawing/2014/main" id="{8F37CD98-A95A-1C43-B4AE-584068FBB039}"/>
              </a:ext>
            </a:extLst>
          </p:cNvPr>
          <p:cNvSpPr>
            <a:spLocks noChangeShapeType="1"/>
          </p:cNvSpPr>
          <p:nvPr/>
        </p:nvSpPr>
        <p:spPr bwMode="auto">
          <a:xfrm>
            <a:off x="2095500" y="1851025"/>
            <a:ext cx="1588" cy="6477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1" name="Oval 170">
            <a:extLst>
              <a:ext uri="{FF2B5EF4-FFF2-40B4-BE49-F238E27FC236}">
                <a16:creationId xmlns:a16="http://schemas.microsoft.com/office/drawing/2014/main" id="{4BC7DCE0-9572-A441-A621-A4558C91A496}"/>
              </a:ext>
            </a:extLst>
          </p:cNvPr>
          <p:cNvSpPr>
            <a:spLocks noChangeArrowheads="1"/>
          </p:cNvSpPr>
          <p:nvPr/>
        </p:nvSpPr>
        <p:spPr bwMode="auto">
          <a:xfrm>
            <a:off x="2074863" y="2486025"/>
            <a:ext cx="42862" cy="34925"/>
          </a:xfrm>
          <a:prstGeom prst="ellipse">
            <a:avLst/>
          </a:prstGeom>
          <a:solidFill>
            <a:srgbClr val="440000"/>
          </a:solidFill>
          <a:ln w="25400">
            <a:solidFill>
              <a:srgbClr val="000000"/>
            </a:solidFill>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2" name="Line 171">
            <a:extLst>
              <a:ext uri="{FF2B5EF4-FFF2-40B4-BE49-F238E27FC236}">
                <a16:creationId xmlns:a16="http://schemas.microsoft.com/office/drawing/2014/main" id="{5D04EE59-CF0F-FC48-B95A-5C1921E32C35}"/>
              </a:ext>
            </a:extLst>
          </p:cNvPr>
          <p:cNvSpPr>
            <a:spLocks noChangeShapeType="1"/>
          </p:cNvSpPr>
          <p:nvPr/>
        </p:nvSpPr>
        <p:spPr bwMode="auto">
          <a:xfrm>
            <a:off x="6503988" y="1620838"/>
            <a:ext cx="1587" cy="11509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3" name="Line 172">
            <a:extLst>
              <a:ext uri="{FF2B5EF4-FFF2-40B4-BE49-F238E27FC236}">
                <a16:creationId xmlns:a16="http://schemas.microsoft.com/office/drawing/2014/main" id="{67740F58-F13F-2745-B081-D2BBADE6673D}"/>
              </a:ext>
            </a:extLst>
          </p:cNvPr>
          <p:cNvSpPr>
            <a:spLocks noChangeShapeType="1"/>
          </p:cNvSpPr>
          <p:nvPr/>
        </p:nvSpPr>
        <p:spPr bwMode="auto">
          <a:xfrm>
            <a:off x="6503988" y="4076700"/>
            <a:ext cx="1587" cy="3413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4" name="Line 173">
            <a:extLst>
              <a:ext uri="{FF2B5EF4-FFF2-40B4-BE49-F238E27FC236}">
                <a16:creationId xmlns:a16="http://schemas.microsoft.com/office/drawing/2014/main" id="{B9DE51C7-9CAC-6D43-8AA0-CE76368DD3C4}"/>
              </a:ext>
            </a:extLst>
          </p:cNvPr>
          <p:cNvSpPr>
            <a:spLocks noChangeShapeType="1"/>
          </p:cNvSpPr>
          <p:nvPr/>
        </p:nvSpPr>
        <p:spPr bwMode="auto">
          <a:xfrm flipH="1">
            <a:off x="2820988" y="3189288"/>
            <a:ext cx="76200" cy="77787"/>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5027" name="Rectangle 174">
            <a:extLst>
              <a:ext uri="{FF2B5EF4-FFF2-40B4-BE49-F238E27FC236}">
                <a16:creationId xmlns:a16="http://schemas.microsoft.com/office/drawing/2014/main" id="{3C635D69-89E0-4CA6-A709-44D93F761D3F}"/>
              </a:ext>
            </a:extLst>
          </p:cNvPr>
          <p:cNvSpPr>
            <a:spLocks noChangeArrowheads="1"/>
          </p:cNvSpPr>
          <p:nvPr/>
        </p:nvSpPr>
        <p:spPr bwMode="auto">
          <a:xfrm>
            <a:off x="2828925" y="3259138"/>
            <a:ext cx="114300" cy="12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32</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66" name="Line 4">
            <a:extLst>
              <a:ext uri="{FF2B5EF4-FFF2-40B4-BE49-F238E27FC236}">
                <a16:creationId xmlns:a16="http://schemas.microsoft.com/office/drawing/2014/main" id="{826005CF-C7DE-0A48-9EBC-B3A336347BA6}"/>
              </a:ext>
            </a:extLst>
          </p:cNvPr>
          <p:cNvSpPr>
            <a:spLocks noChangeShapeType="1"/>
          </p:cNvSpPr>
          <p:nvPr/>
        </p:nvSpPr>
        <p:spPr bwMode="auto">
          <a:xfrm>
            <a:off x="2286000" y="1576388"/>
            <a:ext cx="0" cy="4800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7" name="Line 5">
            <a:extLst>
              <a:ext uri="{FF2B5EF4-FFF2-40B4-BE49-F238E27FC236}">
                <a16:creationId xmlns:a16="http://schemas.microsoft.com/office/drawing/2014/main" id="{0DA6773D-94B4-F144-9CED-6FC5B5BE11C5}"/>
              </a:ext>
            </a:extLst>
          </p:cNvPr>
          <p:cNvSpPr>
            <a:spLocks noChangeShapeType="1"/>
          </p:cNvSpPr>
          <p:nvPr/>
        </p:nvSpPr>
        <p:spPr bwMode="auto">
          <a:xfrm>
            <a:off x="4518025" y="1576388"/>
            <a:ext cx="0" cy="4800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8" name="Line 6">
            <a:extLst>
              <a:ext uri="{FF2B5EF4-FFF2-40B4-BE49-F238E27FC236}">
                <a16:creationId xmlns:a16="http://schemas.microsoft.com/office/drawing/2014/main" id="{F4D0B045-928A-CB4E-BC6B-E1425F29EC9D}"/>
              </a:ext>
            </a:extLst>
          </p:cNvPr>
          <p:cNvSpPr>
            <a:spLocks noChangeShapeType="1"/>
          </p:cNvSpPr>
          <p:nvPr/>
        </p:nvSpPr>
        <p:spPr bwMode="auto">
          <a:xfrm>
            <a:off x="6248400" y="1576388"/>
            <a:ext cx="0" cy="4800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9" name="Line 7">
            <a:extLst>
              <a:ext uri="{FF2B5EF4-FFF2-40B4-BE49-F238E27FC236}">
                <a16:creationId xmlns:a16="http://schemas.microsoft.com/office/drawing/2014/main" id="{5C5C1A35-4F14-674C-B425-03695A6A5341}"/>
              </a:ext>
            </a:extLst>
          </p:cNvPr>
          <p:cNvSpPr>
            <a:spLocks noChangeShapeType="1"/>
          </p:cNvSpPr>
          <p:nvPr/>
        </p:nvSpPr>
        <p:spPr bwMode="auto">
          <a:xfrm>
            <a:off x="8077200" y="1576388"/>
            <a:ext cx="0" cy="4800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70" name="Text Box 8">
            <a:extLst>
              <a:ext uri="{FF2B5EF4-FFF2-40B4-BE49-F238E27FC236}">
                <a16:creationId xmlns:a16="http://schemas.microsoft.com/office/drawing/2014/main" id="{361D5A6D-4980-4089-85C7-9C99A799CF6E}"/>
              </a:ext>
            </a:extLst>
          </p:cNvPr>
          <p:cNvSpPr txBox="1">
            <a:spLocks noChangeArrowheads="1"/>
          </p:cNvSpPr>
          <p:nvPr/>
        </p:nvSpPr>
        <p:spPr bwMode="auto">
          <a:xfrm>
            <a:off x="417513" y="5735638"/>
            <a:ext cx="1504950" cy="5191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Tahoma" panose="020B0604030504040204" pitchFamily="34" charset="0"/>
                <a:ea typeface="宋体" panose="02010600030101010101" pitchFamily="2" charset="-122"/>
              </a:rPr>
              <a:t>IF</a:t>
            </a:r>
          </a:p>
          <a:p>
            <a:pPr algn="ctr"/>
            <a:r>
              <a:rPr kumimoji="0" lang="en-US" altLang="zh-CN" sz="1200" b="1">
                <a:solidFill>
                  <a:srgbClr val="FF0000"/>
                </a:solidFill>
                <a:latin typeface="Tahoma" panose="020B0604030504040204" pitchFamily="34" charset="0"/>
                <a:ea typeface="宋体" panose="02010600030101010101" pitchFamily="2" charset="-122"/>
              </a:rPr>
              <a:t>Instruction Fetch</a:t>
            </a:r>
            <a:endParaRPr kumimoji="0" lang="en-US" altLang="zh-CN" sz="1600" b="1">
              <a:solidFill>
                <a:srgbClr val="FF0000"/>
              </a:solidFill>
              <a:latin typeface="Tahoma" panose="020B0604030504040204" pitchFamily="34" charset="0"/>
              <a:ea typeface="宋体" panose="02010600030101010101" pitchFamily="2" charset="-122"/>
            </a:endParaRPr>
          </a:p>
        </p:txBody>
      </p:sp>
      <p:sp>
        <p:nvSpPr>
          <p:cNvPr id="171" name="Text Box 9">
            <a:extLst>
              <a:ext uri="{FF2B5EF4-FFF2-40B4-BE49-F238E27FC236}">
                <a16:creationId xmlns:a16="http://schemas.microsoft.com/office/drawing/2014/main" id="{93D234AC-B831-418F-AFBB-F1B7864C1104}"/>
              </a:ext>
            </a:extLst>
          </p:cNvPr>
          <p:cNvSpPr txBox="1">
            <a:spLocks noChangeArrowheads="1"/>
          </p:cNvSpPr>
          <p:nvPr/>
        </p:nvSpPr>
        <p:spPr bwMode="auto">
          <a:xfrm>
            <a:off x="2754313" y="5735638"/>
            <a:ext cx="1651000" cy="5191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Tahoma" panose="020B0604030504040204" pitchFamily="34" charset="0"/>
                <a:ea typeface="宋体" panose="02010600030101010101" pitchFamily="2" charset="-122"/>
              </a:rPr>
              <a:t>ID</a:t>
            </a:r>
          </a:p>
          <a:p>
            <a:pPr algn="ctr"/>
            <a:r>
              <a:rPr kumimoji="0" lang="en-US" altLang="zh-CN" sz="1200" b="1">
                <a:solidFill>
                  <a:srgbClr val="FF0000"/>
                </a:solidFill>
                <a:latin typeface="Tahoma" panose="020B0604030504040204" pitchFamily="34" charset="0"/>
                <a:ea typeface="宋体" panose="02010600030101010101" pitchFamily="2" charset="-122"/>
              </a:rPr>
              <a:t>Instruction Decode</a:t>
            </a:r>
            <a:endParaRPr kumimoji="0" lang="en-US" altLang="zh-CN" sz="1600" b="1">
              <a:solidFill>
                <a:srgbClr val="FF0000"/>
              </a:solidFill>
              <a:latin typeface="Tahoma" panose="020B0604030504040204" pitchFamily="34" charset="0"/>
              <a:ea typeface="宋体" panose="02010600030101010101" pitchFamily="2" charset="-122"/>
            </a:endParaRPr>
          </a:p>
        </p:txBody>
      </p:sp>
      <p:sp>
        <p:nvSpPr>
          <p:cNvPr id="172" name="Text Box 10">
            <a:extLst>
              <a:ext uri="{FF2B5EF4-FFF2-40B4-BE49-F238E27FC236}">
                <a16:creationId xmlns:a16="http://schemas.microsoft.com/office/drawing/2014/main" id="{08539388-51AF-43BF-B2B9-B252D15C0599}"/>
              </a:ext>
            </a:extLst>
          </p:cNvPr>
          <p:cNvSpPr txBox="1">
            <a:spLocks noChangeArrowheads="1"/>
          </p:cNvSpPr>
          <p:nvPr/>
        </p:nvSpPr>
        <p:spPr bwMode="auto">
          <a:xfrm>
            <a:off x="4416425" y="5735638"/>
            <a:ext cx="1944688" cy="549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Helvetica" panose="020B0604020202020204" pitchFamily="34" charset="0"/>
                <a:ea typeface="宋体" panose="02010600030101010101" pitchFamily="2" charset="-122"/>
              </a:rPr>
              <a:t>EX</a:t>
            </a:r>
          </a:p>
          <a:p>
            <a:pPr algn="ctr"/>
            <a:r>
              <a:rPr kumimoji="0" lang="en-US" altLang="zh-CN" sz="1200" b="1">
                <a:solidFill>
                  <a:srgbClr val="FF0000"/>
                </a:solidFill>
                <a:latin typeface="Tahoma" panose="020B0604030504040204" pitchFamily="34" charset="0"/>
                <a:ea typeface="宋体" panose="02010600030101010101" pitchFamily="2" charset="-122"/>
              </a:rPr>
              <a:t>Execute/ Address Calc</a:t>
            </a:r>
            <a:r>
              <a:rPr kumimoji="0" lang="en-US" altLang="zh-CN" sz="1400" b="1">
                <a:solidFill>
                  <a:srgbClr val="FF0000"/>
                </a:solidFill>
                <a:latin typeface="Helvetica" panose="020B0604020202020204" pitchFamily="34" charset="0"/>
                <a:ea typeface="宋体" panose="02010600030101010101" pitchFamily="2" charset="-122"/>
              </a:rPr>
              <a:t>.</a:t>
            </a:r>
            <a:endParaRPr kumimoji="0" lang="en-US" altLang="zh-CN" sz="1600" b="1">
              <a:solidFill>
                <a:srgbClr val="FF0000"/>
              </a:solidFill>
              <a:latin typeface="Helvetica" panose="020B0604020202020204" pitchFamily="34" charset="0"/>
              <a:ea typeface="宋体" panose="02010600030101010101" pitchFamily="2" charset="-122"/>
            </a:endParaRPr>
          </a:p>
        </p:txBody>
      </p:sp>
      <p:sp>
        <p:nvSpPr>
          <p:cNvPr id="173" name="Text Box 11">
            <a:extLst>
              <a:ext uri="{FF2B5EF4-FFF2-40B4-BE49-F238E27FC236}">
                <a16:creationId xmlns:a16="http://schemas.microsoft.com/office/drawing/2014/main" id="{344E8E5C-2610-4FE3-A7E7-7193DB07FA60}"/>
              </a:ext>
            </a:extLst>
          </p:cNvPr>
          <p:cNvSpPr txBox="1">
            <a:spLocks noChangeArrowheads="1"/>
          </p:cNvSpPr>
          <p:nvPr/>
        </p:nvSpPr>
        <p:spPr bwMode="auto">
          <a:xfrm>
            <a:off x="6465888" y="5735638"/>
            <a:ext cx="1362075" cy="5191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Tahoma" panose="020B0604030504040204" pitchFamily="34" charset="0"/>
                <a:ea typeface="宋体" panose="02010600030101010101" pitchFamily="2" charset="-122"/>
              </a:rPr>
              <a:t>MEM</a:t>
            </a:r>
          </a:p>
          <a:p>
            <a:pPr algn="ctr"/>
            <a:r>
              <a:rPr kumimoji="0" lang="en-US" altLang="zh-CN" sz="1200" b="1">
                <a:solidFill>
                  <a:srgbClr val="FF0000"/>
                </a:solidFill>
                <a:latin typeface="Tahoma" panose="020B0604030504040204" pitchFamily="34" charset="0"/>
                <a:ea typeface="宋体" panose="02010600030101010101" pitchFamily="2" charset="-122"/>
              </a:rPr>
              <a:t>Memory Access</a:t>
            </a:r>
            <a:endParaRPr kumimoji="0" lang="en-US" altLang="zh-CN" sz="1600" b="1">
              <a:solidFill>
                <a:srgbClr val="FF0000"/>
              </a:solidFill>
              <a:latin typeface="Tahoma" panose="020B0604030504040204" pitchFamily="34" charset="0"/>
              <a:ea typeface="宋体" panose="02010600030101010101" pitchFamily="2" charset="-122"/>
            </a:endParaRPr>
          </a:p>
        </p:txBody>
      </p:sp>
      <p:sp>
        <p:nvSpPr>
          <p:cNvPr id="174" name="Text Box 12">
            <a:extLst>
              <a:ext uri="{FF2B5EF4-FFF2-40B4-BE49-F238E27FC236}">
                <a16:creationId xmlns:a16="http://schemas.microsoft.com/office/drawing/2014/main" id="{7C943ACD-AE18-4555-919C-015BF4EE57DA}"/>
              </a:ext>
            </a:extLst>
          </p:cNvPr>
          <p:cNvSpPr txBox="1">
            <a:spLocks noChangeArrowheads="1"/>
          </p:cNvSpPr>
          <p:nvPr/>
        </p:nvSpPr>
        <p:spPr bwMode="auto">
          <a:xfrm>
            <a:off x="8039100" y="5735638"/>
            <a:ext cx="1020763" cy="51911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Tahoma" panose="020B0604030504040204" pitchFamily="34" charset="0"/>
                <a:ea typeface="宋体" panose="02010600030101010101" pitchFamily="2" charset="-122"/>
              </a:rPr>
              <a:t>WB</a:t>
            </a:r>
          </a:p>
          <a:p>
            <a:pPr algn="ctr"/>
            <a:r>
              <a:rPr kumimoji="0" lang="en-US" altLang="zh-CN" sz="1200" b="1">
                <a:solidFill>
                  <a:srgbClr val="FF0000"/>
                </a:solidFill>
                <a:latin typeface="Tahoma" panose="020B0604030504040204" pitchFamily="34" charset="0"/>
                <a:ea typeface="宋体" panose="02010600030101010101" pitchFamily="2" charset="-122"/>
              </a:rPr>
              <a:t>Write Back</a:t>
            </a:r>
            <a:endParaRPr kumimoji="0" lang="en-US" altLang="zh-CN" sz="1600" b="1">
              <a:solidFill>
                <a:srgbClr val="FF0000"/>
              </a:solidFill>
              <a:latin typeface="Tahoma" panose="020B0604030504040204" pitchFamily="34" charset="0"/>
              <a:ea typeface="宋体" panose="02010600030101010101" pitchFamily="2" charset="-122"/>
            </a:endParaRPr>
          </a:p>
        </p:txBody>
      </p:sp>
      <p:sp>
        <p:nvSpPr>
          <p:cNvPr id="175" name="Line 13">
            <a:extLst>
              <a:ext uri="{FF2B5EF4-FFF2-40B4-BE49-F238E27FC236}">
                <a16:creationId xmlns:a16="http://schemas.microsoft.com/office/drawing/2014/main" id="{7E0BAE71-4C4C-3346-AFB4-80F33AC6B2C5}"/>
              </a:ext>
            </a:extLst>
          </p:cNvPr>
          <p:cNvSpPr>
            <a:spLocks noChangeShapeType="1"/>
          </p:cNvSpPr>
          <p:nvPr/>
        </p:nvSpPr>
        <p:spPr bwMode="auto">
          <a:xfrm>
            <a:off x="5943600" y="3862388"/>
            <a:ext cx="609600" cy="0"/>
          </a:xfrm>
          <a:prstGeom prst="line">
            <a:avLst/>
          </a:prstGeom>
          <a:noFill/>
          <a:ln w="2540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25038" name="Text Box 175">
            <a:extLst>
              <a:ext uri="{FF2B5EF4-FFF2-40B4-BE49-F238E27FC236}">
                <a16:creationId xmlns:a16="http://schemas.microsoft.com/office/drawing/2014/main" id="{B9E6F7A1-727D-4739-8F18-AF95B7F81749}"/>
              </a:ext>
            </a:extLst>
          </p:cNvPr>
          <p:cNvSpPr txBox="1">
            <a:spLocks noChangeArrowheads="1"/>
          </p:cNvSpPr>
          <p:nvPr/>
        </p:nvSpPr>
        <p:spPr bwMode="auto">
          <a:xfrm>
            <a:off x="6515100" y="3709988"/>
            <a:ext cx="4191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a:solidFill>
                  <a:srgbClr val="000000"/>
                </a:solidFill>
                <a:latin typeface="Arial" panose="020B0604020202020204" pitchFamily="34" charset="0"/>
                <a:ea typeface="宋体" panose="02010600030101010101" pitchFamily="2" charset="-122"/>
              </a:rPr>
              <a:t>Zero</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wipe(left)">
                                      <p:cBhvr>
                                        <p:cTn id="7" dur="500"/>
                                        <p:tgtEl>
                                          <p:spTgt spid="1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66"/>
                                        </p:tgtEl>
                                        <p:attrNameLst>
                                          <p:attrName>style.visibility</p:attrName>
                                        </p:attrNameLst>
                                      </p:cBhvr>
                                      <p:to>
                                        <p:strVal val="visible"/>
                                      </p:to>
                                    </p:set>
                                    <p:animEffect transition="in" filter="wipe(up)">
                                      <p:cBhvr>
                                        <p:cTn id="12" dur="500"/>
                                        <p:tgtEl>
                                          <p:spTgt spid="1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1"/>
                                        </p:tgtEl>
                                        <p:attrNameLst>
                                          <p:attrName>style.visibility</p:attrName>
                                        </p:attrNameLst>
                                      </p:cBhvr>
                                      <p:to>
                                        <p:strVal val="visible"/>
                                      </p:to>
                                    </p:set>
                                    <p:animEffect transition="in" filter="wipe(left)">
                                      <p:cBhvr>
                                        <p:cTn id="17" dur="500"/>
                                        <p:tgtEl>
                                          <p:spTgt spid="1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wipe(up)">
                                      <p:cBhvr>
                                        <p:cTn id="22" dur="500"/>
                                        <p:tgtEl>
                                          <p:spTgt spid="1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2"/>
                                        </p:tgtEl>
                                        <p:attrNameLst>
                                          <p:attrName>style.visibility</p:attrName>
                                        </p:attrNameLst>
                                      </p:cBhvr>
                                      <p:to>
                                        <p:strVal val="visible"/>
                                      </p:to>
                                    </p:set>
                                    <p:animEffect transition="in" filter="wipe(left)">
                                      <p:cBhvr>
                                        <p:cTn id="27" dur="500"/>
                                        <p:tgtEl>
                                          <p:spTgt spid="1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68"/>
                                        </p:tgtEl>
                                        <p:attrNameLst>
                                          <p:attrName>style.visibility</p:attrName>
                                        </p:attrNameLst>
                                      </p:cBhvr>
                                      <p:to>
                                        <p:strVal val="visible"/>
                                      </p:to>
                                    </p:set>
                                    <p:animEffect transition="in" filter="wipe(up)">
                                      <p:cBhvr>
                                        <p:cTn id="32" dur="500"/>
                                        <p:tgtEl>
                                          <p:spTgt spid="1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3"/>
                                        </p:tgtEl>
                                        <p:attrNameLst>
                                          <p:attrName>style.visibility</p:attrName>
                                        </p:attrNameLst>
                                      </p:cBhvr>
                                      <p:to>
                                        <p:strVal val="visible"/>
                                      </p:to>
                                    </p:set>
                                    <p:animEffect transition="in" filter="wipe(left)">
                                      <p:cBhvr>
                                        <p:cTn id="37" dur="500"/>
                                        <p:tgtEl>
                                          <p:spTgt spid="17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69"/>
                                        </p:tgtEl>
                                        <p:attrNameLst>
                                          <p:attrName>style.visibility</p:attrName>
                                        </p:attrNameLst>
                                      </p:cBhvr>
                                      <p:to>
                                        <p:strVal val="visible"/>
                                      </p:to>
                                    </p:set>
                                    <p:animEffect transition="in" filter="wipe(up)">
                                      <p:cBhvr>
                                        <p:cTn id="42" dur="500"/>
                                        <p:tgtEl>
                                          <p:spTgt spid="16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4"/>
                                        </p:tgtEl>
                                        <p:attrNameLst>
                                          <p:attrName>style.visibility</p:attrName>
                                        </p:attrNameLst>
                                      </p:cBhvr>
                                      <p:to>
                                        <p:strVal val="visible"/>
                                      </p:to>
                                    </p:set>
                                    <p:animEffect transition="in" filter="wipe(left)">
                                      <p:cBhvr>
                                        <p:cTn id="47"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autoUpdateAnimBg="0"/>
      <p:bldP spid="171" grpId="0" autoUpdateAnimBg="0"/>
      <p:bldP spid="172" grpId="0" autoUpdateAnimBg="0"/>
      <p:bldP spid="173" grpId="0" autoUpdateAnimBg="0"/>
      <p:bldP spid="174"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50671-17E6-674F-866C-75D1B679CA6B}"/>
              </a:ext>
            </a:extLst>
          </p:cNvPr>
          <p:cNvSpPr>
            <a:spLocks noGrp="1"/>
          </p:cNvSpPr>
          <p:nvPr>
            <p:ph type="title"/>
          </p:nvPr>
        </p:nvSpPr>
        <p:spPr/>
        <p:txBody>
          <a:bodyPr/>
          <a:lstStyle/>
          <a:p>
            <a:r>
              <a:rPr lang="zh-CN" altLang="en-US"/>
              <a:t>流水线</a:t>
            </a:r>
            <a:r>
              <a:rPr lang="en-US" altLang="zh-CN"/>
              <a:t>MIPS</a:t>
            </a:r>
            <a:r>
              <a:rPr lang="zh-CN" altLang="en-US"/>
              <a:t>数据通路图</a:t>
            </a:r>
          </a:p>
        </p:txBody>
      </p:sp>
      <p:sp>
        <p:nvSpPr>
          <p:cNvPr id="126978" name="内容占位符 2">
            <a:extLst>
              <a:ext uri="{FF2B5EF4-FFF2-40B4-BE49-F238E27FC236}">
                <a16:creationId xmlns:a16="http://schemas.microsoft.com/office/drawing/2014/main" id="{B7815BAA-9252-4A43-8DE4-FA0A1334E257}"/>
              </a:ext>
            </a:extLst>
          </p:cNvPr>
          <p:cNvSpPr>
            <a:spLocks noGrp="1" noChangeArrowheads="1"/>
          </p:cNvSpPr>
          <p:nvPr>
            <p:ph idx="1"/>
          </p:nvPr>
        </p:nvSpPr>
        <p:spPr/>
        <p:txBody>
          <a:bodyPr/>
          <a:lstStyle/>
          <a:p>
            <a:endParaRPr lang="zh-CN" altLang="en-US"/>
          </a:p>
        </p:txBody>
      </p:sp>
      <p:sp>
        <p:nvSpPr>
          <p:cNvPr id="5" name="Text Box 3">
            <a:extLst>
              <a:ext uri="{FF2B5EF4-FFF2-40B4-BE49-F238E27FC236}">
                <a16:creationId xmlns:a16="http://schemas.microsoft.com/office/drawing/2014/main" id="{383D05F4-9506-4255-A518-065B28B90BAB}"/>
              </a:ext>
            </a:extLst>
          </p:cNvPr>
          <p:cNvSpPr txBox="1">
            <a:spLocks noChangeArrowheads="1"/>
          </p:cNvSpPr>
          <p:nvPr/>
        </p:nvSpPr>
        <p:spPr bwMode="auto">
          <a:xfrm>
            <a:off x="1897063" y="5740400"/>
            <a:ext cx="769937"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Tahoma" panose="020B0604030504040204" pitchFamily="34" charset="0"/>
                <a:ea typeface="宋体" panose="02010600030101010101" pitchFamily="2" charset="-122"/>
              </a:rPr>
              <a:t>IF/ID</a:t>
            </a:r>
          </a:p>
        </p:txBody>
      </p:sp>
      <p:sp>
        <p:nvSpPr>
          <p:cNvPr id="6" name="Text Box 5">
            <a:extLst>
              <a:ext uri="{FF2B5EF4-FFF2-40B4-BE49-F238E27FC236}">
                <a16:creationId xmlns:a16="http://schemas.microsoft.com/office/drawing/2014/main" id="{CA418BF8-6838-4D4D-BEEC-AA2A650C7C28}"/>
              </a:ext>
            </a:extLst>
          </p:cNvPr>
          <p:cNvSpPr txBox="1">
            <a:spLocks noChangeArrowheads="1"/>
          </p:cNvSpPr>
          <p:nvPr/>
        </p:nvSpPr>
        <p:spPr bwMode="auto">
          <a:xfrm>
            <a:off x="1524000" y="1685925"/>
            <a:ext cx="3505200"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Tahoma" panose="020B0604030504040204" pitchFamily="34" charset="0"/>
                <a:ea typeface="宋体" panose="02010600030101010101" pitchFamily="2" charset="-122"/>
              </a:rPr>
              <a:t>Pipeline registers</a:t>
            </a:r>
          </a:p>
        </p:txBody>
      </p:sp>
      <p:grpSp>
        <p:nvGrpSpPr>
          <p:cNvPr id="7" name="Group 188">
            <a:extLst>
              <a:ext uri="{FF2B5EF4-FFF2-40B4-BE49-F238E27FC236}">
                <a16:creationId xmlns:a16="http://schemas.microsoft.com/office/drawing/2014/main" id="{41C2159D-26FB-4AC1-9FFB-251309037FDB}"/>
              </a:ext>
            </a:extLst>
          </p:cNvPr>
          <p:cNvGrpSpPr>
            <a:grpSpLocks/>
          </p:cNvGrpSpPr>
          <p:nvPr/>
        </p:nvGrpSpPr>
        <p:grpSpPr bwMode="auto">
          <a:xfrm>
            <a:off x="2514600" y="1962150"/>
            <a:ext cx="5410200" cy="381000"/>
            <a:chOff x="1584" y="240"/>
            <a:chExt cx="3408" cy="240"/>
          </a:xfrm>
        </p:grpSpPr>
        <p:sp>
          <p:nvSpPr>
            <p:cNvPr id="8" name="Line 7">
              <a:extLst>
                <a:ext uri="{FF2B5EF4-FFF2-40B4-BE49-F238E27FC236}">
                  <a16:creationId xmlns:a16="http://schemas.microsoft.com/office/drawing/2014/main" id="{7E020608-DB30-6A41-9B0E-3942377F45E0}"/>
                </a:ext>
              </a:extLst>
            </p:cNvPr>
            <p:cNvSpPr>
              <a:spLocks noChangeShapeType="1"/>
            </p:cNvSpPr>
            <p:nvPr/>
          </p:nvSpPr>
          <p:spPr bwMode="auto">
            <a:xfrm flipH="1" flipV="1">
              <a:off x="2208" y="240"/>
              <a:ext cx="528" cy="192"/>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9" name="Line 8">
              <a:extLst>
                <a:ext uri="{FF2B5EF4-FFF2-40B4-BE49-F238E27FC236}">
                  <a16:creationId xmlns:a16="http://schemas.microsoft.com/office/drawing/2014/main" id="{1C3E3B59-6D2C-0E42-9968-EB42DBC480B8}"/>
                </a:ext>
              </a:extLst>
            </p:cNvPr>
            <p:cNvSpPr>
              <a:spLocks noChangeShapeType="1"/>
            </p:cNvSpPr>
            <p:nvPr/>
          </p:nvSpPr>
          <p:spPr bwMode="auto">
            <a:xfrm flipV="1">
              <a:off x="1584" y="240"/>
              <a:ext cx="576" cy="240"/>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0" name="Line 9">
              <a:extLst>
                <a:ext uri="{FF2B5EF4-FFF2-40B4-BE49-F238E27FC236}">
                  <a16:creationId xmlns:a16="http://schemas.microsoft.com/office/drawing/2014/main" id="{A34009BF-6978-394D-BDCD-AE13FE48A621}"/>
                </a:ext>
              </a:extLst>
            </p:cNvPr>
            <p:cNvSpPr>
              <a:spLocks noChangeShapeType="1"/>
            </p:cNvSpPr>
            <p:nvPr/>
          </p:nvSpPr>
          <p:spPr bwMode="auto">
            <a:xfrm flipH="1" flipV="1">
              <a:off x="2448" y="240"/>
              <a:ext cx="1392" cy="192"/>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1" name="Line 10">
              <a:extLst>
                <a:ext uri="{FF2B5EF4-FFF2-40B4-BE49-F238E27FC236}">
                  <a16:creationId xmlns:a16="http://schemas.microsoft.com/office/drawing/2014/main" id="{6ADF8F2D-328D-9A4A-84BE-449AFB6F463F}"/>
                </a:ext>
              </a:extLst>
            </p:cNvPr>
            <p:cNvSpPr>
              <a:spLocks noChangeShapeType="1"/>
            </p:cNvSpPr>
            <p:nvPr/>
          </p:nvSpPr>
          <p:spPr bwMode="auto">
            <a:xfrm flipH="1" flipV="1">
              <a:off x="2640" y="240"/>
              <a:ext cx="2352" cy="240"/>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grpSp>
      <p:sp>
        <p:nvSpPr>
          <p:cNvPr id="12" name="Rectangle 27">
            <a:extLst>
              <a:ext uri="{FF2B5EF4-FFF2-40B4-BE49-F238E27FC236}">
                <a16:creationId xmlns:a16="http://schemas.microsoft.com/office/drawing/2014/main" id="{C46CABB2-3258-484F-91AF-67804B9A9B5C}"/>
              </a:ext>
            </a:extLst>
          </p:cNvPr>
          <p:cNvSpPr>
            <a:spLocks noChangeArrowheads="1"/>
          </p:cNvSpPr>
          <p:nvPr/>
        </p:nvSpPr>
        <p:spPr bwMode="auto">
          <a:xfrm>
            <a:off x="2921000" y="3606800"/>
            <a:ext cx="1381125" cy="10747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6984" name="Group 30">
            <a:extLst>
              <a:ext uri="{FF2B5EF4-FFF2-40B4-BE49-F238E27FC236}">
                <a16:creationId xmlns:a16="http://schemas.microsoft.com/office/drawing/2014/main" id="{BD8FBED1-B067-4B1E-92BC-86BD449F0629}"/>
              </a:ext>
            </a:extLst>
          </p:cNvPr>
          <p:cNvGrpSpPr>
            <a:grpSpLocks/>
          </p:cNvGrpSpPr>
          <p:nvPr/>
        </p:nvGrpSpPr>
        <p:grpSpPr bwMode="auto">
          <a:xfrm>
            <a:off x="2686050" y="4089400"/>
            <a:ext cx="238125" cy="101600"/>
            <a:chOff x="1692" y="2732"/>
            <a:chExt cx="150" cy="64"/>
          </a:xfrm>
        </p:grpSpPr>
        <p:sp>
          <p:nvSpPr>
            <p:cNvPr id="14" name="Freeform 28">
              <a:extLst>
                <a:ext uri="{FF2B5EF4-FFF2-40B4-BE49-F238E27FC236}">
                  <a16:creationId xmlns:a16="http://schemas.microsoft.com/office/drawing/2014/main" id="{54F70F09-69A7-474C-AA4F-DC04127F8084}"/>
                </a:ext>
              </a:extLst>
            </p:cNvPr>
            <p:cNvSpPr>
              <a:spLocks/>
            </p:cNvSpPr>
            <p:nvPr/>
          </p:nvSpPr>
          <p:spPr bwMode="auto">
            <a:xfrm>
              <a:off x="1767" y="2732"/>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 name="Line 29">
              <a:extLst>
                <a:ext uri="{FF2B5EF4-FFF2-40B4-BE49-F238E27FC236}">
                  <a16:creationId xmlns:a16="http://schemas.microsoft.com/office/drawing/2014/main" id="{945EBE2E-2803-5E49-B9D8-6B584C859CD3}"/>
                </a:ext>
              </a:extLst>
            </p:cNvPr>
            <p:cNvSpPr>
              <a:spLocks noChangeShapeType="1"/>
            </p:cNvSpPr>
            <p:nvPr/>
          </p:nvSpPr>
          <p:spPr bwMode="auto">
            <a:xfrm flipH="1">
              <a:off x="1692" y="2764"/>
              <a:ext cx="11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6985" name="Group 33">
            <a:extLst>
              <a:ext uri="{FF2B5EF4-FFF2-40B4-BE49-F238E27FC236}">
                <a16:creationId xmlns:a16="http://schemas.microsoft.com/office/drawing/2014/main" id="{04F8ECA4-C2AF-45D0-8D9B-F42AA9079B12}"/>
              </a:ext>
            </a:extLst>
          </p:cNvPr>
          <p:cNvGrpSpPr>
            <a:grpSpLocks/>
          </p:cNvGrpSpPr>
          <p:nvPr/>
        </p:nvGrpSpPr>
        <p:grpSpPr bwMode="auto">
          <a:xfrm>
            <a:off x="3189288" y="3303588"/>
            <a:ext cx="85725" cy="307975"/>
            <a:chOff x="2009" y="2237"/>
            <a:chExt cx="54" cy="194"/>
          </a:xfrm>
        </p:grpSpPr>
        <p:sp>
          <p:nvSpPr>
            <p:cNvPr id="17" name="Freeform 31">
              <a:extLst>
                <a:ext uri="{FF2B5EF4-FFF2-40B4-BE49-F238E27FC236}">
                  <a16:creationId xmlns:a16="http://schemas.microsoft.com/office/drawing/2014/main" id="{9AC996C8-F0AD-E04A-AB64-BEC084814814}"/>
                </a:ext>
              </a:extLst>
            </p:cNvPr>
            <p:cNvSpPr>
              <a:spLocks/>
            </p:cNvSpPr>
            <p:nvPr/>
          </p:nvSpPr>
          <p:spPr bwMode="auto">
            <a:xfrm>
              <a:off x="2009" y="2366"/>
              <a:ext cx="54" cy="65"/>
            </a:xfrm>
            <a:custGeom>
              <a:avLst/>
              <a:gdLst>
                <a:gd name="T0" fmla="*/ 27 w 54"/>
                <a:gd name="T1" fmla="*/ 65 h 65"/>
                <a:gd name="T2" fmla="*/ 0 w 54"/>
                <a:gd name="T3" fmla="*/ 0 h 65"/>
                <a:gd name="T4" fmla="*/ 54 w 54"/>
                <a:gd name="T5" fmla="*/ 0 h 65"/>
                <a:gd name="T6" fmla="*/ 27 w 54"/>
                <a:gd name="T7" fmla="*/ 65 h 65"/>
              </a:gdLst>
              <a:ahLst/>
              <a:cxnLst>
                <a:cxn ang="0">
                  <a:pos x="T0" y="T1"/>
                </a:cxn>
                <a:cxn ang="0">
                  <a:pos x="T2" y="T3"/>
                </a:cxn>
                <a:cxn ang="0">
                  <a:pos x="T4" y="T5"/>
                </a:cxn>
                <a:cxn ang="0">
                  <a:pos x="T6" y="T7"/>
                </a:cxn>
              </a:cxnLst>
              <a:rect l="0" t="0" r="r" b="b"/>
              <a:pathLst>
                <a:path w="54" h="65">
                  <a:moveTo>
                    <a:pt x="27" y="65"/>
                  </a:moveTo>
                  <a:lnTo>
                    <a:pt x="0" y="0"/>
                  </a:lnTo>
                  <a:lnTo>
                    <a:pt x="54" y="0"/>
                  </a:lnTo>
                  <a:lnTo>
                    <a:pt x="27" y="65"/>
                  </a:lnTo>
                  <a:close/>
                </a:path>
              </a:pathLst>
            </a:custGeom>
            <a:solidFill>
              <a:srgbClr val="44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8" name="Line 32">
              <a:extLst>
                <a:ext uri="{FF2B5EF4-FFF2-40B4-BE49-F238E27FC236}">
                  <a16:creationId xmlns:a16="http://schemas.microsoft.com/office/drawing/2014/main" id="{72E622E1-55BC-FB4F-9563-69C41D694C5E}"/>
                </a:ext>
              </a:extLst>
            </p:cNvPr>
            <p:cNvSpPr>
              <a:spLocks noChangeShapeType="1"/>
            </p:cNvSpPr>
            <p:nvPr/>
          </p:nvSpPr>
          <p:spPr bwMode="auto">
            <a:xfrm>
              <a:off x="2036" y="2237"/>
              <a:ext cx="1" cy="172"/>
            </a:xfrm>
            <a:prstGeom prst="line">
              <a:avLst/>
            </a:prstGeom>
            <a:noFill/>
            <a:ln w="17463">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6986" name="Group 36">
            <a:extLst>
              <a:ext uri="{FF2B5EF4-FFF2-40B4-BE49-F238E27FC236}">
                <a16:creationId xmlns:a16="http://schemas.microsoft.com/office/drawing/2014/main" id="{76115F6F-2105-4226-B1E9-7A0476EE35C3}"/>
              </a:ext>
            </a:extLst>
          </p:cNvPr>
          <p:cNvGrpSpPr>
            <a:grpSpLocks/>
          </p:cNvGrpSpPr>
          <p:nvPr/>
        </p:nvGrpSpPr>
        <p:grpSpPr bwMode="auto">
          <a:xfrm>
            <a:off x="3573463" y="3303588"/>
            <a:ext cx="84137" cy="307975"/>
            <a:chOff x="2251" y="2237"/>
            <a:chExt cx="53" cy="194"/>
          </a:xfrm>
        </p:grpSpPr>
        <p:sp>
          <p:nvSpPr>
            <p:cNvPr id="20" name="Freeform 34">
              <a:extLst>
                <a:ext uri="{FF2B5EF4-FFF2-40B4-BE49-F238E27FC236}">
                  <a16:creationId xmlns:a16="http://schemas.microsoft.com/office/drawing/2014/main" id="{18115022-3FE2-9842-9079-E25863840114}"/>
                </a:ext>
              </a:extLst>
            </p:cNvPr>
            <p:cNvSpPr>
              <a:spLocks/>
            </p:cNvSpPr>
            <p:nvPr/>
          </p:nvSpPr>
          <p:spPr bwMode="auto">
            <a:xfrm>
              <a:off x="2251" y="2366"/>
              <a:ext cx="53" cy="65"/>
            </a:xfrm>
            <a:custGeom>
              <a:avLst/>
              <a:gdLst>
                <a:gd name="T0" fmla="*/ 26 w 53"/>
                <a:gd name="T1" fmla="*/ 65 h 65"/>
                <a:gd name="T2" fmla="*/ 0 w 53"/>
                <a:gd name="T3" fmla="*/ 0 h 65"/>
                <a:gd name="T4" fmla="*/ 53 w 53"/>
                <a:gd name="T5" fmla="*/ 0 h 65"/>
                <a:gd name="T6" fmla="*/ 26 w 53"/>
                <a:gd name="T7" fmla="*/ 65 h 65"/>
              </a:gdLst>
              <a:ahLst/>
              <a:cxnLst>
                <a:cxn ang="0">
                  <a:pos x="T0" y="T1"/>
                </a:cxn>
                <a:cxn ang="0">
                  <a:pos x="T2" y="T3"/>
                </a:cxn>
                <a:cxn ang="0">
                  <a:pos x="T4" y="T5"/>
                </a:cxn>
                <a:cxn ang="0">
                  <a:pos x="T6" y="T7"/>
                </a:cxn>
              </a:cxnLst>
              <a:rect l="0" t="0" r="r" b="b"/>
              <a:pathLst>
                <a:path w="53" h="65">
                  <a:moveTo>
                    <a:pt x="26" y="65"/>
                  </a:moveTo>
                  <a:lnTo>
                    <a:pt x="0" y="0"/>
                  </a:lnTo>
                  <a:lnTo>
                    <a:pt x="53" y="0"/>
                  </a:lnTo>
                  <a:lnTo>
                    <a:pt x="26" y="65"/>
                  </a:lnTo>
                  <a:close/>
                </a:path>
              </a:pathLst>
            </a:custGeom>
            <a:solidFill>
              <a:srgbClr val="44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1" name="Line 35">
              <a:extLst>
                <a:ext uri="{FF2B5EF4-FFF2-40B4-BE49-F238E27FC236}">
                  <a16:creationId xmlns:a16="http://schemas.microsoft.com/office/drawing/2014/main" id="{42A8BECA-EF6E-594A-82C7-2E0A00918106}"/>
                </a:ext>
              </a:extLst>
            </p:cNvPr>
            <p:cNvSpPr>
              <a:spLocks noChangeShapeType="1"/>
            </p:cNvSpPr>
            <p:nvPr/>
          </p:nvSpPr>
          <p:spPr bwMode="auto">
            <a:xfrm>
              <a:off x="2277" y="2237"/>
              <a:ext cx="1" cy="172"/>
            </a:xfrm>
            <a:prstGeom prst="line">
              <a:avLst/>
            </a:prstGeom>
            <a:noFill/>
            <a:ln w="17463">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22" name="Line 37">
            <a:extLst>
              <a:ext uri="{FF2B5EF4-FFF2-40B4-BE49-F238E27FC236}">
                <a16:creationId xmlns:a16="http://schemas.microsoft.com/office/drawing/2014/main" id="{55489D2A-431A-7649-BDE3-B321E0D7418F}"/>
              </a:ext>
            </a:extLst>
          </p:cNvPr>
          <p:cNvSpPr>
            <a:spLocks noChangeShapeType="1"/>
          </p:cNvSpPr>
          <p:nvPr/>
        </p:nvSpPr>
        <p:spPr bwMode="auto">
          <a:xfrm flipH="1">
            <a:off x="3189288" y="3406775"/>
            <a:ext cx="76200"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6988" name="Rectangle 38">
            <a:extLst>
              <a:ext uri="{FF2B5EF4-FFF2-40B4-BE49-F238E27FC236}">
                <a16:creationId xmlns:a16="http://schemas.microsoft.com/office/drawing/2014/main" id="{399AF33B-0B4A-47C9-9C84-A78B95E0EFC2}"/>
              </a:ext>
            </a:extLst>
          </p:cNvPr>
          <p:cNvSpPr>
            <a:spLocks noChangeArrowheads="1"/>
          </p:cNvSpPr>
          <p:nvPr/>
        </p:nvSpPr>
        <p:spPr bwMode="auto">
          <a:xfrm>
            <a:off x="3275013" y="3398838"/>
            <a:ext cx="10160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5</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24" name="Line 39">
            <a:extLst>
              <a:ext uri="{FF2B5EF4-FFF2-40B4-BE49-F238E27FC236}">
                <a16:creationId xmlns:a16="http://schemas.microsoft.com/office/drawing/2014/main" id="{E1B523D3-4113-0543-8DDF-BC91A26EE9E3}"/>
              </a:ext>
            </a:extLst>
          </p:cNvPr>
          <p:cNvSpPr>
            <a:spLocks noChangeShapeType="1"/>
          </p:cNvSpPr>
          <p:nvPr/>
        </p:nvSpPr>
        <p:spPr bwMode="auto">
          <a:xfrm flipH="1">
            <a:off x="3573463" y="3406775"/>
            <a:ext cx="76200"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6990" name="Rectangle 40">
            <a:extLst>
              <a:ext uri="{FF2B5EF4-FFF2-40B4-BE49-F238E27FC236}">
                <a16:creationId xmlns:a16="http://schemas.microsoft.com/office/drawing/2014/main" id="{696251C6-06EE-4C49-A22D-45558B2278E9}"/>
              </a:ext>
            </a:extLst>
          </p:cNvPr>
          <p:cNvSpPr>
            <a:spLocks noChangeArrowheads="1"/>
          </p:cNvSpPr>
          <p:nvPr/>
        </p:nvSpPr>
        <p:spPr bwMode="auto">
          <a:xfrm>
            <a:off x="3657600" y="3398838"/>
            <a:ext cx="10160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5</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26" name="Line 41">
            <a:extLst>
              <a:ext uri="{FF2B5EF4-FFF2-40B4-BE49-F238E27FC236}">
                <a16:creationId xmlns:a16="http://schemas.microsoft.com/office/drawing/2014/main" id="{5E9A5926-F7A2-7A4D-8470-6A816053E407}"/>
              </a:ext>
            </a:extLst>
          </p:cNvPr>
          <p:cNvSpPr>
            <a:spLocks noChangeShapeType="1"/>
          </p:cNvSpPr>
          <p:nvPr/>
        </p:nvSpPr>
        <p:spPr bwMode="auto">
          <a:xfrm flipH="1">
            <a:off x="2455863" y="3679825"/>
            <a:ext cx="76200"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6992" name="Rectangle 42">
            <a:extLst>
              <a:ext uri="{FF2B5EF4-FFF2-40B4-BE49-F238E27FC236}">
                <a16:creationId xmlns:a16="http://schemas.microsoft.com/office/drawing/2014/main" id="{7E2A06FC-5034-42F2-A16F-520E9D7E91D8}"/>
              </a:ext>
            </a:extLst>
          </p:cNvPr>
          <p:cNvSpPr>
            <a:spLocks noChangeArrowheads="1"/>
          </p:cNvSpPr>
          <p:nvPr/>
        </p:nvSpPr>
        <p:spPr bwMode="auto">
          <a:xfrm>
            <a:off x="2541588" y="3365500"/>
            <a:ext cx="1619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16</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6993" name="Rectangle 43">
            <a:extLst>
              <a:ext uri="{FF2B5EF4-FFF2-40B4-BE49-F238E27FC236}">
                <a16:creationId xmlns:a16="http://schemas.microsoft.com/office/drawing/2014/main" id="{7A0D3B7C-C2D3-47DD-A759-E3F48862B360}"/>
              </a:ext>
            </a:extLst>
          </p:cNvPr>
          <p:cNvSpPr>
            <a:spLocks noChangeArrowheads="1"/>
          </p:cNvSpPr>
          <p:nvPr/>
        </p:nvSpPr>
        <p:spPr bwMode="auto">
          <a:xfrm>
            <a:off x="4006850" y="3773488"/>
            <a:ext cx="315913"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RD1</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6994" name="Rectangle 44">
            <a:extLst>
              <a:ext uri="{FF2B5EF4-FFF2-40B4-BE49-F238E27FC236}">
                <a16:creationId xmlns:a16="http://schemas.microsoft.com/office/drawing/2014/main" id="{DEAB03A0-4958-4F20-844D-DC42BE4525C0}"/>
              </a:ext>
            </a:extLst>
          </p:cNvPr>
          <p:cNvSpPr>
            <a:spLocks noChangeArrowheads="1"/>
          </p:cNvSpPr>
          <p:nvPr/>
        </p:nvSpPr>
        <p:spPr bwMode="auto">
          <a:xfrm>
            <a:off x="4006850" y="4267200"/>
            <a:ext cx="315913"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RD2</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6995" name="Rectangle 45">
            <a:extLst>
              <a:ext uri="{FF2B5EF4-FFF2-40B4-BE49-F238E27FC236}">
                <a16:creationId xmlns:a16="http://schemas.microsoft.com/office/drawing/2014/main" id="{F32799E3-8B29-4BFC-A315-FE172B548658}"/>
              </a:ext>
            </a:extLst>
          </p:cNvPr>
          <p:cNvSpPr>
            <a:spLocks noChangeArrowheads="1"/>
          </p:cNvSpPr>
          <p:nvPr/>
        </p:nvSpPr>
        <p:spPr bwMode="auto">
          <a:xfrm>
            <a:off x="3128963" y="3619500"/>
            <a:ext cx="315912"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RN1</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6996" name="Rectangle 46">
            <a:extLst>
              <a:ext uri="{FF2B5EF4-FFF2-40B4-BE49-F238E27FC236}">
                <a16:creationId xmlns:a16="http://schemas.microsoft.com/office/drawing/2014/main" id="{088F285F-CA47-4961-A22E-8F60CF618563}"/>
              </a:ext>
            </a:extLst>
          </p:cNvPr>
          <p:cNvSpPr>
            <a:spLocks noChangeArrowheads="1"/>
          </p:cNvSpPr>
          <p:nvPr/>
        </p:nvSpPr>
        <p:spPr bwMode="auto">
          <a:xfrm>
            <a:off x="3513138" y="3619500"/>
            <a:ext cx="315912"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RN2</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6997" name="Rectangle 47">
            <a:extLst>
              <a:ext uri="{FF2B5EF4-FFF2-40B4-BE49-F238E27FC236}">
                <a16:creationId xmlns:a16="http://schemas.microsoft.com/office/drawing/2014/main" id="{1BCF23D0-3B00-47F6-B40B-9FC18B19DA6A}"/>
              </a:ext>
            </a:extLst>
          </p:cNvPr>
          <p:cNvSpPr>
            <a:spLocks noChangeArrowheads="1"/>
          </p:cNvSpPr>
          <p:nvPr/>
        </p:nvSpPr>
        <p:spPr bwMode="auto">
          <a:xfrm>
            <a:off x="3897313" y="3619500"/>
            <a:ext cx="265112"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WN</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6998" name="Rectangle 48">
            <a:extLst>
              <a:ext uri="{FF2B5EF4-FFF2-40B4-BE49-F238E27FC236}">
                <a16:creationId xmlns:a16="http://schemas.microsoft.com/office/drawing/2014/main" id="{5C3DF0FF-1398-4A05-A0E3-8EF704A9702D}"/>
              </a:ext>
            </a:extLst>
          </p:cNvPr>
          <p:cNvSpPr>
            <a:spLocks noChangeArrowheads="1"/>
          </p:cNvSpPr>
          <p:nvPr/>
        </p:nvSpPr>
        <p:spPr bwMode="auto">
          <a:xfrm>
            <a:off x="2976563" y="4079875"/>
            <a:ext cx="265112"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WD</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6999" name="Rectangle 49">
            <a:extLst>
              <a:ext uri="{FF2B5EF4-FFF2-40B4-BE49-F238E27FC236}">
                <a16:creationId xmlns:a16="http://schemas.microsoft.com/office/drawing/2014/main" id="{DABE8223-CD38-4C64-950A-F4828755051F}"/>
              </a:ext>
            </a:extLst>
          </p:cNvPr>
          <p:cNvSpPr>
            <a:spLocks noChangeArrowheads="1"/>
          </p:cNvSpPr>
          <p:nvPr/>
        </p:nvSpPr>
        <p:spPr bwMode="auto">
          <a:xfrm>
            <a:off x="3113088" y="3867150"/>
            <a:ext cx="1057275"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Register File</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35" name="Freeform 50">
            <a:extLst>
              <a:ext uri="{FF2B5EF4-FFF2-40B4-BE49-F238E27FC236}">
                <a16:creationId xmlns:a16="http://schemas.microsoft.com/office/drawing/2014/main" id="{156A7F5C-4C23-CD40-BAFA-58F6FA03C0E8}"/>
              </a:ext>
            </a:extLst>
          </p:cNvPr>
          <p:cNvSpPr>
            <a:spLocks/>
          </p:cNvSpPr>
          <p:nvPr/>
        </p:nvSpPr>
        <p:spPr bwMode="auto">
          <a:xfrm>
            <a:off x="5491163" y="3603625"/>
            <a:ext cx="460375" cy="1073150"/>
          </a:xfrm>
          <a:custGeom>
            <a:avLst/>
            <a:gdLst>
              <a:gd name="T0" fmla="*/ 0 w 290"/>
              <a:gd name="T1" fmla="*/ 0 h 676"/>
              <a:gd name="T2" fmla="*/ 0 w 290"/>
              <a:gd name="T3" fmla="*/ 290 h 676"/>
              <a:gd name="T4" fmla="*/ 48 w 290"/>
              <a:gd name="T5" fmla="*/ 338 h 676"/>
              <a:gd name="T6" fmla="*/ 0 w 290"/>
              <a:gd name="T7" fmla="*/ 386 h 676"/>
              <a:gd name="T8" fmla="*/ 0 w 290"/>
              <a:gd name="T9" fmla="*/ 676 h 676"/>
              <a:gd name="T10" fmla="*/ 290 w 290"/>
              <a:gd name="T11" fmla="*/ 531 h 676"/>
              <a:gd name="T12" fmla="*/ 290 w 290"/>
              <a:gd name="T13" fmla="*/ 145 h 676"/>
              <a:gd name="T14" fmla="*/ 0 w 290"/>
              <a:gd name="T15" fmla="*/ 0 h 6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0" h="676">
                <a:moveTo>
                  <a:pt x="0" y="0"/>
                </a:moveTo>
                <a:lnTo>
                  <a:pt x="0" y="290"/>
                </a:lnTo>
                <a:lnTo>
                  <a:pt x="48" y="338"/>
                </a:lnTo>
                <a:lnTo>
                  <a:pt x="0" y="386"/>
                </a:lnTo>
                <a:lnTo>
                  <a:pt x="0" y="676"/>
                </a:lnTo>
                <a:lnTo>
                  <a:pt x="290" y="531"/>
                </a:lnTo>
                <a:lnTo>
                  <a:pt x="290" y="145"/>
                </a:lnTo>
                <a:lnTo>
                  <a:pt x="0" y="0"/>
                </a:lnTo>
                <a:close/>
              </a:path>
            </a:pathLst>
          </a:custGeom>
          <a:solidFill>
            <a:srgbClr val="FFFFFF"/>
          </a:solidFill>
          <a:ln w="25400">
            <a:solidFill>
              <a:srgbClr val="000000"/>
            </a:solidFill>
            <a:prstDash val="solid"/>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6" name="Freeform 51">
            <a:extLst>
              <a:ext uri="{FF2B5EF4-FFF2-40B4-BE49-F238E27FC236}">
                <a16:creationId xmlns:a16="http://schemas.microsoft.com/office/drawing/2014/main" id="{A36EB060-1C9E-0842-BB56-863C18198247}"/>
              </a:ext>
            </a:extLst>
          </p:cNvPr>
          <p:cNvSpPr>
            <a:spLocks/>
          </p:cNvSpPr>
          <p:nvPr/>
        </p:nvSpPr>
        <p:spPr bwMode="auto">
          <a:xfrm>
            <a:off x="5508625" y="3619500"/>
            <a:ext cx="460375" cy="1074738"/>
          </a:xfrm>
          <a:custGeom>
            <a:avLst/>
            <a:gdLst>
              <a:gd name="T0" fmla="*/ 0 w 290"/>
              <a:gd name="T1" fmla="*/ 0 h 677"/>
              <a:gd name="T2" fmla="*/ 0 w 290"/>
              <a:gd name="T3" fmla="*/ 290 h 677"/>
              <a:gd name="T4" fmla="*/ 48 w 290"/>
              <a:gd name="T5" fmla="*/ 339 h 677"/>
              <a:gd name="T6" fmla="*/ 0 w 290"/>
              <a:gd name="T7" fmla="*/ 387 h 677"/>
              <a:gd name="T8" fmla="*/ 0 w 290"/>
              <a:gd name="T9" fmla="*/ 677 h 677"/>
              <a:gd name="T10" fmla="*/ 290 w 290"/>
              <a:gd name="T11" fmla="*/ 532 h 677"/>
              <a:gd name="T12" fmla="*/ 290 w 290"/>
              <a:gd name="T13" fmla="*/ 145 h 677"/>
              <a:gd name="T14" fmla="*/ 0 w 290"/>
              <a:gd name="T15" fmla="*/ 0 h 6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0" h="677">
                <a:moveTo>
                  <a:pt x="0" y="0"/>
                </a:moveTo>
                <a:lnTo>
                  <a:pt x="0" y="290"/>
                </a:lnTo>
                <a:lnTo>
                  <a:pt x="48" y="339"/>
                </a:lnTo>
                <a:lnTo>
                  <a:pt x="0" y="387"/>
                </a:lnTo>
                <a:lnTo>
                  <a:pt x="0" y="677"/>
                </a:lnTo>
                <a:lnTo>
                  <a:pt x="290" y="532"/>
                </a:lnTo>
                <a:lnTo>
                  <a:pt x="290" y="14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7002" name="Group 54">
            <a:extLst>
              <a:ext uri="{FF2B5EF4-FFF2-40B4-BE49-F238E27FC236}">
                <a16:creationId xmlns:a16="http://schemas.microsoft.com/office/drawing/2014/main" id="{6060ADF5-4AD1-4C5C-9229-0AD22D00CF4A}"/>
              </a:ext>
            </a:extLst>
          </p:cNvPr>
          <p:cNvGrpSpPr>
            <a:grpSpLocks/>
          </p:cNvGrpSpPr>
          <p:nvPr/>
        </p:nvGrpSpPr>
        <p:grpSpPr bwMode="auto">
          <a:xfrm>
            <a:off x="4297363" y="3781425"/>
            <a:ext cx="1201737" cy="103188"/>
            <a:chOff x="2707" y="2538"/>
            <a:chExt cx="757" cy="65"/>
          </a:xfrm>
        </p:grpSpPr>
        <p:sp>
          <p:nvSpPr>
            <p:cNvPr id="38" name="Freeform 52">
              <a:extLst>
                <a:ext uri="{FF2B5EF4-FFF2-40B4-BE49-F238E27FC236}">
                  <a16:creationId xmlns:a16="http://schemas.microsoft.com/office/drawing/2014/main" id="{240B9B40-1C67-E446-81C4-AD3CEB28A064}"/>
                </a:ext>
              </a:extLst>
            </p:cNvPr>
            <p:cNvSpPr>
              <a:spLocks/>
            </p:cNvSpPr>
            <p:nvPr/>
          </p:nvSpPr>
          <p:spPr bwMode="auto">
            <a:xfrm>
              <a:off x="3389" y="2538"/>
              <a:ext cx="75" cy="65"/>
            </a:xfrm>
            <a:custGeom>
              <a:avLst/>
              <a:gdLst>
                <a:gd name="T0" fmla="*/ 75 w 75"/>
                <a:gd name="T1" fmla="*/ 33 h 65"/>
                <a:gd name="T2" fmla="*/ 0 w 75"/>
                <a:gd name="T3" fmla="*/ 65 h 65"/>
                <a:gd name="T4" fmla="*/ 0 w 75"/>
                <a:gd name="T5" fmla="*/ 0 h 65"/>
                <a:gd name="T6" fmla="*/ 75 w 75"/>
                <a:gd name="T7" fmla="*/ 33 h 65"/>
              </a:gdLst>
              <a:ahLst/>
              <a:cxnLst>
                <a:cxn ang="0">
                  <a:pos x="T0" y="T1"/>
                </a:cxn>
                <a:cxn ang="0">
                  <a:pos x="T2" y="T3"/>
                </a:cxn>
                <a:cxn ang="0">
                  <a:pos x="T4" y="T5"/>
                </a:cxn>
                <a:cxn ang="0">
                  <a:pos x="T6" y="T7"/>
                </a:cxn>
              </a:cxnLst>
              <a:rect l="0" t="0" r="r" b="b"/>
              <a:pathLst>
                <a:path w="75" h="65">
                  <a:moveTo>
                    <a:pt x="75" y="33"/>
                  </a:moveTo>
                  <a:lnTo>
                    <a:pt x="0" y="65"/>
                  </a:lnTo>
                  <a:lnTo>
                    <a:pt x="0" y="0"/>
                  </a:lnTo>
                  <a:lnTo>
                    <a:pt x="75"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9" name="Line 53">
              <a:extLst>
                <a:ext uri="{FF2B5EF4-FFF2-40B4-BE49-F238E27FC236}">
                  <a16:creationId xmlns:a16="http://schemas.microsoft.com/office/drawing/2014/main" id="{DA352868-74B9-C045-8678-2190C12413C1}"/>
                </a:ext>
              </a:extLst>
            </p:cNvPr>
            <p:cNvSpPr>
              <a:spLocks noChangeShapeType="1"/>
            </p:cNvSpPr>
            <p:nvPr/>
          </p:nvSpPr>
          <p:spPr bwMode="auto">
            <a:xfrm flipH="1">
              <a:off x="2707" y="2571"/>
              <a:ext cx="72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40" name="Line 55">
            <a:extLst>
              <a:ext uri="{FF2B5EF4-FFF2-40B4-BE49-F238E27FC236}">
                <a16:creationId xmlns:a16="http://schemas.microsoft.com/office/drawing/2014/main" id="{738340DC-8D66-B641-86EB-1EE7946CEFCD}"/>
              </a:ext>
            </a:extLst>
          </p:cNvPr>
          <p:cNvSpPr>
            <a:spLocks noChangeShapeType="1"/>
          </p:cNvSpPr>
          <p:nvPr/>
        </p:nvSpPr>
        <p:spPr bwMode="auto">
          <a:xfrm flipH="1">
            <a:off x="5951538" y="4140200"/>
            <a:ext cx="571500"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004" name="Rectangle 56">
            <a:extLst>
              <a:ext uri="{FF2B5EF4-FFF2-40B4-BE49-F238E27FC236}">
                <a16:creationId xmlns:a16="http://schemas.microsoft.com/office/drawing/2014/main" id="{6BF8D3FD-FC9A-4178-A48C-DEC20021F074}"/>
              </a:ext>
            </a:extLst>
          </p:cNvPr>
          <p:cNvSpPr>
            <a:spLocks noChangeArrowheads="1"/>
          </p:cNvSpPr>
          <p:nvPr/>
        </p:nvSpPr>
        <p:spPr bwMode="auto">
          <a:xfrm>
            <a:off x="5559425" y="3867150"/>
            <a:ext cx="400050"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ALU</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42" name="Line 57">
            <a:extLst>
              <a:ext uri="{FF2B5EF4-FFF2-40B4-BE49-F238E27FC236}">
                <a16:creationId xmlns:a16="http://schemas.microsoft.com/office/drawing/2014/main" id="{8DD3AEFB-A468-0640-BF54-83B0AAD80137}"/>
              </a:ext>
            </a:extLst>
          </p:cNvPr>
          <p:cNvSpPr>
            <a:spLocks noChangeShapeType="1"/>
          </p:cNvSpPr>
          <p:nvPr/>
        </p:nvSpPr>
        <p:spPr bwMode="auto">
          <a:xfrm flipH="1">
            <a:off x="2686050" y="6092825"/>
            <a:ext cx="6411913"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3" name="Line 58">
            <a:extLst>
              <a:ext uri="{FF2B5EF4-FFF2-40B4-BE49-F238E27FC236}">
                <a16:creationId xmlns:a16="http://schemas.microsoft.com/office/drawing/2014/main" id="{D3A5592D-6228-5546-AED7-E7A43AAB21D2}"/>
              </a:ext>
            </a:extLst>
          </p:cNvPr>
          <p:cNvSpPr>
            <a:spLocks noChangeShapeType="1"/>
          </p:cNvSpPr>
          <p:nvPr/>
        </p:nvSpPr>
        <p:spPr bwMode="auto">
          <a:xfrm>
            <a:off x="9097963" y="4941888"/>
            <a:ext cx="1587" cy="11509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4" name="Line 59">
            <a:extLst>
              <a:ext uri="{FF2B5EF4-FFF2-40B4-BE49-F238E27FC236}">
                <a16:creationId xmlns:a16="http://schemas.microsoft.com/office/drawing/2014/main" id="{012FC482-A436-4F4C-AD26-D040CB83FAB8}"/>
              </a:ext>
            </a:extLst>
          </p:cNvPr>
          <p:cNvSpPr>
            <a:spLocks noChangeShapeType="1"/>
          </p:cNvSpPr>
          <p:nvPr/>
        </p:nvSpPr>
        <p:spPr bwMode="auto">
          <a:xfrm>
            <a:off x="2686050" y="4140200"/>
            <a:ext cx="1588" cy="19526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5" name="Line 60">
            <a:extLst>
              <a:ext uri="{FF2B5EF4-FFF2-40B4-BE49-F238E27FC236}">
                <a16:creationId xmlns:a16="http://schemas.microsoft.com/office/drawing/2014/main" id="{D8CD3B09-81A6-E748-A318-3555980E9182}"/>
              </a:ext>
            </a:extLst>
          </p:cNvPr>
          <p:cNvSpPr>
            <a:spLocks noChangeShapeType="1"/>
          </p:cNvSpPr>
          <p:nvPr/>
        </p:nvSpPr>
        <p:spPr bwMode="auto">
          <a:xfrm flipH="1">
            <a:off x="2038350" y="3295650"/>
            <a:ext cx="1952625" cy="1588"/>
          </a:xfrm>
          <a:prstGeom prst="line">
            <a:avLst/>
          </a:prstGeom>
          <a:noFill/>
          <a:ln w="25400">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7009" name="Group 63">
            <a:extLst>
              <a:ext uri="{FF2B5EF4-FFF2-40B4-BE49-F238E27FC236}">
                <a16:creationId xmlns:a16="http://schemas.microsoft.com/office/drawing/2014/main" id="{ED644DDB-7FB5-4A5E-93BD-86F2F87F97B8}"/>
              </a:ext>
            </a:extLst>
          </p:cNvPr>
          <p:cNvGrpSpPr>
            <a:grpSpLocks/>
          </p:cNvGrpSpPr>
          <p:nvPr/>
        </p:nvGrpSpPr>
        <p:grpSpPr bwMode="auto">
          <a:xfrm>
            <a:off x="4297363" y="4276725"/>
            <a:ext cx="819150" cy="101600"/>
            <a:chOff x="2707" y="2850"/>
            <a:chExt cx="516" cy="64"/>
          </a:xfrm>
        </p:grpSpPr>
        <p:sp>
          <p:nvSpPr>
            <p:cNvPr id="47" name="Freeform 61">
              <a:extLst>
                <a:ext uri="{FF2B5EF4-FFF2-40B4-BE49-F238E27FC236}">
                  <a16:creationId xmlns:a16="http://schemas.microsoft.com/office/drawing/2014/main" id="{8E1669A8-67EA-1B49-BDF2-FFB453EDD983}"/>
                </a:ext>
              </a:extLst>
            </p:cNvPr>
            <p:cNvSpPr>
              <a:spLocks/>
            </p:cNvSpPr>
            <p:nvPr/>
          </p:nvSpPr>
          <p:spPr bwMode="auto">
            <a:xfrm>
              <a:off x="3148" y="2850"/>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8" name="Line 62">
              <a:extLst>
                <a:ext uri="{FF2B5EF4-FFF2-40B4-BE49-F238E27FC236}">
                  <a16:creationId xmlns:a16="http://schemas.microsoft.com/office/drawing/2014/main" id="{1CD0C6CE-2389-F046-91BE-31D113D99AB8}"/>
                </a:ext>
              </a:extLst>
            </p:cNvPr>
            <p:cNvSpPr>
              <a:spLocks noChangeShapeType="1"/>
            </p:cNvSpPr>
            <p:nvPr/>
          </p:nvSpPr>
          <p:spPr bwMode="auto">
            <a:xfrm flipH="1">
              <a:off x="2707" y="2882"/>
              <a:ext cx="47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7010" name="Group 66">
            <a:extLst>
              <a:ext uri="{FF2B5EF4-FFF2-40B4-BE49-F238E27FC236}">
                <a16:creationId xmlns:a16="http://schemas.microsoft.com/office/drawing/2014/main" id="{A6D913FC-B118-44E1-B0C1-4CC6D5DFAFCA}"/>
              </a:ext>
            </a:extLst>
          </p:cNvPr>
          <p:cNvGrpSpPr>
            <a:grpSpLocks/>
          </p:cNvGrpSpPr>
          <p:nvPr/>
        </p:nvGrpSpPr>
        <p:grpSpPr bwMode="auto">
          <a:xfrm>
            <a:off x="4757738" y="4583113"/>
            <a:ext cx="358775" cy="103187"/>
            <a:chOff x="2997" y="3043"/>
            <a:chExt cx="226" cy="65"/>
          </a:xfrm>
        </p:grpSpPr>
        <p:sp>
          <p:nvSpPr>
            <p:cNvPr id="50" name="Freeform 64">
              <a:extLst>
                <a:ext uri="{FF2B5EF4-FFF2-40B4-BE49-F238E27FC236}">
                  <a16:creationId xmlns:a16="http://schemas.microsoft.com/office/drawing/2014/main" id="{F35FB7E9-EA82-CE42-91E4-D9550A131C8C}"/>
                </a:ext>
              </a:extLst>
            </p:cNvPr>
            <p:cNvSpPr>
              <a:spLocks/>
            </p:cNvSpPr>
            <p:nvPr/>
          </p:nvSpPr>
          <p:spPr bwMode="auto">
            <a:xfrm>
              <a:off x="3148" y="3043"/>
              <a:ext cx="75" cy="65"/>
            </a:xfrm>
            <a:custGeom>
              <a:avLst/>
              <a:gdLst>
                <a:gd name="T0" fmla="*/ 75 w 75"/>
                <a:gd name="T1" fmla="*/ 33 h 65"/>
                <a:gd name="T2" fmla="*/ 0 w 75"/>
                <a:gd name="T3" fmla="*/ 65 h 65"/>
                <a:gd name="T4" fmla="*/ 0 w 75"/>
                <a:gd name="T5" fmla="*/ 0 h 65"/>
                <a:gd name="T6" fmla="*/ 75 w 75"/>
                <a:gd name="T7" fmla="*/ 33 h 65"/>
              </a:gdLst>
              <a:ahLst/>
              <a:cxnLst>
                <a:cxn ang="0">
                  <a:pos x="T0" y="T1"/>
                </a:cxn>
                <a:cxn ang="0">
                  <a:pos x="T2" y="T3"/>
                </a:cxn>
                <a:cxn ang="0">
                  <a:pos x="T4" y="T5"/>
                </a:cxn>
                <a:cxn ang="0">
                  <a:pos x="T6" y="T7"/>
                </a:cxn>
              </a:cxnLst>
              <a:rect l="0" t="0" r="r" b="b"/>
              <a:pathLst>
                <a:path w="75" h="65">
                  <a:moveTo>
                    <a:pt x="75" y="33"/>
                  </a:moveTo>
                  <a:lnTo>
                    <a:pt x="0" y="65"/>
                  </a:lnTo>
                  <a:lnTo>
                    <a:pt x="0" y="0"/>
                  </a:lnTo>
                  <a:lnTo>
                    <a:pt x="75"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51" name="Line 65">
              <a:extLst>
                <a:ext uri="{FF2B5EF4-FFF2-40B4-BE49-F238E27FC236}">
                  <a16:creationId xmlns:a16="http://schemas.microsoft.com/office/drawing/2014/main" id="{81C0D4F0-1A3D-E04C-B297-F18E9EF81853}"/>
                </a:ext>
              </a:extLst>
            </p:cNvPr>
            <p:cNvSpPr>
              <a:spLocks noChangeShapeType="1"/>
            </p:cNvSpPr>
            <p:nvPr/>
          </p:nvSpPr>
          <p:spPr bwMode="auto">
            <a:xfrm flipH="1">
              <a:off x="2997" y="3076"/>
              <a:ext cx="18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52" name="Line 67">
            <a:extLst>
              <a:ext uri="{FF2B5EF4-FFF2-40B4-BE49-F238E27FC236}">
                <a16:creationId xmlns:a16="http://schemas.microsoft.com/office/drawing/2014/main" id="{790EE4D2-B15A-3D49-AC35-8840429249C3}"/>
              </a:ext>
            </a:extLst>
          </p:cNvPr>
          <p:cNvSpPr>
            <a:spLocks noChangeShapeType="1"/>
          </p:cNvSpPr>
          <p:nvPr/>
        </p:nvSpPr>
        <p:spPr bwMode="auto">
          <a:xfrm>
            <a:off x="4757738" y="3100388"/>
            <a:ext cx="1587" cy="19954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7012" name="Group 74">
            <a:extLst>
              <a:ext uri="{FF2B5EF4-FFF2-40B4-BE49-F238E27FC236}">
                <a16:creationId xmlns:a16="http://schemas.microsoft.com/office/drawing/2014/main" id="{6BF3636A-4BAC-4264-93C5-B2B947E82753}"/>
              </a:ext>
            </a:extLst>
          </p:cNvPr>
          <p:cNvGrpSpPr>
            <a:grpSpLocks/>
          </p:cNvGrpSpPr>
          <p:nvPr/>
        </p:nvGrpSpPr>
        <p:grpSpPr bwMode="auto">
          <a:xfrm>
            <a:off x="3884613" y="4757738"/>
            <a:ext cx="263525" cy="728662"/>
            <a:chOff x="2447" y="3153"/>
            <a:chExt cx="166" cy="459"/>
          </a:xfrm>
        </p:grpSpPr>
        <p:sp>
          <p:nvSpPr>
            <p:cNvPr id="54" name="AutoShape 68">
              <a:extLst>
                <a:ext uri="{FF2B5EF4-FFF2-40B4-BE49-F238E27FC236}">
                  <a16:creationId xmlns:a16="http://schemas.microsoft.com/office/drawing/2014/main" id="{9686C7D6-5D39-EF42-9729-32274C67FD83}"/>
                </a:ext>
              </a:extLst>
            </p:cNvPr>
            <p:cNvSpPr>
              <a:spLocks noChangeArrowheads="1"/>
            </p:cNvSpPr>
            <p:nvPr/>
          </p:nvSpPr>
          <p:spPr bwMode="auto">
            <a:xfrm>
              <a:off x="2447" y="3153"/>
              <a:ext cx="166" cy="436"/>
            </a:xfrm>
            <a:prstGeom prst="roundRect">
              <a:avLst>
                <a:gd name="adj"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142" name="Rectangle 69">
              <a:extLst>
                <a:ext uri="{FF2B5EF4-FFF2-40B4-BE49-F238E27FC236}">
                  <a16:creationId xmlns:a16="http://schemas.microsoft.com/office/drawing/2014/main" id="{8F308C45-4EEA-49D9-8926-4A3D37259C2F}"/>
                </a:ext>
              </a:extLst>
            </p:cNvPr>
            <p:cNvSpPr>
              <a:spLocks noChangeArrowheads="1"/>
            </p:cNvSpPr>
            <p:nvPr/>
          </p:nvSpPr>
          <p:spPr bwMode="auto">
            <a:xfrm>
              <a:off x="2508" y="3172"/>
              <a:ext cx="91"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E</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143" name="Rectangle 70">
              <a:extLst>
                <a:ext uri="{FF2B5EF4-FFF2-40B4-BE49-F238E27FC236}">
                  <a16:creationId xmlns:a16="http://schemas.microsoft.com/office/drawing/2014/main" id="{83BE0E6F-BD88-4E2E-8DF6-F88FA1BFDCBF}"/>
                </a:ext>
              </a:extLst>
            </p:cNvPr>
            <p:cNvSpPr>
              <a:spLocks noChangeArrowheads="1"/>
            </p:cNvSpPr>
            <p:nvPr/>
          </p:nvSpPr>
          <p:spPr bwMode="auto">
            <a:xfrm>
              <a:off x="2508" y="3253"/>
              <a:ext cx="91"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X</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144" name="Rectangle 71">
              <a:extLst>
                <a:ext uri="{FF2B5EF4-FFF2-40B4-BE49-F238E27FC236}">
                  <a16:creationId xmlns:a16="http://schemas.microsoft.com/office/drawing/2014/main" id="{2398F1A9-6E9F-401A-8614-912EE46C151E}"/>
                </a:ext>
              </a:extLst>
            </p:cNvPr>
            <p:cNvSpPr>
              <a:spLocks noChangeArrowheads="1"/>
            </p:cNvSpPr>
            <p:nvPr/>
          </p:nvSpPr>
          <p:spPr bwMode="auto">
            <a:xfrm>
              <a:off x="2508" y="3333"/>
              <a:ext cx="91"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T</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145" name="Rectangle 72">
              <a:extLst>
                <a:ext uri="{FF2B5EF4-FFF2-40B4-BE49-F238E27FC236}">
                  <a16:creationId xmlns:a16="http://schemas.microsoft.com/office/drawing/2014/main" id="{6E500DE8-5139-4FBD-BA1F-4CD29BD1BF84}"/>
                </a:ext>
              </a:extLst>
            </p:cNvPr>
            <p:cNvSpPr>
              <a:spLocks noChangeArrowheads="1"/>
            </p:cNvSpPr>
            <p:nvPr/>
          </p:nvSpPr>
          <p:spPr bwMode="auto">
            <a:xfrm>
              <a:off x="2508" y="3414"/>
              <a:ext cx="97"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N</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146" name="Rectangle 73">
              <a:extLst>
                <a:ext uri="{FF2B5EF4-FFF2-40B4-BE49-F238E27FC236}">
                  <a16:creationId xmlns:a16="http://schemas.microsoft.com/office/drawing/2014/main" id="{A8FA916B-5B9F-4473-9AC7-818A4D66EEA6}"/>
                </a:ext>
              </a:extLst>
            </p:cNvPr>
            <p:cNvSpPr>
              <a:spLocks noChangeArrowheads="1"/>
            </p:cNvSpPr>
            <p:nvPr/>
          </p:nvSpPr>
          <p:spPr bwMode="auto">
            <a:xfrm>
              <a:off x="2508" y="3494"/>
              <a:ext cx="97"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D</a:t>
              </a:r>
              <a:endParaRPr kumimoji="0" lang="en-US" altLang="zh-CN" sz="1200">
                <a:solidFill>
                  <a:srgbClr val="000000"/>
                </a:solidFill>
                <a:latin typeface="Tahoma" panose="020B0604030504040204" pitchFamily="34" charset="0"/>
                <a:ea typeface="宋体" panose="02010600030101010101" pitchFamily="2" charset="-122"/>
              </a:endParaRPr>
            </a:p>
          </p:txBody>
        </p:sp>
      </p:grpSp>
      <p:sp>
        <p:nvSpPr>
          <p:cNvPr id="60" name="Line 75">
            <a:extLst>
              <a:ext uri="{FF2B5EF4-FFF2-40B4-BE49-F238E27FC236}">
                <a16:creationId xmlns:a16="http://schemas.microsoft.com/office/drawing/2014/main" id="{7EFEA691-5BA0-E848-A656-003F28AA5DD8}"/>
              </a:ext>
            </a:extLst>
          </p:cNvPr>
          <p:cNvSpPr>
            <a:spLocks noChangeShapeType="1"/>
          </p:cNvSpPr>
          <p:nvPr/>
        </p:nvSpPr>
        <p:spPr bwMode="auto">
          <a:xfrm flipH="1">
            <a:off x="3606800" y="5060950"/>
            <a:ext cx="76200"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014" name="Rectangle 76">
            <a:extLst>
              <a:ext uri="{FF2B5EF4-FFF2-40B4-BE49-F238E27FC236}">
                <a16:creationId xmlns:a16="http://schemas.microsoft.com/office/drawing/2014/main" id="{76056B48-0566-444B-8066-42A355118168}"/>
              </a:ext>
            </a:extLst>
          </p:cNvPr>
          <p:cNvSpPr>
            <a:spLocks noChangeArrowheads="1"/>
          </p:cNvSpPr>
          <p:nvPr/>
        </p:nvSpPr>
        <p:spPr bwMode="auto">
          <a:xfrm>
            <a:off x="3614738" y="4933950"/>
            <a:ext cx="1619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16</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7015" name="Group 79">
            <a:extLst>
              <a:ext uri="{FF2B5EF4-FFF2-40B4-BE49-F238E27FC236}">
                <a16:creationId xmlns:a16="http://schemas.microsoft.com/office/drawing/2014/main" id="{ECDAB4B5-B83C-499D-9005-1E7F5D1AA013}"/>
              </a:ext>
            </a:extLst>
          </p:cNvPr>
          <p:cNvGrpSpPr>
            <a:grpSpLocks/>
          </p:cNvGrpSpPr>
          <p:nvPr/>
        </p:nvGrpSpPr>
        <p:grpSpPr bwMode="auto">
          <a:xfrm>
            <a:off x="2498725" y="5043488"/>
            <a:ext cx="1389063" cy="103187"/>
            <a:chOff x="1574" y="3333"/>
            <a:chExt cx="875" cy="65"/>
          </a:xfrm>
        </p:grpSpPr>
        <p:sp>
          <p:nvSpPr>
            <p:cNvPr id="63" name="Freeform 77">
              <a:extLst>
                <a:ext uri="{FF2B5EF4-FFF2-40B4-BE49-F238E27FC236}">
                  <a16:creationId xmlns:a16="http://schemas.microsoft.com/office/drawing/2014/main" id="{65B930E7-9653-0B4C-9F50-AA1826F4103E}"/>
                </a:ext>
              </a:extLst>
            </p:cNvPr>
            <p:cNvSpPr>
              <a:spLocks/>
            </p:cNvSpPr>
            <p:nvPr/>
          </p:nvSpPr>
          <p:spPr bwMode="auto">
            <a:xfrm>
              <a:off x="2374" y="3333"/>
              <a:ext cx="75" cy="65"/>
            </a:xfrm>
            <a:custGeom>
              <a:avLst/>
              <a:gdLst>
                <a:gd name="T0" fmla="*/ 75 w 75"/>
                <a:gd name="T1" fmla="*/ 33 h 65"/>
                <a:gd name="T2" fmla="*/ 0 w 75"/>
                <a:gd name="T3" fmla="*/ 65 h 65"/>
                <a:gd name="T4" fmla="*/ 0 w 75"/>
                <a:gd name="T5" fmla="*/ 0 h 65"/>
                <a:gd name="T6" fmla="*/ 75 w 75"/>
                <a:gd name="T7" fmla="*/ 33 h 65"/>
              </a:gdLst>
              <a:ahLst/>
              <a:cxnLst>
                <a:cxn ang="0">
                  <a:pos x="T0" y="T1"/>
                </a:cxn>
                <a:cxn ang="0">
                  <a:pos x="T2" y="T3"/>
                </a:cxn>
                <a:cxn ang="0">
                  <a:pos x="T4" y="T5"/>
                </a:cxn>
                <a:cxn ang="0">
                  <a:pos x="T6" y="T7"/>
                </a:cxn>
              </a:cxnLst>
              <a:rect l="0" t="0" r="r" b="b"/>
              <a:pathLst>
                <a:path w="75" h="65">
                  <a:moveTo>
                    <a:pt x="75" y="33"/>
                  </a:moveTo>
                  <a:lnTo>
                    <a:pt x="0" y="65"/>
                  </a:lnTo>
                  <a:lnTo>
                    <a:pt x="0" y="0"/>
                  </a:lnTo>
                  <a:lnTo>
                    <a:pt x="75" y="33"/>
                  </a:lnTo>
                  <a:close/>
                </a:path>
              </a:pathLst>
            </a:custGeom>
            <a:solidFill>
              <a:srgbClr val="44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4" name="Line 78">
              <a:extLst>
                <a:ext uri="{FF2B5EF4-FFF2-40B4-BE49-F238E27FC236}">
                  <a16:creationId xmlns:a16="http://schemas.microsoft.com/office/drawing/2014/main" id="{E34455FB-95B8-764B-BA6C-9FA0F10FEF18}"/>
                </a:ext>
              </a:extLst>
            </p:cNvPr>
            <p:cNvSpPr>
              <a:spLocks noChangeShapeType="1"/>
            </p:cNvSpPr>
            <p:nvPr/>
          </p:nvSpPr>
          <p:spPr bwMode="auto">
            <a:xfrm flipH="1">
              <a:off x="1574" y="3366"/>
              <a:ext cx="838" cy="1"/>
            </a:xfrm>
            <a:prstGeom prst="line">
              <a:avLst/>
            </a:prstGeom>
            <a:noFill/>
            <a:ln w="25400">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65" name="Line 80">
            <a:extLst>
              <a:ext uri="{FF2B5EF4-FFF2-40B4-BE49-F238E27FC236}">
                <a16:creationId xmlns:a16="http://schemas.microsoft.com/office/drawing/2014/main" id="{B3AF1676-9FEA-0448-9C34-C9D4177E7FE1}"/>
              </a:ext>
            </a:extLst>
          </p:cNvPr>
          <p:cNvSpPr>
            <a:spLocks noChangeShapeType="1"/>
          </p:cNvSpPr>
          <p:nvPr/>
        </p:nvSpPr>
        <p:spPr bwMode="auto">
          <a:xfrm flipH="1">
            <a:off x="4221163" y="5060950"/>
            <a:ext cx="76200" cy="7620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017" name="Rectangle 81">
            <a:extLst>
              <a:ext uri="{FF2B5EF4-FFF2-40B4-BE49-F238E27FC236}">
                <a16:creationId xmlns:a16="http://schemas.microsoft.com/office/drawing/2014/main" id="{0262459E-2772-4BB4-AF3B-C3893373A3B1}"/>
              </a:ext>
            </a:extLst>
          </p:cNvPr>
          <p:cNvSpPr>
            <a:spLocks noChangeArrowheads="1"/>
          </p:cNvSpPr>
          <p:nvPr/>
        </p:nvSpPr>
        <p:spPr bwMode="auto">
          <a:xfrm>
            <a:off x="4195763" y="4933950"/>
            <a:ext cx="1619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32</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67" name="Line 82">
            <a:extLst>
              <a:ext uri="{FF2B5EF4-FFF2-40B4-BE49-F238E27FC236}">
                <a16:creationId xmlns:a16="http://schemas.microsoft.com/office/drawing/2014/main" id="{E0E8F916-025E-C34B-9B5C-E5A1DFC6B83D}"/>
              </a:ext>
            </a:extLst>
          </p:cNvPr>
          <p:cNvSpPr>
            <a:spLocks noChangeShapeType="1"/>
          </p:cNvSpPr>
          <p:nvPr/>
        </p:nvSpPr>
        <p:spPr bwMode="auto">
          <a:xfrm flipH="1">
            <a:off x="4143375" y="5095875"/>
            <a:ext cx="614363"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8" name="Line 83">
            <a:extLst>
              <a:ext uri="{FF2B5EF4-FFF2-40B4-BE49-F238E27FC236}">
                <a16:creationId xmlns:a16="http://schemas.microsoft.com/office/drawing/2014/main" id="{A2CBC2AC-F44B-D142-9EF7-F1D66737E36A}"/>
              </a:ext>
            </a:extLst>
          </p:cNvPr>
          <p:cNvSpPr>
            <a:spLocks noChangeShapeType="1"/>
          </p:cNvSpPr>
          <p:nvPr/>
        </p:nvSpPr>
        <p:spPr bwMode="auto">
          <a:xfrm>
            <a:off x="2498725" y="3295650"/>
            <a:ext cx="1588" cy="1800225"/>
          </a:xfrm>
          <a:prstGeom prst="line">
            <a:avLst/>
          </a:prstGeom>
          <a:noFill/>
          <a:ln w="25400">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9" name="Rectangle 84">
            <a:extLst>
              <a:ext uri="{FF2B5EF4-FFF2-40B4-BE49-F238E27FC236}">
                <a16:creationId xmlns:a16="http://schemas.microsoft.com/office/drawing/2014/main" id="{FFC67AD6-C7F7-3043-A6A7-B9CA5653337D}"/>
              </a:ext>
            </a:extLst>
          </p:cNvPr>
          <p:cNvSpPr>
            <a:spLocks noChangeArrowheads="1"/>
          </p:cNvSpPr>
          <p:nvPr/>
        </p:nvSpPr>
        <p:spPr bwMode="auto">
          <a:xfrm>
            <a:off x="6757988" y="4254500"/>
            <a:ext cx="1150937" cy="10747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70" name="Line 85">
            <a:extLst>
              <a:ext uri="{FF2B5EF4-FFF2-40B4-BE49-F238E27FC236}">
                <a16:creationId xmlns:a16="http://schemas.microsoft.com/office/drawing/2014/main" id="{EADC97E4-72B9-7B4D-962E-FC879B44451F}"/>
              </a:ext>
            </a:extLst>
          </p:cNvPr>
          <p:cNvSpPr>
            <a:spLocks noChangeShapeType="1"/>
          </p:cNvSpPr>
          <p:nvPr/>
        </p:nvSpPr>
        <p:spPr bwMode="auto">
          <a:xfrm flipH="1">
            <a:off x="8867775" y="4941888"/>
            <a:ext cx="230188"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022" name="Rectangle 86">
            <a:extLst>
              <a:ext uri="{FF2B5EF4-FFF2-40B4-BE49-F238E27FC236}">
                <a16:creationId xmlns:a16="http://schemas.microsoft.com/office/drawing/2014/main" id="{AEEF12D7-347C-4EB1-85F6-1B95B2DC8DC8}"/>
              </a:ext>
            </a:extLst>
          </p:cNvPr>
          <p:cNvSpPr>
            <a:spLocks noChangeArrowheads="1"/>
          </p:cNvSpPr>
          <p:nvPr/>
        </p:nvSpPr>
        <p:spPr bwMode="auto">
          <a:xfrm>
            <a:off x="7691438" y="4727575"/>
            <a:ext cx="247650"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RD</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023" name="Rectangle 87">
            <a:extLst>
              <a:ext uri="{FF2B5EF4-FFF2-40B4-BE49-F238E27FC236}">
                <a16:creationId xmlns:a16="http://schemas.microsoft.com/office/drawing/2014/main" id="{B1E6E88C-A5F2-4C25-B299-F02638F81582}"/>
              </a:ext>
            </a:extLst>
          </p:cNvPr>
          <p:cNvSpPr>
            <a:spLocks noChangeArrowheads="1"/>
          </p:cNvSpPr>
          <p:nvPr/>
        </p:nvSpPr>
        <p:spPr bwMode="auto">
          <a:xfrm>
            <a:off x="6813550" y="5000625"/>
            <a:ext cx="265113"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WD</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024" name="Rectangle 88">
            <a:extLst>
              <a:ext uri="{FF2B5EF4-FFF2-40B4-BE49-F238E27FC236}">
                <a16:creationId xmlns:a16="http://schemas.microsoft.com/office/drawing/2014/main" id="{E3300056-FC72-4B32-8D0E-E05CAA098126}"/>
              </a:ext>
            </a:extLst>
          </p:cNvPr>
          <p:cNvSpPr>
            <a:spLocks noChangeArrowheads="1"/>
          </p:cNvSpPr>
          <p:nvPr/>
        </p:nvSpPr>
        <p:spPr bwMode="auto">
          <a:xfrm>
            <a:off x="7137400" y="4592638"/>
            <a:ext cx="434975"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Data</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025" name="Rectangle 89">
            <a:extLst>
              <a:ext uri="{FF2B5EF4-FFF2-40B4-BE49-F238E27FC236}">
                <a16:creationId xmlns:a16="http://schemas.microsoft.com/office/drawing/2014/main" id="{6279DFAD-5658-4803-B845-B2D804980537}"/>
              </a:ext>
            </a:extLst>
          </p:cNvPr>
          <p:cNvSpPr>
            <a:spLocks noChangeArrowheads="1"/>
          </p:cNvSpPr>
          <p:nvPr/>
        </p:nvSpPr>
        <p:spPr bwMode="auto">
          <a:xfrm>
            <a:off x="7018338" y="4746625"/>
            <a:ext cx="725487"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Memory</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7026" name="Group 92">
            <a:extLst>
              <a:ext uri="{FF2B5EF4-FFF2-40B4-BE49-F238E27FC236}">
                <a16:creationId xmlns:a16="http://schemas.microsoft.com/office/drawing/2014/main" id="{3DCDA679-86A9-4427-8B57-5CA61F74F3E8}"/>
              </a:ext>
            </a:extLst>
          </p:cNvPr>
          <p:cNvGrpSpPr>
            <a:grpSpLocks/>
          </p:cNvGrpSpPr>
          <p:nvPr/>
        </p:nvGrpSpPr>
        <p:grpSpPr bwMode="auto">
          <a:xfrm>
            <a:off x="6523038" y="4430713"/>
            <a:ext cx="238125" cy="101600"/>
            <a:chOff x="4109" y="2947"/>
            <a:chExt cx="150" cy="64"/>
          </a:xfrm>
        </p:grpSpPr>
        <p:sp>
          <p:nvSpPr>
            <p:cNvPr id="76" name="Freeform 90">
              <a:extLst>
                <a:ext uri="{FF2B5EF4-FFF2-40B4-BE49-F238E27FC236}">
                  <a16:creationId xmlns:a16="http://schemas.microsoft.com/office/drawing/2014/main" id="{EDED4AA6-21CA-8F40-968C-80E8EBD569AB}"/>
                </a:ext>
              </a:extLst>
            </p:cNvPr>
            <p:cNvSpPr>
              <a:spLocks/>
            </p:cNvSpPr>
            <p:nvPr/>
          </p:nvSpPr>
          <p:spPr bwMode="auto">
            <a:xfrm>
              <a:off x="4184" y="2947"/>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77" name="Line 91">
              <a:extLst>
                <a:ext uri="{FF2B5EF4-FFF2-40B4-BE49-F238E27FC236}">
                  <a16:creationId xmlns:a16="http://schemas.microsoft.com/office/drawing/2014/main" id="{64BDD2E8-3B03-BB4B-A4C9-FE1422F0BF59}"/>
                </a:ext>
              </a:extLst>
            </p:cNvPr>
            <p:cNvSpPr>
              <a:spLocks noChangeShapeType="1"/>
            </p:cNvSpPr>
            <p:nvPr/>
          </p:nvSpPr>
          <p:spPr bwMode="auto">
            <a:xfrm flipH="1">
              <a:off x="4109" y="2979"/>
              <a:ext cx="11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27027" name="Rectangle 93">
            <a:extLst>
              <a:ext uri="{FF2B5EF4-FFF2-40B4-BE49-F238E27FC236}">
                <a16:creationId xmlns:a16="http://schemas.microsoft.com/office/drawing/2014/main" id="{BB17A162-9D18-46F3-A7CD-F1C42D704087}"/>
              </a:ext>
            </a:extLst>
          </p:cNvPr>
          <p:cNvSpPr>
            <a:spLocks noChangeArrowheads="1"/>
          </p:cNvSpPr>
          <p:nvPr/>
        </p:nvSpPr>
        <p:spPr bwMode="auto">
          <a:xfrm>
            <a:off x="6813550" y="4421188"/>
            <a:ext cx="417513"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ADDR</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79" name="Line 94">
            <a:extLst>
              <a:ext uri="{FF2B5EF4-FFF2-40B4-BE49-F238E27FC236}">
                <a16:creationId xmlns:a16="http://schemas.microsoft.com/office/drawing/2014/main" id="{FCC45C63-3A93-1D43-867D-2CD046062E4A}"/>
              </a:ext>
            </a:extLst>
          </p:cNvPr>
          <p:cNvSpPr>
            <a:spLocks noChangeShapeType="1"/>
          </p:cNvSpPr>
          <p:nvPr/>
        </p:nvSpPr>
        <p:spPr bwMode="auto">
          <a:xfrm>
            <a:off x="6523038" y="4140200"/>
            <a:ext cx="1587" cy="14589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0" name="Line 95">
            <a:extLst>
              <a:ext uri="{FF2B5EF4-FFF2-40B4-BE49-F238E27FC236}">
                <a16:creationId xmlns:a16="http://schemas.microsoft.com/office/drawing/2014/main" id="{1AF27F3A-2E4C-C941-8281-43AEB1BA1886}"/>
              </a:ext>
            </a:extLst>
          </p:cNvPr>
          <p:cNvSpPr>
            <a:spLocks noChangeShapeType="1"/>
          </p:cNvSpPr>
          <p:nvPr/>
        </p:nvSpPr>
        <p:spPr bwMode="auto">
          <a:xfrm flipH="1">
            <a:off x="3956050" y="3406775"/>
            <a:ext cx="77788" cy="76200"/>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030" name="Rectangle 96">
            <a:extLst>
              <a:ext uri="{FF2B5EF4-FFF2-40B4-BE49-F238E27FC236}">
                <a16:creationId xmlns:a16="http://schemas.microsoft.com/office/drawing/2014/main" id="{55D70CF2-B11C-4506-A315-CBC8D8915F46}"/>
              </a:ext>
            </a:extLst>
          </p:cNvPr>
          <p:cNvSpPr>
            <a:spLocks noChangeArrowheads="1"/>
          </p:cNvSpPr>
          <p:nvPr/>
        </p:nvSpPr>
        <p:spPr bwMode="auto">
          <a:xfrm>
            <a:off x="4041775" y="3398838"/>
            <a:ext cx="10160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5</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7031" name="Group 99">
            <a:extLst>
              <a:ext uri="{FF2B5EF4-FFF2-40B4-BE49-F238E27FC236}">
                <a16:creationId xmlns:a16="http://schemas.microsoft.com/office/drawing/2014/main" id="{32E4B611-8382-431A-85C0-B7106E746A46}"/>
              </a:ext>
            </a:extLst>
          </p:cNvPr>
          <p:cNvGrpSpPr>
            <a:grpSpLocks/>
          </p:cNvGrpSpPr>
          <p:nvPr/>
        </p:nvGrpSpPr>
        <p:grpSpPr bwMode="auto">
          <a:xfrm>
            <a:off x="3956050" y="3303588"/>
            <a:ext cx="85725" cy="307975"/>
            <a:chOff x="2492" y="2237"/>
            <a:chExt cx="54" cy="194"/>
          </a:xfrm>
        </p:grpSpPr>
        <p:sp>
          <p:nvSpPr>
            <p:cNvPr id="83" name="Freeform 97">
              <a:extLst>
                <a:ext uri="{FF2B5EF4-FFF2-40B4-BE49-F238E27FC236}">
                  <a16:creationId xmlns:a16="http://schemas.microsoft.com/office/drawing/2014/main" id="{A5758571-5FDB-6C40-A6C6-EEB112DF94AB}"/>
                </a:ext>
              </a:extLst>
            </p:cNvPr>
            <p:cNvSpPr>
              <a:spLocks/>
            </p:cNvSpPr>
            <p:nvPr/>
          </p:nvSpPr>
          <p:spPr bwMode="auto">
            <a:xfrm>
              <a:off x="2492" y="2366"/>
              <a:ext cx="54" cy="65"/>
            </a:xfrm>
            <a:custGeom>
              <a:avLst/>
              <a:gdLst>
                <a:gd name="T0" fmla="*/ 27 w 54"/>
                <a:gd name="T1" fmla="*/ 65 h 65"/>
                <a:gd name="T2" fmla="*/ 0 w 54"/>
                <a:gd name="T3" fmla="*/ 0 h 65"/>
                <a:gd name="T4" fmla="*/ 54 w 54"/>
                <a:gd name="T5" fmla="*/ 0 h 65"/>
                <a:gd name="T6" fmla="*/ 27 w 54"/>
                <a:gd name="T7" fmla="*/ 65 h 65"/>
              </a:gdLst>
              <a:ahLst/>
              <a:cxnLst>
                <a:cxn ang="0">
                  <a:pos x="T0" y="T1"/>
                </a:cxn>
                <a:cxn ang="0">
                  <a:pos x="T2" y="T3"/>
                </a:cxn>
                <a:cxn ang="0">
                  <a:pos x="T4" y="T5"/>
                </a:cxn>
                <a:cxn ang="0">
                  <a:pos x="T6" y="T7"/>
                </a:cxn>
              </a:cxnLst>
              <a:rect l="0" t="0" r="r" b="b"/>
              <a:pathLst>
                <a:path w="54" h="65">
                  <a:moveTo>
                    <a:pt x="27" y="65"/>
                  </a:moveTo>
                  <a:lnTo>
                    <a:pt x="0" y="0"/>
                  </a:lnTo>
                  <a:lnTo>
                    <a:pt x="54" y="0"/>
                  </a:lnTo>
                  <a:lnTo>
                    <a:pt x="27" y="65"/>
                  </a:lnTo>
                  <a:close/>
                </a:path>
              </a:pathLst>
            </a:custGeom>
            <a:solidFill>
              <a:srgbClr val="44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4" name="Line 98">
              <a:extLst>
                <a:ext uri="{FF2B5EF4-FFF2-40B4-BE49-F238E27FC236}">
                  <a16:creationId xmlns:a16="http://schemas.microsoft.com/office/drawing/2014/main" id="{86BD085F-9BDE-874A-8B34-712221D908CF}"/>
                </a:ext>
              </a:extLst>
            </p:cNvPr>
            <p:cNvSpPr>
              <a:spLocks noChangeShapeType="1"/>
            </p:cNvSpPr>
            <p:nvPr/>
          </p:nvSpPr>
          <p:spPr bwMode="auto">
            <a:xfrm>
              <a:off x="2519" y="2237"/>
              <a:ext cx="1" cy="172"/>
            </a:xfrm>
            <a:prstGeom prst="line">
              <a:avLst/>
            </a:prstGeom>
            <a:noFill/>
            <a:ln w="17463">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7032" name="Group 102">
            <a:extLst>
              <a:ext uri="{FF2B5EF4-FFF2-40B4-BE49-F238E27FC236}">
                <a16:creationId xmlns:a16="http://schemas.microsoft.com/office/drawing/2014/main" id="{2DDE152C-0CF6-4670-B255-26778B64330C}"/>
              </a:ext>
            </a:extLst>
          </p:cNvPr>
          <p:cNvGrpSpPr>
            <a:grpSpLocks/>
          </p:cNvGrpSpPr>
          <p:nvPr/>
        </p:nvGrpSpPr>
        <p:grpSpPr bwMode="auto">
          <a:xfrm>
            <a:off x="5295900" y="4430713"/>
            <a:ext cx="203200" cy="101600"/>
            <a:chOff x="3336" y="2947"/>
            <a:chExt cx="128" cy="64"/>
          </a:xfrm>
        </p:grpSpPr>
        <p:sp>
          <p:nvSpPr>
            <p:cNvPr id="86" name="Freeform 100">
              <a:extLst>
                <a:ext uri="{FF2B5EF4-FFF2-40B4-BE49-F238E27FC236}">
                  <a16:creationId xmlns:a16="http://schemas.microsoft.com/office/drawing/2014/main" id="{9A183BFD-81F5-C442-AB9A-21741410C20D}"/>
                </a:ext>
              </a:extLst>
            </p:cNvPr>
            <p:cNvSpPr>
              <a:spLocks/>
            </p:cNvSpPr>
            <p:nvPr/>
          </p:nvSpPr>
          <p:spPr bwMode="auto">
            <a:xfrm>
              <a:off x="3389" y="2947"/>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7" name="Line 101">
              <a:extLst>
                <a:ext uri="{FF2B5EF4-FFF2-40B4-BE49-F238E27FC236}">
                  <a16:creationId xmlns:a16="http://schemas.microsoft.com/office/drawing/2014/main" id="{1F29C6F3-DBAD-B343-9A3D-AACB8CBBFD0D}"/>
                </a:ext>
              </a:extLst>
            </p:cNvPr>
            <p:cNvSpPr>
              <a:spLocks noChangeShapeType="1"/>
            </p:cNvSpPr>
            <p:nvPr/>
          </p:nvSpPr>
          <p:spPr bwMode="auto">
            <a:xfrm flipH="1">
              <a:off x="3336" y="2979"/>
              <a:ext cx="9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27033" name="Rectangle 103">
            <a:extLst>
              <a:ext uri="{FF2B5EF4-FFF2-40B4-BE49-F238E27FC236}">
                <a16:creationId xmlns:a16="http://schemas.microsoft.com/office/drawing/2014/main" id="{D1993CAA-86E7-4208-A738-E60E4D9C4740}"/>
              </a:ext>
            </a:extLst>
          </p:cNvPr>
          <p:cNvSpPr>
            <a:spLocks noChangeArrowheads="1"/>
          </p:cNvSpPr>
          <p:nvPr/>
        </p:nvSpPr>
        <p:spPr bwMode="auto">
          <a:xfrm>
            <a:off x="2703513" y="3151188"/>
            <a:ext cx="628650" cy="13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FF0000"/>
                </a:solidFill>
                <a:latin typeface="Arial" panose="020B0604020202020204" pitchFamily="34" charset="0"/>
                <a:ea typeface="宋体" panose="02010600030101010101" pitchFamily="2" charset="-122"/>
              </a:rPr>
              <a:t>Instruction </a:t>
            </a:r>
            <a:endParaRPr kumimoji="0" lang="en-US" altLang="zh-CN" sz="1200">
              <a:solidFill>
                <a:srgbClr val="FF0000"/>
              </a:solidFill>
              <a:latin typeface="Tahoma" panose="020B0604030504040204" pitchFamily="34" charset="0"/>
              <a:ea typeface="宋体" panose="02010600030101010101" pitchFamily="2" charset="-122"/>
            </a:endParaRPr>
          </a:p>
        </p:txBody>
      </p:sp>
      <p:sp>
        <p:nvSpPr>
          <p:cNvPr id="127034" name="Rectangle 104">
            <a:extLst>
              <a:ext uri="{FF2B5EF4-FFF2-40B4-BE49-F238E27FC236}">
                <a16:creationId xmlns:a16="http://schemas.microsoft.com/office/drawing/2014/main" id="{3DFC29B6-419D-4DB4-8C27-E6E07BE3DF36}"/>
              </a:ext>
            </a:extLst>
          </p:cNvPr>
          <p:cNvSpPr>
            <a:spLocks noChangeArrowheads="1"/>
          </p:cNvSpPr>
          <p:nvPr/>
        </p:nvSpPr>
        <p:spPr bwMode="auto">
          <a:xfrm>
            <a:off x="3394075" y="3160713"/>
            <a:ext cx="153988"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440000"/>
                </a:solidFill>
                <a:latin typeface="Courier New" panose="02070309020205020404" pitchFamily="49" charset="0"/>
                <a:ea typeface="宋体" panose="02010600030101010101" pitchFamily="2" charset="-122"/>
              </a:rPr>
              <a:t>I</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90" name="Line 105">
            <a:extLst>
              <a:ext uri="{FF2B5EF4-FFF2-40B4-BE49-F238E27FC236}">
                <a16:creationId xmlns:a16="http://schemas.microsoft.com/office/drawing/2014/main" id="{A8C7EA53-6EDC-9C41-99CF-E716C1EE4B9D}"/>
              </a:ext>
            </a:extLst>
          </p:cNvPr>
          <p:cNvSpPr>
            <a:spLocks noChangeShapeType="1"/>
          </p:cNvSpPr>
          <p:nvPr/>
        </p:nvSpPr>
        <p:spPr bwMode="auto">
          <a:xfrm flipH="1">
            <a:off x="2071688" y="3252788"/>
            <a:ext cx="77787" cy="77787"/>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036" name="Rectangle 106">
            <a:extLst>
              <a:ext uri="{FF2B5EF4-FFF2-40B4-BE49-F238E27FC236}">
                <a16:creationId xmlns:a16="http://schemas.microsoft.com/office/drawing/2014/main" id="{E8C5AD82-5EFF-444F-A792-3719678F3350}"/>
              </a:ext>
            </a:extLst>
          </p:cNvPr>
          <p:cNvSpPr>
            <a:spLocks noChangeArrowheads="1"/>
          </p:cNvSpPr>
          <p:nvPr/>
        </p:nvSpPr>
        <p:spPr bwMode="auto">
          <a:xfrm>
            <a:off x="2081213" y="3322638"/>
            <a:ext cx="161925"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32</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7037" name="Group 112">
            <a:extLst>
              <a:ext uri="{FF2B5EF4-FFF2-40B4-BE49-F238E27FC236}">
                <a16:creationId xmlns:a16="http://schemas.microsoft.com/office/drawing/2014/main" id="{A2680BB1-8E74-4AC8-A492-33E37C4A445D}"/>
              </a:ext>
            </a:extLst>
          </p:cNvPr>
          <p:cNvGrpSpPr>
            <a:grpSpLocks/>
          </p:cNvGrpSpPr>
          <p:nvPr/>
        </p:nvGrpSpPr>
        <p:grpSpPr bwMode="auto">
          <a:xfrm>
            <a:off x="5099050" y="4216400"/>
            <a:ext cx="169863" cy="554038"/>
            <a:chOff x="3212" y="2812"/>
            <a:chExt cx="107" cy="349"/>
          </a:xfrm>
        </p:grpSpPr>
        <p:sp>
          <p:nvSpPr>
            <p:cNvPr id="93" name="Freeform 107">
              <a:extLst>
                <a:ext uri="{FF2B5EF4-FFF2-40B4-BE49-F238E27FC236}">
                  <a16:creationId xmlns:a16="http://schemas.microsoft.com/office/drawing/2014/main" id="{D37DA782-42D8-9D48-B3F3-15FB243DA43A}"/>
                </a:ext>
              </a:extLst>
            </p:cNvPr>
            <p:cNvSpPr>
              <a:spLocks/>
            </p:cNvSpPr>
            <p:nvPr/>
          </p:nvSpPr>
          <p:spPr bwMode="auto">
            <a:xfrm>
              <a:off x="3212" y="2812"/>
              <a:ext cx="97" cy="339"/>
            </a:xfrm>
            <a:custGeom>
              <a:avLst/>
              <a:gdLst>
                <a:gd name="T0" fmla="*/ 0 w 97"/>
                <a:gd name="T1" fmla="*/ 0 h 339"/>
                <a:gd name="T2" fmla="*/ 0 w 97"/>
                <a:gd name="T3" fmla="*/ 339 h 339"/>
                <a:gd name="T4" fmla="*/ 97 w 97"/>
                <a:gd name="T5" fmla="*/ 269 h 339"/>
                <a:gd name="T6" fmla="*/ 97 w 97"/>
                <a:gd name="T7" fmla="*/ 76 h 339"/>
                <a:gd name="T8" fmla="*/ 0 w 97"/>
                <a:gd name="T9" fmla="*/ 0 h 339"/>
              </a:gdLst>
              <a:ahLst/>
              <a:cxnLst>
                <a:cxn ang="0">
                  <a:pos x="T0" y="T1"/>
                </a:cxn>
                <a:cxn ang="0">
                  <a:pos x="T2" y="T3"/>
                </a:cxn>
                <a:cxn ang="0">
                  <a:pos x="T4" y="T5"/>
                </a:cxn>
                <a:cxn ang="0">
                  <a:pos x="T6" y="T7"/>
                </a:cxn>
                <a:cxn ang="0">
                  <a:pos x="T8" y="T9"/>
                </a:cxn>
              </a:cxnLst>
              <a:rect l="0" t="0" r="r" b="b"/>
              <a:pathLst>
                <a:path w="97" h="339">
                  <a:moveTo>
                    <a:pt x="0" y="0"/>
                  </a:moveTo>
                  <a:lnTo>
                    <a:pt x="0" y="339"/>
                  </a:lnTo>
                  <a:lnTo>
                    <a:pt x="97" y="269"/>
                  </a:lnTo>
                  <a:lnTo>
                    <a:pt x="97" y="76"/>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94" name="Freeform 108">
              <a:extLst>
                <a:ext uri="{FF2B5EF4-FFF2-40B4-BE49-F238E27FC236}">
                  <a16:creationId xmlns:a16="http://schemas.microsoft.com/office/drawing/2014/main" id="{32AA68DB-EF09-E34A-95CF-0303751005EE}"/>
                </a:ext>
              </a:extLst>
            </p:cNvPr>
            <p:cNvSpPr>
              <a:spLocks/>
            </p:cNvSpPr>
            <p:nvPr/>
          </p:nvSpPr>
          <p:spPr bwMode="auto">
            <a:xfrm>
              <a:off x="3223" y="2823"/>
              <a:ext cx="96" cy="338"/>
            </a:xfrm>
            <a:custGeom>
              <a:avLst/>
              <a:gdLst>
                <a:gd name="T0" fmla="*/ 0 w 96"/>
                <a:gd name="T1" fmla="*/ 0 h 338"/>
                <a:gd name="T2" fmla="*/ 0 w 96"/>
                <a:gd name="T3" fmla="*/ 338 h 338"/>
                <a:gd name="T4" fmla="*/ 96 w 96"/>
                <a:gd name="T5" fmla="*/ 269 h 338"/>
                <a:gd name="T6" fmla="*/ 96 w 96"/>
                <a:gd name="T7" fmla="*/ 75 h 338"/>
                <a:gd name="T8" fmla="*/ 0 w 96"/>
                <a:gd name="T9" fmla="*/ 0 h 338"/>
              </a:gdLst>
              <a:ahLst/>
              <a:cxnLst>
                <a:cxn ang="0">
                  <a:pos x="T0" y="T1"/>
                </a:cxn>
                <a:cxn ang="0">
                  <a:pos x="T2" y="T3"/>
                </a:cxn>
                <a:cxn ang="0">
                  <a:pos x="T4" y="T5"/>
                </a:cxn>
                <a:cxn ang="0">
                  <a:pos x="T6" y="T7"/>
                </a:cxn>
                <a:cxn ang="0">
                  <a:pos x="T8" y="T9"/>
                </a:cxn>
              </a:cxnLst>
              <a:rect l="0" t="0" r="r" b="b"/>
              <a:pathLst>
                <a:path w="96" h="338">
                  <a:moveTo>
                    <a:pt x="0" y="0"/>
                  </a:moveTo>
                  <a:lnTo>
                    <a:pt x="0" y="338"/>
                  </a:lnTo>
                  <a:lnTo>
                    <a:pt x="96" y="269"/>
                  </a:lnTo>
                  <a:lnTo>
                    <a:pt x="96" y="7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130" name="Rectangle 109">
              <a:extLst>
                <a:ext uri="{FF2B5EF4-FFF2-40B4-BE49-F238E27FC236}">
                  <a16:creationId xmlns:a16="http://schemas.microsoft.com/office/drawing/2014/main" id="{D2E798FC-6FE1-4DF3-82A5-8E2ADFD2B60D}"/>
                </a:ext>
              </a:extLst>
            </p:cNvPr>
            <p:cNvSpPr>
              <a:spLocks noChangeArrowheads="1"/>
            </p:cNvSpPr>
            <p:nvPr/>
          </p:nvSpPr>
          <p:spPr bwMode="auto">
            <a:xfrm>
              <a:off x="3244" y="2893"/>
              <a:ext cx="75"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M</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131" name="Rectangle 110">
              <a:extLst>
                <a:ext uri="{FF2B5EF4-FFF2-40B4-BE49-F238E27FC236}">
                  <a16:creationId xmlns:a16="http://schemas.microsoft.com/office/drawing/2014/main" id="{FA3542B6-36AC-4C2C-87EF-648A6BAB975E}"/>
                </a:ext>
              </a:extLst>
            </p:cNvPr>
            <p:cNvSpPr>
              <a:spLocks noChangeArrowheads="1"/>
            </p:cNvSpPr>
            <p:nvPr/>
          </p:nvSpPr>
          <p:spPr bwMode="auto">
            <a:xfrm>
              <a:off x="3244" y="2957"/>
              <a:ext cx="64"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U</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132" name="Rectangle 111">
              <a:extLst>
                <a:ext uri="{FF2B5EF4-FFF2-40B4-BE49-F238E27FC236}">
                  <a16:creationId xmlns:a16="http://schemas.microsoft.com/office/drawing/2014/main" id="{83C09B8E-8A21-4FF0-88D4-0E992CDDA155}"/>
                </a:ext>
              </a:extLst>
            </p:cNvPr>
            <p:cNvSpPr>
              <a:spLocks noChangeArrowheads="1"/>
            </p:cNvSpPr>
            <p:nvPr/>
          </p:nvSpPr>
          <p:spPr bwMode="auto">
            <a:xfrm>
              <a:off x="3250" y="3022"/>
              <a:ext cx="64"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X</a:t>
              </a:r>
              <a:endParaRPr kumimoji="0" lang="en-US" altLang="zh-CN" sz="1200">
                <a:solidFill>
                  <a:srgbClr val="000000"/>
                </a:solidFill>
                <a:latin typeface="Tahoma" panose="020B0604030504040204" pitchFamily="34" charset="0"/>
                <a:ea typeface="宋体" panose="02010600030101010101" pitchFamily="2" charset="-122"/>
              </a:endParaRPr>
            </a:p>
          </p:txBody>
        </p:sp>
      </p:grpSp>
      <p:grpSp>
        <p:nvGrpSpPr>
          <p:cNvPr id="127038" name="Group 115">
            <a:extLst>
              <a:ext uri="{FF2B5EF4-FFF2-40B4-BE49-F238E27FC236}">
                <a16:creationId xmlns:a16="http://schemas.microsoft.com/office/drawing/2014/main" id="{9324B280-3017-4A9E-B823-4730F9D96DEC}"/>
              </a:ext>
            </a:extLst>
          </p:cNvPr>
          <p:cNvGrpSpPr>
            <a:grpSpLocks/>
          </p:cNvGrpSpPr>
          <p:nvPr/>
        </p:nvGrpSpPr>
        <p:grpSpPr bwMode="auto">
          <a:xfrm>
            <a:off x="7904163" y="4737100"/>
            <a:ext cx="776287" cy="101600"/>
            <a:chOff x="4979" y="3140"/>
            <a:chExt cx="489" cy="64"/>
          </a:xfrm>
        </p:grpSpPr>
        <p:sp>
          <p:nvSpPr>
            <p:cNvPr id="99" name="Freeform 113">
              <a:extLst>
                <a:ext uri="{FF2B5EF4-FFF2-40B4-BE49-F238E27FC236}">
                  <a16:creationId xmlns:a16="http://schemas.microsoft.com/office/drawing/2014/main" id="{A1827589-D2C3-9442-8C0C-74F6B4DE4F9F}"/>
                </a:ext>
              </a:extLst>
            </p:cNvPr>
            <p:cNvSpPr>
              <a:spLocks/>
            </p:cNvSpPr>
            <p:nvPr/>
          </p:nvSpPr>
          <p:spPr bwMode="auto">
            <a:xfrm>
              <a:off x="5393" y="3140"/>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0" name="Line 114">
              <a:extLst>
                <a:ext uri="{FF2B5EF4-FFF2-40B4-BE49-F238E27FC236}">
                  <a16:creationId xmlns:a16="http://schemas.microsoft.com/office/drawing/2014/main" id="{755E8F81-39FB-2F42-9A13-3E03C2FB0627}"/>
                </a:ext>
              </a:extLst>
            </p:cNvPr>
            <p:cNvSpPr>
              <a:spLocks noChangeShapeType="1"/>
            </p:cNvSpPr>
            <p:nvPr/>
          </p:nvSpPr>
          <p:spPr bwMode="auto">
            <a:xfrm flipH="1">
              <a:off x="4979" y="3172"/>
              <a:ext cx="45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7039" name="Group 118">
            <a:extLst>
              <a:ext uri="{FF2B5EF4-FFF2-40B4-BE49-F238E27FC236}">
                <a16:creationId xmlns:a16="http://schemas.microsoft.com/office/drawing/2014/main" id="{3A4B5D0D-44B6-4E06-9D02-AB621B115FF0}"/>
              </a:ext>
            </a:extLst>
          </p:cNvPr>
          <p:cNvGrpSpPr>
            <a:grpSpLocks/>
          </p:cNvGrpSpPr>
          <p:nvPr/>
        </p:nvGrpSpPr>
        <p:grpSpPr bwMode="auto">
          <a:xfrm>
            <a:off x="8364538" y="5010150"/>
            <a:ext cx="358775" cy="101600"/>
            <a:chOff x="5269" y="3312"/>
            <a:chExt cx="226" cy="64"/>
          </a:xfrm>
        </p:grpSpPr>
        <p:sp>
          <p:nvSpPr>
            <p:cNvPr id="102" name="Freeform 116">
              <a:extLst>
                <a:ext uri="{FF2B5EF4-FFF2-40B4-BE49-F238E27FC236}">
                  <a16:creationId xmlns:a16="http://schemas.microsoft.com/office/drawing/2014/main" id="{5B0B53F8-D131-E643-B4E3-4DCDF6D16014}"/>
                </a:ext>
              </a:extLst>
            </p:cNvPr>
            <p:cNvSpPr>
              <a:spLocks/>
            </p:cNvSpPr>
            <p:nvPr/>
          </p:nvSpPr>
          <p:spPr bwMode="auto">
            <a:xfrm>
              <a:off x="5420" y="3312"/>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3" name="Line 117">
              <a:extLst>
                <a:ext uri="{FF2B5EF4-FFF2-40B4-BE49-F238E27FC236}">
                  <a16:creationId xmlns:a16="http://schemas.microsoft.com/office/drawing/2014/main" id="{15A8185D-5701-AC48-BD59-7C99EFCA4C75}"/>
                </a:ext>
              </a:extLst>
            </p:cNvPr>
            <p:cNvSpPr>
              <a:spLocks noChangeShapeType="1"/>
            </p:cNvSpPr>
            <p:nvPr/>
          </p:nvSpPr>
          <p:spPr bwMode="auto">
            <a:xfrm flipH="1">
              <a:off x="5269" y="3344"/>
              <a:ext cx="18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7040" name="Group 121">
            <a:extLst>
              <a:ext uri="{FF2B5EF4-FFF2-40B4-BE49-F238E27FC236}">
                <a16:creationId xmlns:a16="http://schemas.microsoft.com/office/drawing/2014/main" id="{7B3E4023-CF1B-425E-B0C9-AAED6C7EB661}"/>
              </a:ext>
            </a:extLst>
          </p:cNvPr>
          <p:cNvGrpSpPr>
            <a:grpSpLocks/>
          </p:cNvGrpSpPr>
          <p:nvPr/>
        </p:nvGrpSpPr>
        <p:grpSpPr bwMode="auto">
          <a:xfrm>
            <a:off x="4876800" y="5010150"/>
            <a:ext cx="1884363" cy="101600"/>
            <a:chOff x="3072" y="3312"/>
            <a:chExt cx="1187" cy="64"/>
          </a:xfrm>
        </p:grpSpPr>
        <p:sp>
          <p:nvSpPr>
            <p:cNvPr id="105" name="Freeform 119">
              <a:extLst>
                <a:ext uri="{FF2B5EF4-FFF2-40B4-BE49-F238E27FC236}">
                  <a16:creationId xmlns:a16="http://schemas.microsoft.com/office/drawing/2014/main" id="{85C23CA4-1827-5E4E-AA04-F46E81D7F1E5}"/>
                </a:ext>
              </a:extLst>
            </p:cNvPr>
            <p:cNvSpPr>
              <a:spLocks/>
            </p:cNvSpPr>
            <p:nvPr/>
          </p:nvSpPr>
          <p:spPr bwMode="auto">
            <a:xfrm>
              <a:off x="4184" y="3312"/>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6" name="Line 120">
              <a:extLst>
                <a:ext uri="{FF2B5EF4-FFF2-40B4-BE49-F238E27FC236}">
                  <a16:creationId xmlns:a16="http://schemas.microsoft.com/office/drawing/2014/main" id="{2CC877FB-3B54-0F42-B232-F2203F4BD3C1}"/>
                </a:ext>
              </a:extLst>
            </p:cNvPr>
            <p:cNvSpPr>
              <a:spLocks noChangeShapeType="1"/>
            </p:cNvSpPr>
            <p:nvPr/>
          </p:nvSpPr>
          <p:spPr bwMode="auto">
            <a:xfrm flipH="1">
              <a:off x="3072" y="3344"/>
              <a:ext cx="115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07" name="Line 122">
            <a:extLst>
              <a:ext uri="{FF2B5EF4-FFF2-40B4-BE49-F238E27FC236}">
                <a16:creationId xmlns:a16="http://schemas.microsoft.com/office/drawing/2014/main" id="{5514658A-7A8D-D945-A3C3-EBBB27B68213}"/>
              </a:ext>
            </a:extLst>
          </p:cNvPr>
          <p:cNvSpPr>
            <a:spLocks noChangeShapeType="1"/>
          </p:cNvSpPr>
          <p:nvPr/>
        </p:nvSpPr>
        <p:spPr bwMode="auto">
          <a:xfrm>
            <a:off x="4876800" y="4327525"/>
            <a:ext cx="1588" cy="733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8" name="Oval 123">
            <a:extLst>
              <a:ext uri="{FF2B5EF4-FFF2-40B4-BE49-F238E27FC236}">
                <a16:creationId xmlns:a16="http://schemas.microsoft.com/office/drawing/2014/main" id="{5EFA91D4-7C69-984B-8AED-62EA3B1A6AA3}"/>
              </a:ext>
            </a:extLst>
          </p:cNvPr>
          <p:cNvSpPr>
            <a:spLocks noChangeArrowheads="1"/>
          </p:cNvSpPr>
          <p:nvPr/>
        </p:nvSpPr>
        <p:spPr bwMode="auto">
          <a:xfrm>
            <a:off x="4856163" y="4314825"/>
            <a:ext cx="42862" cy="34925"/>
          </a:xfrm>
          <a:prstGeom prst="ellipse">
            <a:avLst/>
          </a:prstGeom>
          <a:solidFill>
            <a:srgbClr val="440000"/>
          </a:solidFill>
          <a:ln w="25400">
            <a:solidFill>
              <a:srgbClr val="000000"/>
            </a:solidFill>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9" name="Line 124">
            <a:extLst>
              <a:ext uri="{FF2B5EF4-FFF2-40B4-BE49-F238E27FC236}">
                <a16:creationId xmlns:a16="http://schemas.microsoft.com/office/drawing/2014/main" id="{7B95F44E-C517-D74E-B42E-2D7788FC5D56}"/>
              </a:ext>
            </a:extLst>
          </p:cNvPr>
          <p:cNvSpPr>
            <a:spLocks noChangeShapeType="1"/>
          </p:cNvSpPr>
          <p:nvPr/>
        </p:nvSpPr>
        <p:spPr bwMode="auto">
          <a:xfrm flipH="1">
            <a:off x="6523038" y="5599113"/>
            <a:ext cx="184150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10" name="Line 125">
            <a:extLst>
              <a:ext uri="{FF2B5EF4-FFF2-40B4-BE49-F238E27FC236}">
                <a16:creationId xmlns:a16="http://schemas.microsoft.com/office/drawing/2014/main" id="{E6391692-BFC9-4545-82EA-968EDA391BAA}"/>
              </a:ext>
            </a:extLst>
          </p:cNvPr>
          <p:cNvSpPr>
            <a:spLocks noChangeShapeType="1"/>
          </p:cNvSpPr>
          <p:nvPr/>
        </p:nvSpPr>
        <p:spPr bwMode="auto">
          <a:xfrm>
            <a:off x="8364538" y="5060950"/>
            <a:ext cx="1587" cy="5381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7045" name="Group 128">
            <a:extLst>
              <a:ext uri="{FF2B5EF4-FFF2-40B4-BE49-F238E27FC236}">
                <a16:creationId xmlns:a16="http://schemas.microsoft.com/office/drawing/2014/main" id="{FC97E672-99FB-45D2-BB16-E7C4A510B811}"/>
              </a:ext>
            </a:extLst>
          </p:cNvPr>
          <p:cNvGrpSpPr>
            <a:grpSpLocks/>
          </p:cNvGrpSpPr>
          <p:nvPr/>
        </p:nvGrpSpPr>
        <p:grpSpPr bwMode="auto">
          <a:xfrm>
            <a:off x="5372100" y="3048000"/>
            <a:ext cx="315913" cy="103188"/>
            <a:chOff x="3384" y="2076"/>
            <a:chExt cx="199" cy="65"/>
          </a:xfrm>
        </p:grpSpPr>
        <p:sp>
          <p:nvSpPr>
            <p:cNvPr id="112" name="Freeform 126">
              <a:extLst>
                <a:ext uri="{FF2B5EF4-FFF2-40B4-BE49-F238E27FC236}">
                  <a16:creationId xmlns:a16="http://schemas.microsoft.com/office/drawing/2014/main" id="{C537991B-2F67-3248-948D-6D7565C0519C}"/>
                </a:ext>
              </a:extLst>
            </p:cNvPr>
            <p:cNvSpPr>
              <a:spLocks/>
            </p:cNvSpPr>
            <p:nvPr/>
          </p:nvSpPr>
          <p:spPr bwMode="auto">
            <a:xfrm>
              <a:off x="3507" y="2076"/>
              <a:ext cx="76" cy="65"/>
            </a:xfrm>
            <a:custGeom>
              <a:avLst/>
              <a:gdLst>
                <a:gd name="T0" fmla="*/ 76 w 76"/>
                <a:gd name="T1" fmla="*/ 33 h 65"/>
                <a:gd name="T2" fmla="*/ 0 w 76"/>
                <a:gd name="T3" fmla="*/ 65 h 65"/>
                <a:gd name="T4" fmla="*/ 0 w 76"/>
                <a:gd name="T5" fmla="*/ 0 h 65"/>
                <a:gd name="T6" fmla="*/ 76 w 76"/>
                <a:gd name="T7" fmla="*/ 33 h 65"/>
              </a:gdLst>
              <a:ahLst/>
              <a:cxnLst>
                <a:cxn ang="0">
                  <a:pos x="T0" y="T1"/>
                </a:cxn>
                <a:cxn ang="0">
                  <a:pos x="T2" y="T3"/>
                </a:cxn>
                <a:cxn ang="0">
                  <a:pos x="T4" y="T5"/>
                </a:cxn>
                <a:cxn ang="0">
                  <a:pos x="T6" y="T7"/>
                </a:cxn>
              </a:cxnLst>
              <a:rect l="0" t="0" r="r" b="b"/>
              <a:pathLst>
                <a:path w="76" h="65">
                  <a:moveTo>
                    <a:pt x="76" y="33"/>
                  </a:moveTo>
                  <a:lnTo>
                    <a:pt x="0" y="65"/>
                  </a:lnTo>
                  <a:lnTo>
                    <a:pt x="0" y="0"/>
                  </a:lnTo>
                  <a:lnTo>
                    <a:pt x="76"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13" name="Line 127">
              <a:extLst>
                <a:ext uri="{FF2B5EF4-FFF2-40B4-BE49-F238E27FC236}">
                  <a16:creationId xmlns:a16="http://schemas.microsoft.com/office/drawing/2014/main" id="{ACAC7C52-8464-1F4F-891E-F4AA65EB6DDF}"/>
                </a:ext>
              </a:extLst>
            </p:cNvPr>
            <p:cNvSpPr>
              <a:spLocks noChangeShapeType="1"/>
            </p:cNvSpPr>
            <p:nvPr/>
          </p:nvSpPr>
          <p:spPr bwMode="auto">
            <a:xfrm flipH="1">
              <a:off x="3384" y="2109"/>
              <a:ext cx="16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14" name="AutoShape 129">
            <a:extLst>
              <a:ext uri="{FF2B5EF4-FFF2-40B4-BE49-F238E27FC236}">
                <a16:creationId xmlns:a16="http://schemas.microsoft.com/office/drawing/2014/main" id="{EF37E268-3C48-4541-8AC7-4631C67F8561}"/>
              </a:ext>
            </a:extLst>
          </p:cNvPr>
          <p:cNvSpPr>
            <a:spLocks noChangeArrowheads="1"/>
          </p:cNvSpPr>
          <p:nvPr/>
        </p:nvSpPr>
        <p:spPr bwMode="auto">
          <a:xfrm>
            <a:off x="4992688" y="2949575"/>
            <a:ext cx="384175" cy="307975"/>
          </a:xfrm>
          <a:prstGeom prst="roundRect">
            <a:avLst>
              <a:gd name="adj" fmla="val 46153"/>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047" name="Rectangle 130">
            <a:extLst>
              <a:ext uri="{FF2B5EF4-FFF2-40B4-BE49-F238E27FC236}">
                <a16:creationId xmlns:a16="http://schemas.microsoft.com/office/drawing/2014/main" id="{52CAC8D9-FFEC-48A8-B5D6-7E3C7B590816}"/>
              </a:ext>
            </a:extLst>
          </p:cNvPr>
          <p:cNvSpPr>
            <a:spLocks noChangeArrowheads="1"/>
          </p:cNvSpPr>
          <p:nvPr/>
        </p:nvSpPr>
        <p:spPr bwMode="auto">
          <a:xfrm>
            <a:off x="5013325" y="3005138"/>
            <a:ext cx="3746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Courier New" panose="02070309020205020404" pitchFamily="49" charset="0"/>
                <a:ea typeface="宋体" panose="02010600030101010101" pitchFamily="2" charset="-122"/>
              </a:rPr>
              <a:t>&lt;&lt;2</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7048" name="Group 133">
            <a:extLst>
              <a:ext uri="{FF2B5EF4-FFF2-40B4-BE49-F238E27FC236}">
                <a16:creationId xmlns:a16="http://schemas.microsoft.com/office/drawing/2014/main" id="{D4F0A73B-AE72-4576-9636-FD385DE04DCF}"/>
              </a:ext>
            </a:extLst>
          </p:cNvPr>
          <p:cNvGrpSpPr>
            <a:grpSpLocks/>
          </p:cNvGrpSpPr>
          <p:nvPr/>
        </p:nvGrpSpPr>
        <p:grpSpPr bwMode="auto">
          <a:xfrm>
            <a:off x="1960563" y="2511425"/>
            <a:ext cx="3727450" cy="101600"/>
            <a:chOff x="1235" y="1738"/>
            <a:chExt cx="2348" cy="64"/>
          </a:xfrm>
        </p:grpSpPr>
        <p:sp>
          <p:nvSpPr>
            <p:cNvPr id="117" name="Freeform 131">
              <a:extLst>
                <a:ext uri="{FF2B5EF4-FFF2-40B4-BE49-F238E27FC236}">
                  <a16:creationId xmlns:a16="http://schemas.microsoft.com/office/drawing/2014/main" id="{4B6BE074-DD46-9441-9424-F58150648705}"/>
                </a:ext>
              </a:extLst>
            </p:cNvPr>
            <p:cNvSpPr>
              <a:spLocks/>
            </p:cNvSpPr>
            <p:nvPr/>
          </p:nvSpPr>
          <p:spPr bwMode="auto">
            <a:xfrm>
              <a:off x="3507" y="1738"/>
              <a:ext cx="76" cy="64"/>
            </a:xfrm>
            <a:custGeom>
              <a:avLst/>
              <a:gdLst>
                <a:gd name="T0" fmla="*/ 76 w 76"/>
                <a:gd name="T1" fmla="*/ 32 h 64"/>
                <a:gd name="T2" fmla="*/ 0 w 76"/>
                <a:gd name="T3" fmla="*/ 64 h 64"/>
                <a:gd name="T4" fmla="*/ 0 w 76"/>
                <a:gd name="T5" fmla="*/ 0 h 64"/>
                <a:gd name="T6" fmla="*/ 76 w 76"/>
                <a:gd name="T7" fmla="*/ 32 h 64"/>
              </a:gdLst>
              <a:ahLst/>
              <a:cxnLst>
                <a:cxn ang="0">
                  <a:pos x="T0" y="T1"/>
                </a:cxn>
                <a:cxn ang="0">
                  <a:pos x="T2" y="T3"/>
                </a:cxn>
                <a:cxn ang="0">
                  <a:pos x="T4" y="T5"/>
                </a:cxn>
                <a:cxn ang="0">
                  <a:pos x="T6" y="T7"/>
                </a:cxn>
              </a:cxnLst>
              <a:rect l="0" t="0" r="r" b="b"/>
              <a:pathLst>
                <a:path w="76" h="64">
                  <a:moveTo>
                    <a:pt x="76" y="32"/>
                  </a:moveTo>
                  <a:lnTo>
                    <a:pt x="0" y="64"/>
                  </a:lnTo>
                  <a:lnTo>
                    <a:pt x="0" y="0"/>
                  </a:lnTo>
                  <a:lnTo>
                    <a:pt x="76"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18" name="Line 132">
              <a:extLst>
                <a:ext uri="{FF2B5EF4-FFF2-40B4-BE49-F238E27FC236}">
                  <a16:creationId xmlns:a16="http://schemas.microsoft.com/office/drawing/2014/main" id="{9E093FD9-A4F5-3B4E-9DD3-815534132014}"/>
                </a:ext>
              </a:extLst>
            </p:cNvPr>
            <p:cNvSpPr>
              <a:spLocks noChangeShapeType="1"/>
            </p:cNvSpPr>
            <p:nvPr/>
          </p:nvSpPr>
          <p:spPr bwMode="auto">
            <a:xfrm flipH="1">
              <a:off x="1235" y="1770"/>
              <a:ext cx="231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19" name="Rectangle 134">
            <a:extLst>
              <a:ext uri="{FF2B5EF4-FFF2-40B4-BE49-F238E27FC236}">
                <a16:creationId xmlns:a16="http://schemas.microsoft.com/office/drawing/2014/main" id="{095A0842-48BE-384A-B580-E88BF16E15F9}"/>
              </a:ext>
            </a:extLst>
          </p:cNvPr>
          <p:cNvSpPr>
            <a:spLocks noChangeArrowheads="1"/>
          </p:cNvSpPr>
          <p:nvPr/>
        </p:nvSpPr>
        <p:spPr bwMode="auto">
          <a:xfrm>
            <a:off x="925513" y="3070225"/>
            <a:ext cx="1116012" cy="1074738"/>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050" name="Rectangle 135">
            <a:extLst>
              <a:ext uri="{FF2B5EF4-FFF2-40B4-BE49-F238E27FC236}">
                <a16:creationId xmlns:a16="http://schemas.microsoft.com/office/drawing/2014/main" id="{F759928C-69CB-44EB-9E96-C903123D108B}"/>
              </a:ext>
            </a:extLst>
          </p:cNvPr>
          <p:cNvSpPr>
            <a:spLocks noChangeArrowheads="1"/>
          </p:cNvSpPr>
          <p:nvPr/>
        </p:nvSpPr>
        <p:spPr bwMode="auto">
          <a:xfrm>
            <a:off x="1824038" y="3235325"/>
            <a:ext cx="247650"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RD</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051" name="Rectangle 136">
            <a:extLst>
              <a:ext uri="{FF2B5EF4-FFF2-40B4-BE49-F238E27FC236}">
                <a16:creationId xmlns:a16="http://schemas.microsoft.com/office/drawing/2014/main" id="{669FF572-BB42-409B-8260-43A7560464D7}"/>
              </a:ext>
            </a:extLst>
          </p:cNvPr>
          <p:cNvSpPr>
            <a:spLocks noChangeArrowheads="1"/>
          </p:cNvSpPr>
          <p:nvPr/>
        </p:nvSpPr>
        <p:spPr bwMode="auto">
          <a:xfrm>
            <a:off x="1082675" y="3406775"/>
            <a:ext cx="928688"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Instruction</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052" name="Rectangle 137">
            <a:extLst>
              <a:ext uri="{FF2B5EF4-FFF2-40B4-BE49-F238E27FC236}">
                <a16:creationId xmlns:a16="http://schemas.microsoft.com/office/drawing/2014/main" id="{B8FB2DAD-535C-4933-B151-52A6CFC8C054}"/>
              </a:ext>
            </a:extLst>
          </p:cNvPr>
          <p:cNvSpPr>
            <a:spLocks noChangeArrowheads="1"/>
          </p:cNvSpPr>
          <p:nvPr/>
        </p:nvSpPr>
        <p:spPr bwMode="auto">
          <a:xfrm>
            <a:off x="1185863" y="3560763"/>
            <a:ext cx="725487"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Memory</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053" name="Rectangle 138">
            <a:extLst>
              <a:ext uri="{FF2B5EF4-FFF2-40B4-BE49-F238E27FC236}">
                <a16:creationId xmlns:a16="http://schemas.microsoft.com/office/drawing/2014/main" id="{165EBF52-54D1-43EE-83FE-4E1DD6FE171D}"/>
              </a:ext>
            </a:extLst>
          </p:cNvPr>
          <p:cNvSpPr>
            <a:spLocks noChangeArrowheads="1"/>
          </p:cNvSpPr>
          <p:nvPr/>
        </p:nvSpPr>
        <p:spPr bwMode="auto">
          <a:xfrm>
            <a:off x="981075" y="3235325"/>
            <a:ext cx="417513"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ADDR</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4" name="Rectangle 139">
            <a:extLst>
              <a:ext uri="{FF2B5EF4-FFF2-40B4-BE49-F238E27FC236}">
                <a16:creationId xmlns:a16="http://schemas.microsoft.com/office/drawing/2014/main" id="{F78A924B-5BCD-3C4E-91D5-3C5931ADB599}"/>
              </a:ext>
            </a:extLst>
          </p:cNvPr>
          <p:cNvSpPr>
            <a:spLocks noChangeArrowheads="1"/>
          </p:cNvSpPr>
          <p:nvPr/>
        </p:nvSpPr>
        <p:spPr bwMode="auto">
          <a:xfrm>
            <a:off x="311150" y="2762250"/>
            <a:ext cx="306388" cy="1074738"/>
          </a:xfrm>
          <a:prstGeom prst="rect">
            <a:avLst/>
          </a:prstGeom>
          <a:solidFill>
            <a:srgbClr val="FFFFFF"/>
          </a:solidFill>
          <a:ln w="25400">
            <a:solidFill>
              <a:srgbClr val="000000"/>
            </a:solidFill>
            <a:miter lim="800000"/>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7055" name="Group 142">
            <a:extLst>
              <a:ext uri="{FF2B5EF4-FFF2-40B4-BE49-F238E27FC236}">
                <a16:creationId xmlns:a16="http://schemas.microsoft.com/office/drawing/2014/main" id="{55B40F2A-2D46-49FB-B065-73C0D35657B2}"/>
              </a:ext>
            </a:extLst>
          </p:cNvPr>
          <p:cNvGrpSpPr>
            <a:grpSpLocks/>
          </p:cNvGrpSpPr>
          <p:nvPr/>
        </p:nvGrpSpPr>
        <p:grpSpPr bwMode="auto">
          <a:xfrm>
            <a:off x="76200" y="3244850"/>
            <a:ext cx="239713" cy="101600"/>
            <a:chOff x="48" y="2200"/>
            <a:chExt cx="151" cy="64"/>
          </a:xfrm>
        </p:grpSpPr>
        <p:sp>
          <p:nvSpPr>
            <p:cNvPr id="126" name="Freeform 140">
              <a:extLst>
                <a:ext uri="{FF2B5EF4-FFF2-40B4-BE49-F238E27FC236}">
                  <a16:creationId xmlns:a16="http://schemas.microsoft.com/office/drawing/2014/main" id="{F6F6BA46-D16B-D147-8ECB-805C3A6EF13A}"/>
                </a:ext>
              </a:extLst>
            </p:cNvPr>
            <p:cNvSpPr>
              <a:spLocks/>
            </p:cNvSpPr>
            <p:nvPr/>
          </p:nvSpPr>
          <p:spPr bwMode="auto">
            <a:xfrm>
              <a:off x="124" y="2200"/>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 name="Line 141">
              <a:extLst>
                <a:ext uri="{FF2B5EF4-FFF2-40B4-BE49-F238E27FC236}">
                  <a16:creationId xmlns:a16="http://schemas.microsoft.com/office/drawing/2014/main" id="{0610A393-A94F-9F40-A23D-8103F27799AA}"/>
                </a:ext>
              </a:extLst>
            </p:cNvPr>
            <p:cNvSpPr>
              <a:spLocks noChangeShapeType="1"/>
            </p:cNvSpPr>
            <p:nvPr/>
          </p:nvSpPr>
          <p:spPr bwMode="auto">
            <a:xfrm flipH="1">
              <a:off x="48" y="2232"/>
              <a:ext cx="113"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7056" name="Group 145">
            <a:extLst>
              <a:ext uri="{FF2B5EF4-FFF2-40B4-BE49-F238E27FC236}">
                <a16:creationId xmlns:a16="http://schemas.microsoft.com/office/drawing/2014/main" id="{CFA0B3BC-C864-4521-86F7-089C002E6285}"/>
              </a:ext>
            </a:extLst>
          </p:cNvPr>
          <p:cNvGrpSpPr>
            <a:grpSpLocks/>
          </p:cNvGrpSpPr>
          <p:nvPr/>
        </p:nvGrpSpPr>
        <p:grpSpPr bwMode="auto">
          <a:xfrm>
            <a:off x="614363" y="3244850"/>
            <a:ext cx="314325" cy="101600"/>
            <a:chOff x="387" y="2200"/>
            <a:chExt cx="198" cy="64"/>
          </a:xfrm>
        </p:grpSpPr>
        <p:sp>
          <p:nvSpPr>
            <p:cNvPr id="129" name="Freeform 143">
              <a:extLst>
                <a:ext uri="{FF2B5EF4-FFF2-40B4-BE49-F238E27FC236}">
                  <a16:creationId xmlns:a16="http://schemas.microsoft.com/office/drawing/2014/main" id="{5550D016-4889-B548-91E6-0DA598C4E3A7}"/>
                </a:ext>
              </a:extLst>
            </p:cNvPr>
            <p:cNvSpPr>
              <a:spLocks/>
            </p:cNvSpPr>
            <p:nvPr/>
          </p:nvSpPr>
          <p:spPr bwMode="auto">
            <a:xfrm>
              <a:off x="510" y="2200"/>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30" name="Line 144">
              <a:extLst>
                <a:ext uri="{FF2B5EF4-FFF2-40B4-BE49-F238E27FC236}">
                  <a16:creationId xmlns:a16="http://schemas.microsoft.com/office/drawing/2014/main" id="{DD9A0A5E-17F3-9548-A976-317206F98F2F}"/>
                </a:ext>
              </a:extLst>
            </p:cNvPr>
            <p:cNvSpPr>
              <a:spLocks noChangeShapeType="1"/>
            </p:cNvSpPr>
            <p:nvPr/>
          </p:nvSpPr>
          <p:spPr bwMode="auto">
            <a:xfrm flipH="1">
              <a:off x="387" y="2232"/>
              <a:ext cx="16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27057" name="Rectangle 146">
            <a:extLst>
              <a:ext uri="{FF2B5EF4-FFF2-40B4-BE49-F238E27FC236}">
                <a16:creationId xmlns:a16="http://schemas.microsoft.com/office/drawing/2014/main" id="{91A37AFA-6A02-4F6F-BAD6-978EA900E2AA}"/>
              </a:ext>
            </a:extLst>
          </p:cNvPr>
          <p:cNvSpPr>
            <a:spLocks noChangeArrowheads="1"/>
          </p:cNvSpPr>
          <p:nvPr/>
        </p:nvSpPr>
        <p:spPr bwMode="auto">
          <a:xfrm>
            <a:off x="358775" y="2946400"/>
            <a:ext cx="306388"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Arial" panose="020B0604020202020204" pitchFamily="34" charset="0"/>
                <a:ea typeface="宋体" panose="02010600030101010101" pitchFamily="2" charset="-122"/>
              </a:rPr>
              <a:t>PC</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7058" name="Group 149">
            <a:extLst>
              <a:ext uri="{FF2B5EF4-FFF2-40B4-BE49-F238E27FC236}">
                <a16:creationId xmlns:a16="http://schemas.microsoft.com/office/drawing/2014/main" id="{473125A3-2A19-44D6-BB38-166F60002067}"/>
              </a:ext>
            </a:extLst>
          </p:cNvPr>
          <p:cNvGrpSpPr>
            <a:grpSpLocks/>
          </p:cNvGrpSpPr>
          <p:nvPr/>
        </p:nvGrpSpPr>
        <p:grpSpPr bwMode="auto">
          <a:xfrm>
            <a:off x="733425" y="2127250"/>
            <a:ext cx="852488" cy="103188"/>
            <a:chOff x="462" y="1496"/>
            <a:chExt cx="537" cy="65"/>
          </a:xfrm>
        </p:grpSpPr>
        <p:sp>
          <p:nvSpPr>
            <p:cNvPr id="133" name="Freeform 147">
              <a:extLst>
                <a:ext uri="{FF2B5EF4-FFF2-40B4-BE49-F238E27FC236}">
                  <a16:creationId xmlns:a16="http://schemas.microsoft.com/office/drawing/2014/main" id="{6C3C5ED3-266C-AD49-BFBA-E1724F2ABF0F}"/>
                </a:ext>
              </a:extLst>
            </p:cNvPr>
            <p:cNvSpPr>
              <a:spLocks/>
            </p:cNvSpPr>
            <p:nvPr/>
          </p:nvSpPr>
          <p:spPr bwMode="auto">
            <a:xfrm>
              <a:off x="924" y="1496"/>
              <a:ext cx="75" cy="65"/>
            </a:xfrm>
            <a:custGeom>
              <a:avLst/>
              <a:gdLst>
                <a:gd name="T0" fmla="*/ 75 w 75"/>
                <a:gd name="T1" fmla="*/ 32 h 65"/>
                <a:gd name="T2" fmla="*/ 0 w 75"/>
                <a:gd name="T3" fmla="*/ 65 h 65"/>
                <a:gd name="T4" fmla="*/ 0 w 75"/>
                <a:gd name="T5" fmla="*/ 0 h 65"/>
                <a:gd name="T6" fmla="*/ 75 w 75"/>
                <a:gd name="T7" fmla="*/ 32 h 65"/>
              </a:gdLst>
              <a:ahLst/>
              <a:cxnLst>
                <a:cxn ang="0">
                  <a:pos x="T0" y="T1"/>
                </a:cxn>
                <a:cxn ang="0">
                  <a:pos x="T2" y="T3"/>
                </a:cxn>
                <a:cxn ang="0">
                  <a:pos x="T4" y="T5"/>
                </a:cxn>
                <a:cxn ang="0">
                  <a:pos x="T6" y="T7"/>
                </a:cxn>
              </a:cxnLst>
              <a:rect l="0" t="0" r="r" b="b"/>
              <a:pathLst>
                <a:path w="75" h="65">
                  <a:moveTo>
                    <a:pt x="75" y="32"/>
                  </a:moveTo>
                  <a:lnTo>
                    <a:pt x="0" y="65"/>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34" name="Line 148">
              <a:extLst>
                <a:ext uri="{FF2B5EF4-FFF2-40B4-BE49-F238E27FC236}">
                  <a16:creationId xmlns:a16="http://schemas.microsoft.com/office/drawing/2014/main" id="{BB31F39C-8664-4443-9A74-A299E24FA049}"/>
                </a:ext>
              </a:extLst>
            </p:cNvPr>
            <p:cNvSpPr>
              <a:spLocks noChangeShapeType="1"/>
            </p:cNvSpPr>
            <p:nvPr/>
          </p:nvSpPr>
          <p:spPr bwMode="auto">
            <a:xfrm flipH="1">
              <a:off x="462" y="1528"/>
              <a:ext cx="49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27059" name="Rectangle 150">
            <a:extLst>
              <a:ext uri="{FF2B5EF4-FFF2-40B4-BE49-F238E27FC236}">
                <a16:creationId xmlns:a16="http://schemas.microsoft.com/office/drawing/2014/main" id="{046634B1-6E05-40DB-B009-F5A6F8A93E1A}"/>
              </a:ext>
            </a:extLst>
          </p:cNvPr>
          <p:cNvSpPr>
            <a:spLocks noChangeArrowheads="1"/>
          </p:cNvSpPr>
          <p:nvPr/>
        </p:nvSpPr>
        <p:spPr bwMode="auto">
          <a:xfrm>
            <a:off x="1057275" y="2647950"/>
            <a:ext cx="128588"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4</a:t>
            </a:r>
            <a:endParaRPr kumimoji="0" lang="en-US" altLang="zh-CN" sz="1200">
              <a:solidFill>
                <a:srgbClr val="000000"/>
              </a:solidFill>
              <a:latin typeface="Tahoma" panose="020B0604030504040204" pitchFamily="34" charset="0"/>
              <a:ea typeface="宋体" panose="02010600030101010101" pitchFamily="2" charset="-122"/>
            </a:endParaRPr>
          </a:p>
        </p:txBody>
      </p:sp>
      <p:grpSp>
        <p:nvGrpSpPr>
          <p:cNvPr id="127060" name="Group 153">
            <a:extLst>
              <a:ext uri="{FF2B5EF4-FFF2-40B4-BE49-F238E27FC236}">
                <a16:creationId xmlns:a16="http://schemas.microsoft.com/office/drawing/2014/main" id="{651B852F-D2B0-4571-AEBF-DB36BED1B8A6}"/>
              </a:ext>
            </a:extLst>
          </p:cNvPr>
          <p:cNvGrpSpPr>
            <a:grpSpLocks/>
          </p:cNvGrpSpPr>
          <p:nvPr/>
        </p:nvGrpSpPr>
        <p:grpSpPr bwMode="auto">
          <a:xfrm>
            <a:off x="1193800" y="2665413"/>
            <a:ext cx="392113" cy="101600"/>
            <a:chOff x="752" y="1835"/>
            <a:chExt cx="247" cy="64"/>
          </a:xfrm>
        </p:grpSpPr>
        <p:sp>
          <p:nvSpPr>
            <p:cNvPr id="137" name="Freeform 151">
              <a:extLst>
                <a:ext uri="{FF2B5EF4-FFF2-40B4-BE49-F238E27FC236}">
                  <a16:creationId xmlns:a16="http://schemas.microsoft.com/office/drawing/2014/main" id="{BF55FC5D-4A1D-C144-A44D-96DDA5FD3C52}"/>
                </a:ext>
              </a:extLst>
            </p:cNvPr>
            <p:cNvSpPr>
              <a:spLocks/>
            </p:cNvSpPr>
            <p:nvPr/>
          </p:nvSpPr>
          <p:spPr bwMode="auto">
            <a:xfrm>
              <a:off x="924" y="1835"/>
              <a:ext cx="75" cy="64"/>
            </a:xfrm>
            <a:custGeom>
              <a:avLst/>
              <a:gdLst>
                <a:gd name="T0" fmla="*/ 75 w 75"/>
                <a:gd name="T1" fmla="*/ 32 h 64"/>
                <a:gd name="T2" fmla="*/ 0 w 75"/>
                <a:gd name="T3" fmla="*/ 64 h 64"/>
                <a:gd name="T4" fmla="*/ 0 w 75"/>
                <a:gd name="T5" fmla="*/ 0 h 64"/>
                <a:gd name="T6" fmla="*/ 75 w 75"/>
                <a:gd name="T7" fmla="*/ 32 h 64"/>
              </a:gdLst>
              <a:ahLst/>
              <a:cxnLst>
                <a:cxn ang="0">
                  <a:pos x="T0" y="T1"/>
                </a:cxn>
                <a:cxn ang="0">
                  <a:pos x="T2" y="T3"/>
                </a:cxn>
                <a:cxn ang="0">
                  <a:pos x="T4" y="T5"/>
                </a:cxn>
                <a:cxn ang="0">
                  <a:pos x="T6" y="T7"/>
                </a:cxn>
              </a:cxnLst>
              <a:rect l="0" t="0" r="r" b="b"/>
              <a:pathLst>
                <a:path w="75" h="64">
                  <a:moveTo>
                    <a:pt x="75" y="32"/>
                  </a:moveTo>
                  <a:lnTo>
                    <a:pt x="0" y="64"/>
                  </a:lnTo>
                  <a:lnTo>
                    <a:pt x="0" y="0"/>
                  </a:lnTo>
                  <a:lnTo>
                    <a:pt x="75"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38" name="Line 152">
              <a:extLst>
                <a:ext uri="{FF2B5EF4-FFF2-40B4-BE49-F238E27FC236}">
                  <a16:creationId xmlns:a16="http://schemas.microsoft.com/office/drawing/2014/main" id="{EC27D0BB-0F56-B943-A5AF-5A7987FB6C18}"/>
                </a:ext>
              </a:extLst>
            </p:cNvPr>
            <p:cNvSpPr>
              <a:spLocks noChangeShapeType="1"/>
            </p:cNvSpPr>
            <p:nvPr/>
          </p:nvSpPr>
          <p:spPr bwMode="auto">
            <a:xfrm flipH="1">
              <a:off x="752" y="1867"/>
              <a:ext cx="20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grpSp>
        <p:nvGrpSpPr>
          <p:cNvPr id="127061" name="Group 157">
            <a:extLst>
              <a:ext uri="{FF2B5EF4-FFF2-40B4-BE49-F238E27FC236}">
                <a16:creationId xmlns:a16="http://schemas.microsoft.com/office/drawing/2014/main" id="{9FB61FEC-DD25-497E-B046-F913DA1DAFC6}"/>
              </a:ext>
            </a:extLst>
          </p:cNvPr>
          <p:cNvGrpSpPr>
            <a:grpSpLocks/>
          </p:cNvGrpSpPr>
          <p:nvPr/>
        </p:nvGrpSpPr>
        <p:grpSpPr bwMode="auto">
          <a:xfrm>
            <a:off x="1577975" y="1990725"/>
            <a:ext cx="400050" cy="938213"/>
            <a:chOff x="994" y="1410"/>
            <a:chExt cx="252" cy="591"/>
          </a:xfrm>
        </p:grpSpPr>
        <p:sp>
          <p:nvSpPr>
            <p:cNvPr id="140" name="Freeform 154">
              <a:extLst>
                <a:ext uri="{FF2B5EF4-FFF2-40B4-BE49-F238E27FC236}">
                  <a16:creationId xmlns:a16="http://schemas.microsoft.com/office/drawing/2014/main" id="{0D8A48C0-E2A2-7144-A81A-4A2A23E19AEF}"/>
                </a:ext>
              </a:extLst>
            </p:cNvPr>
            <p:cNvSpPr>
              <a:spLocks/>
            </p:cNvSpPr>
            <p:nvPr/>
          </p:nvSpPr>
          <p:spPr bwMode="auto">
            <a:xfrm>
              <a:off x="994" y="1410"/>
              <a:ext cx="241" cy="580"/>
            </a:xfrm>
            <a:custGeom>
              <a:avLst/>
              <a:gdLst>
                <a:gd name="T0" fmla="*/ 0 w 241"/>
                <a:gd name="T1" fmla="*/ 0 h 580"/>
                <a:gd name="T2" fmla="*/ 0 w 241"/>
                <a:gd name="T3" fmla="*/ 242 h 580"/>
                <a:gd name="T4" fmla="*/ 48 w 241"/>
                <a:gd name="T5" fmla="*/ 290 h 580"/>
                <a:gd name="T6" fmla="*/ 0 w 241"/>
                <a:gd name="T7" fmla="*/ 339 h 580"/>
                <a:gd name="T8" fmla="*/ 0 w 241"/>
                <a:gd name="T9" fmla="*/ 580 h 580"/>
                <a:gd name="T10" fmla="*/ 241 w 241"/>
                <a:gd name="T11" fmla="*/ 435 h 580"/>
                <a:gd name="T12" fmla="*/ 241 w 241"/>
                <a:gd name="T13" fmla="*/ 145 h 580"/>
                <a:gd name="T14" fmla="*/ 0 w 241"/>
                <a:gd name="T15" fmla="*/ 0 h 5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1" h="580">
                  <a:moveTo>
                    <a:pt x="0" y="0"/>
                  </a:moveTo>
                  <a:lnTo>
                    <a:pt x="0" y="242"/>
                  </a:lnTo>
                  <a:lnTo>
                    <a:pt x="48" y="290"/>
                  </a:lnTo>
                  <a:lnTo>
                    <a:pt x="0" y="339"/>
                  </a:lnTo>
                  <a:lnTo>
                    <a:pt x="0" y="580"/>
                  </a:lnTo>
                  <a:lnTo>
                    <a:pt x="241" y="435"/>
                  </a:lnTo>
                  <a:lnTo>
                    <a:pt x="241" y="145"/>
                  </a:lnTo>
                  <a:lnTo>
                    <a:pt x="0" y="0"/>
                  </a:lnTo>
                  <a:close/>
                </a:path>
              </a:pathLst>
            </a:custGeom>
            <a:solidFill>
              <a:srgbClr val="FFFFFF"/>
            </a:solidFill>
            <a:ln w="25400">
              <a:solidFill>
                <a:srgbClr val="000000"/>
              </a:solidFill>
              <a:prstDash val="solid"/>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1" name="Freeform 155">
              <a:extLst>
                <a:ext uri="{FF2B5EF4-FFF2-40B4-BE49-F238E27FC236}">
                  <a16:creationId xmlns:a16="http://schemas.microsoft.com/office/drawing/2014/main" id="{6FC60262-29E8-9844-85DD-7517176EEE8E}"/>
                </a:ext>
              </a:extLst>
            </p:cNvPr>
            <p:cNvSpPr>
              <a:spLocks/>
            </p:cNvSpPr>
            <p:nvPr/>
          </p:nvSpPr>
          <p:spPr bwMode="auto">
            <a:xfrm>
              <a:off x="1004" y="1421"/>
              <a:ext cx="242" cy="580"/>
            </a:xfrm>
            <a:custGeom>
              <a:avLst/>
              <a:gdLst>
                <a:gd name="T0" fmla="*/ 0 w 242"/>
                <a:gd name="T1" fmla="*/ 0 h 580"/>
                <a:gd name="T2" fmla="*/ 0 w 242"/>
                <a:gd name="T3" fmla="*/ 242 h 580"/>
                <a:gd name="T4" fmla="*/ 49 w 242"/>
                <a:gd name="T5" fmla="*/ 290 h 580"/>
                <a:gd name="T6" fmla="*/ 0 w 242"/>
                <a:gd name="T7" fmla="*/ 338 h 580"/>
                <a:gd name="T8" fmla="*/ 0 w 242"/>
                <a:gd name="T9" fmla="*/ 580 h 580"/>
                <a:gd name="T10" fmla="*/ 242 w 242"/>
                <a:gd name="T11" fmla="*/ 435 h 580"/>
                <a:gd name="T12" fmla="*/ 242 w 242"/>
                <a:gd name="T13" fmla="*/ 145 h 580"/>
                <a:gd name="T14" fmla="*/ 0 w 242"/>
                <a:gd name="T15" fmla="*/ 0 h 5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580">
                  <a:moveTo>
                    <a:pt x="0" y="0"/>
                  </a:moveTo>
                  <a:lnTo>
                    <a:pt x="0" y="242"/>
                  </a:lnTo>
                  <a:lnTo>
                    <a:pt x="49" y="290"/>
                  </a:lnTo>
                  <a:lnTo>
                    <a:pt x="0" y="338"/>
                  </a:lnTo>
                  <a:lnTo>
                    <a:pt x="0" y="580"/>
                  </a:lnTo>
                  <a:lnTo>
                    <a:pt x="242" y="435"/>
                  </a:lnTo>
                  <a:lnTo>
                    <a:pt x="242" y="14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109" name="Rectangle 156">
              <a:extLst>
                <a:ext uri="{FF2B5EF4-FFF2-40B4-BE49-F238E27FC236}">
                  <a16:creationId xmlns:a16="http://schemas.microsoft.com/office/drawing/2014/main" id="{E9E51CFD-C503-4573-9CDB-C122A5D925A9}"/>
                </a:ext>
              </a:extLst>
            </p:cNvPr>
            <p:cNvSpPr>
              <a:spLocks noChangeArrowheads="1"/>
            </p:cNvSpPr>
            <p:nvPr/>
          </p:nvSpPr>
          <p:spPr bwMode="auto">
            <a:xfrm>
              <a:off x="1031" y="1555"/>
              <a:ext cx="20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ADD</a:t>
              </a:r>
              <a:endParaRPr kumimoji="0" lang="en-US" altLang="zh-CN" sz="1200">
                <a:solidFill>
                  <a:srgbClr val="000000"/>
                </a:solidFill>
                <a:latin typeface="Tahoma" panose="020B0604030504040204" pitchFamily="34" charset="0"/>
                <a:ea typeface="宋体" panose="02010600030101010101" pitchFamily="2" charset="-122"/>
              </a:endParaRPr>
            </a:p>
          </p:txBody>
        </p:sp>
      </p:grpSp>
      <p:sp>
        <p:nvSpPr>
          <p:cNvPr id="143" name="Line 158">
            <a:extLst>
              <a:ext uri="{FF2B5EF4-FFF2-40B4-BE49-F238E27FC236}">
                <a16:creationId xmlns:a16="http://schemas.microsoft.com/office/drawing/2014/main" id="{4D09AE60-8C7E-7A43-846C-9CCBA253C66A}"/>
              </a:ext>
            </a:extLst>
          </p:cNvPr>
          <p:cNvSpPr>
            <a:spLocks noChangeShapeType="1"/>
          </p:cNvSpPr>
          <p:nvPr/>
        </p:nvSpPr>
        <p:spPr bwMode="auto">
          <a:xfrm>
            <a:off x="733425" y="2178050"/>
            <a:ext cx="1588" cy="11176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4" name="Line 159">
            <a:extLst>
              <a:ext uri="{FF2B5EF4-FFF2-40B4-BE49-F238E27FC236}">
                <a16:creationId xmlns:a16="http://schemas.microsoft.com/office/drawing/2014/main" id="{4EEA8CF3-A24D-DC43-8741-24F84A100305}"/>
              </a:ext>
            </a:extLst>
          </p:cNvPr>
          <p:cNvSpPr>
            <a:spLocks noChangeShapeType="1"/>
          </p:cNvSpPr>
          <p:nvPr/>
        </p:nvSpPr>
        <p:spPr bwMode="auto">
          <a:xfrm>
            <a:off x="76200" y="1795463"/>
            <a:ext cx="1588" cy="1500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5" name="Line 160">
            <a:extLst>
              <a:ext uri="{FF2B5EF4-FFF2-40B4-BE49-F238E27FC236}">
                <a16:creationId xmlns:a16="http://schemas.microsoft.com/office/drawing/2014/main" id="{B015136A-F6A3-BC40-AF13-EE7F5B469D0E}"/>
              </a:ext>
            </a:extLst>
          </p:cNvPr>
          <p:cNvSpPr>
            <a:spLocks noChangeShapeType="1"/>
          </p:cNvSpPr>
          <p:nvPr/>
        </p:nvSpPr>
        <p:spPr bwMode="auto">
          <a:xfrm flipH="1">
            <a:off x="1117600" y="1684338"/>
            <a:ext cx="5405438"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7065" name="Group 164">
            <a:extLst>
              <a:ext uri="{FF2B5EF4-FFF2-40B4-BE49-F238E27FC236}">
                <a16:creationId xmlns:a16="http://schemas.microsoft.com/office/drawing/2014/main" id="{F414E871-9662-4DF6-A696-1B0C280983C0}"/>
              </a:ext>
            </a:extLst>
          </p:cNvPr>
          <p:cNvGrpSpPr>
            <a:grpSpLocks/>
          </p:cNvGrpSpPr>
          <p:nvPr/>
        </p:nvGrpSpPr>
        <p:grpSpPr bwMode="auto">
          <a:xfrm>
            <a:off x="5678488" y="2374900"/>
            <a:ext cx="401637" cy="938213"/>
            <a:chOff x="3577" y="1652"/>
            <a:chExt cx="253" cy="591"/>
          </a:xfrm>
        </p:grpSpPr>
        <p:sp>
          <p:nvSpPr>
            <p:cNvPr id="147" name="Freeform 161">
              <a:extLst>
                <a:ext uri="{FF2B5EF4-FFF2-40B4-BE49-F238E27FC236}">
                  <a16:creationId xmlns:a16="http://schemas.microsoft.com/office/drawing/2014/main" id="{BB769E11-5513-AD4F-AAB4-F9FB7C5EA9D4}"/>
                </a:ext>
              </a:extLst>
            </p:cNvPr>
            <p:cNvSpPr>
              <a:spLocks/>
            </p:cNvSpPr>
            <p:nvPr/>
          </p:nvSpPr>
          <p:spPr bwMode="auto">
            <a:xfrm>
              <a:off x="3577" y="1652"/>
              <a:ext cx="242" cy="580"/>
            </a:xfrm>
            <a:custGeom>
              <a:avLst/>
              <a:gdLst>
                <a:gd name="T0" fmla="*/ 0 w 242"/>
                <a:gd name="T1" fmla="*/ 0 h 580"/>
                <a:gd name="T2" fmla="*/ 0 w 242"/>
                <a:gd name="T3" fmla="*/ 242 h 580"/>
                <a:gd name="T4" fmla="*/ 49 w 242"/>
                <a:gd name="T5" fmla="*/ 290 h 580"/>
                <a:gd name="T6" fmla="*/ 0 w 242"/>
                <a:gd name="T7" fmla="*/ 338 h 580"/>
                <a:gd name="T8" fmla="*/ 0 w 242"/>
                <a:gd name="T9" fmla="*/ 580 h 580"/>
                <a:gd name="T10" fmla="*/ 242 w 242"/>
                <a:gd name="T11" fmla="*/ 435 h 580"/>
                <a:gd name="T12" fmla="*/ 242 w 242"/>
                <a:gd name="T13" fmla="*/ 145 h 580"/>
                <a:gd name="T14" fmla="*/ 0 w 242"/>
                <a:gd name="T15" fmla="*/ 0 h 5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580">
                  <a:moveTo>
                    <a:pt x="0" y="0"/>
                  </a:moveTo>
                  <a:lnTo>
                    <a:pt x="0" y="242"/>
                  </a:lnTo>
                  <a:lnTo>
                    <a:pt x="49" y="290"/>
                  </a:lnTo>
                  <a:lnTo>
                    <a:pt x="0" y="338"/>
                  </a:lnTo>
                  <a:lnTo>
                    <a:pt x="0" y="580"/>
                  </a:lnTo>
                  <a:lnTo>
                    <a:pt x="242" y="435"/>
                  </a:lnTo>
                  <a:lnTo>
                    <a:pt x="242" y="145"/>
                  </a:lnTo>
                  <a:lnTo>
                    <a:pt x="0" y="0"/>
                  </a:lnTo>
                  <a:close/>
                </a:path>
              </a:pathLst>
            </a:custGeom>
            <a:solidFill>
              <a:srgbClr val="FFFFFF"/>
            </a:solidFill>
            <a:ln w="25400">
              <a:solidFill>
                <a:srgbClr val="000000"/>
              </a:solidFill>
              <a:prstDash val="solid"/>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8" name="Freeform 162">
              <a:extLst>
                <a:ext uri="{FF2B5EF4-FFF2-40B4-BE49-F238E27FC236}">
                  <a16:creationId xmlns:a16="http://schemas.microsoft.com/office/drawing/2014/main" id="{D01129ED-760F-1649-9B1A-6B3B07EB7930}"/>
                </a:ext>
              </a:extLst>
            </p:cNvPr>
            <p:cNvSpPr>
              <a:spLocks/>
            </p:cNvSpPr>
            <p:nvPr/>
          </p:nvSpPr>
          <p:spPr bwMode="auto">
            <a:xfrm>
              <a:off x="3588" y="1663"/>
              <a:ext cx="242" cy="580"/>
            </a:xfrm>
            <a:custGeom>
              <a:avLst/>
              <a:gdLst>
                <a:gd name="T0" fmla="*/ 0 w 242"/>
                <a:gd name="T1" fmla="*/ 0 h 580"/>
                <a:gd name="T2" fmla="*/ 0 w 242"/>
                <a:gd name="T3" fmla="*/ 241 h 580"/>
                <a:gd name="T4" fmla="*/ 48 w 242"/>
                <a:gd name="T5" fmla="*/ 290 h 580"/>
                <a:gd name="T6" fmla="*/ 0 w 242"/>
                <a:gd name="T7" fmla="*/ 338 h 580"/>
                <a:gd name="T8" fmla="*/ 0 w 242"/>
                <a:gd name="T9" fmla="*/ 580 h 580"/>
                <a:gd name="T10" fmla="*/ 242 w 242"/>
                <a:gd name="T11" fmla="*/ 435 h 580"/>
                <a:gd name="T12" fmla="*/ 242 w 242"/>
                <a:gd name="T13" fmla="*/ 145 h 580"/>
                <a:gd name="T14" fmla="*/ 0 w 242"/>
                <a:gd name="T15" fmla="*/ 0 h 5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2" h="580">
                  <a:moveTo>
                    <a:pt x="0" y="0"/>
                  </a:moveTo>
                  <a:lnTo>
                    <a:pt x="0" y="241"/>
                  </a:lnTo>
                  <a:lnTo>
                    <a:pt x="48" y="290"/>
                  </a:lnTo>
                  <a:lnTo>
                    <a:pt x="0" y="338"/>
                  </a:lnTo>
                  <a:lnTo>
                    <a:pt x="0" y="580"/>
                  </a:lnTo>
                  <a:lnTo>
                    <a:pt x="242" y="435"/>
                  </a:lnTo>
                  <a:lnTo>
                    <a:pt x="242" y="14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106" name="Rectangle 163">
              <a:extLst>
                <a:ext uri="{FF2B5EF4-FFF2-40B4-BE49-F238E27FC236}">
                  <a16:creationId xmlns:a16="http://schemas.microsoft.com/office/drawing/2014/main" id="{46A4BB6C-C5EA-4DEC-9913-DC916089D1A2}"/>
                </a:ext>
              </a:extLst>
            </p:cNvPr>
            <p:cNvSpPr>
              <a:spLocks noChangeArrowheads="1"/>
            </p:cNvSpPr>
            <p:nvPr/>
          </p:nvSpPr>
          <p:spPr bwMode="auto">
            <a:xfrm>
              <a:off x="3615" y="1797"/>
              <a:ext cx="20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b="1">
                  <a:solidFill>
                    <a:srgbClr val="000000"/>
                  </a:solidFill>
                  <a:latin typeface="Arial" panose="020B0604020202020204" pitchFamily="34" charset="0"/>
                  <a:ea typeface="宋体" panose="02010600030101010101" pitchFamily="2" charset="-122"/>
                </a:rPr>
                <a:t>ADD</a:t>
              </a:r>
              <a:endParaRPr kumimoji="0" lang="en-US" altLang="zh-CN" sz="1200">
                <a:solidFill>
                  <a:srgbClr val="000000"/>
                </a:solidFill>
                <a:latin typeface="Tahoma" panose="020B0604030504040204" pitchFamily="34" charset="0"/>
                <a:ea typeface="宋体" panose="02010600030101010101" pitchFamily="2" charset="-122"/>
              </a:endParaRPr>
            </a:p>
          </p:txBody>
        </p:sp>
      </p:grpSp>
      <p:grpSp>
        <p:nvGrpSpPr>
          <p:cNvPr id="127066" name="Group 170">
            <a:extLst>
              <a:ext uri="{FF2B5EF4-FFF2-40B4-BE49-F238E27FC236}">
                <a16:creationId xmlns:a16="http://schemas.microsoft.com/office/drawing/2014/main" id="{B297E13A-BF71-4020-A35E-C83C5AF730EF}"/>
              </a:ext>
            </a:extLst>
          </p:cNvPr>
          <p:cNvGrpSpPr>
            <a:grpSpLocks/>
          </p:cNvGrpSpPr>
          <p:nvPr/>
        </p:nvGrpSpPr>
        <p:grpSpPr bwMode="auto">
          <a:xfrm>
            <a:off x="8705850" y="4635500"/>
            <a:ext cx="169863" cy="554038"/>
            <a:chOff x="5484" y="3076"/>
            <a:chExt cx="107" cy="349"/>
          </a:xfrm>
        </p:grpSpPr>
        <p:sp>
          <p:nvSpPr>
            <p:cNvPr id="151" name="Freeform 165">
              <a:extLst>
                <a:ext uri="{FF2B5EF4-FFF2-40B4-BE49-F238E27FC236}">
                  <a16:creationId xmlns:a16="http://schemas.microsoft.com/office/drawing/2014/main" id="{2BD1DD8C-FB63-C24B-B4AB-E0D3C8601106}"/>
                </a:ext>
              </a:extLst>
            </p:cNvPr>
            <p:cNvSpPr>
              <a:spLocks/>
            </p:cNvSpPr>
            <p:nvPr/>
          </p:nvSpPr>
          <p:spPr bwMode="auto">
            <a:xfrm>
              <a:off x="5484" y="3076"/>
              <a:ext cx="97" cy="338"/>
            </a:xfrm>
            <a:custGeom>
              <a:avLst/>
              <a:gdLst>
                <a:gd name="T0" fmla="*/ 0 w 97"/>
                <a:gd name="T1" fmla="*/ 0 h 338"/>
                <a:gd name="T2" fmla="*/ 0 w 97"/>
                <a:gd name="T3" fmla="*/ 338 h 338"/>
                <a:gd name="T4" fmla="*/ 97 w 97"/>
                <a:gd name="T5" fmla="*/ 268 h 338"/>
                <a:gd name="T6" fmla="*/ 97 w 97"/>
                <a:gd name="T7" fmla="*/ 75 h 338"/>
                <a:gd name="T8" fmla="*/ 0 w 97"/>
                <a:gd name="T9" fmla="*/ 0 h 338"/>
              </a:gdLst>
              <a:ahLst/>
              <a:cxnLst>
                <a:cxn ang="0">
                  <a:pos x="T0" y="T1"/>
                </a:cxn>
                <a:cxn ang="0">
                  <a:pos x="T2" y="T3"/>
                </a:cxn>
                <a:cxn ang="0">
                  <a:pos x="T4" y="T5"/>
                </a:cxn>
                <a:cxn ang="0">
                  <a:pos x="T6" y="T7"/>
                </a:cxn>
                <a:cxn ang="0">
                  <a:pos x="T8" y="T9"/>
                </a:cxn>
              </a:cxnLst>
              <a:rect l="0" t="0" r="r" b="b"/>
              <a:pathLst>
                <a:path w="97" h="338">
                  <a:moveTo>
                    <a:pt x="0" y="0"/>
                  </a:moveTo>
                  <a:lnTo>
                    <a:pt x="0" y="338"/>
                  </a:lnTo>
                  <a:lnTo>
                    <a:pt x="97" y="268"/>
                  </a:lnTo>
                  <a:lnTo>
                    <a:pt x="97" y="7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2" name="Freeform 166">
              <a:extLst>
                <a:ext uri="{FF2B5EF4-FFF2-40B4-BE49-F238E27FC236}">
                  <a16:creationId xmlns:a16="http://schemas.microsoft.com/office/drawing/2014/main" id="{AC084594-7D9A-A842-B2DC-68AEB2EE1921}"/>
                </a:ext>
              </a:extLst>
            </p:cNvPr>
            <p:cNvSpPr>
              <a:spLocks/>
            </p:cNvSpPr>
            <p:nvPr/>
          </p:nvSpPr>
          <p:spPr bwMode="auto">
            <a:xfrm>
              <a:off x="5495" y="3086"/>
              <a:ext cx="96" cy="339"/>
            </a:xfrm>
            <a:custGeom>
              <a:avLst/>
              <a:gdLst>
                <a:gd name="T0" fmla="*/ 0 w 96"/>
                <a:gd name="T1" fmla="*/ 0 h 339"/>
                <a:gd name="T2" fmla="*/ 0 w 96"/>
                <a:gd name="T3" fmla="*/ 339 h 339"/>
                <a:gd name="T4" fmla="*/ 96 w 96"/>
                <a:gd name="T5" fmla="*/ 269 h 339"/>
                <a:gd name="T6" fmla="*/ 96 w 96"/>
                <a:gd name="T7" fmla="*/ 75 h 339"/>
                <a:gd name="T8" fmla="*/ 0 w 96"/>
                <a:gd name="T9" fmla="*/ 0 h 339"/>
              </a:gdLst>
              <a:ahLst/>
              <a:cxnLst>
                <a:cxn ang="0">
                  <a:pos x="T0" y="T1"/>
                </a:cxn>
                <a:cxn ang="0">
                  <a:pos x="T2" y="T3"/>
                </a:cxn>
                <a:cxn ang="0">
                  <a:pos x="T4" y="T5"/>
                </a:cxn>
                <a:cxn ang="0">
                  <a:pos x="T6" y="T7"/>
                </a:cxn>
                <a:cxn ang="0">
                  <a:pos x="T8" y="T9"/>
                </a:cxn>
              </a:cxnLst>
              <a:rect l="0" t="0" r="r" b="b"/>
              <a:pathLst>
                <a:path w="96" h="339">
                  <a:moveTo>
                    <a:pt x="0" y="0"/>
                  </a:moveTo>
                  <a:lnTo>
                    <a:pt x="0" y="339"/>
                  </a:lnTo>
                  <a:lnTo>
                    <a:pt x="96" y="269"/>
                  </a:lnTo>
                  <a:lnTo>
                    <a:pt x="96" y="75"/>
                  </a:lnTo>
                  <a:lnTo>
                    <a:pt x="0"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101" name="Rectangle 167">
              <a:extLst>
                <a:ext uri="{FF2B5EF4-FFF2-40B4-BE49-F238E27FC236}">
                  <a16:creationId xmlns:a16="http://schemas.microsoft.com/office/drawing/2014/main" id="{7F90FB1D-53C6-4744-A18D-165DE5A1B1D9}"/>
                </a:ext>
              </a:extLst>
            </p:cNvPr>
            <p:cNvSpPr>
              <a:spLocks noChangeArrowheads="1"/>
            </p:cNvSpPr>
            <p:nvPr/>
          </p:nvSpPr>
          <p:spPr bwMode="auto">
            <a:xfrm>
              <a:off x="5516" y="3156"/>
              <a:ext cx="75"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M</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102" name="Rectangle 168">
              <a:extLst>
                <a:ext uri="{FF2B5EF4-FFF2-40B4-BE49-F238E27FC236}">
                  <a16:creationId xmlns:a16="http://schemas.microsoft.com/office/drawing/2014/main" id="{19D5FD36-6EC1-4860-B0D1-75F5B4F541D2}"/>
                </a:ext>
              </a:extLst>
            </p:cNvPr>
            <p:cNvSpPr>
              <a:spLocks noChangeArrowheads="1"/>
            </p:cNvSpPr>
            <p:nvPr/>
          </p:nvSpPr>
          <p:spPr bwMode="auto">
            <a:xfrm>
              <a:off x="5516" y="3220"/>
              <a:ext cx="64"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U</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27103" name="Rectangle 169">
              <a:extLst>
                <a:ext uri="{FF2B5EF4-FFF2-40B4-BE49-F238E27FC236}">
                  <a16:creationId xmlns:a16="http://schemas.microsoft.com/office/drawing/2014/main" id="{EF6D9780-A566-4E79-8BD9-9783CE0037D0}"/>
                </a:ext>
              </a:extLst>
            </p:cNvPr>
            <p:cNvSpPr>
              <a:spLocks noChangeArrowheads="1"/>
            </p:cNvSpPr>
            <p:nvPr/>
          </p:nvSpPr>
          <p:spPr bwMode="auto">
            <a:xfrm>
              <a:off x="5522" y="3285"/>
              <a:ext cx="64"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700" b="1">
                  <a:solidFill>
                    <a:srgbClr val="000000"/>
                  </a:solidFill>
                  <a:latin typeface="Arial" panose="020B0604020202020204" pitchFamily="34" charset="0"/>
                  <a:ea typeface="宋体" panose="02010600030101010101" pitchFamily="2" charset="-122"/>
                </a:rPr>
                <a:t>X</a:t>
              </a:r>
              <a:endParaRPr kumimoji="0" lang="en-US" altLang="zh-CN" sz="1200">
                <a:solidFill>
                  <a:srgbClr val="000000"/>
                </a:solidFill>
                <a:latin typeface="Tahoma" panose="020B0604030504040204" pitchFamily="34" charset="0"/>
                <a:ea typeface="宋体" panose="02010600030101010101" pitchFamily="2" charset="-122"/>
              </a:endParaRPr>
            </a:p>
          </p:txBody>
        </p:sp>
      </p:grpSp>
      <p:grpSp>
        <p:nvGrpSpPr>
          <p:cNvPr id="127067" name="Group 173">
            <a:extLst>
              <a:ext uri="{FF2B5EF4-FFF2-40B4-BE49-F238E27FC236}">
                <a16:creationId xmlns:a16="http://schemas.microsoft.com/office/drawing/2014/main" id="{588B4ABD-5A44-46CA-BDB9-8B4E22D49C13}"/>
              </a:ext>
            </a:extLst>
          </p:cNvPr>
          <p:cNvGrpSpPr>
            <a:grpSpLocks/>
          </p:cNvGrpSpPr>
          <p:nvPr/>
        </p:nvGrpSpPr>
        <p:grpSpPr bwMode="auto">
          <a:xfrm>
            <a:off x="4757738" y="3048000"/>
            <a:ext cx="204787" cy="103188"/>
            <a:chOff x="2997" y="2076"/>
            <a:chExt cx="129" cy="65"/>
          </a:xfrm>
        </p:grpSpPr>
        <p:sp>
          <p:nvSpPr>
            <p:cNvPr id="157" name="Freeform 171">
              <a:extLst>
                <a:ext uri="{FF2B5EF4-FFF2-40B4-BE49-F238E27FC236}">
                  <a16:creationId xmlns:a16="http://schemas.microsoft.com/office/drawing/2014/main" id="{D46101E1-D616-1F44-8CEC-888123A981A3}"/>
                </a:ext>
              </a:extLst>
            </p:cNvPr>
            <p:cNvSpPr>
              <a:spLocks/>
            </p:cNvSpPr>
            <p:nvPr/>
          </p:nvSpPr>
          <p:spPr bwMode="auto">
            <a:xfrm>
              <a:off x="3051" y="2076"/>
              <a:ext cx="75" cy="65"/>
            </a:xfrm>
            <a:custGeom>
              <a:avLst/>
              <a:gdLst>
                <a:gd name="T0" fmla="*/ 75 w 75"/>
                <a:gd name="T1" fmla="*/ 33 h 65"/>
                <a:gd name="T2" fmla="*/ 0 w 75"/>
                <a:gd name="T3" fmla="*/ 65 h 65"/>
                <a:gd name="T4" fmla="*/ 0 w 75"/>
                <a:gd name="T5" fmla="*/ 0 h 65"/>
                <a:gd name="T6" fmla="*/ 75 w 75"/>
                <a:gd name="T7" fmla="*/ 33 h 65"/>
              </a:gdLst>
              <a:ahLst/>
              <a:cxnLst>
                <a:cxn ang="0">
                  <a:pos x="T0" y="T1"/>
                </a:cxn>
                <a:cxn ang="0">
                  <a:pos x="T2" y="T3"/>
                </a:cxn>
                <a:cxn ang="0">
                  <a:pos x="T4" y="T5"/>
                </a:cxn>
                <a:cxn ang="0">
                  <a:pos x="T6" y="T7"/>
                </a:cxn>
              </a:cxnLst>
              <a:rect l="0" t="0" r="r" b="b"/>
              <a:pathLst>
                <a:path w="75" h="65">
                  <a:moveTo>
                    <a:pt x="75" y="33"/>
                  </a:moveTo>
                  <a:lnTo>
                    <a:pt x="0" y="65"/>
                  </a:lnTo>
                  <a:lnTo>
                    <a:pt x="0" y="0"/>
                  </a:lnTo>
                  <a:lnTo>
                    <a:pt x="75"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8" name="Line 172">
              <a:extLst>
                <a:ext uri="{FF2B5EF4-FFF2-40B4-BE49-F238E27FC236}">
                  <a16:creationId xmlns:a16="http://schemas.microsoft.com/office/drawing/2014/main" id="{3DA2879E-2433-0C4A-A2CF-3BFE7CE35D1A}"/>
                </a:ext>
              </a:extLst>
            </p:cNvPr>
            <p:cNvSpPr>
              <a:spLocks noChangeShapeType="1"/>
            </p:cNvSpPr>
            <p:nvPr/>
          </p:nvSpPr>
          <p:spPr bwMode="auto">
            <a:xfrm flipH="1">
              <a:off x="2997" y="2109"/>
              <a:ext cx="9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sp>
        <p:nvSpPr>
          <p:cNvPr id="159" name="Oval 174">
            <a:extLst>
              <a:ext uri="{FF2B5EF4-FFF2-40B4-BE49-F238E27FC236}">
                <a16:creationId xmlns:a16="http://schemas.microsoft.com/office/drawing/2014/main" id="{F10E333E-6730-CE4D-B48D-153633876264}"/>
              </a:ext>
            </a:extLst>
          </p:cNvPr>
          <p:cNvSpPr>
            <a:spLocks noChangeArrowheads="1"/>
          </p:cNvSpPr>
          <p:nvPr/>
        </p:nvSpPr>
        <p:spPr bwMode="auto">
          <a:xfrm>
            <a:off x="4745038" y="4621213"/>
            <a:ext cx="34925" cy="34925"/>
          </a:xfrm>
          <a:prstGeom prst="ellipse">
            <a:avLst/>
          </a:prstGeom>
          <a:solidFill>
            <a:srgbClr val="440000"/>
          </a:solidFill>
          <a:ln w="25400">
            <a:solidFill>
              <a:srgbClr val="000000"/>
            </a:solidFill>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0" name="Line 175">
            <a:extLst>
              <a:ext uri="{FF2B5EF4-FFF2-40B4-BE49-F238E27FC236}">
                <a16:creationId xmlns:a16="http://schemas.microsoft.com/office/drawing/2014/main" id="{13811828-34E1-8043-B147-678B26B259F0}"/>
              </a:ext>
            </a:extLst>
          </p:cNvPr>
          <p:cNvSpPr>
            <a:spLocks noChangeShapeType="1"/>
          </p:cNvSpPr>
          <p:nvPr/>
        </p:nvSpPr>
        <p:spPr bwMode="auto">
          <a:xfrm flipH="1">
            <a:off x="6062663" y="2835275"/>
            <a:ext cx="460375"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grpSp>
        <p:nvGrpSpPr>
          <p:cNvPr id="127070" name="Group 179">
            <a:extLst>
              <a:ext uri="{FF2B5EF4-FFF2-40B4-BE49-F238E27FC236}">
                <a16:creationId xmlns:a16="http://schemas.microsoft.com/office/drawing/2014/main" id="{6584D795-601D-4D6D-A7BA-3DF1658E633D}"/>
              </a:ext>
            </a:extLst>
          </p:cNvPr>
          <p:cNvGrpSpPr>
            <a:grpSpLocks/>
          </p:cNvGrpSpPr>
          <p:nvPr/>
        </p:nvGrpSpPr>
        <p:grpSpPr bwMode="auto">
          <a:xfrm>
            <a:off x="903288" y="1530350"/>
            <a:ext cx="273050" cy="554038"/>
            <a:chOff x="569" y="1120"/>
            <a:chExt cx="172" cy="349"/>
          </a:xfrm>
        </p:grpSpPr>
        <p:sp>
          <p:nvSpPr>
            <p:cNvPr id="162" name="Freeform 176">
              <a:extLst>
                <a:ext uri="{FF2B5EF4-FFF2-40B4-BE49-F238E27FC236}">
                  <a16:creationId xmlns:a16="http://schemas.microsoft.com/office/drawing/2014/main" id="{3DB3BE3F-E065-064B-99BE-099FC405E312}"/>
                </a:ext>
              </a:extLst>
            </p:cNvPr>
            <p:cNvSpPr>
              <a:spLocks/>
            </p:cNvSpPr>
            <p:nvPr/>
          </p:nvSpPr>
          <p:spPr bwMode="auto">
            <a:xfrm>
              <a:off x="602" y="1120"/>
              <a:ext cx="96" cy="339"/>
            </a:xfrm>
            <a:custGeom>
              <a:avLst/>
              <a:gdLst>
                <a:gd name="T0" fmla="*/ 96 w 96"/>
                <a:gd name="T1" fmla="*/ 0 h 339"/>
                <a:gd name="T2" fmla="*/ 96 w 96"/>
                <a:gd name="T3" fmla="*/ 339 h 339"/>
                <a:gd name="T4" fmla="*/ 0 w 96"/>
                <a:gd name="T5" fmla="*/ 269 h 339"/>
                <a:gd name="T6" fmla="*/ 0 w 96"/>
                <a:gd name="T7" fmla="*/ 75 h 339"/>
                <a:gd name="T8" fmla="*/ 96 w 96"/>
                <a:gd name="T9" fmla="*/ 0 h 339"/>
              </a:gdLst>
              <a:ahLst/>
              <a:cxnLst>
                <a:cxn ang="0">
                  <a:pos x="T0" y="T1"/>
                </a:cxn>
                <a:cxn ang="0">
                  <a:pos x="T2" y="T3"/>
                </a:cxn>
                <a:cxn ang="0">
                  <a:pos x="T4" y="T5"/>
                </a:cxn>
                <a:cxn ang="0">
                  <a:pos x="T6" y="T7"/>
                </a:cxn>
                <a:cxn ang="0">
                  <a:pos x="T8" y="T9"/>
                </a:cxn>
              </a:cxnLst>
              <a:rect l="0" t="0" r="r" b="b"/>
              <a:pathLst>
                <a:path w="96" h="339">
                  <a:moveTo>
                    <a:pt x="96" y="0"/>
                  </a:moveTo>
                  <a:lnTo>
                    <a:pt x="96" y="339"/>
                  </a:lnTo>
                  <a:lnTo>
                    <a:pt x="0" y="269"/>
                  </a:lnTo>
                  <a:lnTo>
                    <a:pt x="0" y="75"/>
                  </a:lnTo>
                  <a:lnTo>
                    <a:pt x="96"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3" name="Freeform 177">
              <a:extLst>
                <a:ext uri="{FF2B5EF4-FFF2-40B4-BE49-F238E27FC236}">
                  <a16:creationId xmlns:a16="http://schemas.microsoft.com/office/drawing/2014/main" id="{667C52D2-0CF8-5348-95F9-BAE0A371B43B}"/>
                </a:ext>
              </a:extLst>
            </p:cNvPr>
            <p:cNvSpPr>
              <a:spLocks/>
            </p:cNvSpPr>
            <p:nvPr/>
          </p:nvSpPr>
          <p:spPr bwMode="auto">
            <a:xfrm>
              <a:off x="612" y="1131"/>
              <a:ext cx="97" cy="338"/>
            </a:xfrm>
            <a:custGeom>
              <a:avLst/>
              <a:gdLst>
                <a:gd name="T0" fmla="*/ 97 w 97"/>
                <a:gd name="T1" fmla="*/ 0 h 338"/>
                <a:gd name="T2" fmla="*/ 97 w 97"/>
                <a:gd name="T3" fmla="*/ 338 h 338"/>
                <a:gd name="T4" fmla="*/ 0 w 97"/>
                <a:gd name="T5" fmla="*/ 268 h 338"/>
                <a:gd name="T6" fmla="*/ 0 w 97"/>
                <a:gd name="T7" fmla="*/ 75 h 338"/>
                <a:gd name="T8" fmla="*/ 97 w 97"/>
                <a:gd name="T9" fmla="*/ 0 h 338"/>
              </a:gdLst>
              <a:ahLst/>
              <a:cxnLst>
                <a:cxn ang="0">
                  <a:pos x="T0" y="T1"/>
                </a:cxn>
                <a:cxn ang="0">
                  <a:pos x="T2" y="T3"/>
                </a:cxn>
                <a:cxn ang="0">
                  <a:pos x="T4" y="T5"/>
                </a:cxn>
                <a:cxn ang="0">
                  <a:pos x="T6" y="T7"/>
                </a:cxn>
                <a:cxn ang="0">
                  <a:pos x="T8" y="T9"/>
                </a:cxn>
              </a:cxnLst>
              <a:rect l="0" t="0" r="r" b="b"/>
              <a:pathLst>
                <a:path w="97" h="338">
                  <a:moveTo>
                    <a:pt x="97" y="0"/>
                  </a:moveTo>
                  <a:lnTo>
                    <a:pt x="97" y="338"/>
                  </a:lnTo>
                  <a:lnTo>
                    <a:pt x="0" y="268"/>
                  </a:lnTo>
                  <a:lnTo>
                    <a:pt x="0" y="75"/>
                  </a:lnTo>
                  <a:lnTo>
                    <a:pt x="97" y="0"/>
                  </a:lnTo>
                  <a:close/>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pic>
          <p:nvPicPr>
            <p:cNvPr id="127096" name="Picture 178">
              <a:extLst>
                <a:ext uri="{FF2B5EF4-FFF2-40B4-BE49-F238E27FC236}">
                  <a16:creationId xmlns:a16="http://schemas.microsoft.com/office/drawing/2014/main" id="{6FDE0F84-4484-4518-A790-4F0505A49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 y="1206"/>
              <a:ext cx="172"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5" name="Line 180">
            <a:extLst>
              <a:ext uri="{FF2B5EF4-FFF2-40B4-BE49-F238E27FC236}">
                <a16:creationId xmlns:a16="http://schemas.microsoft.com/office/drawing/2014/main" id="{6595EF6C-7CA6-954B-BFDF-31822606FE34}"/>
              </a:ext>
            </a:extLst>
          </p:cNvPr>
          <p:cNvSpPr>
            <a:spLocks noChangeShapeType="1"/>
          </p:cNvSpPr>
          <p:nvPr/>
        </p:nvSpPr>
        <p:spPr bwMode="auto">
          <a:xfrm flipH="1">
            <a:off x="1117600" y="1914525"/>
            <a:ext cx="996950"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6" name="Line 181">
            <a:extLst>
              <a:ext uri="{FF2B5EF4-FFF2-40B4-BE49-F238E27FC236}">
                <a16:creationId xmlns:a16="http://schemas.microsoft.com/office/drawing/2014/main" id="{CA9DDA55-63DF-F34A-94D4-A23205730FD7}"/>
              </a:ext>
            </a:extLst>
          </p:cNvPr>
          <p:cNvSpPr>
            <a:spLocks noChangeShapeType="1"/>
          </p:cNvSpPr>
          <p:nvPr/>
        </p:nvSpPr>
        <p:spPr bwMode="auto">
          <a:xfrm flipH="1">
            <a:off x="76200" y="1795463"/>
            <a:ext cx="844550" cy="1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7" name="Line 182">
            <a:extLst>
              <a:ext uri="{FF2B5EF4-FFF2-40B4-BE49-F238E27FC236}">
                <a16:creationId xmlns:a16="http://schemas.microsoft.com/office/drawing/2014/main" id="{67292A06-138F-5247-8115-C432596CEB90}"/>
              </a:ext>
            </a:extLst>
          </p:cNvPr>
          <p:cNvSpPr>
            <a:spLocks noChangeShapeType="1"/>
          </p:cNvSpPr>
          <p:nvPr/>
        </p:nvSpPr>
        <p:spPr bwMode="auto">
          <a:xfrm>
            <a:off x="2114550" y="1914525"/>
            <a:ext cx="1588" cy="6477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8" name="Oval 183">
            <a:extLst>
              <a:ext uri="{FF2B5EF4-FFF2-40B4-BE49-F238E27FC236}">
                <a16:creationId xmlns:a16="http://schemas.microsoft.com/office/drawing/2014/main" id="{B8A36895-9CF6-1946-9D60-D624666E59CA}"/>
              </a:ext>
            </a:extLst>
          </p:cNvPr>
          <p:cNvSpPr>
            <a:spLocks noChangeArrowheads="1"/>
          </p:cNvSpPr>
          <p:nvPr/>
        </p:nvSpPr>
        <p:spPr bwMode="auto">
          <a:xfrm>
            <a:off x="2093913" y="2549525"/>
            <a:ext cx="42862" cy="34925"/>
          </a:xfrm>
          <a:prstGeom prst="ellipse">
            <a:avLst/>
          </a:prstGeom>
          <a:solidFill>
            <a:srgbClr val="440000"/>
          </a:solidFill>
          <a:ln w="25400">
            <a:solidFill>
              <a:srgbClr val="000000"/>
            </a:solidFill>
            <a:round/>
            <a:headEnd/>
            <a:tailEnd/>
          </a:ln>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9" name="Line 184">
            <a:extLst>
              <a:ext uri="{FF2B5EF4-FFF2-40B4-BE49-F238E27FC236}">
                <a16:creationId xmlns:a16="http://schemas.microsoft.com/office/drawing/2014/main" id="{78472B47-E643-C745-91C1-03261AB5B323}"/>
              </a:ext>
            </a:extLst>
          </p:cNvPr>
          <p:cNvSpPr>
            <a:spLocks noChangeShapeType="1"/>
          </p:cNvSpPr>
          <p:nvPr/>
        </p:nvSpPr>
        <p:spPr bwMode="auto">
          <a:xfrm>
            <a:off x="6523038" y="1684338"/>
            <a:ext cx="1587" cy="11509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70" name="Line 185">
            <a:extLst>
              <a:ext uri="{FF2B5EF4-FFF2-40B4-BE49-F238E27FC236}">
                <a16:creationId xmlns:a16="http://schemas.microsoft.com/office/drawing/2014/main" id="{A50C2AC0-5A70-CF4F-9EA0-9270250DDF64}"/>
              </a:ext>
            </a:extLst>
          </p:cNvPr>
          <p:cNvSpPr>
            <a:spLocks noChangeShapeType="1"/>
          </p:cNvSpPr>
          <p:nvPr/>
        </p:nvSpPr>
        <p:spPr bwMode="auto">
          <a:xfrm>
            <a:off x="6523038" y="4140200"/>
            <a:ext cx="1587" cy="3413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71" name="Line 186">
            <a:extLst>
              <a:ext uri="{FF2B5EF4-FFF2-40B4-BE49-F238E27FC236}">
                <a16:creationId xmlns:a16="http://schemas.microsoft.com/office/drawing/2014/main" id="{5F2861D9-88F8-6548-B65A-6EB27B691A27}"/>
              </a:ext>
            </a:extLst>
          </p:cNvPr>
          <p:cNvSpPr>
            <a:spLocks noChangeShapeType="1"/>
          </p:cNvSpPr>
          <p:nvPr/>
        </p:nvSpPr>
        <p:spPr bwMode="auto">
          <a:xfrm flipH="1">
            <a:off x="2840038" y="3252788"/>
            <a:ext cx="76200" cy="77787"/>
          </a:xfrm>
          <a:prstGeom prst="line">
            <a:avLst/>
          </a:prstGeom>
          <a:noFill/>
          <a:ln w="7938">
            <a:solidFill>
              <a:srgbClr val="440000"/>
            </a:solidFill>
            <a:round/>
            <a:headEnd/>
            <a:tailEnd/>
          </a:ln>
          <a:extLst>
            <a:ext uri="{909E8E84-426E-40DD-AFC4-6F175D3DCCD1}">
              <a14:hiddenFill xmlns:a14="http://schemas.microsoft.com/office/drawing/2010/main">
                <a:noFill/>
              </a14:hiddenFill>
            </a:ext>
          </a:extLst>
        </p:spPr>
        <p:txBody>
          <a:bodyP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7078" name="Rectangle 187">
            <a:extLst>
              <a:ext uri="{FF2B5EF4-FFF2-40B4-BE49-F238E27FC236}">
                <a16:creationId xmlns:a16="http://schemas.microsoft.com/office/drawing/2014/main" id="{F09734DA-8891-477D-853D-D897292395F5}"/>
              </a:ext>
            </a:extLst>
          </p:cNvPr>
          <p:cNvSpPr>
            <a:spLocks noChangeArrowheads="1"/>
          </p:cNvSpPr>
          <p:nvPr/>
        </p:nvSpPr>
        <p:spPr bwMode="auto">
          <a:xfrm>
            <a:off x="2847975" y="3322638"/>
            <a:ext cx="161925"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800">
                <a:solidFill>
                  <a:srgbClr val="000000"/>
                </a:solidFill>
                <a:latin typeface="Arial" panose="020B0604020202020204" pitchFamily="34" charset="0"/>
                <a:ea typeface="宋体" panose="02010600030101010101" pitchFamily="2" charset="-122"/>
              </a:rPr>
              <a:t>32</a:t>
            </a:r>
            <a:endParaRPr kumimoji="0" lang="en-US" altLang="zh-CN" sz="1200">
              <a:solidFill>
                <a:srgbClr val="000000"/>
              </a:solidFill>
              <a:latin typeface="Tahoma" panose="020B0604030504040204" pitchFamily="34" charset="0"/>
              <a:ea typeface="宋体" panose="02010600030101010101" pitchFamily="2" charset="-122"/>
            </a:endParaRPr>
          </a:p>
        </p:txBody>
      </p:sp>
      <p:sp>
        <p:nvSpPr>
          <p:cNvPr id="173" name="Text Box 12">
            <a:extLst>
              <a:ext uri="{FF2B5EF4-FFF2-40B4-BE49-F238E27FC236}">
                <a16:creationId xmlns:a16="http://schemas.microsoft.com/office/drawing/2014/main" id="{B465679E-5A4F-4999-9A24-38D666E9D85B}"/>
              </a:ext>
            </a:extLst>
          </p:cNvPr>
          <p:cNvSpPr txBox="1">
            <a:spLocks noChangeArrowheads="1"/>
          </p:cNvSpPr>
          <p:nvPr/>
        </p:nvSpPr>
        <p:spPr bwMode="auto">
          <a:xfrm>
            <a:off x="4133850" y="5740400"/>
            <a:ext cx="819150"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Tahoma" panose="020B0604030504040204" pitchFamily="34" charset="0"/>
                <a:ea typeface="宋体" panose="02010600030101010101" pitchFamily="2" charset="-122"/>
              </a:rPr>
              <a:t>ID/EX</a:t>
            </a:r>
          </a:p>
        </p:txBody>
      </p:sp>
      <p:sp>
        <p:nvSpPr>
          <p:cNvPr id="174" name="Text Box 13">
            <a:extLst>
              <a:ext uri="{FF2B5EF4-FFF2-40B4-BE49-F238E27FC236}">
                <a16:creationId xmlns:a16="http://schemas.microsoft.com/office/drawing/2014/main" id="{BED00A40-B577-47CF-8CEF-2D3BAA6966CA}"/>
              </a:ext>
            </a:extLst>
          </p:cNvPr>
          <p:cNvSpPr txBox="1">
            <a:spLocks noChangeArrowheads="1"/>
          </p:cNvSpPr>
          <p:nvPr/>
        </p:nvSpPr>
        <p:spPr bwMode="auto">
          <a:xfrm>
            <a:off x="5803900" y="5740400"/>
            <a:ext cx="1054100"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Tahoma" panose="020B0604030504040204" pitchFamily="34" charset="0"/>
                <a:ea typeface="宋体" panose="02010600030101010101" pitchFamily="2" charset="-122"/>
              </a:rPr>
              <a:t>EX/MEM</a:t>
            </a:r>
          </a:p>
        </p:txBody>
      </p:sp>
      <p:sp>
        <p:nvSpPr>
          <p:cNvPr id="175" name="Text Box 14">
            <a:extLst>
              <a:ext uri="{FF2B5EF4-FFF2-40B4-BE49-F238E27FC236}">
                <a16:creationId xmlns:a16="http://schemas.microsoft.com/office/drawing/2014/main" id="{5539A379-C10C-41AB-86ED-3C425C26A5C1}"/>
              </a:ext>
            </a:extLst>
          </p:cNvPr>
          <p:cNvSpPr txBox="1">
            <a:spLocks noChangeArrowheads="1"/>
          </p:cNvSpPr>
          <p:nvPr/>
        </p:nvSpPr>
        <p:spPr bwMode="auto">
          <a:xfrm>
            <a:off x="7548563" y="5740400"/>
            <a:ext cx="1138237"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FF0000"/>
                </a:solidFill>
                <a:latin typeface="Tahoma" panose="020B0604030504040204" pitchFamily="34" charset="0"/>
                <a:ea typeface="宋体" panose="02010600030101010101" pitchFamily="2" charset="-122"/>
              </a:rPr>
              <a:t>MEM/WB</a:t>
            </a:r>
          </a:p>
        </p:txBody>
      </p:sp>
      <p:sp>
        <p:nvSpPr>
          <p:cNvPr id="176" name="Rectangle 15">
            <a:extLst>
              <a:ext uri="{FF2B5EF4-FFF2-40B4-BE49-F238E27FC236}">
                <a16:creationId xmlns:a16="http://schemas.microsoft.com/office/drawing/2014/main" id="{02E539CF-C750-2046-AE60-1940EAF8F336}"/>
              </a:ext>
            </a:extLst>
          </p:cNvPr>
          <p:cNvSpPr>
            <a:spLocks noChangeArrowheads="1"/>
          </p:cNvSpPr>
          <p:nvPr/>
        </p:nvSpPr>
        <p:spPr bwMode="auto">
          <a:xfrm>
            <a:off x="2209800" y="2190750"/>
            <a:ext cx="152400" cy="3581400"/>
          </a:xfrm>
          <a:prstGeom prst="rect">
            <a:avLst/>
          </a:prstGeom>
          <a:solidFill>
            <a:srgbClr val="FF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77" name="Rectangle 16">
            <a:extLst>
              <a:ext uri="{FF2B5EF4-FFF2-40B4-BE49-F238E27FC236}">
                <a16:creationId xmlns:a16="http://schemas.microsoft.com/office/drawing/2014/main" id="{40022176-4B97-4C49-89B8-DDDA0CF832ED}"/>
              </a:ext>
            </a:extLst>
          </p:cNvPr>
          <p:cNvSpPr>
            <a:spLocks noChangeArrowheads="1"/>
          </p:cNvSpPr>
          <p:nvPr/>
        </p:nvSpPr>
        <p:spPr bwMode="auto">
          <a:xfrm>
            <a:off x="4441825" y="2190750"/>
            <a:ext cx="152400" cy="3581400"/>
          </a:xfrm>
          <a:prstGeom prst="rect">
            <a:avLst/>
          </a:prstGeom>
          <a:solidFill>
            <a:srgbClr val="FF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78" name="Rectangle 17">
            <a:extLst>
              <a:ext uri="{FF2B5EF4-FFF2-40B4-BE49-F238E27FC236}">
                <a16:creationId xmlns:a16="http://schemas.microsoft.com/office/drawing/2014/main" id="{FF720351-D834-4C4D-AAE6-636D4403B5BE}"/>
              </a:ext>
            </a:extLst>
          </p:cNvPr>
          <p:cNvSpPr>
            <a:spLocks noChangeArrowheads="1"/>
          </p:cNvSpPr>
          <p:nvPr/>
        </p:nvSpPr>
        <p:spPr bwMode="auto">
          <a:xfrm>
            <a:off x="6172200" y="2190750"/>
            <a:ext cx="152400" cy="3581400"/>
          </a:xfrm>
          <a:prstGeom prst="rect">
            <a:avLst/>
          </a:prstGeom>
          <a:solidFill>
            <a:srgbClr val="FF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79" name="Rectangle 18">
            <a:extLst>
              <a:ext uri="{FF2B5EF4-FFF2-40B4-BE49-F238E27FC236}">
                <a16:creationId xmlns:a16="http://schemas.microsoft.com/office/drawing/2014/main" id="{E0F9D1AA-4E9A-0B4E-BB2D-45BC89CC8BD8}"/>
              </a:ext>
            </a:extLst>
          </p:cNvPr>
          <p:cNvSpPr>
            <a:spLocks noChangeArrowheads="1"/>
          </p:cNvSpPr>
          <p:nvPr/>
        </p:nvSpPr>
        <p:spPr bwMode="auto">
          <a:xfrm>
            <a:off x="8001000" y="2190750"/>
            <a:ext cx="152400" cy="3581400"/>
          </a:xfrm>
          <a:prstGeom prst="rect">
            <a:avLst/>
          </a:prstGeom>
          <a:solidFill>
            <a:srgbClr val="FF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80" name="Line 20">
            <a:extLst>
              <a:ext uri="{FF2B5EF4-FFF2-40B4-BE49-F238E27FC236}">
                <a16:creationId xmlns:a16="http://schemas.microsoft.com/office/drawing/2014/main" id="{20CF6308-DF1D-0244-B9F0-67AB5ADBD0AB}"/>
              </a:ext>
            </a:extLst>
          </p:cNvPr>
          <p:cNvSpPr>
            <a:spLocks noChangeShapeType="1"/>
          </p:cNvSpPr>
          <p:nvPr/>
        </p:nvSpPr>
        <p:spPr bwMode="auto">
          <a:xfrm>
            <a:off x="5943600" y="3943350"/>
            <a:ext cx="228600" cy="0"/>
          </a:xfrm>
          <a:prstGeom prst="line">
            <a:avLst/>
          </a:prstGeom>
          <a:noFill/>
          <a:ln w="254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81" name="Line 21">
            <a:extLst>
              <a:ext uri="{FF2B5EF4-FFF2-40B4-BE49-F238E27FC236}">
                <a16:creationId xmlns:a16="http://schemas.microsoft.com/office/drawing/2014/main" id="{76874017-40DE-6A41-9C25-DA1344BA0429}"/>
              </a:ext>
            </a:extLst>
          </p:cNvPr>
          <p:cNvSpPr>
            <a:spLocks noChangeShapeType="1"/>
          </p:cNvSpPr>
          <p:nvPr/>
        </p:nvSpPr>
        <p:spPr bwMode="auto">
          <a:xfrm>
            <a:off x="6324600" y="3943350"/>
            <a:ext cx="228600" cy="0"/>
          </a:xfrm>
          <a:prstGeom prst="line">
            <a:avLst/>
          </a:prstGeom>
          <a:noFill/>
          <a:ln w="2540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27088" name="Text Box 22">
            <a:extLst>
              <a:ext uri="{FF2B5EF4-FFF2-40B4-BE49-F238E27FC236}">
                <a16:creationId xmlns:a16="http://schemas.microsoft.com/office/drawing/2014/main" id="{442AE3FD-E5C7-466C-A9AA-CED1A0BA295B}"/>
              </a:ext>
            </a:extLst>
          </p:cNvPr>
          <p:cNvSpPr txBox="1">
            <a:spLocks noChangeArrowheads="1"/>
          </p:cNvSpPr>
          <p:nvPr/>
        </p:nvSpPr>
        <p:spPr bwMode="auto">
          <a:xfrm>
            <a:off x="6515100" y="3790950"/>
            <a:ext cx="4191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900">
                <a:solidFill>
                  <a:srgbClr val="000000"/>
                </a:solidFill>
                <a:latin typeface="Arial" panose="020B0604020202020204" pitchFamily="34" charset="0"/>
                <a:ea typeface="宋体" panose="02010600030101010101" pitchFamily="2" charset="-122"/>
              </a:rPr>
              <a:t>Zero</a:t>
            </a:r>
          </a:p>
        </p:txBody>
      </p:sp>
      <p:sp>
        <p:nvSpPr>
          <p:cNvPr id="183" name="Text Box 23">
            <a:extLst>
              <a:ext uri="{FF2B5EF4-FFF2-40B4-BE49-F238E27FC236}">
                <a16:creationId xmlns:a16="http://schemas.microsoft.com/office/drawing/2014/main" id="{F4660D34-5E14-484E-A3CB-CF60496D289B}"/>
              </a:ext>
            </a:extLst>
          </p:cNvPr>
          <p:cNvSpPr txBox="1">
            <a:spLocks noChangeArrowheads="1"/>
          </p:cNvSpPr>
          <p:nvPr/>
        </p:nvSpPr>
        <p:spPr bwMode="auto">
          <a:xfrm>
            <a:off x="2336800" y="2647950"/>
            <a:ext cx="7064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FF0000"/>
                </a:solidFill>
                <a:latin typeface="Tahoma" panose="020B0604030504040204" pitchFamily="34" charset="0"/>
                <a:ea typeface="宋体" panose="02010600030101010101" pitchFamily="2" charset="-122"/>
              </a:rPr>
              <a:t>64 bits</a:t>
            </a:r>
          </a:p>
        </p:txBody>
      </p:sp>
      <p:sp>
        <p:nvSpPr>
          <p:cNvPr id="184" name="Text Box 24">
            <a:extLst>
              <a:ext uri="{FF2B5EF4-FFF2-40B4-BE49-F238E27FC236}">
                <a16:creationId xmlns:a16="http://schemas.microsoft.com/office/drawing/2014/main" id="{53AB67D7-72C7-4B1A-BD90-7A7F3FCF79BC}"/>
              </a:ext>
            </a:extLst>
          </p:cNvPr>
          <p:cNvSpPr txBox="1">
            <a:spLocks noChangeArrowheads="1"/>
          </p:cNvSpPr>
          <p:nvPr/>
        </p:nvSpPr>
        <p:spPr bwMode="auto">
          <a:xfrm>
            <a:off x="6324600" y="2906713"/>
            <a:ext cx="7064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FF0000"/>
                </a:solidFill>
                <a:latin typeface="Tahoma" panose="020B0604030504040204" pitchFamily="34" charset="0"/>
                <a:ea typeface="宋体" panose="02010600030101010101" pitchFamily="2" charset="-122"/>
              </a:rPr>
              <a:t>97 bits</a:t>
            </a:r>
          </a:p>
        </p:txBody>
      </p:sp>
      <p:sp>
        <p:nvSpPr>
          <p:cNvPr id="185" name="Text Box 25">
            <a:extLst>
              <a:ext uri="{FF2B5EF4-FFF2-40B4-BE49-F238E27FC236}">
                <a16:creationId xmlns:a16="http://schemas.microsoft.com/office/drawing/2014/main" id="{DF24C559-6C3D-43B2-B4BD-18F0556321BF}"/>
              </a:ext>
            </a:extLst>
          </p:cNvPr>
          <p:cNvSpPr txBox="1">
            <a:spLocks noChangeArrowheads="1"/>
          </p:cNvSpPr>
          <p:nvPr/>
        </p:nvSpPr>
        <p:spPr bwMode="auto">
          <a:xfrm>
            <a:off x="8153400" y="2906713"/>
            <a:ext cx="7064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FF0000"/>
                </a:solidFill>
                <a:latin typeface="Tahoma" panose="020B0604030504040204" pitchFamily="34" charset="0"/>
                <a:ea typeface="宋体" panose="02010600030101010101" pitchFamily="2" charset="-122"/>
              </a:rPr>
              <a:t>64 bits</a:t>
            </a:r>
          </a:p>
        </p:txBody>
      </p:sp>
      <p:sp>
        <p:nvSpPr>
          <p:cNvPr id="186" name="Text Box 26">
            <a:extLst>
              <a:ext uri="{FF2B5EF4-FFF2-40B4-BE49-F238E27FC236}">
                <a16:creationId xmlns:a16="http://schemas.microsoft.com/office/drawing/2014/main" id="{27D9C425-AF1B-43E9-9603-6354FCC42219}"/>
              </a:ext>
            </a:extLst>
          </p:cNvPr>
          <p:cNvSpPr txBox="1">
            <a:spLocks noChangeArrowheads="1"/>
          </p:cNvSpPr>
          <p:nvPr/>
        </p:nvSpPr>
        <p:spPr bwMode="auto">
          <a:xfrm>
            <a:off x="4572000" y="2647950"/>
            <a:ext cx="8032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FF0000"/>
                </a:solidFill>
                <a:latin typeface="Tahoma" panose="020B0604030504040204" pitchFamily="34" charset="0"/>
                <a:ea typeface="宋体" panose="02010600030101010101" pitchFamily="2" charset="-122"/>
              </a:rPr>
              <a:t>128 bits</a:t>
            </a:r>
          </a:p>
        </p:txBody>
      </p:sp>
      <p:sp>
        <p:nvSpPr>
          <p:cNvPr id="187" name="Text Box 189">
            <a:extLst>
              <a:ext uri="{FF2B5EF4-FFF2-40B4-BE49-F238E27FC236}">
                <a16:creationId xmlns:a16="http://schemas.microsoft.com/office/drawing/2014/main" id="{C71ED132-F487-4007-92A4-66F2EB07501E}"/>
              </a:ext>
            </a:extLst>
          </p:cNvPr>
          <p:cNvSpPr txBox="1">
            <a:spLocks noChangeArrowheads="1"/>
          </p:cNvSpPr>
          <p:nvPr/>
        </p:nvSpPr>
        <p:spPr bwMode="auto">
          <a:xfrm>
            <a:off x="4114800" y="1701800"/>
            <a:ext cx="38560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600" b="1">
                <a:solidFill>
                  <a:srgbClr val="FF0000"/>
                </a:solidFill>
                <a:latin typeface="Tahoma" panose="020B0604030504040204" pitchFamily="34" charset="0"/>
                <a:ea typeface="宋体" panose="02010600030101010101" pitchFamily="2" charset="-122"/>
              </a:rPr>
              <a:t>wide enough to hold data coming in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wipe(up)">
                                      <p:cBhvr>
                                        <p:cTn id="7" dur="500"/>
                                        <p:tgtEl>
                                          <p:spTgt spid="1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7"/>
                                        </p:tgtEl>
                                        <p:attrNameLst>
                                          <p:attrName>style.visibility</p:attrName>
                                        </p:attrNameLst>
                                      </p:cBhvr>
                                      <p:to>
                                        <p:strVal val="visible"/>
                                      </p:to>
                                    </p:set>
                                    <p:animEffect transition="in" filter="wipe(up)">
                                      <p:cBhvr>
                                        <p:cTn id="12" dur="500"/>
                                        <p:tgtEl>
                                          <p:spTgt spid="1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78"/>
                                        </p:tgtEl>
                                        <p:attrNameLst>
                                          <p:attrName>style.visibility</p:attrName>
                                        </p:attrNameLst>
                                      </p:cBhvr>
                                      <p:to>
                                        <p:strVal val="visible"/>
                                      </p:to>
                                    </p:set>
                                    <p:animEffect transition="in" filter="wipe(up)">
                                      <p:cBhvr>
                                        <p:cTn id="17" dur="500"/>
                                        <p:tgtEl>
                                          <p:spTgt spid="1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79"/>
                                        </p:tgtEl>
                                        <p:attrNameLst>
                                          <p:attrName>style.visibility</p:attrName>
                                        </p:attrNameLst>
                                      </p:cBhvr>
                                      <p:to>
                                        <p:strVal val="visible"/>
                                      </p:to>
                                    </p:set>
                                    <p:animEffect transition="in" filter="wipe(up)">
                                      <p:cBhvr>
                                        <p:cTn id="22" dur="500"/>
                                        <p:tgtEl>
                                          <p:spTgt spid="1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3"/>
                                        </p:tgtEl>
                                        <p:attrNameLst>
                                          <p:attrName>style.visibility</p:attrName>
                                        </p:attrNameLst>
                                      </p:cBhvr>
                                      <p:to>
                                        <p:strVal val="visible"/>
                                      </p:to>
                                    </p:set>
                                    <p:animEffect transition="in" filter="wipe(left)">
                                      <p:cBhvr>
                                        <p:cTn id="42" dur="500"/>
                                        <p:tgtEl>
                                          <p:spTgt spid="17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4"/>
                                        </p:tgtEl>
                                        <p:attrNameLst>
                                          <p:attrName>style.visibility</p:attrName>
                                        </p:attrNameLst>
                                      </p:cBhvr>
                                      <p:to>
                                        <p:strVal val="visible"/>
                                      </p:to>
                                    </p:set>
                                    <p:animEffect transition="in" filter="wipe(left)">
                                      <p:cBhvr>
                                        <p:cTn id="47" dur="500"/>
                                        <p:tgtEl>
                                          <p:spTgt spid="17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5"/>
                                        </p:tgtEl>
                                        <p:attrNameLst>
                                          <p:attrName>style.visibility</p:attrName>
                                        </p:attrNameLst>
                                      </p:cBhvr>
                                      <p:to>
                                        <p:strVal val="visible"/>
                                      </p:to>
                                    </p:set>
                                    <p:animEffect transition="in" filter="wipe(left)">
                                      <p:cBhvr>
                                        <p:cTn id="52" dur="500"/>
                                        <p:tgtEl>
                                          <p:spTgt spid="17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7"/>
                                        </p:tgtEl>
                                        <p:attrNameLst>
                                          <p:attrName>style.visibility</p:attrName>
                                        </p:attrNameLst>
                                      </p:cBhvr>
                                      <p:to>
                                        <p:strVal val="visible"/>
                                      </p:to>
                                    </p:set>
                                    <p:animEffect transition="in" filter="wipe(left)">
                                      <p:cBhvr>
                                        <p:cTn id="57" dur="500"/>
                                        <p:tgtEl>
                                          <p:spTgt spid="18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3"/>
                                        </p:tgtEl>
                                        <p:attrNameLst>
                                          <p:attrName>style.visibility</p:attrName>
                                        </p:attrNameLst>
                                      </p:cBhvr>
                                      <p:to>
                                        <p:strVal val="visible"/>
                                      </p:to>
                                    </p:set>
                                    <p:animEffect transition="in" filter="wipe(left)">
                                      <p:cBhvr>
                                        <p:cTn id="62" dur="500"/>
                                        <p:tgtEl>
                                          <p:spTgt spid="18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86"/>
                                        </p:tgtEl>
                                        <p:attrNameLst>
                                          <p:attrName>style.visibility</p:attrName>
                                        </p:attrNameLst>
                                      </p:cBhvr>
                                      <p:to>
                                        <p:strVal val="visible"/>
                                      </p:to>
                                    </p:set>
                                    <p:animEffect transition="in" filter="wipe(left)">
                                      <p:cBhvr>
                                        <p:cTn id="67" dur="500"/>
                                        <p:tgtEl>
                                          <p:spTgt spid="18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84"/>
                                        </p:tgtEl>
                                        <p:attrNameLst>
                                          <p:attrName>style.visibility</p:attrName>
                                        </p:attrNameLst>
                                      </p:cBhvr>
                                      <p:to>
                                        <p:strVal val="visible"/>
                                      </p:to>
                                    </p:set>
                                    <p:animEffect transition="in" filter="wipe(left)">
                                      <p:cBhvr>
                                        <p:cTn id="72" dur="500"/>
                                        <p:tgtEl>
                                          <p:spTgt spid="18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85"/>
                                        </p:tgtEl>
                                        <p:attrNameLst>
                                          <p:attrName>style.visibility</p:attrName>
                                        </p:attrNameLst>
                                      </p:cBhvr>
                                      <p:to>
                                        <p:strVal val="visible"/>
                                      </p:to>
                                    </p:set>
                                    <p:animEffect transition="in" filter="wipe(left)">
                                      <p:cBhvr>
                                        <p:cTn id="77"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173" grpId="0" autoUpdateAnimBg="0"/>
      <p:bldP spid="174" grpId="0" autoUpdateAnimBg="0"/>
      <p:bldP spid="175" grpId="0" autoUpdateAnimBg="0"/>
      <p:bldP spid="183" grpId="0" autoUpdateAnimBg="0"/>
      <p:bldP spid="184" grpId="0" autoUpdateAnimBg="0"/>
      <p:bldP spid="185" grpId="0" autoUpdateAnimBg="0"/>
      <p:bldP spid="186" grpId="0" autoUpdateAnimBg="0"/>
      <p:bldP spid="187"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C1CB80-7C64-984F-A7B8-6AF9996BB2E4}"/>
              </a:ext>
            </a:extLst>
          </p:cNvPr>
          <p:cNvSpPr>
            <a:spLocks noGrp="1"/>
          </p:cNvSpPr>
          <p:nvPr>
            <p:ph type="title"/>
          </p:nvPr>
        </p:nvSpPr>
        <p:spPr/>
        <p:txBody>
          <a:bodyPr/>
          <a:lstStyle/>
          <a:p>
            <a:r>
              <a:rPr lang="zh-CN" altLang="en-US"/>
              <a:t>流水线数据通路图</a:t>
            </a:r>
          </a:p>
        </p:txBody>
      </p:sp>
      <p:sp>
        <p:nvSpPr>
          <p:cNvPr id="128002" name="内容占位符 2">
            <a:extLst>
              <a:ext uri="{FF2B5EF4-FFF2-40B4-BE49-F238E27FC236}">
                <a16:creationId xmlns:a16="http://schemas.microsoft.com/office/drawing/2014/main" id="{DC0DE5E1-9E7C-45D3-A54C-545B5023137B}"/>
              </a:ext>
            </a:extLst>
          </p:cNvPr>
          <p:cNvSpPr>
            <a:spLocks noGrp="1" noChangeArrowheads="1"/>
          </p:cNvSpPr>
          <p:nvPr>
            <p:ph idx="1"/>
          </p:nvPr>
        </p:nvSpPr>
        <p:spPr/>
        <p:txBody>
          <a:bodyPr/>
          <a:lstStyle/>
          <a:p>
            <a:endParaRPr lang="zh-CN" altLang="en-US"/>
          </a:p>
        </p:txBody>
      </p:sp>
      <p:sp>
        <p:nvSpPr>
          <p:cNvPr id="5" name="Rectangle 2">
            <a:extLst>
              <a:ext uri="{FF2B5EF4-FFF2-40B4-BE49-F238E27FC236}">
                <a16:creationId xmlns:a16="http://schemas.microsoft.com/office/drawing/2014/main" id="{DFC3D69F-D876-2C4C-A148-CB75C451C6E9}"/>
              </a:ext>
            </a:extLst>
          </p:cNvPr>
          <p:cNvSpPr>
            <a:spLocks noChangeArrowheads="1"/>
          </p:cNvSpPr>
          <p:nvPr/>
        </p:nvSpPr>
        <p:spPr bwMode="auto">
          <a:xfrm>
            <a:off x="1981200" y="2590800"/>
            <a:ext cx="271463" cy="152400"/>
          </a:xfrm>
          <a:prstGeom prst="rect">
            <a:avLst/>
          </a:prstGeom>
          <a:solidFill>
            <a:srgbClr val="FF66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 name="Rectangle 3">
            <a:extLst>
              <a:ext uri="{FF2B5EF4-FFF2-40B4-BE49-F238E27FC236}">
                <a16:creationId xmlns:a16="http://schemas.microsoft.com/office/drawing/2014/main" id="{F3288E85-CD15-F34E-A5EB-6CC5E22A08FE}"/>
              </a:ext>
            </a:extLst>
          </p:cNvPr>
          <p:cNvSpPr>
            <a:spLocks noChangeArrowheads="1"/>
          </p:cNvSpPr>
          <p:nvPr/>
        </p:nvSpPr>
        <p:spPr bwMode="auto">
          <a:xfrm>
            <a:off x="2079625" y="2116138"/>
            <a:ext cx="130175" cy="533400"/>
          </a:xfrm>
          <a:prstGeom prst="rect">
            <a:avLst/>
          </a:prstGeom>
          <a:solidFill>
            <a:srgbClr val="FF66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7" name="Rectangle 4">
            <a:extLst>
              <a:ext uri="{FF2B5EF4-FFF2-40B4-BE49-F238E27FC236}">
                <a16:creationId xmlns:a16="http://schemas.microsoft.com/office/drawing/2014/main" id="{CDB2F210-18E0-244D-84E2-B7F3884A9EBD}"/>
              </a:ext>
            </a:extLst>
          </p:cNvPr>
          <p:cNvSpPr>
            <a:spLocks noChangeArrowheads="1"/>
          </p:cNvSpPr>
          <p:nvPr/>
        </p:nvSpPr>
        <p:spPr bwMode="auto">
          <a:xfrm>
            <a:off x="1600200" y="2286000"/>
            <a:ext cx="381000" cy="914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 name="Rectangle 5">
            <a:extLst>
              <a:ext uri="{FF2B5EF4-FFF2-40B4-BE49-F238E27FC236}">
                <a16:creationId xmlns:a16="http://schemas.microsoft.com/office/drawing/2014/main" id="{6AC48264-0B95-034F-8375-F76FD0B9A072}"/>
              </a:ext>
            </a:extLst>
          </p:cNvPr>
          <p:cNvSpPr>
            <a:spLocks noChangeArrowheads="1"/>
          </p:cNvSpPr>
          <p:nvPr/>
        </p:nvSpPr>
        <p:spPr bwMode="auto">
          <a:xfrm>
            <a:off x="1143000" y="2081213"/>
            <a:ext cx="990600" cy="204787"/>
          </a:xfrm>
          <a:prstGeom prst="rect">
            <a:avLst/>
          </a:prstGeom>
          <a:solidFill>
            <a:srgbClr val="FF66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9" name="Rectangle 6">
            <a:extLst>
              <a:ext uri="{FF2B5EF4-FFF2-40B4-BE49-F238E27FC236}">
                <a16:creationId xmlns:a16="http://schemas.microsoft.com/office/drawing/2014/main" id="{7D5A3DE6-10AD-9147-8D91-D3F34491A52E}"/>
              </a:ext>
            </a:extLst>
          </p:cNvPr>
          <p:cNvSpPr>
            <a:spLocks noChangeArrowheads="1"/>
          </p:cNvSpPr>
          <p:nvPr/>
        </p:nvSpPr>
        <p:spPr bwMode="auto">
          <a:xfrm>
            <a:off x="762000" y="2362200"/>
            <a:ext cx="8382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 name="Rectangle 7">
            <a:extLst>
              <a:ext uri="{FF2B5EF4-FFF2-40B4-BE49-F238E27FC236}">
                <a16:creationId xmlns:a16="http://schemas.microsoft.com/office/drawing/2014/main" id="{B89AC2F2-083C-1A4C-9507-61D0AC404407}"/>
              </a:ext>
            </a:extLst>
          </p:cNvPr>
          <p:cNvSpPr>
            <a:spLocks noChangeArrowheads="1"/>
          </p:cNvSpPr>
          <p:nvPr/>
        </p:nvSpPr>
        <p:spPr bwMode="auto">
          <a:xfrm>
            <a:off x="685800" y="2362200"/>
            <a:ext cx="152400" cy="1295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1" name="Rectangle 8">
            <a:extLst>
              <a:ext uri="{FF2B5EF4-FFF2-40B4-BE49-F238E27FC236}">
                <a16:creationId xmlns:a16="http://schemas.microsoft.com/office/drawing/2014/main" id="{A1650438-7B12-B54E-A76B-B2934D07B5F5}"/>
              </a:ext>
            </a:extLst>
          </p:cNvPr>
          <p:cNvSpPr>
            <a:spLocks noChangeArrowheads="1"/>
          </p:cNvSpPr>
          <p:nvPr/>
        </p:nvSpPr>
        <p:spPr bwMode="auto">
          <a:xfrm>
            <a:off x="-33338" y="1981200"/>
            <a:ext cx="990601" cy="152400"/>
          </a:xfrm>
          <a:prstGeom prst="rect">
            <a:avLst/>
          </a:prstGeom>
          <a:solidFill>
            <a:srgbClr val="FF66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 name="Rectangle 9">
            <a:extLst>
              <a:ext uri="{FF2B5EF4-FFF2-40B4-BE49-F238E27FC236}">
                <a16:creationId xmlns:a16="http://schemas.microsoft.com/office/drawing/2014/main" id="{1B2857B6-88A9-E441-8551-5D116DF57447}"/>
              </a:ext>
            </a:extLst>
          </p:cNvPr>
          <p:cNvSpPr>
            <a:spLocks noChangeArrowheads="1"/>
          </p:cNvSpPr>
          <p:nvPr/>
        </p:nvSpPr>
        <p:spPr bwMode="auto">
          <a:xfrm>
            <a:off x="609600" y="3657600"/>
            <a:ext cx="3048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3" name="Rectangle 10">
            <a:extLst>
              <a:ext uri="{FF2B5EF4-FFF2-40B4-BE49-F238E27FC236}">
                <a16:creationId xmlns:a16="http://schemas.microsoft.com/office/drawing/2014/main" id="{E42E2D86-174A-1F49-BE2E-845B2FF7694B}"/>
              </a:ext>
            </a:extLst>
          </p:cNvPr>
          <p:cNvSpPr>
            <a:spLocks noChangeArrowheads="1"/>
          </p:cNvSpPr>
          <p:nvPr/>
        </p:nvSpPr>
        <p:spPr bwMode="auto">
          <a:xfrm>
            <a:off x="152400" y="3657600"/>
            <a:ext cx="152400" cy="152400"/>
          </a:xfrm>
          <a:prstGeom prst="rect">
            <a:avLst/>
          </a:prstGeom>
          <a:solidFill>
            <a:srgbClr val="FF66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 name="Rectangle 11">
            <a:extLst>
              <a:ext uri="{FF2B5EF4-FFF2-40B4-BE49-F238E27FC236}">
                <a16:creationId xmlns:a16="http://schemas.microsoft.com/office/drawing/2014/main" id="{A8AA5527-0DAD-2F43-871D-AD5AEA314749}"/>
              </a:ext>
            </a:extLst>
          </p:cNvPr>
          <p:cNvSpPr>
            <a:spLocks noChangeArrowheads="1"/>
          </p:cNvSpPr>
          <p:nvPr/>
        </p:nvSpPr>
        <p:spPr bwMode="auto">
          <a:xfrm>
            <a:off x="0" y="2122488"/>
            <a:ext cx="152400" cy="1676400"/>
          </a:xfrm>
          <a:prstGeom prst="rect">
            <a:avLst/>
          </a:prstGeom>
          <a:solidFill>
            <a:srgbClr val="FF66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 name="Rectangle 12">
            <a:extLst>
              <a:ext uri="{FF2B5EF4-FFF2-40B4-BE49-F238E27FC236}">
                <a16:creationId xmlns:a16="http://schemas.microsoft.com/office/drawing/2014/main" id="{C6D271C9-378B-C24F-AD4F-CBC3E9992D40}"/>
              </a:ext>
            </a:extLst>
          </p:cNvPr>
          <p:cNvSpPr>
            <a:spLocks noChangeArrowheads="1"/>
          </p:cNvSpPr>
          <p:nvPr/>
        </p:nvSpPr>
        <p:spPr bwMode="auto">
          <a:xfrm>
            <a:off x="304800" y="3200400"/>
            <a:ext cx="152400" cy="1100138"/>
          </a:xfrm>
          <a:prstGeom prst="rect">
            <a:avLst/>
          </a:prstGeom>
          <a:solidFill>
            <a:srgbClr val="FF66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 name="Rectangle 13">
            <a:extLst>
              <a:ext uri="{FF2B5EF4-FFF2-40B4-BE49-F238E27FC236}">
                <a16:creationId xmlns:a16="http://schemas.microsoft.com/office/drawing/2014/main" id="{A88EBFED-4146-3440-892B-B698B7D523AE}"/>
              </a:ext>
            </a:extLst>
          </p:cNvPr>
          <p:cNvSpPr>
            <a:spLocks noChangeArrowheads="1"/>
          </p:cNvSpPr>
          <p:nvPr/>
        </p:nvSpPr>
        <p:spPr bwMode="auto">
          <a:xfrm>
            <a:off x="457200" y="3200400"/>
            <a:ext cx="152400" cy="1089025"/>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7" name="Rectangle 14">
            <a:extLst>
              <a:ext uri="{FF2B5EF4-FFF2-40B4-BE49-F238E27FC236}">
                <a16:creationId xmlns:a16="http://schemas.microsoft.com/office/drawing/2014/main" id="{29DDDED9-BF49-7445-B5A0-E75D24083534}"/>
              </a:ext>
            </a:extLst>
          </p:cNvPr>
          <p:cNvSpPr>
            <a:spLocks noChangeArrowheads="1"/>
          </p:cNvSpPr>
          <p:nvPr/>
        </p:nvSpPr>
        <p:spPr bwMode="auto">
          <a:xfrm flipH="1">
            <a:off x="1600200" y="3503613"/>
            <a:ext cx="457200" cy="1066800"/>
          </a:xfrm>
          <a:prstGeom prst="rect">
            <a:avLst/>
          </a:prstGeom>
          <a:solidFill>
            <a:srgbClr val="FF66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8" name="Rectangle 15">
            <a:extLst>
              <a:ext uri="{FF2B5EF4-FFF2-40B4-BE49-F238E27FC236}">
                <a16:creationId xmlns:a16="http://schemas.microsoft.com/office/drawing/2014/main" id="{17374EE6-BA4D-EA4A-9CE9-56D0AF2E804B}"/>
              </a:ext>
            </a:extLst>
          </p:cNvPr>
          <p:cNvSpPr>
            <a:spLocks noChangeArrowheads="1"/>
          </p:cNvSpPr>
          <p:nvPr/>
        </p:nvSpPr>
        <p:spPr bwMode="auto">
          <a:xfrm>
            <a:off x="2057400" y="3657600"/>
            <a:ext cx="228600" cy="152400"/>
          </a:xfrm>
          <a:prstGeom prst="rect">
            <a:avLst/>
          </a:prstGeom>
          <a:solidFill>
            <a:srgbClr val="FF66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9" name="Rectangle 17">
            <a:extLst>
              <a:ext uri="{FF2B5EF4-FFF2-40B4-BE49-F238E27FC236}">
                <a16:creationId xmlns:a16="http://schemas.microsoft.com/office/drawing/2014/main" id="{011E1BE0-3B88-6F45-87C6-411FCF82F664}"/>
              </a:ext>
            </a:extLst>
          </p:cNvPr>
          <p:cNvSpPr>
            <a:spLocks noChangeArrowheads="1"/>
          </p:cNvSpPr>
          <p:nvPr/>
        </p:nvSpPr>
        <p:spPr bwMode="auto">
          <a:xfrm>
            <a:off x="44958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0" name="Rectangle 18">
            <a:extLst>
              <a:ext uri="{FF2B5EF4-FFF2-40B4-BE49-F238E27FC236}">
                <a16:creationId xmlns:a16="http://schemas.microsoft.com/office/drawing/2014/main" id="{C3EC527C-B7A6-1947-8063-AC0B2222BC95}"/>
              </a:ext>
            </a:extLst>
          </p:cNvPr>
          <p:cNvSpPr>
            <a:spLocks noChangeArrowheads="1"/>
          </p:cNvSpPr>
          <p:nvPr/>
        </p:nvSpPr>
        <p:spPr bwMode="auto">
          <a:xfrm>
            <a:off x="4503738" y="2209800"/>
            <a:ext cx="76200" cy="3810000"/>
          </a:xfrm>
          <a:prstGeom prst="rect">
            <a:avLst/>
          </a:prstGeom>
          <a:solidFill>
            <a:srgbClr val="FF66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1" name="Rectangle 19">
            <a:extLst>
              <a:ext uri="{FF2B5EF4-FFF2-40B4-BE49-F238E27FC236}">
                <a16:creationId xmlns:a16="http://schemas.microsoft.com/office/drawing/2014/main" id="{40E333AB-7034-4F45-B0C7-F23616DB631B}"/>
              </a:ext>
            </a:extLst>
          </p:cNvPr>
          <p:cNvSpPr>
            <a:spLocks noChangeArrowheads="1"/>
          </p:cNvSpPr>
          <p:nvPr/>
        </p:nvSpPr>
        <p:spPr bwMode="auto">
          <a:xfrm>
            <a:off x="4495800" y="2187575"/>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2" name="Rectangle 20">
            <a:extLst>
              <a:ext uri="{FF2B5EF4-FFF2-40B4-BE49-F238E27FC236}">
                <a16:creationId xmlns:a16="http://schemas.microsoft.com/office/drawing/2014/main" id="{951490AA-8C42-FE42-91C0-803F01C3B8C6}"/>
              </a:ext>
            </a:extLst>
          </p:cNvPr>
          <p:cNvSpPr>
            <a:spLocks noChangeArrowheads="1"/>
          </p:cNvSpPr>
          <p:nvPr/>
        </p:nvSpPr>
        <p:spPr bwMode="auto">
          <a:xfrm>
            <a:off x="62484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3" name="Rectangle 21">
            <a:extLst>
              <a:ext uri="{FF2B5EF4-FFF2-40B4-BE49-F238E27FC236}">
                <a16:creationId xmlns:a16="http://schemas.microsoft.com/office/drawing/2014/main" id="{704F5E1E-BBCD-D54E-8A5D-36A15D2E6E57}"/>
              </a:ext>
            </a:extLst>
          </p:cNvPr>
          <p:cNvSpPr>
            <a:spLocks noChangeArrowheads="1"/>
          </p:cNvSpPr>
          <p:nvPr/>
        </p:nvSpPr>
        <p:spPr bwMode="auto">
          <a:xfrm>
            <a:off x="6256338" y="2209800"/>
            <a:ext cx="76200" cy="3810000"/>
          </a:xfrm>
          <a:prstGeom prst="rect">
            <a:avLst/>
          </a:prstGeom>
          <a:solidFill>
            <a:srgbClr val="FF66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4" name="Rectangle 22">
            <a:extLst>
              <a:ext uri="{FF2B5EF4-FFF2-40B4-BE49-F238E27FC236}">
                <a16:creationId xmlns:a16="http://schemas.microsoft.com/office/drawing/2014/main" id="{FA4BFF66-C9B2-CD42-8B95-3EEB380D64F1}"/>
              </a:ext>
            </a:extLst>
          </p:cNvPr>
          <p:cNvSpPr>
            <a:spLocks noChangeArrowheads="1"/>
          </p:cNvSpPr>
          <p:nvPr/>
        </p:nvSpPr>
        <p:spPr bwMode="auto">
          <a:xfrm>
            <a:off x="6248400" y="2187575"/>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5" name="Rectangle 23">
            <a:extLst>
              <a:ext uri="{FF2B5EF4-FFF2-40B4-BE49-F238E27FC236}">
                <a16:creationId xmlns:a16="http://schemas.microsoft.com/office/drawing/2014/main" id="{D6FF34AC-C2F5-E647-AD32-A853323A5E0B}"/>
              </a:ext>
            </a:extLst>
          </p:cNvPr>
          <p:cNvSpPr>
            <a:spLocks noChangeArrowheads="1"/>
          </p:cNvSpPr>
          <p:nvPr/>
        </p:nvSpPr>
        <p:spPr bwMode="auto">
          <a:xfrm>
            <a:off x="81534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6" name="Rectangle 24">
            <a:extLst>
              <a:ext uri="{FF2B5EF4-FFF2-40B4-BE49-F238E27FC236}">
                <a16:creationId xmlns:a16="http://schemas.microsoft.com/office/drawing/2014/main" id="{04C00139-168F-B646-BC3F-5AC7A700FF5C}"/>
              </a:ext>
            </a:extLst>
          </p:cNvPr>
          <p:cNvSpPr>
            <a:spLocks noChangeArrowheads="1"/>
          </p:cNvSpPr>
          <p:nvPr/>
        </p:nvSpPr>
        <p:spPr bwMode="auto">
          <a:xfrm>
            <a:off x="8161338" y="2209800"/>
            <a:ext cx="76200" cy="3810000"/>
          </a:xfrm>
          <a:prstGeom prst="rect">
            <a:avLst/>
          </a:prstGeom>
          <a:solidFill>
            <a:srgbClr val="FF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7" name="Rectangle 25">
            <a:extLst>
              <a:ext uri="{FF2B5EF4-FFF2-40B4-BE49-F238E27FC236}">
                <a16:creationId xmlns:a16="http://schemas.microsoft.com/office/drawing/2014/main" id="{B08675CC-0448-6848-9F28-74F36348DD0A}"/>
              </a:ext>
            </a:extLst>
          </p:cNvPr>
          <p:cNvSpPr>
            <a:spLocks noChangeArrowheads="1"/>
          </p:cNvSpPr>
          <p:nvPr/>
        </p:nvSpPr>
        <p:spPr bwMode="auto">
          <a:xfrm>
            <a:off x="8153400" y="2187575"/>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8" name="Rectangle 26">
            <a:extLst>
              <a:ext uri="{FF2B5EF4-FFF2-40B4-BE49-F238E27FC236}">
                <a16:creationId xmlns:a16="http://schemas.microsoft.com/office/drawing/2014/main" id="{679188F1-E879-8940-9052-B3B8197FAB3B}"/>
              </a:ext>
            </a:extLst>
          </p:cNvPr>
          <p:cNvSpPr>
            <a:spLocks noChangeArrowheads="1"/>
          </p:cNvSpPr>
          <p:nvPr/>
        </p:nvSpPr>
        <p:spPr bwMode="auto">
          <a:xfrm>
            <a:off x="2243138"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9" name="Rectangle 27">
            <a:extLst>
              <a:ext uri="{FF2B5EF4-FFF2-40B4-BE49-F238E27FC236}">
                <a16:creationId xmlns:a16="http://schemas.microsoft.com/office/drawing/2014/main" id="{10C8D2ED-FCD2-2C4C-A09A-218FDE8BC846}"/>
              </a:ext>
            </a:extLst>
          </p:cNvPr>
          <p:cNvSpPr>
            <a:spLocks noChangeArrowheads="1"/>
          </p:cNvSpPr>
          <p:nvPr/>
        </p:nvSpPr>
        <p:spPr bwMode="auto">
          <a:xfrm>
            <a:off x="2263775" y="2209800"/>
            <a:ext cx="76200" cy="3810000"/>
          </a:xfrm>
          <a:prstGeom prst="rect">
            <a:avLst/>
          </a:prstGeom>
          <a:solidFill>
            <a:srgbClr val="FF66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0" name="Rectangle 28">
            <a:extLst>
              <a:ext uri="{FF2B5EF4-FFF2-40B4-BE49-F238E27FC236}">
                <a16:creationId xmlns:a16="http://schemas.microsoft.com/office/drawing/2014/main" id="{B92C23F4-EB68-8944-8BAD-992C892BFE09}"/>
              </a:ext>
            </a:extLst>
          </p:cNvPr>
          <p:cNvSpPr>
            <a:spLocks noChangeArrowheads="1"/>
          </p:cNvSpPr>
          <p:nvPr/>
        </p:nvSpPr>
        <p:spPr bwMode="auto">
          <a:xfrm>
            <a:off x="2247900" y="2187575"/>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1" name="Line 29">
            <a:extLst>
              <a:ext uri="{FF2B5EF4-FFF2-40B4-BE49-F238E27FC236}">
                <a16:creationId xmlns:a16="http://schemas.microsoft.com/office/drawing/2014/main" id="{530FE9E6-D748-424C-893B-9FD25B605AA2}"/>
              </a:ext>
            </a:extLst>
          </p:cNvPr>
          <p:cNvSpPr>
            <a:spLocks noChangeShapeType="1"/>
          </p:cNvSpPr>
          <p:nvPr/>
        </p:nvSpPr>
        <p:spPr bwMode="auto">
          <a:xfrm>
            <a:off x="228600" y="1700213"/>
            <a:ext cx="19050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28031" name="Text Box 30">
            <a:extLst>
              <a:ext uri="{FF2B5EF4-FFF2-40B4-BE49-F238E27FC236}">
                <a16:creationId xmlns:a16="http://schemas.microsoft.com/office/drawing/2014/main" id="{9702768B-CE80-4B1F-9C12-C10E04730515}"/>
              </a:ext>
            </a:extLst>
          </p:cNvPr>
          <p:cNvSpPr txBox="1">
            <a:spLocks noChangeArrowheads="1"/>
          </p:cNvSpPr>
          <p:nvPr/>
        </p:nvSpPr>
        <p:spPr bwMode="auto">
          <a:xfrm>
            <a:off x="914400" y="1416050"/>
            <a:ext cx="500063"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LW</a:t>
            </a:r>
          </a:p>
        </p:txBody>
      </p:sp>
      <p:pic>
        <p:nvPicPr>
          <p:cNvPr id="128032" name="Picture 31">
            <a:extLst>
              <a:ext uri="{FF2B5EF4-FFF2-40B4-BE49-F238E27FC236}">
                <a16:creationId xmlns:a16="http://schemas.microsoft.com/office/drawing/2014/main" id="{89668008-5235-4D7F-99EA-D6BFCDE0B1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33550"/>
            <a:ext cx="9140825" cy="45148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8033" name="文本框 33">
            <a:extLst>
              <a:ext uri="{FF2B5EF4-FFF2-40B4-BE49-F238E27FC236}">
                <a16:creationId xmlns:a16="http://schemas.microsoft.com/office/drawing/2014/main" id="{B0008B5D-8F11-4A6A-98B7-D0ED858247F5}"/>
              </a:ext>
            </a:extLst>
          </p:cNvPr>
          <p:cNvSpPr txBox="1">
            <a:spLocks noChangeArrowheads="1"/>
          </p:cNvSpPr>
          <p:nvPr/>
        </p:nvSpPr>
        <p:spPr bwMode="auto">
          <a:xfrm>
            <a:off x="3833813" y="1020763"/>
            <a:ext cx="14732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a:solidFill>
                  <a:srgbClr val="000000"/>
                </a:solidFill>
              </a:rPr>
              <a:t>Clock 1</a:t>
            </a:r>
            <a:endParaRPr lang="zh-CN" altLang="en-US">
              <a:solidFill>
                <a:srgbClr val="000000"/>
              </a:solidFill>
            </a:endParaRPr>
          </a:p>
        </p:txBody>
      </p:sp>
      <p:sp>
        <p:nvSpPr>
          <p:cNvPr id="128034" name="文本框 34">
            <a:extLst>
              <a:ext uri="{FF2B5EF4-FFF2-40B4-BE49-F238E27FC236}">
                <a16:creationId xmlns:a16="http://schemas.microsoft.com/office/drawing/2014/main" id="{221ED68C-38D8-4136-9E88-32239CA087C1}"/>
              </a:ext>
            </a:extLst>
          </p:cNvPr>
          <p:cNvSpPr txBox="1">
            <a:spLocks noChangeArrowheads="1"/>
          </p:cNvSpPr>
          <p:nvPr/>
        </p:nvSpPr>
        <p:spPr bwMode="auto">
          <a:xfrm>
            <a:off x="82550" y="5245100"/>
            <a:ext cx="2038350" cy="941388"/>
          </a:xfrm>
          <a:prstGeom prst="rect">
            <a:avLst/>
          </a:prstGeom>
          <a:noFill/>
          <a:ln w="127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spcBef>
                <a:spcPct val="20000"/>
              </a:spcBef>
              <a:buClr>
                <a:srgbClr val="3333CC"/>
              </a:buClr>
              <a:buSzPct val="60000"/>
            </a:pPr>
            <a:r>
              <a:rPr kumimoji="0" lang="en-US" altLang="zh-CN" sz="1200" b="1">
                <a:solidFill>
                  <a:srgbClr val="FF0000"/>
                </a:solidFill>
                <a:latin typeface="Courier New" panose="02070309020205020404" pitchFamily="49" charset="0"/>
                <a:ea typeface="宋体" panose="02010600030101010101" pitchFamily="2" charset="-122"/>
              </a:rPr>
              <a:t>lw  $t0,  10($t1)</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sw  $t3,  20($t4)</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add $t5,  $t6,  $t7</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sub $t8,  $t9,  $t10</a:t>
            </a:r>
            <a:endParaRPr kumimoji="0" lang="en-US" altLang="zh-CN" sz="1200" b="1">
              <a:solidFill>
                <a:srgbClr val="000000"/>
              </a:solidFill>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6B40F3-42CE-4149-894D-E7DC59A9F6F1}"/>
              </a:ext>
            </a:extLst>
          </p:cNvPr>
          <p:cNvSpPr>
            <a:spLocks noGrp="1"/>
          </p:cNvSpPr>
          <p:nvPr>
            <p:ph type="title"/>
          </p:nvPr>
        </p:nvSpPr>
        <p:spPr/>
        <p:txBody>
          <a:bodyPr/>
          <a:lstStyle/>
          <a:p>
            <a:r>
              <a:rPr lang="zh-CN" altLang="en-US"/>
              <a:t>流水线数据通路图</a:t>
            </a:r>
          </a:p>
        </p:txBody>
      </p:sp>
      <p:sp>
        <p:nvSpPr>
          <p:cNvPr id="129026" name="内容占位符 2">
            <a:extLst>
              <a:ext uri="{FF2B5EF4-FFF2-40B4-BE49-F238E27FC236}">
                <a16:creationId xmlns:a16="http://schemas.microsoft.com/office/drawing/2014/main" id="{5E83C8D0-AFDD-4AC3-910A-E9EB8B4C8AD0}"/>
              </a:ext>
            </a:extLst>
          </p:cNvPr>
          <p:cNvSpPr>
            <a:spLocks noGrp="1" noChangeArrowheads="1"/>
          </p:cNvSpPr>
          <p:nvPr>
            <p:ph idx="1"/>
          </p:nvPr>
        </p:nvSpPr>
        <p:spPr/>
        <p:txBody>
          <a:bodyPr/>
          <a:lstStyle/>
          <a:p>
            <a:endParaRPr lang="zh-CN" altLang="en-US"/>
          </a:p>
        </p:txBody>
      </p:sp>
      <p:sp>
        <p:nvSpPr>
          <p:cNvPr id="5" name="Rectangle 1026">
            <a:extLst>
              <a:ext uri="{FF2B5EF4-FFF2-40B4-BE49-F238E27FC236}">
                <a16:creationId xmlns:a16="http://schemas.microsoft.com/office/drawing/2014/main" id="{48E54D94-D590-9745-B850-276DCCB3C828}"/>
              </a:ext>
            </a:extLst>
          </p:cNvPr>
          <p:cNvSpPr>
            <a:spLocks noChangeArrowheads="1"/>
          </p:cNvSpPr>
          <p:nvPr/>
        </p:nvSpPr>
        <p:spPr bwMode="auto">
          <a:xfrm>
            <a:off x="4267200" y="3698875"/>
            <a:ext cx="2286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 name="Rectangle 1027">
            <a:extLst>
              <a:ext uri="{FF2B5EF4-FFF2-40B4-BE49-F238E27FC236}">
                <a16:creationId xmlns:a16="http://schemas.microsoft.com/office/drawing/2014/main" id="{68D048C2-6888-434F-9149-4A1EAF0F99B8}"/>
              </a:ext>
            </a:extLst>
          </p:cNvPr>
          <p:cNvSpPr>
            <a:spLocks noChangeArrowheads="1"/>
          </p:cNvSpPr>
          <p:nvPr/>
        </p:nvSpPr>
        <p:spPr bwMode="auto">
          <a:xfrm>
            <a:off x="4267200" y="4214813"/>
            <a:ext cx="2286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7" name="Rectangle 1028">
            <a:extLst>
              <a:ext uri="{FF2B5EF4-FFF2-40B4-BE49-F238E27FC236}">
                <a16:creationId xmlns:a16="http://schemas.microsoft.com/office/drawing/2014/main" id="{BDC02B6A-9772-EC44-B3DC-D0CD1FE76096}"/>
              </a:ext>
            </a:extLst>
          </p:cNvPr>
          <p:cNvSpPr>
            <a:spLocks noChangeArrowheads="1"/>
          </p:cNvSpPr>
          <p:nvPr/>
        </p:nvSpPr>
        <p:spPr bwMode="auto">
          <a:xfrm>
            <a:off x="2590800" y="4987925"/>
            <a:ext cx="1981200" cy="12065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 name="Rectangle 1029">
            <a:extLst>
              <a:ext uri="{FF2B5EF4-FFF2-40B4-BE49-F238E27FC236}">
                <a16:creationId xmlns:a16="http://schemas.microsoft.com/office/drawing/2014/main" id="{04D1379A-F6F8-0848-A0C2-218438A84894}"/>
              </a:ext>
            </a:extLst>
          </p:cNvPr>
          <p:cNvSpPr>
            <a:spLocks noChangeArrowheads="1"/>
          </p:cNvSpPr>
          <p:nvPr/>
        </p:nvSpPr>
        <p:spPr bwMode="auto">
          <a:xfrm>
            <a:off x="2514600" y="5638800"/>
            <a:ext cx="19812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9" name="Rectangle 1030">
            <a:extLst>
              <a:ext uri="{FF2B5EF4-FFF2-40B4-BE49-F238E27FC236}">
                <a16:creationId xmlns:a16="http://schemas.microsoft.com/office/drawing/2014/main" id="{6B5BBFD1-E1E4-4A48-8F7C-51AE196C6B51}"/>
              </a:ext>
            </a:extLst>
          </p:cNvPr>
          <p:cNvSpPr>
            <a:spLocks noChangeArrowheads="1"/>
          </p:cNvSpPr>
          <p:nvPr/>
        </p:nvSpPr>
        <p:spPr bwMode="auto">
          <a:xfrm>
            <a:off x="2590800" y="3886200"/>
            <a:ext cx="474663"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 name="Rectangle 1031">
            <a:extLst>
              <a:ext uri="{FF2B5EF4-FFF2-40B4-BE49-F238E27FC236}">
                <a16:creationId xmlns:a16="http://schemas.microsoft.com/office/drawing/2014/main" id="{8ECCBE56-FEBD-5A45-9AD2-7F73435D002A}"/>
              </a:ext>
            </a:extLst>
          </p:cNvPr>
          <p:cNvSpPr>
            <a:spLocks noChangeArrowheads="1"/>
          </p:cNvSpPr>
          <p:nvPr/>
        </p:nvSpPr>
        <p:spPr bwMode="auto">
          <a:xfrm>
            <a:off x="2362200" y="3657600"/>
            <a:ext cx="6858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1" name="Rectangle 1032">
            <a:extLst>
              <a:ext uri="{FF2B5EF4-FFF2-40B4-BE49-F238E27FC236}">
                <a16:creationId xmlns:a16="http://schemas.microsoft.com/office/drawing/2014/main" id="{C2F9C712-2530-374A-AC37-FC0BA0FE9DFF}"/>
              </a:ext>
            </a:extLst>
          </p:cNvPr>
          <p:cNvSpPr>
            <a:spLocks noChangeArrowheads="1"/>
          </p:cNvSpPr>
          <p:nvPr/>
        </p:nvSpPr>
        <p:spPr bwMode="auto">
          <a:xfrm>
            <a:off x="2438400" y="3733800"/>
            <a:ext cx="152400" cy="2057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 name="Rectangle 1033">
            <a:extLst>
              <a:ext uri="{FF2B5EF4-FFF2-40B4-BE49-F238E27FC236}">
                <a16:creationId xmlns:a16="http://schemas.microsoft.com/office/drawing/2014/main" id="{4619ED10-7300-004A-9FA9-7E7043785AAF}"/>
              </a:ext>
            </a:extLst>
          </p:cNvPr>
          <p:cNvSpPr>
            <a:spLocks noChangeArrowheads="1"/>
          </p:cNvSpPr>
          <p:nvPr/>
        </p:nvSpPr>
        <p:spPr bwMode="auto">
          <a:xfrm>
            <a:off x="3886200" y="4718050"/>
            <a:ext cx="304800" cy="6858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13" name="Rectangle 1034">
            <a:extLst>
              <a:ext uri="{FF2B5EF4-FFF2-40B4-BE49-F238E27FC236}">
                <a16:creationId xmlns:a16="http://schemas.microsoft.com/office/drawing/2014/main" id="{216E877A-8BBB-1C46-9FEE-E6052D14A6A5}"/>
              </a:ext>
            </a:extLst>
          </p:cNvPr>
          <p:cNvSpPr>
            <a:spLocks noChangeArrowheads="1"/>
          </p:cNvSpPr>
          <p:nvPr/>
        </p:nvSpPr>
        <p:spPr bwMode="auto">
          <a:xfrm flipH="1">
            <a:off x="3851275" y="3540125"/>
            <a:ext cx="457200" cy="10668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 name="Rectangle 1035">
            <a:extLst>
              <a:ext uri="{FF2B5EF4-FFF2-40B4-BE49-F238E27FC236}">
                <a16:creationId xmlns:a16="http://schemas.microsoft.com/office/drawing/2014/main" id="{9D424C0C-0BF4-104C-9759-0021CDE410A5}"/>
              </a:ext>
            </a:extLst>
          </p:cNvPr>
          <p:cNvSpPr>
            <a:spLocks noChangeArrowheads="1"/>
          </p:cNvSpPr>
          <p:nvPr/>
        </p:nvSpPr>
        <p:spPr bwMode="auto">
          <a:xfrm>
            <a:off x="1981200" y="2590800"/>
            <a:ext cx="271463"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1800" b="1" kern="0">
              <a:solidFill>
                <a:srgbClr val="000000"/>
              </a:solidFill>
              <a:latin typeface="Helvetica" panose="020B0604020202020204" pitchFamily="34" charset="0"/>
              <a:ea typeface="+mn-ea"/>
            </a:endParaRPr>
          </a:p>
        </p:txBody>
      </p:sp>
      <p:sp>
        <p:nvSpPr>
          <p:cNvPr id="15" name="Rectangle 1036">
            <a:extLst>
              <a:ext uri="{FF2B5EF4-FFF2-40B4-BE49-F238E27FC236}">
                <a16:creationId xmlns:a16="http://schemas.microsoft.com/office/drawing/2014/main" id="{818B885E-3A34-BC45-91BF-1914C03AF846}"/>
              </a:ext>
            </a:extLst>
          </p:cNvPr>
          <p:cNvSpPr>
            <a:spLocks noChangeArrowheads="1"/>
          </p:cNvSpPr>
          <p:nvPr/>
        </p:nvSpPr>
        <p:spPr bwMode="auto">
          <a:xfrm>
            <a:off x="2112963" y="2116138"/>
            <a:ext cx="130175" cy="533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6" name="Rectangle 1037">
            <a:extLst>
              <a:ext uri="{FF2B5EF4-FFF2-40B4-BE49-F238E27FC236}">
                <a16:creationId xmlns:a16="http://schemas.microsoft.com/office/drawing/2014/main" id="{391222D3-25C6-174C-BF2C-AC6555AAD8B6}"/>
              </a:ext>
            </a:extLst>
          </p:cNvPr>
          <p:cNvSpPr>
            <a:spLocks noChangeArrowheads="1"/>
          </p:cNvSpPr>
          <p:nvPr/>
        </p:nvSpPr>
        <p:spPr bwMode="auto">
          <a:xfrm>
            <a:off x="1633538" y="2286000"/>
            <a:ext cx="381000" cy="914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7" name="Rectangle 1038">
            <a:extLst>
              <a:ext uri="{FF2B5EF4-FFF2-40B4-BE49-F238E27FC236}">
                <a16:creationId xmlns:a16="http://schemas.microsoft.com/office/drawing/2014/main" id="{3F3AFDC6-530D-8942-8C92-E63D50720F6A}"/>
              </a:ext>
            </a:extLst>
          </p:cNvPr>
          <p:cNvSpPr>
            <a:spLocks noChangeArrowheads="1"/>
          </p:cNvSpPr>
          <p:nvPr/>
        </p:nvSpPr>
        <p:spPr bwMode="auto">
          <a:xfrm>
            <a:off x="1176338" y="2081213"/>
            <a:ext cx="990600" cy="204787"/>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8" name="Rectangle 1039">
            <a:extLst>
              <a:ext uri="{FF2B5EF4-FFF2-40B4-BE49-F238E27FC236}">
                <a16:creationId xmlns:a16="http://schemas.microsoft.com/office/drawing/2014/main" id="{0FB6882B-8AA8-A944-B9F1-76F0B1AFCA29}"/>
              </a:ext>
            </a:extLst>
          </p:cNvPr>
          <p:cNvSpPr>
            <a:spLocks noChangeArrowheads="1"/>
          </p:cNvSpPr>
          <p:nvPr/>
        </p:nvSpPr>
        <p:spPr bwMode="auto">
          <a:xfrm>
            <a:off x="795338" y="2362200"/>
            <a:ext cx="8382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9" name="Rectangle 1040">
            <a:extLst>
              <a:ext uri="{FF2B5EF4-FFF2-40B4-BE49-F238E27FC236}">
                <a16:creationId xmlns:a16="http://schemas.microsoft.com/office/drawing/2014/main" id="{65F116BC-0CB1-D84E-9F91-4C3EB96F73DE}"/>
              </a:ext>
            </a:extLst>
          </p:cNvPr>
          <p:cNvSpPr>
            <a:spLocks noChangeArrowheads="1"/>
          </p:cNvSpPr>
          <p:nvPr/>
        </p:nvSpPr>
        <p:spPr bwMode="auto">
          <a:xfrm>
            <a:off x="719138" y="2362200"/>
            <a:ext cx="152400" cy="1295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0" name="Rectangle 1041">
            <a:extLst>
              <a:ext uri="{FF2B5EF4-FFF2-40B4-BE49-F238E27FC236}">
                <a16:creationId xmlns:a16="http://schemas.microsoft.com/office/drawing/2014/main" id="{D6473EC2-7922-F148-889D-346770DA59CD}"/>
              </a:ext>
            </a:extLst>
          </p:cNvPr>
          <p:cNvSpPr>
            <a:spLocks noChangeArrowheads="1"/>
          </p:cNvSpPr>
          <p:nvPr/>
        </p:nvSpPr>
        <p:spPr bwMode="auto">
          <a:xfrm>
            <a:off x="0" y="1981200"/>
            <a:ext cx="9906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1" name="Rectangle 1042">
            <a:extLst>
              <a:ext uri="{FF2B5EF4-FFF2-40B4-BE49-F238E27FC236}">
                <a16:creationId xmlns:a16="http://schemas.microsoft.com/office/drawing/2014/main" id="{AA5367F6-6BFE-C044-832B-22BC592531CC}"/>
              </a:ext>
            </a:extLst>
          </p:cNvPr>
          <p:cNvSpPr>
            <a:spLocks noChangeArrowheads="1"/>
          </p:cNvSpPr>
          <p:nvPr/>
        </p:nvSpPr>
        <p:spPr bwMode="auto">
          <a:xfrm>
            <a:off x="642938" y="3657600"/>
            <a:ext cx="3048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2" name="Rectangle 1043">
            <a:extLst>
              <a:ext uri="{FF2B5EF4-FFF2-40B4-BE49-F238E27FC236}">
                <a16:creationId xmlns:a16="http://schemas.microsoft.com/office/drawing/2014/main" id="{AD698B29-3A4B-7341-B83F-DE0C70A9F4CA}"/>
              </a:ext>
            </a:extLst>
          </p:cNvPr>
          <p:cNvSpPr>
            <a:spLocks noChangeArrowheads="1"/>
          </p:cNvSpPr>
          <p:nvPr/>
        </p:nvSpPr>
        <p:spPr bwMode="auto">
          <a:xfrm>
            <a:off x="185738" y="3657600"/>
            <a:ext cx="1524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3" name="Rectangle 1044">
            <a:extLst>
              <a:ext uri="{FF2B5EF4-FFF2-40B4-BE49-F238E27FC236}">
                <a16:creationId xmlns:a16="http://schemas.microsoft.com/office/drawing/2014/main" id="{C2EADDC0-8F64-494C-A466-57907A721A6D}"/>
              </a:ext>
            </a:extLst>
          </p:cNvPr>
          <p:cNvSpPr>
            <a:spLocks noChangeArrowheads="1"/>
          </p:cNvSpPr>
          <p:nvPr/>
        </p:nvSpPr>
        <p:spPr bwMode="auto">
          <a:xfrm>
            <a:off x="33338" y="2122488"/>
            <a:ext cx="152400" cy="1676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4" name="Rectangle 1045">
            <a:extLst>
              <a:ext uri="{FF2B5EF4-FFF2-40B4-BE49-F238E27FC236}">
                <a16:creationId xmlns:a16="http://schemas.microsoft.com/office/drawing/2014/main" id="{CB170E30-0298-B444-A927-21FD3B867C03}"/>
              </a:ext>
            </a:extLst>
          </p:cNvPr>
          <p:cNvSpPr>
            <a:spLocks noChangeArrowheads="1"/>
          </p:cNvSpPr>
          <p:nvPr/>
        </p:nvSpPr>
        <p:spPr bwMode="auto">
          <a:xfrm>
            <a:off x="338138" y="3200400"/>
            <a:ext cx="152400" cy="1100138"/>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5" name="Rectangle 1046">
            <a:extLst>
              <a:ext uri="{FF2B5EF4-FFF2-40B4-BE49-F238E27FC236}">
                <a16:creationId xmlns:a16="http://schemas.microsoft.com/office/drawing/2014/main" id="{EC3573DD-670A-CA4D-9322-7F8F062B73F8}"/>
              </a:ext>
            </a:extLst>
          </p:cNvPr>
          <p:cNvSpPr>
            <a:spLocks noChangeArrowheads="1"/>
          </p:cNvSpPr>
          <p:nvPr/>
        </p:nvSpPr>
        <p:spPr bwMode="auto">
          <a:xfrm>
            <a:off x="490538" y="3200400"/>
            <a:ext cx="152400" cy="1089025"/>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6" name="Rectangle 1047">
            <a:extLst>
              <a:ext uri="{FF2B5EF4-FFF2-40B4-BE49-F238E27FC236}">
                <a16:creationId xmlns:a16="http://schemas.microsoft.com/office/drawing/2014/main" id="{5081DC65-B0B5-464A-B287-652828AFAA15}"/>
              </a:ext>
            </a:extLst>
          </p:cNvPr>
          <p:cNvSpPr>
            <a:spLocks noChangeArrowheads="1"/>
          </p:cNvSpPr>
          <p:nvPr/>
        </p:nvSpPr>
        <p:spPr bwMode="auto">
          <a:xfrm flipH="1">
            <a:off x="1633538" y="3503613"/>
            <a:ext cx="457200" cy="10668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pic>
        <p:nvPicPr>
          <p:cNvPr id="129050" name="Picture 1048">
            <a:extLst>
              <a:ext uri="{FF2B5EF4-FFF2-40B4-BE49-F238E27FC236}">
                <a16:creationId xmlns:a16="http://schemas.microsoft.com/office/drawing/2014/main" id="{21CB36DB-0A81-42FC-BE0A-0AB3708F8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33550"/>
            <a:ext cx="9140825" cy="45148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Rectangle 1049">
            <a:extLst>
              <a:ext uri="{FF2B5EF4-FFF2-40B4-BE49-F238E27FC236}">
                <a16:creationId xmlns:a16="http://schemas.microsoft.com/office/drawing/2014/main" id="{840ACFCA-E373-7C41-95D9-A009A52F10D0}"/>
              </a:ext>
            </a:extLst>
          </p:cNvPr>
          <p:cNvSpPr>
            <a:spLocks noChangeArrowheads="1"/>
          </p:cNvSpPr>
          <p:nvPr/>
        </p:nvSpPr>
        <p:spPr bwMode="auto">
          <a:xfrm>
            <a:off x="2090738" y="3657600"/>
            <a:ext cx="2286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9" name="Rectangle 1050">
            <a:extLst>
              <a:ext uri="{FF2B5EF4-FFF2-40B4-BE49-F238E27FC236}">
                <a16:creationId xmlns:a16="http://schemas.microsoft.com/office/drawing/2014/main" id="{A52F7CCB-6B5E-DC46-A8B3-6432E8E5B007}"/>
              </a:ext>
            </a:extLst>
          </p:cNvPr>
          <p:cNvSpPr>
            <a:spLocks noChangeArrowheads="1"/>
          </p:cNvSpPr>
          <p:nvPr/>
        </p:nvSpPr>
        <p:spPr bwMode="auto">
          <a:xfrm>
            <a:off x="2297113" y="2209800"/>
            <a:ext cx="76200" cy="38100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0" name="Rectangle 1052">
            <a:extLst>
              <a:ext uri="{FF2B5EF4-FFF2-40B4-BE49-F238E27FC236}">
                <a16:creationId xmlns:a16="http://schemas.microsoft.com/office/drawing/2014/main" id="{EF503950-9A05-FA40-9955-BC421AA2364F}"/>
              </a:ext>
            </a:extLst>
          </p:cNvPr>
          <p:cNvSpPr>
            <a:spLocks noChangeArrowheads="1"/>
          </p:cNvSpPr>
          <p:nvPr/>
        </p:nvSpPr>
        <p:spPr bwMode="auto">
          <a:xfrm>
            <a:off x="44958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1" name="Rectangle 1053">
            <a:extLst>
              <a:ext uri="{FF2B5EF4-FFF2-40B4-BE49-F238E27FC236}">
                <a16:creationId xmlns:a16="http://schemas.microsoft.com/office/drawing/2014/main" id="{18051EBD-95A1-614B-837F-C7EF234EBB55}"/>
              </a:ext>
            </a:extLst>
          </p:cNvPr>
          <p:cNvSpPr>
            <a:spLocks noChangeArrowheads="1"/>
          </p:cNvSpPr>
          <p:nvPr/>
        </p:nvSpPr>
        <p:spPr bwMode="auto">
          <a:xfrm>
            <a:off x="4503738" y="2209800"/>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2" name="Rectangle 1054">
            <a:extLst>
              <a:ext uri="{FF2B5EF4-FFF2-40B4-BE49-F238E27FC236}">
                <a16:creationId xmlns:a16="http://schemas.microsoft.com/office/drawing/2014/main" id="{E426AECF-7A2A-E640-88F6-2495D7CC477A}"/>
              </a:ext>
            </a:extLst>
          </p:cNvPr>
          <p:cNvSpPr>
            <a:spLocks noChangeArrowheads="1"/>
          </p:cNvSpPr>
          <p:nvPr/>
        </p:nvSpPr>
        <p:spPr bwMode="auto">
          <a:xfrm>
            <a:off x="4495800" y="2209800"/>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3" name="Rectangle 1055">
            <a:extLst>
              <a:ext uri="{FF2B5EF4-FFF2-40B4-BE49-F238E27FC236}">
                <a16:creationId xmlns:a16="http://schemas.microsoft.com/office/drawing/2014/main" id="{78284B4E-8F9A-794E-88F6-7118DA3838CE}"/>
              </a:ext>
            </a:extLst>
          </p:cNvPr>
          <p:cNvSpPr>
            <a:spLocks noChangeArrowheads="1"/>
          </p:cNvSpPr>
          <p:nvPr/>
        </p:nvSpPr>
        <p:spPr bwMode="auto">
          <a:xfrm>
            <a:off x="62484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4" name="Rectangle 1056">
            <a:extLst>
              <a:ext uri="{FF2B5EF4-FFF2-40B4-BE49-F238E27FC236}">
                <a16:creationId xmlns:a16="http://schemas.microsoft.com/office/drawing/2014/main" id="{AFB45E5E-7159-AB43-BB56-E3436181C94B}"/>
              </a:ext>
            </a:extLst>
          </p:cNvPr>
          <p:cNvSpPr>
            <a:spLocks noChangeArrowheads="1"/>
          </p:cNvSpPr>
          <p:nvPr/>
        </p:nvSpPr>
        <p:spPr bwMode="auto">
          <a:xfrm>
            <a:off x="6256338" y="2209800"/>
            <a:ext cx="76200" cy="3810000"/>
          </a:xfrm>
          <a:prstGeom prst="rect">
            <a:avLst/>
          </a:prstGeom>
          <a:solidFill>
            <a:srgbClr val="FF66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5" name="Rectangle 1057">
            <a:extLst>
              <a:ext uri="{FF2B5EF4-FFF2-40B4-BE49-F238E27FC236}">
                <a16:creationId xmlns:a16="http://schemas.microsoft.com/office/drawing/2014/main" id="{7BDB6337-2883-8347-A7A0-98B2AEB16593}"/>
              </a:ext>
            </a:extLst>
          </p:cNvPr>
          <p:cNvSpPr>
            <a:spLocks noChangeArrowheads="1"/>
          </p:cNvSpPr>
          <p:nvPr/>
        </p:nvSpPr>
        <p:spPr bwMode="auto">
          <a:xfrm>
            <a:off x="6248400" y="2187575"/>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6" name="Rectangle 1058">
            <a:extLst>
              <a:ext uri="{FF2B5EF4-FFF2-40B4-BE49-F238E27FC236}">
                <a16:creationId xmlns:a16="http://schemas.microsoft.com/office/drawing/2014/main" id="{D99E07A7-52A3-8E43-994A-1ED4BDC656B2}"/>
              </a:ext>
            </a:extLst>
          </p:cNvPr>
          <p:cNvSpPr>
            <a:spLocks noChangeArrowheads="1"/>
          </p:cNvSpPr>
          <p:nvPr/>
        </p:nvSpPr>
        <p:spPr bwMode="auto">
          <a:xfrm>
            <a:off x="81534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7" name="Rectangle 1059">
            <a:extLst>
              <a:ext uri="{FF2B5EF4-FFF2-40B4-BE49-F238E27FC236}">
                <a16:creationId xmlns:a16="http://schemas.microsoft.com/office/drawing/2014/main" id="{8DDCF0B1-F5B7-8F4D-9473-BFD8E433B4C4}"/>
              </a:ext>
            </a:extLst>
          </p:cNvPr>
          <p:cNvSpPr>
            <a:spLocks noChangeArrowheads="1"/>
          </p:cNvSpPr>
          <p:nvPr/>
        </p:nvSpPr>
        <p:spPr bwMode="auto">
          <a:xfrm>
            <a:off x="8161338" y="2209800"/>
            <a:ext cx="76200" cy="3810000"/>
          </a:xfrm>
          <a:prstGeom prst="rect">
            <a:avLst/>
          </a:prstGeom>
          <a:solidFill>
            <a:srgbClr val="FF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8" name="Rectangle 1060">
            <a:extLst>
              <a:ext uri="{FF2B5EF4-FFF2-40B4-BE49-F238E27FC236}">
                <a16:creationId xmlns:a16="http://schemas.microsoft.com/office/drawing/2014/main" id="{A1D634FA-2BC8-0443-921B-C32C9849CF56}"/>
              </a:ext>
            </a:extLst>
          </p:cNvPr>
          <p:cNvSpPr>
            <a:spLocks noChangeArrowheads="1"/>
          </p:cNvSpPr>
          <p:nvPr/>
        </p:nvSpPr>
        <p:spPr bwMode="auto">
          <a:xfrm>
            <a:off x="8153400" y="2187575"/>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9" name="Rectangle 1061">
            <a:extLst>
              <a:ext uri="{FF2B5EF4-FFF2-40B4-BE49-F238E27FC236}">
                <a16:creationId xmlns:a16="http://schemas.microsoft.com/office/drawing/2014/main" id="{C56A440B-2033-6B40-865D-190F82203205}"/>
              </a:ext>
            </a:extLst>
          </p:cNvPr>
          <p:cNvSpPr>
            <a:spLocks noChangeArrowheads="1"/>
          </p:cNvSpPr>
          <p:nvPr/>
        </p:nvSpPr>
        <p:spPr bwMode="auto">
          <a:xfrm>
            <a:off x="2260600" y="2209800"/>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0" name="Rectangle 1062">
            <a:extLst>
              <a:ext uri="{FF2B5EF4-FFF2-40B4-BE49-F238E27FC236}">
                <a16:creationId xmlns:a16="http://schemas.microsoft.com/office/drawing/2014/main" id="{C5A35909-58D3-E84A-944E-67B22FACDAD6}"/>
              </a:ext>
            </a:extLst>
          </p:cNvPr>
          <p:cNvSpPr>
            <a:spLocks noChangeArrowheads="1"/>
          </p:cNvSpPr>
          <p:nvPr/>
        </p:nvSpPr>
        <p:spPr bwMode="auto">
          <a:xfrm>
            <a:off x="2268538" y="2209800"/>
            <a:ext cx="76200" cy="38100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1800" b="1" kern="0">
              <a:solidFill>
                <a:srgbClr val="000000"/>
              </a:solidFill>
              <a:latin typeface="Helvetica" panose="020B0604020202020204" pitchFamily="34" charset="0"/>
              <a:ea typeface="+mn-ea"/>
            </a:endParaRPr>
          </a:p>
        </p:txBody>
      </p:sp>
      <p:sp>
        <p:nvSpPr>
          <p:cNvPr id="41" name="Rectangle 1063">
            <a:extLst>
              <a:ext uri="{FF2B5EF4-FFF2-40B4-BE49-F238E27FC236}">
                <a16:creationId xmlns:a16="http://schemas.microsoft.com/office/drawing/2014/main" id="{E16D4FD4-AD19-E348-B0A6-E11F2A2FA6DF}"/>
              </a:ext>
            </a:extLst>
          </p:cNvPr>
          <p:cNvSpPr>
            <a:spLocks noChangeArrowheads="1"/>
          </p:cNvSpPr>
          <p:nvPr/>
        </p:nvSpPr>
        <p:spPr bwMode="auto">
          <a:xfrm>
            <a:off x="2316163" y="2209800"/>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42" name="Rectangle 1064">
            <a:extLst>
              <a:ext uri="{FF2B5EF4-FFF2-40B4-BE49-F238E27FC236}">
                <a16:creationId xmlns:a16="http://schemas.microsoft.com/office/drawing/2014/main" id="{7524A61F-4F3E-3B45-A15D-7E13D6B0DBE9}"/>
              </a:ext>
            </a:extLst>
          </p:cNvPr>
          <p:cNvSpPr>
            <a:spLocks noChangeArrowheads="1"/>
          </p:cNvSpPr>
          <p:nvPr/>
        </p:nvSpPr>
        <p:spPr bwMode="auto">
          <a:xfrm>
            <a:off x="2251075" y="2209800"/>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3" name="Line 1065">
            <a:extLst>
              <a:ext uri="{FF2B5EF4-FFF2-40B4-BE49-F238E27FC236}">
                <a16:creationId xmlns:a16="http://schemas.microsoft.com/office/drawing/2014/main" id="{703E607D-0253-ED48-A612-C4300E3CBCBE}"/>
              </a:ext>
            </a:extLst>
          </p:cNvPr>
          <p:cNvSpPr>
            <a:spLocks noChangeShapeType="1"/>
          </p:cNvSpPr>
          <p:nvPr/>
        </p:nvSpPr>
        <p:spPr bwMode="auto">
          <a:xfrm>
            <a:off x="2438400" y="1700213"/>
            <a:ext cx="19050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29067" name="Text Box 1066">
            <a:extLst>
              <a:ext uri="{FF2B5EF4-FFF2-40B4-BE49-F238E27FC236}">
                <a16:creationId xmlns:a16="http://schemas.microsoft.com/office/drawing/2014/main" id="{79CFBE09-9AB6-4515-8DF9-0E1A81F289E4}"/>
              </a:ext>
            </a:extLst>
          </p:cNvPr>
          <p:cNvSpPr txBox="1">
            <a:spLocks noChangeArrowheads="1"/>
          </p:cNvSpPr>
          <p:nvPr/>
        </p:nvSpPr>
        <p:spPr bwMode="auto">
          <a:xfrm>
            <a:off x="3124200" y="1416050"/>
            <a:ext cx="500063"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LW</a:t>
            </a:r>
          </a:p>
        </p:txBody>
      </p:sp>
      <p:sp>
        <p:nvSpPr>
          <p:cNvPr id="45" name="Line 1067">
            <a:extLst>
              <a:ext uri="{FF2B5EF4-FFF2-40B4-BE49-F238E27FC236}">
                <a16:creationId xmlns:a16="http://schemas.microsoft.com/office/drawing/2014/main" id="{C8E3FDFF-4FFA-EF45-9CF8-E4F14036A038}"/>
              </a:ext>
            </a:extLst>
          </p:cNvPr>
          <p:cNvSpPr>
            <a:spLocks noChangeShapeType="1"/>
          </p:cNvSpPr>
          <p:nvPr/>
        </p:nvSpPr>
        <p:spPr bwMode="auto">
          <a:xfrm>
            <a:off x="228600" y="1700213"/>
            <a:ext cx="19050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29069" name="Text Box 1068">
            <a:extLst>
              <a:ext uri="{FF2B5EF4-FFF2-40B4-BE49-F238E27FC236}">
                <a16:creationId xmlns:a16="http://schemas.microsoft.com/office/drawing/2014/main" id="{29A93548-D06E-4829-9DD3-3B8948787265}"/>
              </a:ext>
            </a:extLst>
          </p:cNvPr>
          <p:cNvSpPr txBox="1">
            <a:spLocks noChangeArrowheads="1"/>
          </p:cNvSpPr>
          <p:nvPr/>
        </p:nvSpPr>
        <p:spPr bwMode="auto">
          <a:xfrm>
            <a:off x="909638" y="1416050"/>
            <a:ext cx="511175"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SW</a:t>
            </a:r>
          </a:p>
        </p:txBody>
      </p:sp>
      <p:sp>
        <p:nvSpPr>
          <p:cNvPr id="129070" name="文本框 46">
            <a:extLst>
              <a:ext uri="{FF2B5EF4-FFF2-40B4-BE49-F238E27FC236}">
                <a16:creationId xmlns:a16="http://schemas.microsoft.com/office/drawing/2014/main" id="{016B0781-B23C-4BB4-895E-7620F615A1CF}"/>
              </a:ext>
            </a:extLst>
          </p:cNvPr>
          <p:cNvSpPr txBox="1">
            <a:spLocks noChangeArrowheads="1"/>
          </p:cNvSpPr>
          <p:nvPr/>
        </p:nvSpPr>
        <p:spPr bwMode="auto">
          <a:xfrm>
            <a:off x="3833813" y="1020763"/>
            <a:ext cx="14732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a:solidFill>
                  <a:srgbClr val="000000"/>
                </a:solidFill>
              </a:rPr>
              <a:t>Clock 2</a:t>
            </a:r>
            <a:endParaRPr lang="zh-CN" altLang="en-US">
              <a:solidFill>
                <a:srgbClr val="000000"/>
              </a:solidFill>
            </a:endParaRPr>
          </a:p>
        </p:txBody>
      </p:sp>
      <p:sp>
        <p:nvSpPr>
          <p:cNvPr id="129071" name="文本框 47">
            <a:extLst>
              <a:ext uri="{FF2B5EF4-FFF2-40B4-BE49-F238E27FC236}">
                <a16:creationId xmlns:a16="http://schemas.microsoft.com/office/drawing/2014/main" id="{18B02A21-42F9-4EB4-9AE7-DCF31E48DCE5}"/>
              </a:ext>
            </a:extLst>
          </p:cNvPr>
          <p:cNvSpPr txBox="1">
            <a:spLocks noChangeArrowheads="1"/>
          </p:cNvSpPr>
          <p:nvPr/>
        </p:nvSpPr>
        <p:spPr bwMode="auto">
          <a:xfrm>
            <a:off x="82550" y="5245100"/>
            <a:ext cx="2038350" cy="941388"/>
          </a:xfrm>
          <a:prstGeom prst="rect">
            <a:avLst/>
          </a:prstGeom>
          <a:noFill/>
          <a:ln w="127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lw  $t0,  10($t1)</a:t>
            </a:r>
          </a:p>
          <a:p>
            <a:pPr eaLnBrk="1" hangingPunct="1">
              <a:spcBef>
                <a:spcPct val="20000"/>
              </a:spcBef>
              <a:buClr>
                <a:srgbClr val="3333CC"/>
              </a:buClr>
              <a:buSzPct val="60000"/>
            </a:pPr>
            <a:r>
              <a:rPr kumimoji="0" lang="en-US" altLang="zh-CN" sz="1200" b="1">
                <a:solidFill>
                  <a:srgbClr val="FF0000"/>
                </a:solidFill>
                <a:latin typeface="Courier New" panose="02070309020205020404" pitchFamily="49" charset="0"/>
                <a:ea typeface="宋体" panose="02010600030101010101" pitchFamily="2" charset="-122"/>
              </a:rPr>
              <a:t>sw  $t3,  20($t4)</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add $t5,  $t6,  $t7</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sub $t8,  $t9,  $t10</a:t>
            </a:r>
            <a:endParaRPr kumimoji="0" lang="en-US" altLang="zh-CN" sz="1200" b="1">
              <a:solidFill>
                <a:srgbClr val="000000"/>
              </a:solidFill>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208FB-EFF6-3442-9D13-6EA34E97D470}"/>
              </a:ext>
            </a:extLst>
          </p:cNvPr>
          <p:cNvSpPr>
            <a:spLocks noGrp="1"/>
          </p:cNvSpPr>
          <p:nvPr>
            <p:ph type="title"/>
          </p:nvPr>
        </p:nvSpPr>
        <p:spPr/>
        <p:txBody>
          <a:bodyPr/>
          <a:lstStyle/>
          <a:p>
            <a:r>
              <a:rPr lang="zh-CN" altLang="en-US"/>
              <a:t>流水线数据通路图</a:t>
            </a:r>
          </a:p>
        </p:txBody>
      </p:sp>
      <p:sp>
        <p:nvSpPr>
          <p:cNvPr id="130050" name="内容占位符 2">
            <a:extLst>
              <a:ext uri="{FF2B5EF4-FFF2-40B4-BE49-F238E27FC236}">
                <a16:creationId xmlns:a16="http://schemas.microsoft.com/office/drawing/2014/main" id="{9BFD1D4F-ADB9-4F4A-A6B8-E81DA6BB6ABD}"/>
              </a:ext>
            </a:extLst>
          </p:cNvPr>
          <p:cNvSpPr>
            <a:spLocks noGrp="1" noChangeArrowheads="1"/>
          </p:cNvSpPr>
          <p:nvPr>
            <p:ph idx="1"/>
          </p:nvPr>
        </p:nvSpPr>
        <p:spPr/>
        <p:txBody>
          <a:bodyPr/>
          <a:lstStyle/>
          <a:p>
            <a:endParaRPr lang="zh-CN" altLang="en-US"/>
          </a:p>
        </p:txBody>
      </p:sp>
      <p:sp>
        <p:nvSpPr>
          <p:cNvPr id="5" name="Rectangle 2">
            <a:extLst>
              <a:ext uri="{FF2B5EF4-FFF2-40B4-BE49-F238E27FC236}">
                <a16:creationId xmlns:a16="http://schemas.microsoft.com/office/drawing/2014/main" id="{C8BD2108-2998-1947-9465-8B2FBA5A2B05}"/>
              </a:ext>
            </a:extLst>
          </p:cNvPr>
          <p:cNvSpPr>
            <a:spLocks noChangeArrowheads="1"/>
          </p:cNvSpPr>
          <p:nvPr/>
        </p:nvSpPr>
        <p:spPr bwMode="auto">
          <a:xfrm>
            <a:off x="4767263" y="4486275"/>
            <a:ext cx="338137" cy="173038"/>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 name="Rectangle 3">
            <a:extLst>
              <a:ext uri="{FF2B5EF4-FFF2-40B4-BE49-F238E27FC236}">
                <a16:creationId xmlns:a16="http://schemas.microsoft.com/office/drawing/2014/main" id="{29251705-B283-5844-9731-E1C6396FAC2E}"/>
              </a:ext>
            </a:extLst>
          </p:cNvPr>
          <p:cNvSpPr>
            <a:spLocks noChangeArrowheads="1"/>
          </p:cNvSpPr>
          <p:nvPr/>
        </p:nvSpPr>
        <p:spPr bwMode="auto">
          <a:xfrm>
            <a:off x="4594225" y="4970463"/>
            <a:ext cx="1524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7" name="Rectangle 4">
            <a:extLst>
              <a:ext uri="{FF2B5EF4-FFF2-40B4-BE49-F238E27FC236}">
                <a16:creationId xmlns:a16="http://schemas.microsoft.com/office/drawing/2014/main" id="{35751736-76CF-E147-9CB8-8C6B23B14AEE}"/>
              </a:ext>
            </a:extLst>
          </p:cNvPr>
          <p:cNvSpPr>
            <a:spLocks noChangeArrowheads="1"/>
          </p:cNvSpPr>
          <p:nvPr/>
        </p:nvSpPr>
        <p:spPr bwMode="auto">
          <a:xfrm>
            <a:off x="5334000" y="4343400"/>
            <a:ext cx="1524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 name="Rectangle 5">
            <a:extLst>
              <a:ext uri="{FF2B5EF4-FFF2-40B4-BE49-F238E27FC236}">
                <a16:creationId xmlns:a16="http://schemas.microsoft.com/office/drawing/2014/main" id="{E62ECD82-B23C-5B4E-A6DD-8271A99AC1AA}"/>
              </a:ext>
            </a:extLst>
          </p:cNvPr>
          <p:cNvSpPr>
            <a:spLocks noChangeArrowheads="1"/>
          </p:cNvSpPr>
          <p:nvPr/>
        </p:nvSpPr>
        <p:spPr bwMode="auto">
          <a:xfrm>
            <a:off x="5105400" y="4162425"/>
            <a:ext cx="228600" cy="533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9" name="Rectangle 6">
            <a:extLst>
              <a:ext uri="{FF2B5EF4-FFF2-40B4-BE49-F238E27FC236}">
                <a16:creationId xmlns:a16="http://schemas.microsoft.com/office/drawing/2014/main" id="{D3B7BEC8-974E-4F46-89BE-6FFFD4057DAA}"/>
              </a:ext>
            </a:extLst>
          </p:cNvPr>
          <p:cNvSpPr>
            <a:spLocks noChangeArrowheads="1"/>
          </p:cNvSpPr>
          <p:nvPr/>
        </p:nvSpPr>
        <p:spPr bwMode="auto">
          <a:xfrm>
            <a:off x="4729163" y="4495800"/>
            <a:ext cx="147637" cy="631825"/>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 name="Rectangle 7">
            <a:extLst>
              <a:ext uri="{FF2B5EF4-FFF2-40B4-BE49-F238E27FC236}">
                <a16:creationId xmlns:a16="http://schemas.microsoft.com/office/drawing/2014/main" id="{49231EDF-2733-864F-B8D9-643EDEAFDE8B}"/>
              </a:ext>
            </a:extLst>
          </p:cNvPr>
          <p:cNvSpPr>
            <a:spLocks noChangeArrowheads="1"/>
          </p:cNvSpPr>
          <p:nvPr/>
        </p:nvSpPr>
        <p:spPr bwMode="auto">
          <a:xfrm>
            <a:off x="4648200" y="3702050"/>
            <a:ext cx="9144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1" name="Rectangle 8">
            <a:extLst>
              <a:ext uri="{FF2B5EF4-FFF2-40B4-BE49-F238E27FC236}">
                <a16:creationId xmlns:a16="http://schemas.microsoft.com/office/drawing/2014/main" id="{534DC2A9-9A53-744F-B805-DEABB7BC839D}"/>
              </a:ext>
            </a:extLst>
          </p:cNvPr>
          <p:cNvSpPr>
            <a:spLocks noChangeArrowheads="1"/>
          </p:cNvSpPr>
          <p:nvPr/>
        </p:nvSpPr>
        <p:spPr bwMode="auto">
          <a:xfrm>
            <a:off x="1981200" y="2590800"/>
            <a:ext cx="271463"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12" name="Rectangle 9">
            <a:extLst>
              <a:ext uri="{FF2B5EF4-FFF2-40B4-BE49-F238E27FC236}">
                <a16:creationId xmlns:a16="http://schemas.microsoft.com/office/drawing/2014/main" id="{A599869F-73BC-E54E-B002-909262BFA14A}"/>
              </a:ext>
            </a:extLst>
          </p:cNvPr>
          <p:cNvSpPr>
            <a:spLocks noChangeArrowheads="1"/>
          </p:cNvSpPr>
          <p:nvPr/>
        </p:nvSpPr>
        <p:spPr bwMode="auto">
          <a:xfrm>
            <a:off x="2112963" y="2116138"/>
            <a:ext cx="130175" cy="533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3" name="Rectangle 10">
            <a:extLst>
              <a:ext uri="{FF2B5EF4-FFF2-40B4-BE49-F238E27FC236}">
                <a16:creationId xmlns:a16="http://schemas.microsoft.com/office/drawing/2014/main" id="{B16AE86A-71D7-7D49-82DD-1E7CC7C5937F}"/>
              </a:ext>
            </a:extLst>
          </p:cNvPr>
          <p:cNvSpPr>
            <a:spLocks noChangeArrowheads="1"/>
          </p:cNvSpPr>
          <p:nvPr/>
        </p:nvSpPr>
        <p:spPr bwMode="auto">
          <a:xfrm>
            <a:off x="1633538" y="2286000"/>
            <a:ext cx="381000" cy="914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 name="Rectangle 11">
            <a:extLst>
              <a:ext uri="{FF2B5EF4-FFF2-40B4-BE49-F238E27FC236}">
                <a16:creationId xmlns:a16="http://schemas.microsoft.com/office/drawing/2014/main" id="{F2B13AD0-153C-0B45-A596-1C06E44D56C1}"/>
              </a:ext>
            </a:extLst>
          </p:cNvPr>
          <p:cNvSpPr>
            <a:spLocks noChangeArrowheads="1"/>
          </p:cNvSpPr>
          <p:nvPr/>
        </p:nvSpPr>
        <p:spPr bwMode="auto">
          <a:xfrm>
            <a:off x="1176338" y="2081213"/>
            <a:ext cx="990600" cy="204787"/>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 name="Rectangle 12">
            <a:extLst>
              <a:ext uri="{FF2B5EF4-FFF2-40B4-BE49-F238E27FC236}">
                <a16:creationId xmlns:a16="http://schemas.microsoft.com/office/drawing/2014/main" id="{BD19F82F-C795-544F-BE0E-EB47CFB7FC2C}"/>
              </a:ext>
            </a:extLst>
          </p:cNvPr>
          <p:cNvSpPr>
            <a:spLocks noChangeArrowheads="1"/>
          </p:cNvSpPr>
          <p:nvPr/>
        </p:nvSpPr>
        <p:spPr bwMode="auto">
          <a:xfrm>
            <a:off x="795338" y="2362200"/>
            <a:ext cx="8382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 name="Rectangle 13">
            <a:extLst>
              <a:ext uri="{FF2B5EF4-FFF2-40B4-BE49-F238E27FC236}">
                <a16:creationId xmlns:a16="http://schemas.microsoft.com/office/drawing/2014/main" id="{722BCF4F-9076-DA49-8BA1-4571D01E82DA}"/>
              </a:ext>
            </a:extLst>
          </p:cNvPr>
          <p:cNvSpPr>
            <a:spLocks noChangeArrowheads="1"/>
          </p:cNvSpPr>
          <p:nvPr/>
        </p:nvSpPr>
        <p:spPr bwMode="auto">
          <a:xfrm>
            <a:off x="719138" y="2362200"/>
            <a:ext cx="152400" cy="1295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7" name="Rectangle 14">
            <a:extLst>
              <a:ext uri="{FF2B5EF4-FFF2-40B4-BE49-F238E27FC236}">
                <a16:creationId xmlns:a16="http://schemas.microsoft.com/office/drawing/2014/main" id="{8A922BC1-8E07-7F4A-9645-CC43EA46E39B}"/>
              </a:ext>
            </a:extLst>
          </p:cNvPr>
          <p:cNvSpPr>
            <a:spLocks noChangeArrowheads="1"/>
          </p:cNvSpPr>
          <p:nvPr/>
        </p:nvSpPr>
        <p:spPr bwMode="auto">
          <a:xfrm>
            <a:off x="0" y="1981200"/>
            <a:ext cx="9906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8" name="Rectangle 15">
            <a:extLst>
              <a:ext uri="{FF2B5EF4-FFF2-40B4-BE49-F238E27FC236}">
                <a16:creationId xmlns:a16="http://schemas.microsoft.com/office/drawing/2014/main" id="{CA9B599E-B3A3-5442-9F1A-AC651E03C9C6}"/>
              </a:ext>
            </a:extLst>
          </p:cNvPr>
          <p:cNvSpPr>
            <a:spLocks noChangeArrowheads="1"/>
          </p:cNvSpPr>
          <p:nvPr/>
        </p:nvSpPr>
        <p:spPr bwMode="auto">
          <a:xfrm>
            <a:off x="642938" y="3657600"/>
            <a:ext cx="3048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9" name="Rectangle 16">
            <a:extLst>
              <a:ext uri="{FF2B5EF4-FFF2-40B4-BE49-F238E27FC236}">
                <a16:creationId xmlns:a16="http://schemas.microsoft.com/office/drawing/2014/main" id="{18239CE5-A484-3F4C-A770-15054446EF73}"/>
              </a:ext>
            </a:extLst>
          </p:cNvPr>
          <p:cNvSpPr>
            <a:spLocks noChangeArrowheads="1"/>
          </p:cNvSpPr>
          <p:nvPr/>
        </p:nvSpPr>
        <p:spPr bwMode="auto">
          <a:xfrm>
            <a:off x="185738" y="3657600"/>
            <a:ext cx="1524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0" name="Rectangle 17">
            <a:extLst>
              <a:ext uri="{FF2B5EF4-FFF2-40B4-BE49-F238E27FC236}">
                <a16:creationId xmlns:a16="http://schemas.microsoft.com/office/drawing/2014/main" id="{B7E306CF-0D18-464F-BEEA-03F57DEFD59A}"/>
              </a:ext>
            </a:extLst>
          </p:cNvPr>
          <p:cNvSpPr>
            <a:spLocks noChangeArrowheads="1"/>
          </p:cNvSpPr>
          <p:nvPr/>
        </p:nvSpPr>
        <p:spPr bwMode="auto">
          <a:xfrm>
            <a:off x="33338" y="2122488"/>
            <a:ext cx="152400" cy="1676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1" name="Rectangle 18">
            <a:extLst>
              <a:ext uri="{FF2B5EF4-FFF2-40B4-BE49-F238E27FC236}">
                <a16:creationId xmlns:a16="http://schemas.microsoft.com/office/drawing/2014/main" id="{4711C08C-F4C4-E244-AE76-54713A5A1B44}"/>
              </a:ext>
            </a:extLst>
          </p:cNvPr>
          <p:cNvSpPr>
            <a:spLocks noChangeArrowheads="1"/>
          </p:cNvSpPr>
          <p:nvPr/>
        </p:nvSpPr>
        <p:spPr bwMode="auto">
          <a:xfrm>
            <a:off x="338138" y="3200400"/>
            <a:ext cx="152400" cy="1100138"/>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2" name="Rectangle 19">
            <a:extLst>
              <a:ext uri="{FF2B5EF4-FFF2-40B4-BE49-F238E27FC236}">
                <a16:creationId xmlns:a16="http://schemas.microsoft.com/office/drawing/2014/main" id="{98F41C79-4293-564B-ACD0-3A77F35A2167}"/>
              </a:ext>
            </a:extLst>
          </p:cNvPr>
          <p:cNvSpPr>
            <a:spLocks noChangeArrowheads="1"/>
          </p:cNvSpPr>
          <p:nvPr/>
        </p:nvSpPr>
        <p:spPr bwMode="auto">
          <a:xfrm>
            <a:off x="490538" y="3200400"/>
            <a:ext cx="152400" cy="1089025"/>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3" name="Rectangle 20">
            <a:extLst>
              <a:ext uri="{FF2B5EF4-FFF2-40B4-BE49-F238E27FC236}">
                <a16:creationId xmlns:a16="http://schemas.microsoft.com/office/drawing/2014/main" id="{2AED115E-874F-8F4C-8A6C-FD657DAD4958}"/>
              </a:ext>
            </a:extLst>
          </p:cNvPr>
          <p:cNvSpPr>
            <a:spLocks noChangeArrowheads="1"/>
          </p:cNvSpPr>
          <p:nvPr/>
        </p:nvSpPr>
        <p:spPr bwMode="auto">
          <a:xfrm flipH="1">
            <a:off x="1633538" y="3503613"/>
            <a:ext cx="457200" cy="1066800"/>
          </a:xfrm>
          <a:prstGeom prst="rect">
            <a:avLst/>
          </a:prstGeom>
          <a:solidFill>
            <a:srgbClr val="66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4" name="Rectangle 21">
            <a:extLst>
              <a:ext uri="{FF2B5EF4-FFF2-40B4-BE49-F238E27FC236}">
                <a16:creationId xmlns:a16="http://schemas.microsoft.com/office/drawing/2014/main" id="{86942CA1-037A-0640-B885-0349292D8B8F}"/>
              </a:ext>
            </a:extLst>
          </p:cNvPr>
          <p:cNvSpPr>
            <a:spLocks noChangeArrowheads="1"/>
          </p:cNvSpPr>
          <p:nvPr/>
        </p:nvSpPr>
        <p:spPr bwMode="auto">
          <a:xfrm>
            <a:off x="2090738" y="3657600"/>
            <a:ext cx="2286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5" name="Rectangle 22">
            <a:extLst>
              <a:ext uri="{FF2B5EF4-FFF2-40B4-BE49-F238E27FC236}">
                <a16:creationId xmlns:a16="http://schemas.microsoft.com/office/drawing/2014/main" id="{5BEC5DE4-8BA6-044B-9548-FF4690D4760D}"/>
              </a:ext>
            </a:extLst>
          </p:cNvPr>
          <p:cNvSpPr>
            <a:spLocks noChangeArrowheads="1"/>
          </p:cNvSpPr>
          <p:nvPr/>
        </p:nvSpPr>
        <p:spPr bwMode="auto">
          <a:xfrm>
            <a:off x="4267200" y="3698875"/>
            <a:ext cx="2286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6" name="Rectangle 23">
            <a:extLst>
              <a:ext uri="{FF2B5EF4-FFF2-40B4-BE49-F238E27FC236}">
                <a16:creationId xmlns:a16="http://schemas.microsoft.com/office/drawing/2014/main" id="{0EAEF161-94D6-1747-B0E4-6615F16B1FAC}"/>
              </a:ext>
            </a:extLst>
          </p:cNvPr>
          <p:cNvSpPr>
            <a:spLocks noChangeArrowheads="1"/>
          </p:cNvSpPr>
          <p:nvPr/>
        </p:nvSpPr>
        <p:spPr bwMode="auto">
          <a:xfrm>
            <a:off x="4267200" y="4214813"/>
            <a:ext cx="2286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7" name="Rectangle 24">
            <a:extLst>
              <a:ext uri="{FF2B5EF4-FFF2-40B4-BE49-F238E27FC236}">
                <a16:creationId xmlns:a16="http://schemas.microsoft.com/office/drawing/2014/main" id="{447348E1-4E48-C847-A0AA-4ED8CBAA4D05}"/>
              </a:ext>
            </a:extLst>
          </p:cNvPr>
          <p:cNvSpPr>
            <a:spLocks noChangeArrowheads="1"/>
          </p:cNvSpPr>
          <p:nvPr/>
        </p:nvSpPr>
        <p:spPr bwMode="auto">
          <a:xfrm>
            <a:off x="2590800" y="4987925"/>
            <a:ext cx="1981200" cy="12065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8" name="Rectangle 25">
            <a:extLst>
              <a:ext uri="{FF2B5EF4-FFF2-40B4-BE49-F238E27FC236}">
                <a16:creationId xmlns:a16="http://schemas.microsoft.com/office/drawing/2014/main" id="{E5A1B906-8F28-8349-8311-22E6CFD9B0B3}"/>
              </a:ext>
            </a:extLst>
          </p:cNvPr>
          <p:cNvSpPr>
            <a:spLocks noChangeArrowheads="1"/>
          </p:cNvSpPr>
          <p:nvPr/>
        </p:nvSpPr>
        <p:spPr bwMode="auto">
          <a:xfrm>
            <a:off x="2590800" y="3886200"/>
            <a:ext cx="474663"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9" name="Rectangle 26">
            <a:extLst>
              <a:ext uri="{FF2B5EF4-FFF2-40B4-BE49-F238E27FC236}">
                <a16:creationId xmlns:a16="http://schemas.microsoft.com/office/drawing/2014/main" id="{66A0D81A-8B14-5A4F-869F-164839CB74BD}"/>
              </a:ext>
            </a:extLst>
          </p:cNvPr>
          <p:cNvSpPr>
            <a:spLocks noChangeArrowheads="1"/>
          </p:cNvSpPr>
          <p:nvPr/>
        </p:nvSpPr>
        <p:spPr bwMode="auto">
          <a:xfrm>
            <a:off x="2362200" y="3657600"/>
            <a:ext cx="6858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0" name="Rectangle 27">
            <a:extLst>
              <a:ext uri="{FF2B5EF4-FFF2-40B4-BE49-F238E27FC236}">
                <a16:creationId xmlns:a16="http://schemas.microsoft.com/office/drawing/2014/main" id="{D4B22464-ACB8-E145-A029-F38F184A6D8B}"/>
              </a:ext>
            </a:extLst>
          </p:cNvPr>
          <p:cNvSpPr>
            <a:spLocks noChangeArrowheads="1"/>
          </p:cNvSpPr>
          <p:nvPr/>
        </p:nvSpPr>
        <p:spPr bwMode="auto">
          <a:xfrm>
            <a:off x="2438400" y="3733800"/>
            <a:ext cx="152400" cy="13716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1" name="Rectangle 28">
            <a:extLst>
              <a:ext uri="{FF2B5EF4-FFF2-40B4-BE49-F238E27FC236}">
                <a16:creationId xmlns:a16="http://schemas.microsoft.com/office/drawing/2014/main" id="{096072F8-92C3-C744-B7B5-BB21F854E8B7}"/>
              </a:ext>
            </a:extLst>
          </p:cNvPr>
          <p:cNvSpPr>
            <a:spLocks noChangeArrowheads="1"/>
          </p:cNvSpPr>
          <p:nvPr/>
        </p:nvSpPr>
        <p:spPr bwMode="auto">
          <a:xfrm>
            <a:off x="3886200" y="4718050"/>
            <a:ext cx="304800" cy="6858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1800" b="1" kern="0">
              <a:solidFill>
                <a:srgbClr val="000000"/>
              </a:solidFill>
              <a:latin typeface="Helvetica" panose="020B0604020202020204" pitchFamily="34" charset="0"/>
              <a:ea typeface="+mn-ea"/>
            </a:endParaRPr>
          </a:p>
        </p:txBody>
      </p:sp>
      <p:sp>
        <p:nvSpPr>
          <p:cNvPr id="32" name="Rectangle 29">
            <a:extLst>
              <a:ext uri="{FF2B5EF4-FFF2-40B4-BE49-F238E27FC236}">
                <a16:creationId xmlns:a16="http://schemas.microsoft.com/office/drawing/2014/main" id="{2327A69E-77A8-FA4A-96CA-9C6A437A2C8A}"/>
              </a:ext>
            </a:extLst>
          </p:cNvPr>
          <p:cNvSpPr>
            <a:spLocks noChangeArrowheads="1"/>
          </p:cNvSpPr>
          <p:nvPr/>
        </p:nvSpPr>
        <p:spPr bwMode="auto">
          <a:xfrm flipH="1">
            <a:off x="3851275" y="3540125"/>
            <a:ext cx="457200" cy="10668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3" name="Rectangle 30">
            <a:extLst>
              <a:ext uri="{FF2B5EF4-FFF2-40B4-BE49-F238E27FC236}">
                <a16:creationId xmlns:a16="http://schemas.microsoft.com/office/drawing/2014/main" id="{AF00A34E-07D0-4940-A3F9-89BA74C8EDDD}"/>
              </a:ext>
            </a:extLst>
          </p:cNvPr>
          <p:cNvSpPr>
            <a:spLocks noChangeArrowheads="1"/>
          </p:cNvSpPr>
          <p:nvPr/>
        </p:nvSpPr>
        <p:spPr bwMode="auto">
          <a:xfrm flipH="1">
            <a:off x="5468938" y="3540125"/>
            <a:ext cx="609600" cy="1089025"/>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4" name="Rectangle 31">
            <a:extLst>
              <a:ext uri="{FF2B5EF4-FFF2-40B4-BE49-F238E27FC236}">
                <a16:creationId xmlns:a16="http://schemas.microsoft.com/office/drawing/2014/main" id="{E4C0E854-D98F-FE49-8B85-D4315FDED732}"/>
              </a:ext>
            </a:extLst>
          </p:cNvPr>
          <p:cNvSpPr>
            <a:spLocks noChangeArrowheads="1"/>
          </p:cNvSpPr>
          <p:nvPr/>
        </p:nvSpPr>
        <p:spPr bwMode="auto">
          <a:xfrm>
            <a:off x="4648200" y="5638800"/>
            <a:ext cx="16002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pic>
        <p:nvPicPr>
          <p:cNvPr id="130082" name="Picture 32">
            <a:extLst>
              <a:ext uri="{FF2B5EF4-FFF2-40B4-BE49-F238E27FC236}">
                <a16:creationId xmlns:a16="http://schemas.microsoft.com/office/drawing/2014/main" id="{F3C5DD89-99A7-43D4-9D4B-F37F4B355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33550"/>
            <a:ext cx="9140825" cy="45148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 name="Rectangle 33">
            <a:extLst>
              <a:ext uri="{FF2B5EF4-FFF2-40B4-BE49-F238E27FC236}">
                <a16:creationId xmlns:a16="http://schemas.microsoft.com/office/drawing/2014/main" id="{E6CC4F8F-CBC5-ED40-BDE7-A4B0D6E48CE7}"/>
              </a:ext>
            </a:extLst>
          </p:cNvPr>
          <p:cNvSpPr>
            <a:spLocks noChangeArrowheads="1"/>
          </p:cNvSpPr>
          <p:nvPr/>
        </p:nvSpPr>
        <p:spPr bwMode="auto">
          <a:xfrm>
            <a:off x="5943600" y="4040188"/>
            <a:ext cx="3048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7" name="Line 35">
            <a:extLst>
              <a:ext uri="{FF2B5EF4-FFF2-40B4-BE49-F238E27FC236}">
                <a16:creationId xmlns:a16="http://schemas.microsoft.com/office/drawing/2014/main" id="{0B7042B0-F289-984A-9CFA-C1F545FF0E6A}"/>
              </a:ext>
            </a:extLst>
          </p:cNvPr>
          <p:cNvSpPr>
            <a:spLocks noChangeShapeType="1"/>
          </p:cNvSpPr>
          <p:nvPr/>
        </p:nvSpPr>
        <p:spPr bwMode="auto">
          <a:xfrm>
            <a:off x="4800600" y="1711325"/>
            <a:ext cx="13716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0085" name="Text Box 36">
            <a:extLst>
              <a:ext uri="{FF2B5EF4-FFF2-40B4-BE49-F238E27FC236}">
                <a16:creationId xmlns:a16="http://schemas.microsoft.com/office/drawing/2014/main" id="{8763E6E0-8D74-4F24-BE29-5B987B600845}"/>
              </a:ext>
            </a:extLst>
          </p:cNvPr>
          <p:cNvSpPr txBox="1">
            <a:spLocks noChangeArrowheads="1"/>
          </p:cNvSpPr>
          <p:nvPr/>
        </p:nvSpPr>
        <p:spPr bwMode="auto">
          <a:xfrm>
            <a:off x="5181600" y="1416050"/>
            <a:ext cx="500063"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LW</a:t>
            </a:r>
          </a:p>
        </p:txBody>
      </p:sp>
      <p:sp>
        <p:nvSpPr>
          <p:cNvPr id="39" name="Rectangle 37">
            <a:extLst>
              <a:ext uri="{FF2B5EF4-FFF2-40B4-BE49-F238E27FC236}">
                <a16:creationId xmlns:a16="http://schemas.microsoft.com/office/drawing/2014/main" id="{7CFD0610-37DC-2D44-8E36-07501F0634A3}"/>
              </a:ext>
            </a:extLst>
          </p:cNvPr>
          <p:cNvSpPr>
            <a:spLocks noChangeArrowheads="1"/>
          </p:cNvSpPr>
          <p:nvPr/>
        </p:nvSpPr>
        <p:spPr bwMode="auto">
          <a:xfrm>
            <a:off x="44958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0" name="Rectangle 38">
            <a:extLst>
              <a:ext uri="{FF2B5EF4-FFF2-40B4-BE49-F238E27FC236}">
                <a16:creationId xmlns:a16="http://schemas.microsoft.com/office/drawing/2014/main" id="{564F0D06-FB8C-684C-AE30-44011CA2DC36}"/>
              </a:ext>
            </a:extLst>
          </p:cNvPr>
          <p:cNvSpPr>
            <a:spLocks noChangeArrowheads="1"/>
          </p:cNvSpPr>
          <p:nvPr/>
        </p:nvSpPr>
        <p:spPr bwMode="auto">
          <a:xfrm>
            <a:off x="4495800" y="2209800"/>
            <a:ext cx="76200" cy="38100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1" name="Rectangle 39">
            <a:extLst>
              <a:ext uri="{FF2B5EF4-FFF2-40B4-BE49-F238E27FC236}">
                <a16:creationId xmlns:a16="http://schemas.microsoft.com/office/drawing/2014/main" id="{BE520DA6-07B5-2B41-A09C-C6FAA192CBBD}"/>
              </a:ext>
            </a:extLst>
          </p:cNvPr>
          <p:cNvSpPr>
            <a:spLocks noChangeArrowheads="1"/>
          </p:cNvSpPr>
          <p:nvPr/>
        </p:nvSpPr>
        <p:spPr bwMode="auto">
          <a:xfrm>
            <a:off x="4572000" y="2209800"/>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2" name="Rectangle 40">
            <a:extLst>
              <a:ext uri="{FF2B5EF4-FFF2-40B4-BE49-F238E27FC236}">
                <a16:creationId xmlns:a16="http://schemas.microsoft.com/office/drawing/2014/main" id="{C136DCB8-D809-E34D-8477-FDCAF8D68283}"/>
              </a:ext>
            </a:extLst>
          </p:cNvPr>
          <p:cNvSpPr>
            <a:spLocks noChangeArrowheads="1"/>
          </p:cNvSpPr>
          <p:nvPr/>
        </p:nvSpPr>
        <p:spPr bwMode="auto">
          <a:xfrm>
            <a:off x="4495800" y="2209800"/>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3" name="Rectangle 41">
            <a:extLst>
              <a:ext uri="{FF2B5EF4-FFF2-40B4-BE49-F238E27FC236}">
                <a16:creationId xmlns:a16="http://schemas.microsoft.com/office/drawing/2014/main" id="{DCD1E482-9A0D-C14B-B4CE-95D2D820ED68}"/>
              </a:ext>
            </a:extLst>
          </p:cNvPr>
          <p:cNvSpPr>
            <a:spLocks noChangeArrowheads="1"/>
          </p:cNvSpPr>
          <p:nvPr/>
        </p:nvSpPr>
        <p:spPr bwMode="auto">
          <a:xfrm>
            <a:off x="62484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4" name="Rectangle 42">
            <a:extLst>
              <a:ext uri="{FF2B5EF4-FFF2-40B4-BE49-F238E27FC236}">
                <a16:creationId xmlns:a16="http://schemas.microsoft.com/office/drawing/2014/main" id="{D863CD8D-197C-C543-B5B2-E09738C40FAE}"/>
              </a:ext>
            </a:extLst>
          </p:cNvPr>
          <p:cNvSpPr>
            <a:spLocks noChangeArrowheads="1"/>
          </p:cNvSpPr>
          <p:nvPr/>
        </p:nvSpPr>
        <p:spPr bwMode="auto">
          <a:xfrm>
            <a:off x="6256338" y="2209800"/>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5" name="Rectangle 43">
            <a:extLst>
              <a:ext uri="{FF2B5EF4-FFF2-40B4-BE49-F238E27FC236}">
                <a16:creationId xmlns:a16="http://schemas.microsoft.com/office/drawing/2014/main" id="{59DF7E27-AC2B-DF4D-9705-B8426ED1CFAA}"/>
              </a:ext>
            </a:extLst>
          </p:cNvPr>
          <p:cNvSpPr>
            <a:spLocks noChangeArrowheads="1"/>
          </p:cNvSpPr>
          <p:nvPr/>
        </p:nvSpPr>
        <p:spPr bwMode="auto">
          <a:xfrm>
            <a:off x="6248400" y="2187575"/>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6" name="Rectangle 44">
            <a:extLst>
              <a:ext uri="{FF2B5EF4-FFF2-40B4-BE49-F238E27FC236}">
                <a16:creationId xmlns:a16="http://schemas.microsoft.com/office/drawing/2014/main" id="{104DA1DD-09F6-ED4C-BA22-FB95AC013318}"/>
              </a:ext>
            </a:extLst>
          </p:cNvPr>
          <p:cNvSpPr>
            <a:spLocks noChangeArrowheads="1"/>
          </p:cNvSpPr>
          <p:nvPr/>
        </p:nvSpPr>
        <p:spPr bwMode="auto">
          <a:xfrm>
            <a:off x="81534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7" name="Rectangle 45">
            <a:extLst>
              <a:ext uri="{FF2B5EF4-FFF2-40B4-BE49-F238E27FC236}">
                <a16:creationId xmlns:a16="http://schemas.microsoft.com/office/drawing/2014/main" id="{D9F60F27-9449-754F-AD99-893FE0C8757B}"/>
              </a:ext>
            </a:extLst>
          </p:cNvPr>
          <p:cNvSpPr>
            <a:spLocks noChangeArrowheads="1"/>
          </p:cNvSpPr>
          <p:nvPr/>
        </p:nvSpPr>
        <p:spPr bwMode="auto">
          <a:xfrm>
            <a:off x="8161338" y="2209800"/>
            <a:ext cx="76200" cy="3810000"/>
          </a:xfrm>
          <a:prstGeom prst="rect">
            <a:avLst/>
          </a:prstGeom>
          <a:solidFill>
            <a:srgbClr val="FF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8" name="Rectangle 46">
            <a:extLst>
              <a:ext uri="{FF2B5EF4-FFF2-40B4-BE49-F238E27FC236}">
                <a16:creationId xmlns:a16="http://schemas.microsoft.com/office/drawing/2014/main" id="{7B550E60-855C-9244-8A61-BF3DCE3AA53F}"/>
              </a:ext>
            </a:extLst>
          </p:cNvPr>
          <p:cNvSpPr>
            <a:spLocks noChangeArrowheads="1"/>
          </p:cNvSpPr>
          <p:nvPr/>
        </p:nvSpPr>
        <p:spPr bwMode="auto">
          <a:xfrm>
            <a:off x="8153400" y="2187575"/>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9" name="Rectangle 47">
            <a:extLst>
              <a:ext uri="{FF2B5EF4-FFF2-40B4-BE49-F238E27FC236}">
                <a16:creationId xmlns:a16="http://schemas.microsoft.com/office/drawing/2014/main" id="{E5B0AD92-12A2-664E-8933-C7B233B19FD5}"/>
              </a:ext>
            </a:extLst>
          </p:cNvPr>
          <p:cNvSpPr>
            <a:spLocks noChangeArrowheads="1"/>
          </p:cNvSpPr>
          <p:nvPr/>
        </p:nvSpPr>
        <p:spPr bwMode="auto">
          <a:xfrm>
            <a:off x="22606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0" name="Rectangle 48">
            <a:extLst>
              <a:ext uri="{FF2B5EF4-FFF2-40B4-BE49-F238E27FC236}">
                <a16:creationId xmlns:a16="http://schemas.microsoft.com/office/drawing/2014/main" id="{A940013C-0F55-C844-A38C-0EA2744904CD}"/>
              </a:ext>
            </a:extLst>
          </p:cNvPr>
          <p:cNvSpPr>
            <a:spLocks noChangeArrowheads="1"/>
          </p:cNvSpPr>
          <p:nvPr/>
        </p:nvSpPr>
        <p:spPr bwMode="auto">
          <a:xfrm>
            <a:off x="2251075" y="2209800"/>
            <a:ext cx="76200" cy="3810000"/>
          </a:xfrm>
          <a:prstGeom prst="rect">
            <a:avLst/>
          </a:prstGeom>
          <a:solidFill>
            <a:srgbClr val="66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51" name="Rectangle 49">
            <a:extLst>
              <a:ext uri="{FF2B5EF4-FFF2-40B4-BE49-F238E27FC236}">
                <a16:creationId xmlns:a16="http://schemas.microsoft.com/office/drawing/2014/main" id="{6A7EBAED-B8AD-3249-B143-BE80CAAA9E84}"/>
              </a:ext>
            </a:extLst>
          </p:cNvPr>
          <p:cNvSpPr>
            <a:spLocks noChangeArrowheads="1"/>
          </p:cNvSpPr>
          <p:nvPr/>
        </p:nvSpPr>
        <p:spPr bwMode="auto">
          <a:xfrm>
            <a:off x="2316163" y="2192338"/>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52" name="Rectangle 50">
            <a:extLst>
              <a:ext uri="{FF2B5EF4-FFF2-40B4-BE49-F238E27FC236}">
                <a16:creationId xmlns:a16="http://schemas.microsoft.com/office/drawing/2014/main" id="{594ED16F-4ECA-7644-A5FC-0D25B30841B5}"/>
              </a:ext>
            </a:extLst>
          </p:cNvPr>
          <p:cNvSpPr>
            <a:spLocks noChangeArrowheads="1"/>
          </p:cNvSpPr>
          <p:nvPr/>
        </p:nvSpPr>
        <p:spPr bwMode="auto">
          <a:xfrm>
            <a:off x="2316163" y="2192338"/>
            <a:ext cx="76200" cy="38100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1800" b="1" kern="0">
              <a:solidFill>
                <a:srgbClr val="000000"/>
              </a:solidFill>
              <a:latin typeface="Helvetica" panose="020B0604020202020204" pitchFamily="34" charset="0"/>
              <a:ea typeface="+mn-ea"/>
            </a:endParaRPr>
          </a:p>
        </p:txBody>
      </p:sp>
      <p:sp>
        <p:nvSpPr>
          <p:cNvPr id="53" name="Rectangle 51">
            <a:extLst>
              <a:ext uri="{FF2B5EF4-FFF2-40B4-BE49-F238E27FC236}">
                <a16:creationId xmlns:a16="http://schemas.microsoft.com/office/drawing/2014/main" id="{2E146DB2-9258-964E-BA85-C2E1C2E2C0E9}"/>
              </a:ext>
            </a:extLst>
          </p:cNvPr>
          <p:cNvSpPr>
            <a:spLocks noChangeArrowheads="1"/>
          </p:cNvSpPr>
          <p:nvPr/>
        </p:nvSpPr>
        <p:spPr bwMode="auto">
          <a:xfrm>
            <a:off x="2247900" y="2174875"/>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4" name="Line 52">
            <a:extLst>
              <a:ext uri="{FF2B5EF4-FFF2-40B4-BE49-F238E27FC236}">
                <a16:creationId xmlns:a16="http://schemas.microsoft.com/office/drawing/2014/main" id="{49D037BC-C7AA-9E4E-A633-F1FB6965EB16}"/>
              </a:ext>
            </a:extLst>
          </p:cNvPr>
          <p:cNvSpPr>
            <a:spLocks noChangeShapeType="1"/>
          </p:cNvSpPr>
          <p:nvPr/>
        </p:nvSpPr>
        <p:spPr bwMode="auto">
          <a:xfrm>
            <a:off x="2438400" y="1700213"/>
            <a:ext cx="19050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0102" name="Text Box 53">
            <a:extLst>
              <a:ext uri="{FF2B5EF4-FFF2-40B4-BE49-F238E27FC236}">
                <a16:creationId xmlns:a16="http://schemas.microsoft.com/office/drawing/2014/main" id="{C92E4762-3E8F-4D52-8179-BFE5C35CC780}"/>
              </a:ext>
            </a:extLst>
          </p:cNvPr>
          <p:cNvSpPr txBox="1">
            <a:spLocks noChangeArrowheads="1"/>
          </p:cNvSpPr>
          <p:nvPr/>
        </p:nvSpPr>
        <p:spPr bwMode="auto">
          <a:xfrm>
            <a:off x="3119438" y="1416050"/>
            <a:ext cx="511175"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SW</a:t>
            </a:r>
          </a:p>
        </p:txBody>
      </p:sp>
      <p:sp>
        <p:nvSpPr>
          <p:cNvPr id="56" name="Line 54">
            <a:extLst>
              <a:ext uri="{FF2B5EF4-FFF2-40B4-BE49-F238E27FC236}">
                <a16:creationId xmlns:a16="http://schemas.microsoft.com/office/drawing/2014/main" id="{481F9440-CFE3-D248-A06D-8CB10F8FE40B}"/>
              </a:ext>
            </a:extLst>
          </p:cNvPr>
          <p:cNvSpPr>
            <a:spLocks noChangeShapeType="1"/>
          </p:cNvSpPr>
          <p:nvPr/>
        </p:nvSpPr>
        <p:spPr bwMode="auto">
          <a:xfrm>
            <a:off x="228600" y="1700213"/>
            <a:ext cx="19050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0104" name="Text Box 55">
            <a:extLst>
              <a:ext uri="{FF2B5EF4-FFF2-40B4-BE49-F238E27FC236}">
                <a16:creationId xmlns:a16="http://schemas.microsoft.com/office/drawing/2014/main" id="{195DFCED-3865-4728-8B4E-120BDA464284}"/>
              </a:ext>
            </a:extLst>
          </p:cNvPr>
          <p:cNvSpPr txBox="1">
            <a:spLocks noChangeArrowheads="1"/>
          </p:cNvSpPr>
          <p:nvPr/>
        </p:nvSpPr>
        <p:spPr bwMode="auto">
          <a:xfrm>
            <a:off x="854075" y="1416050"/>
            <a:ext cx="622300"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ADD</a:t>
            </a:r>
          </a:p>
        </p:txBody>
      </p:sp>
      <p:sp>
        <p:nvSpPr>
          <p:cNvPr id="130105" name="文本框 57">
            <a:extLst>
              <a:ext uri="{FF2B5EF4-FFF2-40B4-BE49-F238E27FC236}">
                <a16:creationId xmlns:a16="http://schemas.microsoft.com/office/drawing/2014/main" id="{ABE7770D-4738-4B3B-9CE0-13747268F5E9}"/>
              </a:ext>
            </a:extLst>
          </p:cNvPr>
          <p:cNvSpPr txBox="1">
            <a:spLocks noChangeArrowheads="1"/>
          </p:cNvSpPr>
          <p:nvPr/>
        </p:nvSpPr>
        <p:spPr bwMode="auto">
          <a:xfrm>
            <a:off x="3833813" y="1020763"/>
            <a:ext cx="14732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a:solidFill>
                  <a:srgbClr val="000000"/>
                </a:solidFill>
              </a:rPr>
              <a:t>Clock 3</a:t>
            </a:r>
            <a:endParaRPr lang="zh-CN" altLang="en-US">
              <a:solidFill>
                <a:srgbClr val="000000"/>
              </a:solidFill>
            </a:endParaRPr>
          </a:p>
        </p:txBody>
      </p:sp>
      <p:sp>
        <p:nvSpPr>
          <p:cNvPr id="130106" name="文本框 58">
            <a:extLst>
              <a:ext uri="{FF2B5EF4-FFF2-40B4-BE49-F238E27FC236}">
                <a16:creationId xmlns:a16="http://schemas.microsoft.com/office/drawing/2014/main" id="{51AE3C28-70BE-4FCB-AACF-457528614764}"/>
              </a:ext>
            </a:extLst>
          </p:cNvPr>
          <p:cNvSpPr txBox="1">
            <a:spLocks noChangeArrowheads="1"/>
          </p:cNvSpPr>
          <p:nvPr/>
        </p:nvSpPr>
        <p:spPr bwMode="auto">
          <a:xfrm>
            <a:off x="82550" y="5245100"/>
            <a:ext cx="2038350" cy="941388"/>
          </a:xfrm>
          <a:prstGeom prst="rect">
            <a:avLst/>
          </a:prstGeom>
          <a:noFill/>
          <a:ln w="127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lw  $t0,  10($t1)</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sw  $t3,  20($t4)</a:t>
            </a:r>
          </a:p>
          <a:p>
            <a:pPr eaLnBrk="1" hangingPunct="1">
              <a:spcBef>
                <a:spcPct val="20000"/>
              </a:spcBef>
              <a:buClr>
                <a:srgbClr val="3333CC"/>
              </a:buClr>
              <a:buSzPct val="60000"/>
            </a:pPr>
            <a:r>
              <a:rPr kumimoji="0" lang="en-US" altLang="zh-CN" sz="1200" b="1">
                <a:solidFill>
                  <a:srgbClr val="FF0000"/>
                </a:solidFill>
                <a:latin typeface="Courier New" panose="02070309020205020404" pitchFamily="49" charset="0"/>
                <a:ea typeface="宋体" panose="02010600030101010101" pitchFamily="2" charset="-122"/>
              </a:rPr>
              <a:t>add $t5,  $t6,  $t7</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sub $t8,  $t9,  $t10</a:t>
            </a:r>
            <a:endParaRPr kumimoji="0" lang="en-US" altLang="zh-CN" sz="1200" b="1">
              <a:solidFill>
                <a:srgbClr val="000000"/>
              </a:solidFill>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DFA17D-2495-FA4E-9931-4E7B71467F04}"/>
              </a:ext>
            </a:extLst>
          </p:cNvPr>
          <p:cNvSpPr>
            <a:spLocks noGrp="1"/>
          </p:cNvSpPr>
          <p:nvPr>
            <p:ph type="title"/>
          </p:nvPr>
        </p:nvSpPr>
        <p:spPr/>
        <p:txBody>
          <a:bodyPr/>
          <a:lstStyle/>
          <a:p>
            <a:r>
              <a:rPr lang="zh-CN" altLang="en-US"/>
              <a:t>流水线数据通路图</a:t>
            </a:r>
          </a:p>
        </p:txBody>
      </p:sp>
      <p:sp>
        <p:nvSpPr>
          <p:cNvPr id="131074" name="内容占位符 2">
            <a:extLst>
              <a:ext uri="{FF2B5EF4-FFF2-40B4-BE49-F238E27FC236}">
                <a16:creationId xmlns:a16="http://schemas.microsoft.com/office/drawing/2014/main" id="{FF68F61D-4919-4BB0-94A3-56DFBF5E6946}"/>
              </a:ext>
            </a:extLst>
          </p:cNvPr>
          <p:cNvSpPr>
            <a:spLocks noGrp="1" noChangeArrowheads="1"/>
          </p:cNvSpPr>
          <p:nvPr>
            <p:ph idx="1"/>
          </p:nvPr>
        </p:nvSpPr>
        <p:spPr/>
        <p:txBody>
          <a:bodyPr/>
          <a:lstStyle/>
          <a:p>
            <a:endParaRPr lang="zh-CN" altLang="en-US"/>
          </a:p>
        </p:txBody>
      </p:sp>
      <p:sp>
        <p:nvSpPr>
          <p:cNvPr id="5" name="Rectangle 2">
            <a:extLst>
              <a:ext uri="{FF2B5EF4-FFF2-40B4-BE49-F238E27FC236}">
                <a16:creationId xmlns:a16="http://schemas.microsoft.com/office/drawing/2014/main" id="{72C6D43C-077C-E144-9662-449FCC69B7E4}"/>
              </a:ext>
            </a:extLst>
          </p:cNvPr>
          <p:cNvSpPr>
            <a:spLocks noChangeArrowheads="1"/>
          </p:cNvSpPr>
          <p:nvPr/>
        </p:nvSpPr>
        <p:spPr bwMode="auto">
          <a:xfrm>
            <a:off x="4648200" y="4191000"/>
            <a:ext cx="3810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6" name="Rectangle 3">
            <a:extLst>
              <a:ext uri="{FF2B5EF4-FFF2-40B4-BE49-F238E27FC236}">
                <a16:creationId xmlns:a16="http://schemas.microsoft.com/office/drawing/2014/main" id="{6E47BE64-3299-7C4A-9412-545E4BCD4A7C}"/>
              </a:ext>
            </a:extLst>
          </p:cNvPr>
          <p:cNvSpPr>
            <a:spLocks noChangeArrowheads="1"/>
          </p:cNvSpPr>
          <p:nvPr/>
        </p:nvSpPr>
        <p:spPr bwMode="auto">
          <a:xfrm>
            <a:off x="4876800" y="4343400"/>
            <a:ext cx="147638" cy="631825"/>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7" name="Rectangle 4">
            <a:extLst>
              <a:ext uri="{FF2B5EF4-FFF2-40B4-BE49-F238E27FC236}">
                <a16:creationId xmlns:a16="http://schemas.microsoft.com/office/drawing/2014/main" id="{B3F57CE3-B407-1141-9592-512712BBD655}"/>
              </a:ext>
            </a:extLst>
          </p:cNvPr>
          <p:cNvSpPr>
            <a:spLocks noChangeArrowheads="1"/>
          </p:cNvSpPr>
          <p:nvPr/>
        </p:nvSpPr>
        <p:spPr bwMode="auto">
          <a:xfrm>
            <a:off x="4876800" y="4953000"/>
            <a:ext cx="1404938"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grpSp>
        <p:nvGrpSpPr>
          <p:cNvPr id="131079" name="Group 5">
            <a:extLst>
              <a:ext uri="{FF2B5EF4-FFF2-40B4-BE49-F238E27FC236}">
                <a16:creationId xmlns:a16="http://schemas.microsoft.com/office/drawing/2014/main" id="{1A524833-1994-49E2-BCC8-A5CFA939F885}"/>
              </a:ext>
            </a:extLst>
          </p:cNvPr>
          <p:cNvGrpSpPr>
            <a:grpSpLocks/>
          </p:cNvGrpSpPr>
          <p:nvPr/>
        </p:nvGrpSpPr>
        <p:grpSpPr bwMode="auto">
          <a:xfrm>
            <a:off x="-38100" y="1981200"/>
            <a:ext cx="2400300" cy="4038600"/>
            <a:chOff x="0" y="1248"/>
            <a:chExt cx="1512" cy="2544"/>
          </a:xfrm>
        </p:grpSpPr>
        <p:sp>
          <p:nvSpPr>
            <p:cNvPr id="9" name="Rectangle 6">
              <a:extLst>
                <a:ext uri="{FF2B5EF4-FFF2-40B4-BE49-F238E27FC236}">
                  <a16:creationId xmlns:a16="http://schemas.microsoft.com/office/drawing/2014/main" id="{82AAC6C6-76FA-FC41-B7F6-2C5CB18F4F63}"/>
                </a:ext>
              </a:extLst>
            </p:cNvPr>
            <p:cNvSpPr>
              <a:spLocks noChangeArrowheads="1"/>
            </p:cNvSpPr>
            <p:nvPr/>
          </p:nvSpPr>
          <p:spPr bwMode="auto">
            <a:xfrm>
              <a:off x="1248" y="1632"/>
              <a:ext cx="171" cy="9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1800" b="1" kern="0">
                <a:solidFill>
                  <a:srgbClr val="000000"/>
                </a:solidFill>
                <a:latin typeface="Helvetica" panose="020B0604020202020204" pitchFamily="34" charset="0"/>
                <a:ea typeface="+mn-ea"/>
              </a:endParaRPr>
            </a:p>
          </p:txBody>
        </p:sp>
        <p:sp>
          <p:nvSpPr>
            <p:cNvPr id="10" name="Rectangle 7">
              <a:extLst>
                <a:ext uri="{FF2B5EF4-FFF2-40B4-BE49-F238E27FC236}">
                  <a16:creationId xmlns:a16="http://schemas.microsoft.com/office/drawing/2014/main" id="{B2D6876D-E189-9F43-9032-C9C7BD76A7B3}"/>
                </a:ext>
              </a:extLst>
            </p:cNvPr>
            <p:cNvSpPr>
              <a:spLocks noChangeArrowheads="1"/>
            </p:cNvSpPr>
            <p:nvPr/>
          </p:nvSpPr>
          <p:spPr bwMode="auto">
            <a:xfrm>
              <a:off x="1331" y="1333"/>
              <a:ext cx="82" cy="33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1" name="Rectangle 8">
              <a:extLst>
                <a:ext uri="{FF2B5EF4-FFF2-40B4-BE49-F238E27FC236}">
                  <a16:creationId xmlns:a16="http://schemas.microsoft.com/office/drawing/2014/main" id="{14BEA7A7-1594-F847-83EE-D2A65152F630}"/>
                </a:ext>
              </a:extLst>
            </p:cNvPr>
            <p:cNvSpPr>
              <a:spLocks noChangeArrowheads="1"/>
            </p:cNvSpPr>
            <p:nvPr/>
          </p:nvSpPr>
          <p:spPr bwMode="auto">
            <a:xfrm>
              <a:off x="1029" y="1440"/>
              <a:ext cx="240" cy="57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2" name="Rectangle 9">
              <a:extLst>
                <a:ext uri="{FF2B5EF4-FFF2-40B4-BE49-F238E27FC236}">
                  <a16:creationId xmlns:a16="http://schemas.microsoft.com/office/drawing/2014/main" id="{552C6085-75A3-A849-A7CB-19553B0E055D}"/>
                </a:ext>
              </a:extLst>
            </p:cNvPr>
            <p:cNvSpPr>
              <a:spLocks noChangeArrowheads="1"/>
            </p:cNvSpPr>
            <p:nvPr/>
          </p:nvSpPr>
          <p:spPr bwMode="auto">
            <a:xfrm>
              <a:off x="741" y="1311"/>
              <a:ext cx="624" cy="129"/>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 name="Rectangle 10">
              <a:extLst>
                <a:ext uri="{FF2B5EF4-FFF2-40B4-BE49-F238E27FC236}">
                  <a16:creationId xmlns:a16="http://schemas.microsoft.com/office/drawing/2014/main" id="{980BE7C6-D18A-4C41-84A0-EA98CBED0E21}"/>
                </a:ext>
              </a:extLst>
            </p:cNvPr>
            <p:cNvSpPr>
              <a:spLocks noChangeArrowheads="1"/>
            </p:cNvSpPr>
            <p:nvPr/>
          </p:nvSpPr>
          <p:spPr bwMode="auto">
            <a:xfrm>
              <a:off x="501" y="1488"/>
              <a:ext cx="528" cy="9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4" name="Rectangle 11">
              <a:extLst>
                <a:ext uri="{FF2B5EF4-FFF2-40B4-BE49-F238E27FC236}">
                  <a16:creationId xmlns:a16="http://schemas.microsoft.com/office/drawing/2014/main" id="{BFCA6F88-2F1E-8A44-AC33-733B0D5072BB}"/>
                </a:ext>
              </a:extLst>
            </p:cNvPr>
            <p:cNvSpPr>
              <a:spLocks noChangeArrowheads="1"/>
            </p:cNvSpPr>
            <p:nvPr/>
          </p:nvSpPr>
          <p:spPr bwMode="auto">
            <a:xfrm>
              <a:off x="453" y="1488"/>
              <a:ext cx="96" cy="81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5" name="Rectangle 12">
              <a:extLst>
                <a:ext uri="{FF2B5EF4-FFF2-40B4-BE49-F238E27FC236}">
                  <a16:creationId xmlns:a16="http://schemas.microsoft.com/office/drawing/2014/main" id="{D73622B6-8F93-154F-83B9-AB492649944E}"/>
                </a:ext>
              </a:extLst>
            </p:cNvPr>
            <p:cNvSpPr>
              <a:spLocks noChangeArrowheads="1"/>
            </p:cNvSpPr>
            <p:nvPr/>
          </p:nvSpPr>
          <p:spPr bwMode="auto">
            <a:xfrm>
              <a:off x="0" y="1248"/>
              <a:ext cx="624" cy="9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6" name="Rectangle 13">
              <a:extLst>
                <a:ext uri="{FF2B5EF4-FFF2-40B4-BE49-F238E27FC236}">
                  <a16:creationId xmlns:a16="http://schemas.microsoft.com/office/drawing/2014/main" id="{023752F8-02AB-1E49-8D22-3FA1917157F2}"/>
                </a:ext>
              </a:extLst>
            </p:cNvPr>
            <p:cNvSpPr>
              <a:spLocks noChangeArrowheads="1"/>
            </p:cNvSpPr>
            <p:nvPr/>
          </p:nvSpPr>
          <p:spPr bwMode="auto">
            <a:xfrm>
              <a:off x="405" y="2304"/>
              <a:ext cx="192" cy="9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7" name="Rectangle 14">
              <a:extLst>
                <a:ext uri="{FF2B5EF4-FFF2-40B4-BE49-F238E27FC236}">
                  <a16:creationId xmlns:a16="http://schemas.microsoft.com/office/drawing/2014/main" id="{7695D262-768B-8849-A6D1-F63FFA4C830F}"/>
                </a:ext>
              </a:extLst>
            </p:cNvPr>
            <p:cNvSpPr>
              <a:spLocks noChangeArrowheads="1"/>
            </p:cNvSpPr>
            <p:nvPr/>
          </p:nvSpPr>
          <p:spPr bwMode="auto">
            <a:xfrm>
              <a:off x="117" y="2304"/>
              <a:ext cx="96" cy="9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8" name="Rectangle 15">
              <a:extLst>
                <a:ext uri="{FF2B5EF4-FFF2-40B4-BE49-F238E27FC236}">
                  <a16:creationId xmlns:a16="http://schemas.microsoft.com/office/drawing/2014/main" id="{440F6737-FBDD-D54D-ACD9-3D1B8A8F1DA1}"/>
                </a:ext>
              </a:extLst>
            </p:cNvPr>
            <p:cNvSpPr>
              <a:spLocks noChangeArrowheads="1"/>
            </p:cNvSpPr>
            <p:nvPr/>
          </p:nvSpPr>
          <p:spPr bwMode="auto">
            <a:xfrm>
              <a:off x="21" y="1337"/>
              <a:ext cx="96" cy="105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9" name="Rectangle 16">
              <a:extLst>
                <a:ext uri="{FF2B5EF4-FFF2-40B4-BE49-F238E27FC236}">
                  <a16:creationId xmlns:a16="http://schemas.microsoft.com/office/drawing/2014/main" id="{248F6961-8FEA-EA4C-8600-8F549392D5F6}"/>
                </a:ext>
              </a:extLst>
            </p:cNvPr>
            <p:cNvSpPr>
              <a:spLocks noChangeArrowheads="1"/>
            </p:cNvSpPr>
            <p:nvPr/>
          </p:nvSpPr>
          <p:spPr bwMode="auto">
            <a:xfrm>
              <a:off x="213" y="2016"/>
              <a:ext cx="96" cy="693"/>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0" name="Rectangle 17">
              <a:extLst>
                <a:ext uri="{FF2B5EF4-FFF2-40B4-BE49-F238E27FC236}">
                  <a16:creationId xmlns:a16="http://schemas.microsoft.com/office/drawing/2014/main" id="{B18D62B4-C57D-1640-ADF6-7A1BAD47C4D8}"/>
                </a:ext>
              </a:extLst>
            </p:cNvPr>
            <p:cNvSpPr>
              <a:spLocks noChangeArrowheads="1"/>
            </p:cNvSpPr>
            <p:nvPr/>
          </p:nvSpPr>
          <p:spPr bwMode="auto">
            <a:xfrm>
              <a:off x="309" y="2016"/>
              <a:ext cx="96" cy="68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1" name="Rectangle 18">
              <a:extLst>
                <a:ext uri="{FF2B5EF4-FFF2-40B4-BE49-F238E27FC236}">
                  <a16:creationId xmlns:a16="http://schemas.microsoft.com/office/drawing/2014/main" id="{09E25A1F-E166-2E46-9B79-DA05D05EA383}"/>
                </a:ext>
              </a:extLst>
            </p:cNvPr>
            <p:cNvSpPr>
              <a:spLocks noChangeArrowheads="1"/>
            </p:cNvSpPr>
            <p:nvPr/>
          </p:nvSpPr>
          <p:spPr bwMode="auto">
            <a:xfrm flipH="1">
              <a:off x="1029" y="2207"/>
              <a:ext cx="288" cy="672"/>
            </a:xfrm>
            <a:prstGeom prst="rect">
              <a:avLst/>
            </a:prstGeom>
            <a:solidFill>
              <a:srgbClr val="FFFF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2" name="Rectangle 19">
              <a:extLst>
                <a:ext uri="{FF2B5EF4-FFF2-40B4-BE49-F238E27FC236}">
                  <a16:creationId xmlns:a16="http://schemas.microsoft.com/office/drawing/2014/main" id="{1BB7DD46-228E-F845-B8E9-7AD97E6CE880}"/>
                </a:ext>
              </a:extLst>
            </p:cNvPr>
            <p:cNvSpPr>
              <a:spLocks noChangeArrowheads="1"/>
            </p:cNvSpPr>
            <p:nvPr/>
          </p:nvSpPr>
          <p:spPr bwMode="auto">
            <a:xfrm>
              <a:off x="1317" y="2304"/>
              <a:ext cx="144" cy="96"/>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3" name="Rectangle 20">
              <a:extLst>
                <a:ext uri="{FF2B5EF4-FFF2-40B4-BE49-F238E27FC236}">
                  <a16:creationId xmlns:a16="http://schemas.microsoft.com/office/drawing/2014/main" id="{C023BA94-FE05-B741-BB96-D9237D2B0BF2}"/>
                </a:ext>
              </a:extLst>
            </p:cNvPr>
            <p:cNvSpPr>
              <a:spLocks noChangeArrowheads="1"/>
            </p:cNvSpPr>
            <p:nvPr/>
          </p:nvSpPr>
          <p:spPr bwMode="auto">
            <a:xfrm>
              <a:off x="1418" y="1392"/>
              <a:ext cx="48" cy="2400"/>
            </a:xfrm>
            <a:prstGeom prst="rect">
              <a:avLst/>
            </a:prstGeom>
            <a:solidFill>
              <a:srgbClr val="FFFF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1800" b="1" kern="0">
                <a:solidFill>
                  <a:srgbClr val="000000"/>
                </a:solidFill>
                <a:latin typeface="Helvetica" panose="020B0604020202020204" pitchFamily="34" charset="0"/>
                <a:ea typeface="+mn-ea"/>
              </a:endParaRPr>
            </a:p>
          </p:txBody>
        </p:sp>
        <p:sp>
          <p:nvSpPr>
            <p:cNvPr id="24" name="Rectangle 21">
              <a:extLst>
                <a:ext uri="{FF2B5EF4-FFF2-40B4-BE49-F238E27FC236}">
                  <a16:creationId xmlns:a16="http://schemas.microsoft.com/office/drawing/2014/main" id="{4C282728-E219-A249-8A90-72E836F8B466}"/>
                </a:ext>
              </a:extLst>
            </p:cNvPr>
            <p:cNvSpPr>
              <a:spLocks noChangeArrowheads="1"/>
            </p:cNvSpPr>
            <p:nvPr/>
          </p:nvSpPr>
          <p:spPr bwMode="auto">
            <a:xfrm>
              <a:off x="1416" y="1370"/>
              <a:ext cx="96" cy="2400"/>
            </a:xfrm>
            <a:prstGeom prst="rect">
              <a:avLst/>
            </a:prstGeom>
            <a:solidFill>
              <a:srgbClr val="FF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grpSp>
      <p:sp>
        <p:nvSpPr>
          <p:cNvPr id="25" name="Rectangle 22">
            <a:extLst>
              <a:ext uri="{FF2B5EF4-FFF2-40B4-BE49-F238E27FC236}">
                <a16:creationId xmlns:a16="http://schemas.microsoft.com/office/drawing/2014/main" id="{26FBF4AF-60F4-3149-A991-FB98221C4692}"/>
              </a:ext>
            </a:extLst>
          </p:cNvPr>
          <p:cNvSpPr>
            <a:spLocks noChangeArrowheads="1"/>
          </p:cNvSpPr>
          <p:nvPr/>
        </p:nvSpPr>
        <p:spPr bwMode="auto">
          <a:xfrm>
            <a:off x="4767263" y="4486275"/>
            <a:ext cx="338137" cy="173038"/>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6" name="Rectangle 23">
            <a:extLst>
              <a:ext uri="{FF2B5EF4-FFF2-40B4-BE49-F238E27FC236}">
                <a16:creationId xmlns:a16="http://schemas.microsoft.com/office/drawing/2014/main" id="{00FDB465-285E-0F47-8363-709EDD7B63B7}"/>
              </a:ext>
            </a:extLst>
          </p:cNvPr>
          <p:cNvSpPr>
            <a:spLocks noChangeArrowheads="1"/>
          </p:cNvSpPr>
          <p:nvPr/>
        </p:nvSpPr>
        <p:spPr bwMode="auto">
          <a:xfrm>
            <a:off x="4267200" y="3692525"/>
            <a:ext cx="2286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7" name="Rectangle 24">
            <a:extLst>
              <a:ext uri="{FF2B5EF4-FFF2-40B4-BE49-F238E27FC236}">
                <a16:creationId xmlns:a16="http://schemas.microsoft.com/office/drawing/2014/main" id="{A473EF31-54AC-EA46-BE0F-88D2C22656DF}"/>
              </a:ext>
            </a:extLst>
          </p:cNvPr>
          <p:cNvSpPr>
            <a:spLocks noChangeArrowheads="1"/>
          </p:cNvSpPr>
          <p:nvPr/>
        </p:nvSpPr>
        <p:spPr bwMode="auto">
          <a:xfrm>
            <a:off x="4267200" y="4208463"/>
            <a:ext cx="2286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8" name="Rectangle 25">
            <a:extLst>
              <a:ext uri="{FF2B5EF4-FFF2-40B4-BE49-F238E27FC236}">
                <a16:creationId xmlns:a16="http://schemas.microsoft.com/office/drawing/2014/main" id="{183FC869-1AAF-1F42-AA78-72903EA85599}"/>
              </a:ext>
            </a:extLst>
          </p:cNvPr>
          <p:cNvSpPr>
            <a:spLocks noChangeArrowheads="1"/>
          </p:cNvSpPr>
          <p:nvPr/>
        </p:nvSpPr>
        <p:spPr bwMode="auto">
          <a:xfrm>
            <a:off x="2590800" y="4981575"/>
            <a:ext cx="1981200" cy="12065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9" name="Rectangle 26">
            <a:extLst>
              <a:ext uri="{FF2B5EF4-FFF2-40B4-BE49-F238E27FC236}">
                <a16:creationId xmlns:a16="http://schemas.microsoft.com/office/drawing/2014/main" id="{03905588-FC65-BD4B-9BBA-1353126BB4C5}"/>
              </a:ext>
            </a:extLst>
          </p:cNvPr>
          <p:cNvSpPr>
            <a:spLocks noChangeArrowheads="1"/>
          </p:cNvSpPr>
          <p:nvPr/>
        </p:nvSpPr>
        <p:spPr bwMode="auto">
          <a:xfrm>
            <a:off x="2514600" y="5632450"/>
            <a:ext cx="19812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0" name="Rectangle 27">
            <a:extLst>
              <a:ext uri="{FF2B5EF4-FFF2-40B4-BE49-F238E27FC236}">
                <a16:creationId xmlns:a16="http://schemas.microsoft.com/office/drawing/2014/main" id="{680BB563-F40C-274C-8583-6709FA4DCD73}"/>
              </a:ext>
            </a:extLst>
          </p:cNvPr>
          <p:cNvSpPr>
            <a:spLocks noChangeArrowheads="1"/>
          </p:cNvSpPr>
          <p:nvPr/>
        </p:nvSpPr>
        <p:spPr bwMode="auto">
          <a:xfrm>
            <a:off x="2590800" y="3879850"/>
            <a:ext cx="474663"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1" name="Rectangle 28">
            <a:extLst>
              <a:ext uri="{FF2B5EF4-FFF2-40B4-BE49-F238E27FC236}">
                <a16:creationId xmlns:a16="http://schemas.microsoft.com/office/drawing/2014/main" id="{96504CCF-81A2-904D-A879-150CD72439C3}"/>
              </a:ext>
            </a:extLst>
          </p:cNvPr>
          <p:cNvSpPr>
            <a:spLocks noChangeArrowheads="1"/>
          </p:cNvSpPr>
          <p:nvPr/>
        </p:nvSpPr>
        <p:spPr bwMode="auto">
          <a:xfrm>
            <a:off x="2362200" y="3651250"/>
            <a:ext cx="6858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2" name="Rectangle 29">
            <a:extLst>
              <a:ext uri="{FF2B5EF4-FFF2-40B4-BE49-F238E27FC236}">
                <a16:creationId xmlns:a16="http://schemas.microsoft.com/office/drawing/2014/main" id="{481E05D4-E5D8-FF45-8AEF-4E0AF33183E1}"/>
              </a:ext>
            </a:extLst>
          </p:cNvPr>
          <p:cNvSpPr>
            <a:spLocks noChangeArrowheads="1"/>
          </p:cNvSpPr>
          <p:nvPr/>
        </p:nvSpPr>
        <p:spPr bwMode="auto">
          <a:xfrm>
            <a:off x="2438400" y="3727450"/>
            <a:ext cx="152400" cy="2057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3" name="Rectangle 30">
            <a:extLst>
              <a:ext uri="{FF2B5EF4-FFF2-40B4-BE49-F238E27FC236}">
                <a16:creationId xmlns:a16="http://schemas.microsoft.com/office/drawing/2014/main" id="{70BB8355-FC27-A14A-842F-1E169BED82BB}"/>
              </a:ext>
            </a:extLst>
          </p:cNvPr>
          <p:cNvSpPr>
            <a:spLocks noChangeArrowheads="1"/>
          </p:cNvSpPr>
          <p:nvPr/>
        </p:nvSpPr>
        <p:spPr bwMode="auto">
          <a:xfrm>
            <a:off x="3886200" y="4711700"/>
            <a:ext cx="304800" cy="6858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34" name="Rectangle 31">
            <a:extLst>
              <a:ext uri="{FF2B5EF4-FFF2-40B4-BE49-F238E27FC236}">
                <a16:creationId xmlns:a16="http://schemas.microsoft.com/office/drawing/2014/main" id="{1C277602-8362-0647-9EAC-A766ECE21834}"/>
              </a:ext>
            </a:extLst>
          </p:cNvPr>
          <p:cNvSpPr>
            <a:spLocks noChangeArrowheads="1"/>
          </p:cNvSpPr>
          <p:nvPr/>
        </p:nvSpPr>
        <p:spPr bwMode="auto">
          <a:xfrm flipH="1">
            <a:off x="3851275" y="3533775"/>
            <a:ext cx="457200" cy="1066800"/>
          </a:xfrm>
          <a:prstGeom prst="rect">
            <a:avLst/>
          </a:prstGeom>
          <a:solidFill>
            <a:srgbClr val="66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5" name="Rectangle 32">
            <a:extLst>
              <a:ext uri="{FF2B5EF4-FFF2-40B4-BE49-F238E27FC236}">
                <a16:creationId xmlns:a16="http://schemas.microsoft.com/office/drawing/2014/main" id="{D473B811-7D94-F947-B7A7-3A73E7469FB6}"/>
              </a:ext>
            </a:extLst>
          </p:cNvPr>
          <p:cNvSpPr>
            <a:spLocks noChangeArrowheads="1"/>
          </p:cNvSpPr>
          <p:nvPr/>
        </p:nvSpPr>
        <p:spPr bwMode="auto">
          <a:xfrm>
            <a:off x="4594225" y="4970463"/>
            <a:ext cx="1524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6" name="Rectangle 33">
            <a:extLst>
              <a:ext uri="{FF2B5EF4-FFF2-40B4-BE49-F238E27FC236}">
                <a16:creationId xmlns:a16="http://schemas.microsoft.com/office/drawing/2014/main" id="{08AB7B0E-DE56-714E-AF98-E6BB96E7B154}"/>
              </a:ext>
            </a:extLst>
          </p:cNvPr>
          <p:cNvSpPr>
            <a:spLocks noChangeArrowheads="1"/>
          </p:cNvSpPr>
          <p:nvPr/>
        </p:nvSpPr>
        <p:spPr bwMode="auto">
          <a:xfrm>
            <a:off x="5334000" y="4343400"/>
            <a:ext cx="1524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7" name="Rectangle 34">
            <a:extLst>
              <a:ext uri="{FF2B5EF4-FFF2-40B4-BE49-F238E27FC236}">
                <a16:creationId xmlns:a16="http://schemas.microsoft.com/office/drawing/2014/main" id="{03AC1A07-60CC-5542-AEC5-ED394083E3FE}"/>
              </a:ext>
            </a:extLst>
          </p:cNvPr>
          <p:cNvSpPr>
            <a:spLocks noChangeArrowheads="1"/>
          </p:cNvSpPr>
          <p:nvPr/>
        </p:nvSpPr>
        <p:spPr bwMode="auto">
          <a:xfrm>
            <a:off x="5105400" y="4162425"/>
            <a:ext cx="228600" cy="533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8" name="Rectangle 35">
            <a:extLst>
              <a:ext uri="{FF2B5EF4-FFF2-40B4-BE49-F238E27FC236}">
                <a16:creationId xmlns:a16="http://schemas.microsoft.com/office/drawing/2014/main" id="{6D720BD1-1AD2-AB45-9322-0D1F8ECD6AFB}"/>
              </a:ext>
            </a:extLst>
          </p:cNvPr>
          <p:cNvSpPr>
            <a:spLocks noChangeArrowheads="1"/>
          </p:cNvSpPr>
          <p:nvPr/>
        </p:nvSpPr>
        <p:spPr bwMode="auto">
          <a:xfrm flipH="1">
            <a:off x="5468938" y="3540125"/>
            <a:ext cx="609600" cy="1089025"/>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39" name="Rectangle 36">
            <a:extLst>
              <a:ext uri="{FF2B5EF4-FFF2-40B4-BE49-F238E27FC236}">
                <a16:creationId xmlns:a16="http://schemas.microsoft.com/office/drawing/2014/main" id="{7E615265-5C44-5443-8622-8472A0939569}"/>
              </a:ext>
            </a:extLst>
          </p:cNvPr>
          <p:cNvSpPr>
            <a:spLocks noChangeArrowheads="1"/>
          </p:cNvSpPr>
          <p:nvPr/>
        </p:nvSpPr>
        <p:spPr bwMode="auto">
          <a:xfrm>
            <a:off x="4729163" y="4495800"/>
            <a:ext cx="147637" cy="631825"/>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0" name="Rectangle 37">
            <a:extLst>
              <a:ext uri="{FF2B5EF4-FFF2-40B4-BE49-F238E27FC236}">
                <a16:creationId xmlns:a16="http://schemas.microsoft.com/office/drawing/2014/main" id="{A52DB50A-D398-E44E-9C3F-14F18E57A74C}"/>
              </a:ext>
            </a:extLst>
          </p:cNvPr>
          <p:cNvSpPr>
            <a:spLocks noChangeArrowheads="1"/>
          </p:cNvSpPr>
          <p:nvPr/>
        </p:nvSpPr>
        <p:spPr bwMode="auto">
          <a:xfrm>
            <a:off x="4648200" y="3702050"/>
            <a:ext cx="9144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1" name="Rectangle 38">
            <a:extLst>
              <a:ext uri="{FF2B5EF4-FFF2-40B4-BE49-F238E27FC236}">
                <a16:creationId xmlns:a16="http://schemas.microsoft.com/office/drawing/2014/main" id="{ECA44D8D-02CD-B643-887C-7C03EE1A2F31}"/>
              </a:ext>
            </a:extLst>
          </p:cNvPr>
          <p:cNvSpPr>
            <a:spLocks noChangeArrowheads="1"/>
          </p:cNvSpPr>
          <p:nvPr/>
        </p:nvSpPr>
        <p:spPr bwMode="auto">
          <a:xfrm>
            <a:off x="5943600" y="4040188"/>
            <a:ext cx="3048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2" name="Rectangle 39">
            <a:extLst>
              <a:ext uri="{FF2B5EF4-FFF2-40B4-BE49-F238E27FC236}">
                <a16:creationId xmlns:a16="http://schemas.microsoft.com/office/drawing/2014/main" id="{323310F6-256D-9543-9F95-8D36C018386B}"/>
              </a:ext>
            </a:extLst>
          </p:cNvPr>
          <p:cNvSpPr>
            <a:spLocks noChangeArrowheads="1"/>
          </p:cNvSpPr>
          <p:nvPr/>
        </p:nvSpPr>
        <p:spPr bwMode="auto">
          <a:xfrm>
            <a:off x="6411913" y="4003675"/>
            <a:ext cx="2286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3" name="Rectangle 40">
            <a:extLst>
              <a:ext uri="{FF2B5EF4-FFF2-40B4-BE49-F238E27FC236}">
                <a16:creationId xmlns:a16="http://schemas.microsoft.com/office/drawing/2014/main" id="{0FB16E3F-3963-374F-8984-8347648ED31E}"/>
              </a:ext>
            </a:extLst>
          </p:cNvPr>
          <p:cNvSpPr>
            <a:spLocks noChangeArrowheads="1"/>
          </p:cNvSpPr>
          <p:nvPr/>
        </p:nvSpPr>
        <p:spPr bwMode="auto">
          <a:xfrm>
            <a:off x="6477000" y="4114800"/>
            <a:ext cx="152400" cy="3810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4" name="Rectangle 41">
            <a:extLst>
              <a:ext uri="{FF2B5EF4-FFF2-40B4-BE49-F238E27FC236}">
                <a16:creationId xmlns:a16="http://schemas.microsoft.com/office/drawing/2014/main" id="{45949E66-1762-B744-8204-3CFC6C8BDBAE}"/>
              </a:ext>
            </a:extLst>
          </p:cNvPr>
          <p:cNvSpPr>
            <a:spLocks noChangeArrowheads="1"/>
          </p:cNvSpPr>
          <p:nvPr/>
        </p:nvSpPr>
        <p:spPr bwMode="auto">
          <a:xfrm>
            <a:off x="6554788" y="4360863"/>
            <a:ext cx="2286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5" name="Rectangle 42">
            <a:extLst>
              <a:ext uri="{FF2B5EF4-FFF2-40B4-BE49-F238E27FC236}">
                <a16:creationId xmlns:a16="http://schemas.microsoft.com/office/drawing/2014/main" id="{E8A84E82-03D2-BF41-B784-C29312523B72}"/>
              </a:ext>
            </a:extLst>
          </p:cNvPr>
          <p:cNvSpPr>
            <a:spLocks noChangeArrowheads="1"/>
          </p:cNvSpPr>
          <p:nvPr/>
        </p:nvSpPr>
        <p:spPr bwMode="auto">
          <a:xfrm>
            <a:off x="6400800" y="5638800"/>
            <a:ext cx="17526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6" name="Rectangle 43">
            <a:extLst>
              <a:ext uri="{FF2B5EF4-FFF2-40B4-BE49-F238E27FC236}">
                <a16:creationId xmlns:a16="http://schemas.microsoft.com/office/drawing/2014/main" id="{16CE1D71-D79F-984A-B226-5E29C9135DA6}"/>
              </a:ext>
            </a:extLst>
          </p:cNvPr>
          <p:cNvSpPr>
            <a:spLocks noChangeArrowheads="1"/>
          </p:cNvSpPr>
          <p:nvPr/>
        </p:nvSpPr>
        <p:spPr bwMode="auto">
          <a:xfrm>
            <a:off x="8001000" y="4668838"/>
            <a:ext cx="1524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7" name="Rectangle 44">
            <a:extLst>
              <a:ext uri="{FF2B5EF4-FFF2-40B4-BE49-F238E27FC236}">
                <a16:creationId xmlns:a16="http://schemas.microsoft.com/office/drawing/2014/main" id="{F977E64A-7A55-B040-8CC3-E98436BD2FAD}"/>
              </a:ext>
            </a:extLst>
          </p:cNvPr>
          <p:cNvSpPr>
            <a:spLocks noChangeArrowheads="1"/>
          </p:cNvSpPr>
          <p:nvPr/>
        </p:nvSpPr>
        <p:spPr bwMode="auto">
          <a:xfrm flipH="1">
            <a:off x="7467600" y="4191000"/>
            <a:ext cx="533400" cy="10668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pic>
        <p:nvPicPr>
          <p:cNvPr id="131103" name="Picture 45">
            <a:extLst>
              <a:ext uri="{FF2B5EF4-FFF2-40B4-BE49-F238E27FC236}">
                <a16:creationId xmlns:a16="http://schemas.microsoft.com/office/drawing/2014/main" id="{289C9ADA-57F5-46AF-9926-4EE1F93BEE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33550"/>
            <a:ext cx="9140825" cy="45148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Rectangle 47">
            <a:extLst>
              <a:ext uri="{FF2B5EF4-FFF2-40B4-BE49-F238E27FC236}">
                <a16:creationId xmlns:a16="http://schemas.microsoft.com/office/drawing/2014/main" id="{5602E15A-C29B-0F4E-8C3F-F224E0343E1F}"/>
              </a:ext>
            </a:extLst>
          </p:cNvPr>
          <p:cNvSpPr>
            <a:spLocks noChangeArrowheads="1"/>
          </p:cNvSpPr>
          <p:nvPr/>
        </p:nvSpPr>
        <p:spPr bwMode="auto">
          <a:xfrm>
            <a:off x="4495800" y="2189163"/>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0" name="Rectangle 48">
            <a:extLst>
              <a:ext uri="{FF2B5EF4-FFF2-40B4-BE49-F238E27FC236}">
                <a16:creationId xmlns:a16="http://schemas.microsoft.com/office/drawing/2014/main" id="{3B9A6CA6-6DDC-774D-936D-19EDC26AB52B}"/>
              </a:ext>
            </a:extLst>
          </p:cNvPr>
          <p:cNvSpPr>
            <a:spLocks noChangeArrowheads="1"/>
          </p:cNvSpPr>
          <p:nvPr/>
        </p:nvSpPr>
        <p:spPr bwMode="auto">
          <a:xfrm>
            <a:off x="4495800" y="2209800"/>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1" name="Rectangle 49">
            <a:extLst>
              <a:ext uri="{FF2B5EF4-FFF2-40B4-BE49-F238E27FC236}">
                <a16:creationId xmlns:a16="http://schemas.microsoft.com/office/drawing/2014/main" id="{78AECE12-550D-9B47-AE2E-962F90A34E0E}"/>
              </a:ext>
            </a:extLst>
          </p:cNvPr>
          <p:cNvSpPr>
            <a:spLocks noChangeArrowheads="1"/>
          </p:cNvSpPr>
          <p:nvPr/>
        </p:nvSpPr>
        <p:spPr bwMode="auto">
          <a:xfrm>
            <a:off x="6318250" y="2209800"/>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52" name="Rectangle 50">
            <a:extLst>
              <a:ext uri="{FF2B5EF4-FFF2-40B4-BE49-F238E27FC236}">
                <a16:creationId xmlns:a16="http://schemas.microsoft.com/office/drawing/2014/main" id="{FD4290B5-5D82-9C42-A4A3-C7757C755AE8}"/>
              </a:ext>
            </a:extLst>
          </p:cNvPr>
          <p:cNvSpPr>
            <a:spLocks noChangeArrowheads="1"/>
          </p:cNvSpPr>
          <p:nvPr/>
        </p:nvSpPr>
        <p:spPr bwMode="auto">
          <a:xfrm>
            <a:off x="6248400" y="2209800"/>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3" name="Rectangle 51">
            <a:extLst>
              <a:ext uri="{FF2B5EF4-FFF2-40B4-BE49-F238E27FC236}">
                <a16:creationId xmlns:a16="http://schemas.microsoft.com/office/drawing/2014/main" id="{CEF01416-A2A2-304D-AD21-939E5279DD07}"/>
              </a:ext>
            </a:extLst>
          </p:cNvPr>
          <p:cNvSpPr>
            <a:spLocks noChangeArrowheads="1"/>
          </p:cNvSpPr>
          <p:nvPr/>
        </p:nvSpPr>
        <p:spPr bwMode="auto">
          <a:xfrm>
            <a:off x="8153400"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4" name="Rectangle 52">
            <a:extLst>
              <a:ext uri="{FF2B5EF4-FFF2-40B4-BE49-F238E27FC236}">
                <a16:creationId xmlns:a16="http://schemas.microsoft.com/office/drawing/2014/main" id="{8B20B5EC-428E-D045-8CCC-09BDC7C93F7B}"/>
              </a:ext>
            </a:extLst>
          </p:cNvPr>
          <p:cNvSpPr>
            <a:spLocks noChangeArrowheads="1"/>
          </p:cNvSpPr>
          <p:nvPr/>
        </p:nvSpPr>
        <p:spPr bwMode="auto">
          <a:xfrm>
            <a:off x="8161338" y="2209800"/>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55" name="Rectangle 53">
            <a:extLst>
              <a:ext uri="{FF2B5EF4-FFF2-40B4-BE49-F238E27FC236}">
                <a16:creationId xmlns:a16="http://schemas.microsoft.com/office/drawing/2014/main" id="{64A629EF-D7E1-CF45-8518-36946BBD203B}"/>
              </a:ext>
            </a:extLst>
          </p:cNvPr>
          <p:cNvSpPr>
            <a:spLocks noChangeArrowheads="1"/>
          </p:cNvSpPr>
          <p:nvPr/>
        </p:nvSpPr>
        <p:spPr bwMode="auto">
          <a:xfrm>
            <a:off x="8153400" y="2209800"/>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6" name="Rectangle 54">
            <a:extLst>
              <a:ext uri="{FF2B5EF4-FFF2-40B4-BE49-F238E27FC236}">
                <a16:creationId xmlns:a16="http://schemas.microsoft.com/office/drawing/2014/main" id="{81310059-AA6C-5B42-B950-5E475B139F23}"/>
              </a:ext>
            </a:extLst>
          </p:cNvPr>
          <p:cNvSpPr>
            <a:spLocks noChangeArrowheads="1"/>
          </p:cNvSpPr>
          <p:nvPr/>
        </p:nvSpPr>
        <p:spPr bwMode="auto">
          <a:xfrm>
            <a:off x="2209800" y="2133600"/>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7" name="Rectangle 55">
            <a:extLst>
              <a:ext uri="{FF2B5EF4-FFF2-40B4-BE49-F238E27FC236}">
                <a16:creationId xmlns:a16="http://schemas.microsoft.com/office/drawing/2014/main" id="{0B54C50D-F7B4-8340-86C9-AB4C8DD0B9AE}"/>
              </a:ext>
            </a:extLst>
          </p:cNvPr>
          <p:cNvSpPr>
            <a:spLocks noChangeArrowheads="1"/>
          </p:cNvSpPr>
          <p:nvPr/>
        </p:nvSpPr>
        <p:spPr bwMode="auto">
          <a:xfrm>
            <a:off x="6256338" y="2232025"/>
            <a:ext cx="76200" cy="38100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8" name="Line 56">
            <a:extLst>
              <a:ext uri="{FF2B5EF4-FFF2-40B4-BE49-F238E27FC236}">
                <a16:creationId xmlns:a16="http://schemas.microsoft.com/office/drawing/2014/main" id="{7F0E2F55-86DD-7744-8DC5-093752726B99}"/>
              </a:ext>
            </a:extLst>
          </p:cNvPr>
          <p:cNvSpPr>
            <a:spLocks noChangeShapeType="1"/>
          </p:cNvSpPr>
          <p:nvPr/>
        </p:nvSpPr>
        <p:spPr bwMode="auto">
          <a:xfrm>
            <a:off x="6553200" y="1752600"/>
            <a:ext cx="13716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1114" name="Text Box 57">
            <a:extLst>
              <a:ext uri="{FF2B5EF4-FFF2-40B4-BE49-F238E27FC236}">
                <a16:creationId xmlns:a16="http://schemas.microsoft.com/office/drawing/2014/main" id="{29D09A47-3B4A-460E-99C2-EDF75AE3E910}"/>
              </a:ext>
            </a:extLst>
          </p:cNvPr>
          <p:cNvSpPr txBox="1">
            <a:spLocks noChangeArrowheads="1"/>
          </p:cNvSpPr>
          <p:nvPr/>
        </p:nvSpPr>
        <p:spPr bwMode="auto">
          <a:xfrm>
            <a:off x="6934200" y="1416050"/>
            <a:ext cx="500063"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LW</a:t>
            </a:r>
          </a:p>
        </p:txBody>
      </p:sp>
      <p:sp>
        <p:nvSpPr>
          <p:cNvPr id="60" name="Line 58">
            <a:extLst>
              <a:ext uri="{FF2B5EF4-FFF2-40B4-BE49-F238E27FC236}">
                <a16:creationId xmlns:a16="http://schemas.microsoft.com/office/drawing/2014/main" id="{1EE6ED82-C38E-0F41-A86F-E648B55FAF3F}"/>
              </a:ext>
            </a:extLst>
          </p:cNvPr>
          <p:cNvSpPr>
            <a:spLocks noChangeShapeType="1"/>
          </p:cNvSpPr>
          <p:nvPr/>
        </p:nvSpPr>
        <p:spPr bwMode="auto">
          <a:xfrm>
            <a:off x="4800600" y="1711325"/>
            <a:ext cx="13716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1116" name="Text Box 59">
            <a:extLst>
              <a:ext uri="{FF2B5EF4-FFF2-40B4-BE49-F238E27FC236}">
                <a16:creationId xmlns:a16="http://schemas.microsoft.com/office/drawing/2014/main" id="{851A0BD6-17F2-4702-B102-9F25D92C1ADC}"/>
              </a:ext>
            </a:extLst>
          </p:cNvPr>
          <p:cNvSpPr txBox="1">
            <a:spLocks noChangeArrowheads="1"/>
          </p:cNvSpPr>
          <p:nvPr/>
        </p:nvSpPr>
        <p:spPr bwMode="auto">
          <a:xfrm>
            <a:off x="5176838" y="1416050"/>
            <a:ext cx="511175"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SW</a:t>
            </a:r>
          </a:p>
        </p:txBody>
      </p:sp>
      <p:sp>
        <p:nvSpPr>
          <p:cNvPr id="62" name="Line 60">
            <a:extLst>
              <a:ext uri="{FF2B5EF4-FFF2-40B4-BE49-F238E27FC236}">
                <a16:creationId xmlns:a16="http://schemas.microsoft.com/office/drawing/2014/main" id="{F5EDB2BC-E34B-C141-B6DE-A4951DA9DDCB}"/>
              </a:ext>
            </a:extLst>
          </p:cNvPr>
          <p:cNvSpPr>
            <a:spLocks noChangeShapeType="1"/>
          </p:cNvSpPr>
          <p:nvPr/>
        </p:nvSpPr>
        <p:spPr bwMode="auto">
          <a:xfrm>
            <a:off x="2438400" y="1700213"/>
            <a:ext cx="19050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1118" name="Text Box 61">
            <a:extLst>
              <a:ext uri="{FF2B5EF4-FFF2-40B4-BE49-F238E27FC236}">
                <a16:creationId xmlns:a16="http://schemas.microsoft.com/office/drawing/2014/main" id="{C0146B71-897A-4939-9FDC-ED448CC0B6F5}"/>
              </a:ext>
            </a:extLst>
          </p:cNvPr>
          <p:cNvSpPr txBox="1">
            <a:spLocks noChangeArrowheads="1"/>
          </p:cNvSpPr>
          <p:nvPr/>
        </p:nvSpPr>
        <p:spPr bwMode="auto">
          <a:xfrm>
            <a:off x="3063875" y="1416050"/>
            <a:ext cx="622300"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ADD</a:t>
            </a:r>
          </a:p>
        </p:txBody>
      </p:sp>
      <p:sp>
        <p:nvSpPr>
          <p:cNvPr id="64" name="Rectangle 62">
            <a:extLst>
              <a:ext uri="{FF2B5EF4-FFF2-40B4-BE49-F238E27FC236}">
                <a16:creationId xmlns:a16="http://schemas.microsoft.com/office/drawing/2014/main" id="{413E5459-D490-3845-B272-65E38F360824}"/>
              </a:ext>
            </a:extLst>
          </p:cNvPr>
          <p:cNvSpPr>
            <a:spLocks noChangeArrowheads="1"/>
          </p:cNvSpPr>
          <p:nvPr/>
        </p:nvSpPr>
        <p:spPr bwMode="auto">
          <a:xfrm>
            <a:off x="6248400" y="2209800"/>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65" name="Rectangle 63">
            <a:extLst>
              <a:ext uri="{FF2B5EF4-FFF2-40B4-BE49-F238E27FC236}">
                <a16:creationId xmlns:a16="http://schemas.microsoft.com/office/drawing/2014/main" id="{D8023681-44C5-9140-8CC9-871463ABB88F}"/>
              </a:ext>
            </a:extLst>
          </p:cNvPr>
          <p:cNvSpPr>
            <a:spLocks noChangeArrowheads="1"/>
          </p:cNvSpPr>
          <p:nvPr/>
        </p:nvSpPr>
        <p:spPr bwMode="auto">
          <a:xfrm>
            <a:off x="4495800" y="2203450"/>
            <a:ext cx="76200" cy="3810000"/>
          </a:xfrm>
          <a:prstGeom prst="rect">
            <a:avLst/>
          </a:prstGeom>
          <a:solidFill>
            <a:srgbClr val="66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6" name="Rectangle 64">
            <a:extLst>
              <a:ext uri="{FF2B5EF4-FFF2-40B4-BE49-F238E27FC236}">
                <a16:creationId xmlns:a16="http://schemas.microsoft.com/office/drawing/2014/main" id="{C553134E-7A6C-7248-BC0F-968901DE8F41}"/>
              </a:ext>
            </a:extLst>
          </p:cNvPr>
          <p:cNvSpPr>
            <a:spLocks noChangeArrowheads="1"/>
          </p:cNvSpPr>
          <p:nvPr/>
        </p:nvSpPr>
        <p:spPr bwMode="auto">
          <a:xfrm>
            <a:off x="4554538" y="2209800"/>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7" name="Rectangle 65">
            <a:extLst>
              <a:ext uri="{FF2B5EF4-FFF2-40B4-BE49-F238E27FC236}">
                <a16:creationId xmlns:a16="http://schemas.microsoft.com/office/drawing/2014/main" id="{43B8A2B9-269C-1842-8307-304914F0699E}"/>
              </a:ext>
            </a:extLst>
          </p:cNvPr>
          <p:cNvSpPr>
            <a:spLocks noChangeArrowheads="1"/>
          </p:cNvSpPr>
          <p:nvPr/>
        </p:nvSpPr>
        <p:spPr bwMode="auto">
          <a:xfrm>
            <a:off x="4554538" y="2209800"/>
            <a:ext cx="76200" cy="38100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68" name="Rectangle 66">
            <a:extLst>
              <a:ext uri="{FF2B5EF4-FFF2-40B4-BE49-F238E27FC236}">
                <a16:creationId xmlns:a16="http://schemas.microsoft.com/office/drawing/2014/main" id="{883402F4-DD45-D942-B8CD-7EA91EB11F3E}"/>
              </a:ext>
            </a:extLst>
          </p:cNvPr>
          <p:cNvSpPr>
            <a:spLocks noChangeArrowheads="1"/>
          </p:cNvSpPr>
          <p:nvPr/>
        </p:nvSpPr>
        <p:spPr bwMode="auto">
          <a:xfrm>
            <a:off x="2316163" y="2185988"/>
            <a:ext cx="76200" cy="3810000"/>
          </a:xfrm>
          <a:prstGeom prst="rect">
            <a:avLst/>
          </a:prstGeom>
          <a:solidFill>
            <a:srgbClr val="66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69" name="Rectangle 67">
            <a:extLst>
              <a:ext uri="{FF2B5EF4-FFF2-40B4-BE49-F238E27FC236}">
                <a16:creationId xmlns:a16="http://schemas.microsoft.com/office/drawing/2014/main" id="{548CCE18-546B-644A-9A5C-8BB1B6EDDB75}"/>
              </a:ext>
            </a:extLst>
          </p:cNvPr>
          <p:cNvSpPr>
            <a:spLocks noChangeArrowheads="1"/>
          </p:cNvSpPr>
          <p:nvPr/>
        </p:nvSpPr>
        <p:spPr bwMode="auto">
          <a:xfrm>
            <a:off x="2286000" y="2185988"/>
            <a:ext cx="76200" cy="3810000"/>
          </a:xfrm>
          <a:prstGeom prst="rect">
            <a:avLst/>
          </a:prstGeom>
          <a:solidFill>
            <a:srgbClr val="66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70" name="Rectangle 68">
            <a:extLst>
              <a:ext uri="{FF2B5EF4-FFF2-40B4-BE49-F238E27FC236}">
                <a16:creationId xmlns:a16="http://schemas.microsoft.com/office/drawing/2014/main" id="{03476971-F6A5-764F-9881-57A85BB72D65}"/>
              </a:ext>
            </a:extLst>
          </p:cNvPr>
          <p:cNvSpPr>
            <a:spLocks noChangeArrowheads="1"/>
          </p:cNvSpPr>
          <p:nvPr/>
        </p:nvSpPr>
        <p:spPr bwMode="auto">
          <a:xfrm>
            <a:off x="2209800" y="2184400"/>
            <a:ext cx="76200" cy="3810000"/>
          </a:xfrm>
          <a:prstGeom prst="rect">
            <a:avLst/>
          </a:prstGeom>
          <a:solidFill>
            <a:srgbClr val="FFFF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71" name="Rectangle 69">
            <a:extLst>
              <a:ext uri="{FF2B5EF4-FFF2-40B4-BE49-F238E27FC236}">
                <a16:creationId xmlns:a16="http://schemas.microsoft.com/office/drawing/2014/main" id="{7C32721E-FFC0-9548-86DB-863D73937CBC}"/>
              </a:ext>
            </a:extLst>
          </p:cNvPr>
          <p:cNvSpPr>
            <a:spLocks noChangeArrowheads="1"/>
          </p:cNvSpPr>
          <p:nvPr/>
        </p:nvSpPr>
        <p:spPr bwMode="auto">
          <a:xfrm>
            <a:off x="2209800" y="2174875"/>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72" name="Line 70">
            <a:extLst>
              <a:ext uri="{FF2B5EF4-FFF2-40B4-BE49-F238E27FC236}">
                <a16:creationId xmlns:a16="http://schemas.microsoft.com/office/drawing/2014/main" id="{C1021038-AE7B-4144-9B02-0D1062A12AA1}"/>
              </a:ext>
            </a:extLst>
          </p:cNvPr>
          <p:cNvSpPr>
            <a:spLocks noChangeShapeType="1"/>
          </p:cNvSpPr>
          <p:nvPr/>
        </p:nvSpPr>
        <p:spPr bwMode="auto">
          <a:xfrm>
            <a:off x="228600" y="1719263"/>
            <a:ext cx="19050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1128" name="Text Box 71">
            <a:extLst>
              <a:ext uri="{FF2B5EF4-FFF2-40B4-BE49-F238E27FC236}">
                <a16:creationId xmlns:a16="http://schemas.microsoft.com/office/drawing/2014/main" id="{AEFA5C94-2FA7-43A9-A2F7-2D93E447BFA4}"/>
              </a:ext>
            </a:extLst>
          </p:cNvPr>
          <p:cNvSpPr txBox="1">
            <a:spLocks noChangeArrowheads="1"/>
          </p:cNvSpPr>
          <p:nvPr/>
        </p:nvSpPr>
        <p:spPr bwMode="auto">
          <a:xfrm>
            <a:off x="858838" y="1435100"/>
            <a:ext cx="611187"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SUB</a:t>
            </a:r>
          </a:p>
        </p:txBody>
      </p:sp>
      <p:sp>
        <p:nvSpPr>
          <p:cNvPr id="131129" name="文本框 73">
            <a:extLst>
              <a:ext uri="{FF2B5EF4-FFF2-40B4-BE49-F238E27FC236}">
                <a16:creationId xmlns:a16="http://schemas.microsoft.com/office/drawing/2014/main" id="{56280C73-6CC1-431D-8A1E-FB8AFAFE4D6A}"/>
              </a:ext>
            </a:extLst>
          </p:cNvPr>
          <p:cNvSpPr txBox="1">
            <a:spLocks noChangeArrowheads="1"/>
          </p:cNvSpPr>
          <p:nvPr/>
        </p:nvSpPr>
        <p:spPr bwMode="auto">
          <a:xfrm>
            <a:off x="3833813" y="1020763"/>
            <a:ext cx="14732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a:solidFill>
                  <a:srgbClr val="000000"/>
                </a:solidFill>
              </a:rPr>
              <a:t>Clock 4</a:t>
            </a:r>
            <a:endParaRPr lang="zh-CN" altLang="en-US">
              <a:solidFill>
                <a:srgbClr val="000000"/>
              </a:solidFill>
            </a:endParaRPr>
          </a:p>
        </p:txBody>
      </p:sp>
      <p:sp>
        <p:nvSpPr>
          <p:cNvPr id="131130" name="文本框 74">
            <a:extLst>
              <a:ext uri="{FF2B5EF4-FFF2-40B4-BE49-F238E27FC236}">
                <a16:creationId xmlns:a16="http://schemas.microsoft.com/office/drawing/2014/main" id="{8D7B4048-C34B-4FB8-9B45-75DB9F8F2FF0}"/>
              </a:ext>
            </a:extLst>
          </p:cNvPr>
          <p:cNvSpPr txBox="1">
            <a:spLocks noChangeArrowheads="1"/>
          </p:cNvSpPr>
          <p:nvPr/>
        </p:nvSpPr>
        <p:spPr bwMode="auto">
          <a:xfrm>
            <a:off x="82550" y="5245100"/>
            <a:ext cx="2038350" cy="941388"/>
          </a:xfrm>
          <a:prstGeom prst="rect">
            <a:avLst/>
          </a:prstGeom>
          <a:noFill/>
          <a:ln w="127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lw  $t0,  10($t1)</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sw  $t3,  20($t4)</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add $t5,  $t6,  $t7</a:t>
            </a:r>
          </a:p>
          <a:p>
            <a:pPr eaLnBrk="1" hangingPunct="1">
              <a:spcBef>
                <a:spcPct val="20000"/>
              </a:spcBef>
              <a:buClr>
                <a:srgbClr val="3333CC"/>
              </a:buClr>
              <a:buSzPct val="60000"/>
            </a:pPr>
            <a:r>
              <a:rPr kumimoji="0" lang="en-US" altLang="zh-CN" sz="1200" b="1">
                <a:solidFill>
                  <a:srgbClr val="FF0000"/>
                </a:solidFill>
                <a:latin typeface="Courier New" panose="02070309020205020404" pitchFamily="49" charset="0"/>
                <a:ea typeface="宋体" panose="02010600030101010101" pitchFamily="2" charset="-122"/>
              </a:rPr>
              <a:t>sub $t8,  $t9,  $t10</a:t>
            </a:r>
            <a:endParaRPr kumimoji="0" lang="en-US" altLang="zh-CN" sz="1200" b="1">
              <a:solidFill>
                <a:srgbClr val="FF0000"/>
              </a:solidFill>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BF41EF-C251-0243-B1B1-9BC78D2CE54E}"/>
              </a:ext>
            </a:extLst>
          </p:cNvPr>
          <p:cNvSpPr>
            <a:spLocks noGrp="1"/>
          </p:cNvSpPr>
          <p:nvPr>
            <p:ph type="title"/>
          </p:nvPr>
        </p:nvSpPr>
        <p:spPr/>
        <p:txBody>
          <a:bodyPr/>
          <a:lstStyle/>
          <a:p>
            <a:r>
              <a:rPr lang="zh-CN" altLang="en-US"/>
              <a:t>流水线数据通路图</a:t>
            </a:r>
          </a:p>
        </p:txBody>
      </p:sp>
      <p:sp>
        <p:nvSpPr>
          <p:cNvPr id="132098" name="内容占位符 2">
            <a:extLst>
              <a:ext uri="{FF2B5EF4-FFF2-40B4-BE49-F238E27FC236}">
                <a16:creationId xmlns:a16="http://schemas.microsoft.com/office/drawing/2014/main" id="{75AD629E-EB13-4195-9A96-2AC50EEF3027}"/>
              </a:ext>
            </a:extLst>
          </p:cNvPr>
          <p:cNvSpPr>
            <a:spLocks noGrp="1" noChangeArrowheads="1"/>
          </p:cNvSpPr>
          <p:nvPr>
            <p:ph idx="1"/>
          </p:nvPr>
        </p:nvSpPr>
        <p:spPr/>
        <p:txBody>
          <a:bodyPr/>
          <a:lstStyle/>
          <a:p>
            <a:endParaRPr lang="zh-CN" altLang="en-US"/>
          </a:p>
        </p:txBody>
      </p:sp>
      <p:sp>
        <p:nvSpPr>
          <p:cNvPr id="5" name="Rectangle 2">
            <a:extLst>
              <a:ext uri="{FF2B5EF4-FFF2-40B4-BE49-F238E27FC236}">
                <a16:creationId xmlns:a16="http://schemas.microsoft.com/office/drawing/2014/main" id="{1082CF97-F956-6142-BB11-C1970BA58D2B}"/>
              </a:ext>
            </a:extLst>
          </p:cNvPr>
          <p:cNvSpPr>
            <a:spLocks noChangeArrowheads="1"/>
          </p:cNvSpPr>
          <p:nvPr/>
        </p:nvSpPr>
        <p:spPr bwMode="auto">
          <a:xfrm>
            <a:off x="2513013" y="4981575"/>
            <a:ext cx="1981200" cy="120650"/>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6" name="Rectangle 3">
            <a:extLst>
              <a:ext uri="{FF2B5EF4-FFF2-40B4-BE49-F238E27FC236}">
                <a16:creationId xmlns:a16="http://schemas.microsoft.com/office/drawing/2014/main" id="{97ADE262-E5C0-274C-93D8-8664917CEC54}"/>
              </a:ext>
            </a:extLst>
          </p:cNvPr>
          <p:cNvSpPr>
            <a:spLocks noChangeArrowheads="1"/>
          </p:cNvSpPr>
          <p:nvPr/>
        </p:nvSpPr>
        <p:spPr bwMode="auto">
          <a:xfrm>
            <a:off x="4189413" y="3692525"/>
            <a:ext cx="228600" cy="152400"/>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7" name="Rectangle 4">
            <a:extLst>
              <a:ext uri="{FF2B5EF4-FFF2-40B4-BE49-F238E27FC236}">
                <a16:creationId xmlns:a16="http://schemas.microsoft.com/office/drawing/2014/main" id="{257741A6-7F9A-584D-B814-67606906A717}"/>
              </a:ext>
            </a:extLst>
          </p:cNvPr>
          <p:cNvSpPr>
            <a:spLocks noChangeArrowheads="1"/>
          </p:cNvSpPr>
          <p:nvPr/>
        </p:nvSpPr>
        <p:spPr bwMode="auto">
          <a:xfrm>
            <a:off x="4189413" y="4208463"/>
            <a:ext cx="228600" cy="152400"/>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8" name="Rectangle 5">
            <a:extLst>
              <a:ext uri="{FF2B5EF4-FFF2-40B4-BE49-F238E27FC236}">
                <a16:creationId xmlns:a16="http://schemas.microsoft.com/office/drawing/2014/main" id="{B1F2A24B-2F6A-8442-AB1C-6548F41DD366}"/>
              </a:ext>
            </a:extLst>
          </p:cNvPr>
          <p:cNvSpPr>
            <a:spLocks noChangeArrowheads="1"/>
          </p:cNvSpPr>
          <p:nvPr/>
        </p:nvSpPr>
        <p:spPr bwMode="auto">
          <a:xfrm>
            <a:off x="2436813" y="5632450"/>
            <a:ext cx="1981200" cy="152400"/>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9" name="Rectangle 6">
            <a:extLst>
              <a:ext uri="{FF2B5EF4-FFF2-40B4-BE49-F238E27FC236}">
                <a16:creationId xmlns:a16="http://schemas.microsoft.com/office/drawing/2014/main" id="{46C9720B-4403-CA47-B8A9-9F114EC97648}"/>
              </a:ext>
            </a:extLst>
          </p:cNvPr>
          <p:cNvSpPr>
            <a:spLocks noChangeArrowheads="1"/>
          </p:cNvSpPr>
          <p:nvPr/>
        </p:nvSpPr>
        <p:spPr bwMode="auto">
          <a:xfrm>
            <a:off x="2513013" y="3879850"/>
            <a:ext cx="474662" cy="152400"/>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0" name="Rectangle 7">
            <a:extLst>
              <a:ext uri="{FF2B5EF4-FFF2-40B4-BE49-F238E27FC236}">
                <a16:creationId xmlns:a16="http://schemas.microsoft.com/office/drawing/2014/main" id="{2CB34D31-27E2-BA42-B269-AE0F65E9A780}"/>
              </a:ext>
            </a:extLst>
          </p:cNvPr>
          <p:cNvSpPr>
            <a:spLocks noChangeArrowheads="1"/>
          </p:cNvSpPr>
          <p:nvPr/>
        </p:nvSpPr>
        <p:spPr bwMode="auto">
          <a:xfrm>
            <a:off x="2284413" y="3651250"/>
            <a:ext cx="685800" cy="152400"/>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1" name="Rectangle 8">
            <a:extLst>
              <a:ext uri="{FF2B5EF4-FFF2-40B4-BE49-F238E27FC236}">
                <a16:creationId xmlns:a16="http://schemas.microsoft.com/office/drawing/2014/main" id="{D505E869-1BC9-7140-853A-580079F3AD6B}"/>
              </a:ext>
            </a:extLst>
          </p:cNvPr>
          <p:cNvSpPr>
            <a:spLocks noChangeArrowheads="1"/>
          </p:cNvSpPr>
          <p:nvPr/>
        </p:nvSpPr>
        <p:spPr bwMode="auto">
          <a:xfrm>
            <a:off x="2360613" y="3727450"/>
            <a:ext cx="152400" cy="2057400"/>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2" name="Rectangle 9">
            <a:extLst>
              <a:ext uri="{FF2B5EF4-FFF2-40B4-BE49-F238E27FC236}">
                <a16:creationId xmlns:a16="http://schemas.microsoft.com/office/drawing/2014/main" id="{90E687E3-8150-BA4B-8726-EE48C2B724D7}"/>
              </a:ext>
            </a:extLst>
          </p:cNvPr>
          <p:cNvSpPr>
            <a:spLocks noChangeArrowheads="1"/>
          </p:cNvSpPr>
          <p:nvPr/>
        </p:nvSpPr>
        <p:spPr bwMode="auto">
          <a:xfrm>
            <a:off x="3808413" y="4711700"/>
            <a:ext cx="304800" cy="685800"/>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13" name="Rectangle 10">
            <a:extLst>
              <a:ext uri="{FF2B5EF4-FFF2-40B4-BE49-F238E27FC236}">
                <a16:creationId xmlns:a16="http://schemas.microsoft.com/office/drawing/2014/main" id="{A4847AC2-8014-D547-A403-789D0105B76A}"/>
              </a:ext>
            </a:extLst>
          </p:cNvPr>
          <p:cNvSpPr>
            <a:spLocks noChangeArrowheads="1"/>
          </p:cNvSpPr>
          <p:nvPr/>
        </p:nvSpPr>
        <p:spPr bwMode="auto">
          <a:xfrm flipH="1">
            <a:off x="3773488" y="3533775"/>
            <a:ext cx="457200" cy="1066800"/>
          </a:xfrm>
          <a:prstGeom prst="rect">
            <a:avLst/>
          </a:prstGeom>
          <a:solidFill>
            <a:srgbClr val="FFFF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4" name="Rectangle 11">
            <a:extLst>
              <a:ext uri="{FF2B5EF4-FFF2-40B4-BE49-F238E27FC236}">
                <a16:creationId xmlns:a16="http://schemas.microsoft.com/office/drawing/2014/main" id="{1FFD7224-4986-4E4A-8E61-3CB69D69B4F5}"/>
              </a:ext>
            </a:extLst>
          </p:cNvPr>
          <p:cNvSpPr>
            <a:spLocks noChangeArrowheads="1"/>
          </p:cNvSpPr>
          <p:nvPr/>
        </p:nvSpPr>
        <p:spPr bwMode="auto">
          <a:xfrm>
            <a:off x="4570413" y="5638800"/>
            <a:ext cx="16002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5" name="Rectangle 12">
            <a:extLst>
              <a:ext uri="{FF2B5EF4-FFF2-40B4-BE49-F238E27FC236}">
                <a16:creationId xmlns:a16="http://schemas.microsoft.com/office/drawing/2014/main" id="{D130F899-F2BF-E14F-93AD-4B8D11CF2535}"/>
              </a:ext>
            </a:extLst>
          </p:cNvPr>
          <p:cNvSpPr>
            <a:spLocks noChangeArrowheads="1"/>
          </p:cNvSpPr>
          <p:nvPr/>
        </p:nvSpPr>
        <p:spPr bwMode="auto">
          <a:xfrm>
            <a:off x="4516438" y="4191000"/>
            <a:ext cx="587375"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6" name="Rectangle 13">
            <a:extLst>
              <a:ext uri="{FF2B5EF4-FFF2-40B4-BE49-F238E27FC236}">
                <a16:creationId xmlns:a16="http://schemas.microsoft.com/office/drawing/2014/main" id="{A2FA360D-AE82-804D-B916-5436D7A2E5F5}"/>
              </a:ext>
            </a:extLst>
          </p:cNvPr>
          <p:cNvSpPr>
            <a:spLocks noChangeArrowheads="1"/>
          </p:cNvSpPr>
          <p:nvPr/>
        </p:nvSpPr>
        <p:spPr bwMode="auto">
          <a:xfrm>
            <a:off x="5256213" y="4343400"/>
            <a:ext cx="1524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7" name="Rectangle 14">
            <a:extLst>
              <a:ext uri="{FF2B5EF4-FFF2-40B4-BE49-F238E27FC236}">
                <a16:creationId xmlns:a16="http://schemas.microsoft.com/office/drawing/2014/main" id="{E4202F1E-9B4D-C04D-B5B2-67627D8DE8F3}"/>
              </a:ext>
            </a:extLst>
          </p:cNvPr>
          <p:cNvSpPr>
            <a:spLocks noChangeArrowheads="1"/>
          </p:cNvSpPr>
          <p:nvPr/>
        </p:nvSpPr>
        <p:spPr bwMode="auto">
          <a:xfrm>
            <a:off x="5027613" y="4162425"/>
            <a:ext cx="228600" cy="533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8" name="Rectangle 15">
            <a:extLst>
              <a:ext uri="{FF2B5EF4-FFF2-40B4-BE49-F238E27FC236}">
                <a16:creationId xmlns:a16="http://schemas.microsoft.com/office/drawing/2014/main" id="{9B8E7E74-D846-624F-95AC-E95F145C91AB}"/>
              </a:ext>
            </a:extLst>
          </p:cNvPr>
          <p:cNvSpPr>
            <a:spLocks noChangeArrowheads="1"/>
          </p:cNvSpPr>
          <p:nvPr/>
        </p:nvSpPr>
        <p:spPr bwMode="auto">
          <a:xfrm flipH="1">
            <a:off x="5391150" y="3540125"/>
            <a:ext cx="609600" cy="1089025"/>
          </a:xfrm>
          <a:prstGeom prst="rect">
            <a:avLst/>
          </a:prstGeom>
          <a:solidFill>
            <a:srgbClr val="66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19" name="Rectangle 16">
            <a:extLst>
              <a:ext uri="{FF2B5EF4-FFF2-40B4-BE49-F238E27FC236}">
                <a16:creationId xmlns:a16="http://schemas.microsoft.com/office/drawing/2014/main" id="{035323AC-B775-434B-919C-37F11B9FD105}"/>
              </a:ext>
            </a:extLst>
          </p:cNvPr>
          <p:cNvSpPr>
            <a:spLocks noChangeArrowheads="1"/>
          </p:cNvSpPr>
          <p:nvPr/>
        </p:nvSpPr>
        <p:spPr bwMode="auto">
          <a:xfrm>
            <a:off x="4494213" y="3692525"/>
            <a:ext cx="89535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0" name="Rectangle 17">
            <a:extLst>
              <a:ext uri="{FF2B5EF4-FFF2-40B4-BE49-F238E27FC236}">
                <a16:creationId xmlns:a16="http://schemas.microsoft.com/office/drawing/2014/main" id="{381C283D-7844-7147-861C-92A8B12EF6B9}"/>
              </a:ext>
            </a:extLst>
          </p:cNvPr>
          <p:cNvSpPr>
            <a:spLocks noChangeArrowheads="1"/>
          </p:cNvSpPr>
          <p:nvPr/>
        </p:nvSpPr>
        <p:spPr bwMode="auto">
          <a:xfrm>
            <a:off x="5865813" y="4040188"/>
            <a:ext cx="304800" cy="152400"/>
          </a:xfrm>
          <a:prstGeom prst="rect">
            <a:avLst/>
          </a:prstGeom>
          <a:solidFill>
            <a:srgbClr val="66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1" name="Rectangle 18">
            <a:extLst>
              <a:ext uri="{FF2B5EF4-FFF2-40B4-BE49-F238E27FC236}">
                <a16:creationId xmlns:a16="http://schemas.microsoft.com/office/drawing/2014/main" id="{3AD16197-A02B-8547-89F2-EAB2C4547D52}"/>
              </a:ext>
            </a:extLst>
          </p:cNvPr>
          <p:cNvSpPr>
            <a:spLocks noChangeArrowheads="1"/>
          </p:cNvSpPr>
          <p:nvPr/>
        </p:nvSpPr>
        <p:spPr bwMode="auto">
          <a:xfrm>
            <a:off x="6334125" y="4003675"/>
            <a:ext cx="228600" cy="1524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2" name="Rectangle 19">
            <a:extLst>
              <a:ext uri="{FF2B5EF4-FFF2-40B4-BE49-F238E27FC236}">
                <a16:creationId xmlns:a16="http://schemas.microsoft.com/office/drawing/2014/main" id="{047C9CE7-B0AE-6049-97FD-B0BE1C48F606}"/>
              </a:ext>
            </a:extLst>
          </p:cNvPr>
          <p:cNvSpPr>
            <a:spLocks noChangeArrowheads="1"/>
          </p:cNvSpPr>
          <p:nvPr/>
        </p:nvSpPr>
        <p:spPr bwMode="auto">
          <a:xfrm>
            <a:off x="6399213" y="4114800"/>
            <a:ext cx="152400" cy="381000"/>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3" name="Rectangle 20">
            <a:extLst>
              <a:ext uri="{FF2B5EF4-FFF2-40B4-BE49-F238E27FC236}">
                <a16:creationId xmlns:a16="http://schemas.microsoft.com/office/drawing/2014/main" id="{72713695-5BD7-1F43-81EF-093884714AEB}"/>
              </a:ext>
            </a:extLst>
          </p:cNvPr>
          <p:cNvSpPr>
            <a:spLocks noChangeArrowheads="1"/>
          </p:cNvSpPr>
          <p:nvPr/>
        </p:nvSpPr>
        <p:spPr bwMode="auto">
          <a:xfrm>
            <a:off x="6477000" y="4360863"/>
            <a:ext cx="303213" cy="134937"/>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4" name="Rectangle 21">
            <a:extLst>
              <a:ext uri="{FF2B5EF4-FFF2-40B4-BE49-F238E27FC236}">
                <a16:creationId xmlns:a16="http://schemas.microsoft.com/office/drawing/2014/main" id="{2C4D074F-1124-E149-B49E-E08C44702925}"/>
              </a:ext>
            </a:extLst>
          </p:cNvPr>
          <p:cNvSpPr>
            <a:spLocks noChangeArrowheads="1"/>
          </p:cNvSpPr>
          <p:nvPr/>
        </p:nvSpPr>
        <p:spPr bwMode="auto">
          <a:xfrm>
            <a:off x="6323013" y="4935538"/>
            <a:ext cx="457200" cy="169862"/>
          </a:xfrm>
          <a:prstGeom prst="rect">
            <a:avLst/>
          </a:prstGeom>
          <a:solidFill>
            <a:srgbClr val="00E4A8"/>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5" name="Rectangle 22">
            <a:extLst>
              <a:ext uri="{FF2B5EF4-FFF2-40B4-BE49-F238E27FC236}">
                <a16:creationId xmlns:a16="http://schemas.microsoft.com/office/drawing/2014/main" id="{100273A7-3F2A-1840-9221-CA10F8B583B1}"/>
              </a:ext>
            </a:extLst>
          </p:cNvPr>
          <p:cNvSpPr>
            <a:spLocks noChangeArrowheads="1"/>
          </p:cNvSpPr>
          <p:nvPr/>
        </p:nvSpPr>
        <p:spPr bwMode="auto">
          <a:xfrm flipH="1">
            <a:off x="6727825" y="4198938"/>
            <a:ext cx="533400" cy="10668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26" name="Rectangle 23">
            <a:extLst>
              <a:ext uri="{FF2B5EF4-FFF2-40B4-BE49-F238E27FC236}">
                <a16:creationId xmlns:a16="http://schemas.microsoft.com/office/drawing/2014/main" id="{E8F22A42-8776-8E46-8366-5717AC7AB0DA}"/>
              </a:ext>
            </a:extLst>
          </p:cNvPr>
          <p:cNvSpPr>
            <a:spLocks noChangeArrowheads="1"/>
          </p:cNvSpPr>
          <p:nvPr/>
        </p:nvSpPr>
        <p:spPr bwMode="auto">
          <a:xfrm>
            <a:off x="2741613" y="4402138"/>
            <a:ext cx="381000" cy="93662"/>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7" name="Rectangle 24">
            <a:extLst>
              <a:ext uri="{FF2B5EF4-FFF2-40B4-BE49-F238E27FC236}">
                <a16:creationId xmlns:a16="http://schemas.microsoft.com/office/drawing/2014/main" id="{372EE5C3-7038-AD4E-AF37-03723890B846}"/>
              </a:ext>
            </a:extLst>
          </p:cNvPr>
          <p:cNvSpPr>
            <a:spLocks noChangeArrowheads="1"/>
          </p:cNvSpPr>
          <p:nvPr/>
        </p:nvSpPr>
        <p:spPr bwMode="auto">
          <a:xfrm>
            <a:off x="2682875" y="4378325"/>
            <a:ext cx="152400" cy="19050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8" name="Rectangle 25">
            <a:extLst>
              <a:ext uri="{FF2B5EF4-FFF2-40B4-BE49-F238E27FC236}">
                <a16:creationId xmlns:a16="http://schemas.microsoft.com/office/drawing/2014/main" id="{9FBC681A-9460-4544-A0A1-11C39BE886CC}"/>
              </a:ext>
            </a:extLst>
          </p:cNvPr>
          <p:cNvSpPr>
            <a:spLocks noChangeArrowheads="1"/>
          </p:cNvSpPr>
          <p:nvPr/>
        </p:nvSpPr>
        <p:spPr bwMode="auto">
          <a:xfrm>
            <a:off x="8304213" y="5715000"/>
            <a:ext cx="152400" cy="4572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29" name="Rectangle 26">
            <a:extLst>
              <a:ext uri="{FF2B5EF4-FFF2-40B4-BE49-F238E27FC236}">
                <a16:creationId xmlns:a16="http://schemas.microsoft.com/office/drawing/2014/main" id="{A85A7472-7934-9A48-B82D-3B2D5478D3EF}"/>
              </a:ext>
            </a:extLst>
          </p:cNvPr>
          <p:cNvSpPr>
            <a:spLocks noChangeArrowheads="1"/>
          </p:cNvSpPr>
          <p:nvPr/>
        </p:nvSpPr>
        <p:spPr bwMode="auto">
          <a:xfrm>
            <a:off x="8151813" y="5640388"/>
            <a:ext cx="304800" cy="150812"/>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0" name="Rectangle 27">
            <a:extLst>
              <a:ext uri="{FF2B5EF4-FFF2-40B4-BE49-F238E27FC236}">
                <a16:creationId xmlns:a16="http://schemas.microsoft.com/office/drawing/2014/main" id="{A9502997-7C36-E44E-B64C-13A10E2F3E5C}"/>
              </a:ext>
            </a:extLst>
          </p:cNvPr>
          <p:cNvSpPr>
            <a:spLocks noChangeArrowheads="1"/>
          </p:cNvSpPr>
          <p:nvPr/>
        </p:nvSpPr>
        <p:spPr bwMode="auto">
          <a:xfrm>
            <a:off x="2513013" y="6019800"/>
            <a:ext cx="5867400" cy="117475"/>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1" name="Rectangle 28">
            <a:extLst>
              <a:ext uri="{FF2B5EF4-FFF2-40B4-BE49-F238E27FC236}">
                <a16:creationId xmlns:a16="http://schemas.microsoft.com/office/drawing/2014/main" id="{BD44EDE4-1EC3-AD48-84F9-494FD13676EB}"/>
              </a:ext>
            </a:extLst>
          </p:cNvPr>
          <p:cNvSpPr>
            <a:spLocks noChangeArrowheads="1"/>
          </p:cNvSpPr>
          <p:nvPr/>
        </p:nvSpPr>
        <p:spPr bwMode="auto">
          <a:xfrm flipH="1">
            <a:off x="3005138" y="3563938"/>
            <a:ext cx="457200" cy="10668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2" name="Rectangle 29">
            <a:extLst>
              <a:ext uri="{FF2B5EF4-FFF2-40B4-BE49-F238E27FC236}">
                <a16:creationId xmlns:a16="http://schemas.microsoft.com/office/drawing/2014/main" id="{52497229-3750-194F-A6B2-D02CE8386908}"/>
              </a:ext>
            </a:extLst>
          </p:cNvPr>
          <p:cNvSpPr>
            <a:spLocks noChangeArrowheads="1"/>
          </p:cNvSpPr>
          <p:nvPr/>
        </p:nvSpPr>
        <p:spPr bwMode="auto">
          <a:xfrm>
            <a:off x="2513013" y="4114800"/>
            <a:ext cx="5334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3" name="Rectangle 30">
            <a:extLst>
              <a:ext uri="{FF2B5EF4-FFF2-40B4-BE49-F238E27FC236}">
                <a16:creationId xmlns:a16="http://schemas.microsoft.com/office/drawing/2014/main" id="{FBF60666-6843-E846-A4A9-AB865BAE468A}"/>
              </a:ext>
            </a:extLst>
          </p:cNvPr>
          <p:cNvSpPr>
            <a:spLocks noChangeArrowheads="1"/>
          </p:cNvSpPr>
          <p:nvPr/>
        </p:nvSpPr>
        <p:spPr bwMode="auto">
          <a:xfrm>
            <a:off x="2513013" y="4114800"/>
            <a:ext cx="152400" cy="19050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4" name="Rectangle 31">
            <a:extLst>
              <a:ext uri="{FF2B5EF4-FFF2-40B4-BE49-F238E27FC236}">
                <a16:creationId xmlns:a16="http://schemas.microsoft.com/office/drawing/2014/main" id="{22281ACE-120B-9D47-89BD-1DD32D26CF05}"/>
              </a:ext>
            </a:extLst>
          </p:cNvPr>
          <p:cNvSpPr>
            <a:spLocks noChangeArrowheads="1"/>
          </p:cNvSpPr>
          <p:nvPr/>
        </p:nvSpPr>
        <p:spPr bwMode="auto">
          <a:xfrm>
            <a:off x="8796338" y="4824413"/>
            <a:ext cx="304800" cy="150812"/>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5" name="Rectangle 32">
            <a:extLst>
              <a:ext uri="{FF2B5EF4-FFF2-40B4-BE49-F238E27FC236}">
                <a16:creationId xmlns:a16="http://schemas.microsoft.com/office/drawing/2014/main" id="{E829CF01-8FB3-1C4A-B5C0-AC1717612A89}"/>
              </a:ext>
            </a:extLst>
          </p:cNvPr>
          <p:cNvSpPr>
            <a:spLocks noChangeArrowheads="1"/>
          </p:cNvSpPr>
          <p:nvPr/>
        </p:nvSpPr>
        <p:spPr bwMode="auto">
          <a:xfrm>
            <a:off x="8948738" y="4848225"/>
            <a:ext cx="152400" cy="1400175"/>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6" name="Rectangle 33">
            <a:extLst>
              <a:ext uri="{FF2B5EF4-FFF2-40B4-BE49-F238E27FC236}">
                <a16:creationId xmlns:a16="http://schemas.microsoft.com/office/drawing/2014/main" id="{F43E6526-51A2-CE45-BD87-6ABDC59D1207}"/>
              </a:ext>
            </a:extLst>
          </p:cNvPr>
          <p:cNvSpPr>
            <a:spLocks noChangeArrowheads="1"/>
          </p:cNvSpPr>
          <p:nvPr/>
        </p:nvSpPr>
        <p:spPr bwMode="auto">
          <a:xfrm>
            <a:off x="2741613" y="6154738"/>
            <a:ext cx="6324600" cy="152400"/>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7" name="Rectangle 34">
            <a:extLst>
              <a:ext uri="{FF2B5EF4-FFF2-40B4-BE49-F238E27FC236}">
                <a16:creationId xmlns:a16="http://schemas.microsoft.com/office/drawing/2014/main" id="{B76396D7-48BD-9F45-8FE7-7CC9DB984AA5}"/>
              </a:ext>
            </a:extLst>
          </p:cNvPr>
          <p:cNvSpPr>
            <a:spLocks noChangeArrowheads="1"/>
          </p:cNvSpPr>
          <p:nvPr/>
        </p:nvSpPr>
        <p:spPr bwMode="auto">
          <a:xfrm>
            <a:off x="8110538" y="4683125"/>
            <a:ext cx="533400" cy="131763"/>
          </a:xfrm>
          <a:prstGeom prst="rect">
            <a:avLst/>
          </a:prstGeom>
          <a:solidFill>
            <a:srgbClr val="FF99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8" name="Rectangle 35">
            <a:extLst>
              <a:ext uri="{FF2B5EF4-FFF2-40B4-BE49-F238E27FC236}">
                <a16:creationId xmlns:a16="http://schemas.microsoft.com/office/drawing/2014/main" id="{555D74C7-E2C2-254B-B5E5-E0CF4A649F32}"/>
              </a:ext>
            </a:extLst>
          </p:cNvPr>
          <p:cNvSpPr>
            <a:spLocks noChangeArrowheads="1"/>
          </p:cNvSpPr>
          <p:nvPr/>
        </p:nvSpPr>
        <p:spPr bwMode="auto">
          <a:xfrm flipH="1">
            <a:off x="8661400" y="4572000"/>
            <a:ext cx="228600" cy="6096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39" name="Rectangle 37">
            <a:extLst>
              <a:ext uri="{FF2B5EF4-FFF2-40B4-BE49-F238E27FC236}">
                <a16:creationId xmlns:a16="http://schemas.microsoft.com/office/drawing/2014/main" id="{6357CD6D-99CE-3D43-A86E-F5D918AB2C51}"/>
              </a:ext>
            </a:extLst>
          </p:cNvPr>
          <p:cNvSpPr>
            <a:spLocks noChangeArrowheads="1"/>
          </p:cNvSpPr>
          <p:nvPr/>
        </p:nvSpPr>
        <p:spPr bwMode="auto">
          <a:xfrm>
            <a:off x="4418013"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0" name="Rectangle 38">
            <a:extLst>
              <a:ext uri="{FF2B5EF4-FFF2-40B4-BE49-F238E27FC236}">
                <a16:creationId xmlns:a16="http://schemas.microsoft.com/office/drawing/2014/main" id="{C8FBA238-AA3A-9F4D-BD3F-EDE963527D01}"/>
              </a:ext>
            </a:extLst>
          </p:cNvPr>
          <p:cNvSpPr>
            <a:spLocks noChangeArrowheads="1"/>
          </p:cNvSpPr>
          <p:nvPr/>
        </p:nvSpPr>
        <p:spPr bwMode="auto">
          <a:xfrm>
            <a:off x="4443413" y="2209800"/>
            <a:ext cx="76200" cy="3810000"/>
          </a:xfrm>
          <a:prstGeom prst="rect">
            <a:avLst/>
          </a:prstGeom>
          <a:solidFill>
            <a:srgbClr val="FFFF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1" name="Rectangle 39">
            <a:extLst>
              <a:ext uri="{FF2B5EF4-FFF2-40B4-BE49-F238E27FC236}">
                <a16:creationId xmlns:a16="http://schemas.microsoft.com/office/drawing/2014/main" id="{6604353F-63E7-8F41-AFCC-E5D4ECC9C8A8}"/>
              </a:ext>
            </a:extLst>
          </p:cNvPr>
          <p:cNvSpPr>
            <a:spLocks noChangeArrowheads="1"/>
          </p:cNvSpPr>
          <p:nvPr/>
        </p:nvSpPr>
        <p:spPr bwMode="auto">
          <a:xfrm>
            <a:off x="4492625" y="2201863"/>
            <a:ext cx="76200" cy="3810000"/>
          </a:xfrm>
          <a:prstGeom prst="rect">
            <a:avLst/>
          </a:prstGeom>
          <a:solidFill>
            <a:srgbClr val="00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pic>
        <p:nvPicPr>
          <p:cNvPr id="132137" name="Picture 40">
            <a:extLst>
              <a:ext uri="{FF2B5EF4-FFF2-40B4-BE49-F238E27FC236}">
                <a16:creationId xmlns:a16="http://schemas.microsoft.com/office/drawing/2014/main" id="{184FBC55-BF3F-4FD8-8269-96B8F0A98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8" y="1733550"/>
            <a:ext cx="9140826" cy="45148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 name="Rectangle 41">
            <a:extLst>
              <a:ext uri="{FF2B5EF4-FFF2-40B4-BE49-F238E27FC236}">
                <a16:creationId xmlns:a16="http://schemas.microsoft.com/office/drawing/2014/main" id="{4B008870-A335-7843-9C47-16CDC5F7DFEB}"/>
              </a:ext>
            </a:extLst>
          </p:cNvPr>
          <p:cNvSpPr>
            <a:spLocks noChangeArrowheads="1"/>
          </p:cNvSpPr>
          <p:nvPr/>
        </p:nvSpPr>
        <p:spPr bwMode="auto">
          <a:xfrm>
            <a:off x="6170613"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4" name="Rectangle 42">
            <a:extLst>
              <a:ext uri="{FF2B5EF4-FFF2-40B4-BE49-F238E27FC236}">
                <a16:creationId xmlns:a16="http://schemas.microsoft.com/office/drawing/2014/main" id="{FB505CCC-C6F1-CE42-A20B-A0B979E8B90B}"/>
              </a:ext>
            </a:extLst>
          </p:cNvPr>
          <p:cNvSpPr>
            <a:spLocks noChangeArrowheads="1"/>
          </p:cNvSpPr>
          <p:nvPr/>
        </p:nvSpPr>
        <p:spPr bwMode="auto">
          <a:xfrm>
            <a:off x="6178550" y="2209800"/>
            <a:ext cx="76200" cy="3810000"/>
          </a:xfrm>
          <a:prstGeom prst="rect">
            <a:avLst/>
          </a:prstGeom>
          <a:solidFill>
            <a:srgbClr val="66FF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5" name="Rectangle 43">
            <a:extLst>
              <a:ext uri="{FF2B5EF4-FFF2-40B4-BE49-F238E27FC236}">
                <a16:creationId xmlns:a16="http://schemas.microsoft.com/office/drawing/2014/main" id="{7CECC0AD-9E5F-0A4C-97FE-6744E1390F57}"/>
              </a:ext>
            </a:extLst>
          </p:cNvPr>
          <p:cNvSpPr>
            <a:spLocks noChangeArrowheads="1"/>
          </p:cNvSpPr>
          <p:nvPr/>
        </p:nvSpPr>
        <p:spPr bwMode="auto">
          <a:xfrm>
            <a:off x="8075613" y="2189163"/>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6" name="Rectangle 44">
            <a:extLst>
              <a:ext uri="{FF2B5EF4-FFF2-40B4-BE49-F238E27FC236}">
                <a16:creationId xmlns:a16="http://schemas.microsoft.com/office/drawing/2014/main" id="{D9DEE82A-2107-C74E-9BAA-8AFF5C908AEA}"/>
              </a:ext>
            </a:extLst>
          </p:cNvPr>
          <p:cNvSpPr>
            <a:spLocks noChangeArrowheads="1"/>
          </p:cNvSpPr>
          <p:nvPr/>
        </p:nvSpPr>
        <p:spPr bwMode="auto">
          <a:xfrm>
            <a:off x="8134350" y="2209800"/>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47" name="Rectangle 45">
            <a:extLst>
              <a:ext uri="{FF2B5EF4-FFF2-40B4-BE49-F238E27FC236}">
                <a16:creationId xmlns:a16="http://schemas.microsoft.com/office/drawing/2014/main" id="{2A87CD18-71A3-B44C-9F0C-04997974FF77}"/>
              </a:ext>
            </a:extLst>
          </p:cNvPr>
          <p:cNvSpPr>
            <a:spLocks noChangeArrowheads="1"/>
          </p:cNvSpPr>
          <p:nvPr/>
        </p:nvSpPr>
        <p:spPr bwMode="auto">
          <a:xfrm>
            <a:off x="8075613" y="2209800"/>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48" name="Rectangle 46">
            <a:extLst>
              <a:ext uri="{FF2B5EF4-FFF2-40B4-BE49-F238E27FC236}">
                <a16:creationId xmlns:a16="http://schemas.microsoft.com/office/drawing/2014/main" id="{C086AB92-39E0-2C43-9000-832151E65585}"/>
              </a:ext>
            </a:extLst>
          </p:cNvPr>
          <p:cNvSpPr>
            <a:spLocks noChangeArrowheads="1"/>
          </p:cNvSpPr>
          <p:nvPr/>
        </p:nvSpPr>
        <p:spPr bwMode="auto">
          <a:xfrm>
            <a:off x="2238375" y="2192338"/>
            <a:ext cx="76200" cy="3810000"/>
          </a:xfrm>
          <a:prstGeom prst="rect">
            <a:avLst/>
          </a:prstGeom>
          <a:solidFill>
            <a:srgbClr val="FF99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0" lang="zh-CN" altLang="zh-CN" sz="1800" b="1">
              <a:solidFill>
                <a:srgbClr val="000000"/>
              </a:solidFill>
              <a:latin typeface="Helvetica" panose="020B0604020202020204" pitchFamily="34" charset="0"/>
              <a:ea typeface="+mn-ea"/>
            </a:endParaRPr>
          </a:p>
        </p:txBody>
      </p:sp>
      <p:sp>
        <p:nvSpPr>
          <p:cNvPr id="49" name="Rectangle 47">
            <a:extLst>
              <a:ext uri="{FF2B5EF4-FFF2-40B4-BE49-F238E27FC236}">
                <a16:creationId xmlns:a16="http://schemas.microsoft.com/office/drawing/2014/main" id="{E093D2D6-9467-DB4D-9318-A19F82666801}"/>
              </a:ext>
            </a:extLst>
          </p:cNvPr>
          <p:cNvSpPr>
            <a:spLocks noChangeArrowheads="1"/>
          </p:cNvSpPr>
          <p:nvPr/>
        </p:nvSpPr>
        <p:spPr bwMode="auto">
          <a:xfrm>
            <a:off x="2170113" y="2174875"/>
            <a:ext cx="152400" cy="38100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0" name="Line 48">
            <a:extLst>
              <a:ext uri="{FF2B5EF4-FFF2-40B4-BE49-F238E27FC236}">
                <a16:creationId xmlns:a16="http://schemas.microsoft.com/office/drawing/2014/main" id="{1A79988B-EDF3-354C-B575-E9E77F0544F6}"/>
              </a:ext>
            </a:extLst>
          </p:cNvPr>
          <p:cNvSpPr>
            <a:spLocks noChangeShapeType="1"/>
          </p:cNvSpPr>
          <p:nvPr/>
        </p:nvSpPr>
        <p:spPr bwMode="auto">
          <a:xfrm>
            <a:off x="8228013" y="1700213"/>
            <a:ext cx="7620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2146" name="Text Box 49">
            <a:extLst>
              <a:ext uri="{FF2B5EF4-FFF2-40B4-BE49-F238E27FC236}">
                <a16:creationId xmlns:a16="http://schemas.microsoft.com/office/drawing/2014/main" id="{DBC4A56D-8BE3-4650-BC0F-91F6AC044FF7}"/>
              </a:ext>
            </a:extLst>
          </p:cNvPr>
          <p:cNvSpPr txBox="1">
            <a:spLocks noChangeArrowheads="1"/>
          </p:cNvSpPr>
          <p:nvPr/>
        </p:nvSpPr>
        <p:spPr bwMode="auto">
          <a:xfrm>
            <a:off x="8380413" y="1416050"/>
            <a:ext cx="500062"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LW</a:t>
            </a:r>
          </a:p>
        </p:txBody>
      </p:sp>
      <p:sp>
        <p:nvSpPr>
          <p:cNvPr id="52" name="Rectangle 50">
            <a:extLst>
              <a:ext uri="{FF2B5EF4-FFF2-40B4-BE49-F238E27FC236}">
                <a16:creationId xmlns:a16="http://schemas.microsoft.com/office/drawing/2014/main" id="{CA18F7BE-578C-724E-B051-E00FD96CFD88}"/>
              </a:ext>
            </a:extLst>
          </p:cNvPr>
          <p:cNvSpPr>
            <a:spLocks noChangeArrowheads="1"/>
          </p:cNvSpPr>
          <p:nvPr/>
        </p:nvSpPr>
        <p:spPr bwMode="auto">
          <a:xfrm>
            <a:off x="6240463" y="2209800"/>
            <a:ext cx="76200" cy="3810000"/>
          </a:xfrm>
          <a:prstGeom prst="rect">
            <a:avLst/>
          </a:prstGeom>
          <a:solidFill>
            <a:srgbClr val="00E4A8"/>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3" name="Line 51">
            <a:extLst>
              <a:ext uri="{FF2B5EF4-FFF2-40B4-BE49-F238E27FC236}">
                <a16:creationId xmlns:a16="http://schemas.microsoft.com/office/drawing/2014/main" id="{1038571A-EE96-8441-9A00-7EF2F799B793}"/>
              </a:ext>
            </a:extLst>
          </p:cNvPr>
          <p:cNvSpPr>
            <a:spLocks noChangeShapeType="1"/>
          </p:cNvSpPr>
          <p:nvPr/>
        </p:nvSpPr>
        <p:spPr bwMode="auto">
          <a:xfrm>
            <a:off x="6475413" y="1700213"/>
            <a:ext cx="13716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2149" name="Text Box 52">
            <a:extLst>
              <a:ext uri="{FF2B5EF4-FFF2-40B4-BE49-F238E27FC236}">
                <a16:creationId xmlns:a16="http://schemas.microsoft.com/office/drawing/2014/main" id="{DE454A86-F603-4DC3-ADEC-E605EAEFE9AC}"/>
              </a:ext>
            </a:extLst>
          </p:cNvPr>
          <p:cNvSpPr txBox="1">
            <a:spLocks noChangeArrowheads="1"/>
          </p:cNvSpPr>
          <p:nvPr/>
        </p:nvSpPr>
        <p:spPr bwMode="auto">
          <a:xfrm>
            <a:off x="6851650" y="1416050"/>
            <a:ext cx="511175"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SW</a:t>
            </a:r>
          </a:p>
        </p:txBody>
      </p:sp>
      <p:sp>
        <p:nvSpPr>
          <p:cNvPr id="55" name="Rectangle 53">
            <a:extLst>
              <a:ext uri="{FF2B5EF4-FFF2-40B4-BE49-F238E27FC236}">
                <a16:creationId xmlns:a16="http://schemas.microsoft.com/office/drawing/2014/main" id="{04A2FE9E-1DB2-6144-9388-EB61D33547FD}"/>
              </a:ext>
            </a:extLst>
          </p:cNvPr>
          <p:cNvSpPr>
            <a:spLocks noChangeArrowheads="1"/>
          </p:cNvSpPr>
          <p:nvPr/>
        </p:nvSpPr>
        <p:spPr bwMode="auto">
          <a:xfrm>
            <a:off x="2247900" y="2181225"/>
            <a:ext cx="76200" cy="3810000"/>
          </a:xfrm>
          <a:prstGeom prst="rect">
            <a:avLst/>
          </a:prstGeom>
          <a:solidFill>
            <a:srgbClr val="FFFF00"/>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kumimoji="0" lang="zh-CN" altLang="en-US" sz="1200">
              <a:solidFill>
                <a:srgbClr val="000000"/>
              </a:solidFill>
              <a:latin typeface="Tahoma" panose="020B0604030504040204" pitchFamily="34" charset="0"/>
              <a:ea typeface="+mn-ea"/>
            </a:endParaRPr>
          </a:p>
        </p:txBody>
      </p:sp>
      <p:sp>
        <p:nvSpPr>
          <p:cNvPr id="56" name="Rectangle 54">
            <a:extLst>
              <a:ext uri="{FF2B5EF4-FFF2-40B4-BE49-F238E27FC236}">
                <a16:creationId xmlns:a16="http://schemas.microsoft.com/office/drawing/2014/main" id="{2A4F03C3-86F9-BF4C-8601-5E50E9D34186}"/>
              </a:ext>
            </a:extLst>
          </p:cNvPr>
          <p:cNvSpPr>
            <a:spLocks noChangeArrowheads="1"/>
          </p:cNvSpPr>
          <p:nvPr/>
        </p:nvSpPr>
        <p:spPr bwMode="auto">
          <a:xfrm>
            <a:off x="6170613" y="2187575"/>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57" name="Line 55">
            <a:extLst>
              <a:ext uri="{FF2B5EF4-FFF2-40B4-BE49-F238E27FC236}">
                <a16:creationId xmlns:a16="http://schemas.microsoft.com/office/drawing/2014/main" id="{DD53852F-F6C6-7E44-897E-50F27C0CF479}"/>
              </a:ext>
            </a:extLst>
          </p:cNvPr>
          <p:cNvSpPr>
            <a:spLocks noChangeShapeType="1"/>
          </p:cNvSpPr>
          <p:nvPr/>
        </p:nvSpPr>
        <p:spPr bwMode="auto">
          <a:xfrm>
            <a:off x="4722813" y="1711325"/>
            <a:ext cx="13716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2153" name="Text Box 56">
            <a:extLst>
              <a:ext uri="{FF2B5EF4-FFF2-40B4-BE49-F238E27FC236}">
                <a16:creationId xmlns:a16="http://schemas.microsoft.com/office/drawing/2014/main" id="{6A4B179C-A4F7-424D-A947-ECDC0866A6DD}"/>
              </a:ext>
            </a:extLst>
          </p:cNvPr>
          <p:cNvSpPr txBox="1">
            <a:spLocks noChangeArrowheads="1"/>
          </p:cNvSpPr>
          <p:nvPr/>
        </p:nvSpPr>
        <p:spPr bwMode="auto">
          <a:xfrm>
            <a:off x="5043488" y="1416050"/>
            <a:ext cx="622300"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ADD</a:t>
            </a:r>
          </a:p>
        </p:txBody>
      </p:sp>
      <p:sp>
        <p:nvSpPr>
          <p:cNvPr id="59" name="Line 57">
            <a:extLst>
              <a:ext uri="{FF2B5EF4-FFF2-40B4-BE49-F238E27FC236}">
                <a16:creationId xmlns:a16="http://schemas.microsoft.com/office/drawing/2014/main" id="{964CE657-1DF6-2D43-80D8-F36FDAE97EDA}"/>
              </a:ext>
            </a:extLst>
          </p:cNvPr>
          <p:cNvSpPr>
            <a:spLocks noChangeShapeType="1"/>
          </p:cNvSpPr>
          <p:nvPr/>
        </p:nvSpPr>
        <p:spPr bwMode="auto">
          <a:xfrm>
            <a:off x="2817813" y="1711325"/>
            <a:ext cx="137160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2155" name="Text Box 58">
            <a:extLst>
              <a:ext uri="{FF2B5EF4-FFF2-40B4-BE49-F238E27FC236}">
                <a16:creationId xmlns:a16="http://schemas.microsoft.com/office/drawing/2014/main" id="{2463772C-C980-4992-95DB-0D04749FE1EF}"/>
              </a:ext>
            </a:extLst>
          </p:cNvPr>
          <p:cNvSpPr txBox="1">
            <a:spLocks noChangeArrowheads="1"/>
          </p:cNvSpPr>
          <p:nvPr/>
        </p:nvSpPr>
        <p:spPr bwMode="auto">
          <a:xfrm>
            <a:off x="3143250" y="1416050"/>
            <a:ext cx="611188" cy="3365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1600" b="1">
                <a:solidFill>
                  <a:srgbClr val="000000"/>
                </a:solidFill>
                <a:latin typeface="Helvetica" panose="020B0604020202020204" pitchFamily="34" charset="0"/>
                <a:ea typeface="宋体" panose="02010600030101010101" pitchFamily="2" charset="-122"/>
              </a:rPr>
              <a:t>SUB</a:t>
            </a:r>
          </a:p>
        </p:txBody>
      </p:sp>
      <p:sp>
        <p:nvSpPr>
          <p:cNvPr id="61" name="Rectangle 59">
            <a:extLst>
              <a:ext uri="{FF2B5EF4-FFF2-40B4-BE49-F238E27FC236}">
                <a16:creationId xmlns:a16="http://schemas.microsoft.com/office/drawing/2014/main" id="{8A2FEB4A-4BC7-E94F-8401-8049A885BFD0}"/>
              </a:ext>
            </a:extLst>
          </p:cNvPr>
          <p:cNvSpPr>
            <a:spLocks noChangeArrowheads="1"/>
          </p:cNvSpPr>
          <p:nvPr/>
        </p:nvSpPr>
        <p:spPr bwMode="auto">
          <a:xfrm>
            <a:off x="2174875" y="2173288"/>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62" name="Rectangle 60">
            <a:extLst>
              <a:ext uri="{FF2B5EF4-FFF2-40B4-BE49-F238E27FC236}">
                <a16:creationId xmlns:a16="http://schemas.microsoft.com/office/drawing/2014/main" id="{2078C4C6-B545-9748-ACC3-F3204ADB3D42}"/>
              </a:ext>
            </a:extLst>
          </p:cNvPr>
          <p:cNvSpPr>
            <a:spLocks noChangeArrowheads="1"/>
          </p:cNvSpPr>
          <p:nvPr/>
        </p:nvSpPr>
        <p:spPr bwMode="auto">
          <a:xfrm>
            <a:off x="4418013" y="2189163"/>
            <a:ext cx="152400" cy="3810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200" kern="0">
              <a:solidFill>
                <a:srgbClr val="000000"/>
              </a:solidFill>
              <a:latin typeface="Tahoma" panose="020B0604030504040204" pitchFamily="34" charset="0"/>
              <a:ea typeface="+mn-ea"/>
            </a:endParaRPr>
          </a:p>
        </p:txBody>
      </p:sp>
      <p:sp>
        <p:nvSpPr>
          <p:cNvPr id="132158" name="文本框 73">
            <a:extLst>
              <a:ext uri="{FF2B5EF4-FFF2-40B4-BE49-F238E27FC236}">
                <a16:creationId xmlns:a16="http://schemas.microsoft.com/office/drawing/2014/main" id="{FA21D0F4-B9EE-4A9B-97A2-37E97433B107}"/>
              </a:ext>
            </a:extLst>
          </p:cNvPr>
          <p:cNvSpPr txBox="1">
            <a:spLocks noChangeArrowheads="1"/>
          </p:cNvSpPr>
          <p:nvPr/>
        </p:nvSpPr>
        <p:spPr bwMode="auto">
          <a:xfrm>
            <a:off x="3833813" y="1020763"/>
            <a:ext cx="14732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a:solidFill>
                  <a:srgbClr val="000000"/>
                </a:solidFill>
              </a:rPr>
              <a:t>Clock 5</a:t>
            </a:r>
            <a:endParaRPr lang="zh-CN" altLang="en-US">
              <a:solidFill>
                <a:srgbClr val="000000"/>
              </a:solidFill>
            </a:endParaRPr>
          </a:p>
        </p:txBody>
      </p:sp>
      <p:sp>
        <p:nvSpPr>
          <p:cNvPr id="132159" name="文本框 63">
            <a:extLst>
              <a:ext uri="{FF2B5EF4-FFF2-40B4-BE49-F238E27FC236}">
                <a16:creationId xmlns:a16="http://schemas.microsoft.com/office/drawing/2014/main" id="{1157F409-4D72-4C21-B3BB-AEC034DA6985}"/>
              </a:ext>
            </a:extLst>
          </p:cNvPr>
          <p:cNvSpPr txBox="1">
            <a:spLocks noChangeArrowheads="1"/>
          </p:cNvSpPr>
          <p:nvPr/>
        </p:nvSpPr>
        <p:spPr bwMode="auto">
          <a:xfrm>
            <a:off x="82550" y="5245100"/>
            <a:ext cx="2038350" cy="941388"/>
          </a:xfrm>
          <a:prstGeom prst="rect">
            <a:avLst/>
          </a:prstGeom>
          <a:noFill/>
          <a:ln w="127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lw  $t0,  10($t1)</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sw  $t3,  20($t4)</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add $t5,  $t6,  $t7</a:t>
            </a:r>
          </a:p>
          <a:p>
            <a:pPr eaLnBrk="1" hangingPunct="1">
              <a:spcBef>
                <a:spcPct val="20000"/>
              </a:spcBef>
              <a:buClr>
                <a:srgbClr val="3333CC"/>
              </a:buClr>
              <a:buSzPct val="60000"/>
            </a:pPr>
            <a:r>
              <a:rPr kumimoji="0" lang="en-US" altLang="zh-CN" sz="1200" b="1">
                <a:solidFill>
                  <a:srgbClr val="000000"/>
                </a:solidFill>
                <a:latin typeface="Courier New" panose="02070309020205020404" pitchFamily="49" charset="0"/>
                <a:ea typeface="宋体" panose="02010600030101010101" pitchFamily="2" charset="-122"/>
              </a:rPr>
              <a:t>sub $t8,  $t9,  $t10</a:t>
            </a:r>
            <a:endParaRPr kumimoji="0" lang="en-US" altLang="zh-CN" sz="1200" b="1">
              <a:solidFill>
                <a:srgbClr val="000000"/>
              </a:solidFill>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3">
            <a:extLst>
              <a:ext uri="{FF2B5EF4-FFF2-40B4-BE49-F238E27FC236}">
                <a16:creationId xmlns:a16="http://schemas.microsoft.com/office/drawing/2014/main" id="{29756BAE-8DD8-4B42-B795-535E1F7271FD}"/>
              </a:ext>
            </a:extLst>
          </p:cNvPr>
          <p:cNvSpPr>
            <a:spLocks noGrp="1" noChangeArrowheads="1"/>
          </p:cNvSpPr>
          <p:nvPr>
            <p:ph type="subTitle" idx="1"/>
          </p:nvPr>
        </p:nvSpPr>
        <p:spPr>
          <a:xfrm>
            <a:off x="1403350" y="2874963"/>
            <a:ext cx="5545138" cy="2930525"/>
          </a:xfrm>
        </p:spPr>
        <p:txBody>
          <a:bodyPr/>
          <a:lstStyle/>
          <a:p>
            <a:pPr algn="l" eaLnBrk="1" hangingPunct="1">
              <a:buFont typeface="Wingdings 2" pitchFamily="18" charset="2"/>
              <a:buChar char="¡"/>
            </a:pPr>
            <a:endParaRPr lang="zh-CN" altLang="en-US" sz="4400"/>
          </a:p>
        </p:txBody>
      </p:sp>
      <p:sp>
        <p:nvSpPr>
          <p:cNvPr id="436226" name="Rectangle 2">
            <a:extLst>
              <a:ext uri="{FF2B5EF4-FFF2-40B4-BE49-F238E27FC236}">
                <a16:creationId xmlns:a16="http://schemas.microsoft.com/office/drawing/2014/main" id="{DB21A190-3D54-F64A-82E8-47EF9D528A4E}"/>
              </a:ext>
            </a:extLst>
          </p:cNvPr>
          <p:cNvSpPr>
            <a:spLocks noGrp="1" noChangeArrowheads="1"/>
          </p:cNvSpPr>
          <p:nvPr>
            <p:ph type="ctrTitle"/>
          </p:nvPr>
        </p:nvSpPr>
        <p:spPr>
          <a:xfrm>
            <a:off x="685800" y="1196975"/>
            <a:ext cx="7772400" cy="1470025"/>
          </a:xfrm>
        </p:spPr>
        <p:txBody>
          <a:bodyPr/>
          <a:lstStyle/>
          <a:p>
            <a:pPr eaLnBrk="1" hangingPunct="1">
              <a:defRPr/>
            </a:pPr>
            <a:r>
              <a:rPr lang="en-US" altLang="zh-CN" sz="4800" dirty="0"/>
              <a:t>5.7 RISC CPU</a:t>
            </a:r>
            <a:endParaRPr lang="zh-CN" altLang="en-US" sz="4800" dirty="0"/>
          </a:p>
        </p:txBody>
      </p:sp>
    </p:spTree>
  </p:cSld>
  <p:clrMapOvr>
    <a:masterClrMapping/>
  </p:clrMapOvr>
  <p:transition spd="med">
    <p:pull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54409B58-4846-214C-92D6-85144E4D592F}"/>
              </a:ext>
            </a:extLst>
          </p:cNvPr>
          <p:cNvSpPr>
            <a:spLocks noGrp="1" noChangeArrowheads="1"/>
          </p:cNvSpPr>
          <p:nvPr>
            <p:ph type="title"/>
          </p:nvPr>
        </p:nvSpPr>
        <p:spPr/>
        <p:txBody>
          <a:bodyPr/>
          <a:lstStyle/>
          <a:p>
            <a:pPr eaLnBrk="1" hangingPunct="1"/>
            <a:r>
              <a:rPr lang="en-US" altLang="zh-CN"/>
              <a:t>RISC</a:t>
            </a:r>
            <a:r>
              <a:rPr lang="zh-CN" altLang="en-US"/>
              <a:t>处理器特点</a:t>
            </a:r>
          </a:p>
        </p:txBody>
      </p:sp>
      <p:sp>
        <p:nvSpPr>
          <p:cNvPr id="134146" name="Rectangle 3">
            <a:extLst>
              <a:ext uri="{FF2B5EF4-FFF2-40B4-BE49-F238E27FC236}">
                <a16:creationId xmlns:a16="http://schemas.microsoft.com/office/drawing/2014/main" id="{B7AF3DF7-D733-45C6-9AA0-07B2097E25A4}"/>
              </a:ext>
            </a:extLst>
          </p:cNvPr>
          <p:cNvSpPr>
            <a:spLocks noGrp="1" noChangeArrowheads="1"/>
          </p:cNvSpPr>
          <p:nvPr>
            <p:ph idx="1"/>
          </p:nvPr>
        </p:nvSpPr>
        <p:spPr/>
        <p:txBody>
          <a:bodyPr/>
          <a:lstStyle/>
          <a:p>
            <a:pPr eaLnBrk="1" hangingPunct="1"/>
            <a:r>
              <a:rPr lang="en-US" altLang="zh-CN"/>
              <a:t>1981</a:t>
            </a:r>
            <a:r>
              <a:rPr lang="zh-CN" altLang="en-US"/>
              <a:t>年美国加州大学伯克利分校的</a:t>
            </a:r>
            <a:r>
              <a:rPr lang="en-US" altLang="zh-CN"/>
              <a:t>David Patterson</a:t>
            </a:r>
            <a:r>
              <a:rPr lang="zh-CN" altLang="en-US"/>
              <a:t>主持设计了第一台精简指令系统计算机（</a:t>
            </a:r>
            <a:r>
              <a:rPr lang="en-US" altLang="zh-CN"/>
              <a:t>RISC</a:t>
            </a:r>
            <a:r>
              <a:rPr lang="zh-CN" altLang="en-US"/>
              <a:t>：</a:t>
            </a:r>
            <a:r>
              <a:rPr lang="en-US" altLang="zh-CN"/>
              <a:t>Reduced Instruction Set Computer</a:t>
            </a:r>
            <a:r>
              <a:rPr lang="zh-CN" altLang="en-US"/>
              <a:t>）</a:t>
            </a:r>
            <a:endParaRPr lang="en-US" altLang="zh-CN"/>
          </a:p>
          <a:p>
            <a:pPr eaLnBrk="1" hangingPunct="1"/>
            <a:endParaRPr lang="zh-CN" altLang="en-US"/>
          </a:p>
          <a:p>
            <a:pPr eaLnBrk="1" hangingPunct="1"/>
            <a:r>
              <a:rPr lang="en-US" altLang="zh-CN"/>
              <a:t>RISC</a:t>
            </a:r>
            <a:r>
              <a:rPr lang="zh-CN" altLang="en-US"/>
              <a:t>的三个要素</a:t>
            </a:r>
          </a:p>
          <a:p>
            <a:pPr lvl="1" eaLnBrk="1" hangingPunct="1"/>
            <a:r>
              <a:rPr lang="zh-CN" altLang="en-US"/>
              <a:t>一个有限的简单的指令集</a:t>
            </a:r>
          </a:p>
          <a:p>
            <a:pPr lvl="1" eaLnBrk="1" hangingPunct="1"/>
            <a:r>
              <a:rPr lang="en-US" altLang="zh-CN"/>
              <a:t>CPU</a:t>
            </a:r>
            <a:r>
              <a:rPr lang="zh-CN" altLang="en-US"/>
              <a:t>具有大量的通用寄存器</a:t>
            </a:r>
          </a:p>
          <a:p>
            <a:pPr lvl="1" eaLnBrk="1" hangingPunct="1"/>
            <a:r>
              <a:rPr lang="zh-CN" altLang="en-US"/>
              <a:t>强调对指令流水线的优化</a:t>
            </a:r>
          </a:p>
        </p:txBody>
      </p:sp>
      <p:sp>
        <p:nvSpPr>
          <p:cNvPr id="2" name="TextBox 1">
            <a:extLst>
              <a:ext uri="{FF2B5EF4-FFF2-40B4-BE49-F238E27FC236}">
                <a16:creationId xmlns:a16="http://schemas.microsoft.com/office/drawing/2014/main" id="{42F87183-B4C5-8942-B3F7-1E22612E1C87}"/>
              </a:ext>
            </a:extLst>
          </p:cNvPr>
          <p:cNvSpPr txBox="1"/>
          <p:nvPr/>
        </p:nvSpPr>
        <p:spPr>
          <a:xfrm>
            <a:off x="5457825" y="2451100"/>
            <a:ext cx="3582988" cy="3785652"/>
          </a:xfrm>
          <a:prstGeom prst="rect">
            <a:avLst/>
          </a:prstGeom>
          <a:noFill/>
          <a:ln w="15875">
            <a:solidFill>
              <a:srgbClr val="C00000"/>
            </a:solidFill>
          </a:ln>
        </p:spPr>
        <p:txBody>
          <a:bodyPr>
            <a:spAutoFit/>
          </a:bodyPr>
          <a:lstStyle/>
          <a:p>
            <a:pPr marL="342900" indent="-342900" algn="l" eaLnBrk="1" hangingPunct="1">
              <a:spcBef>
                <a:spcPct val="20000"/>
              </a:spcBef>
              <a:buClr>
                <a:srgbClr val="C00000"/>
              </a:buClr>
              <a:buFont typeface="Wingdings" panose="05000000000000000000" pitchFamily="2" charset="2"/>
              <a:buChar char="n"/>
              <a:defRPr/>
            </a:pPr>
            <a:r>
              <a:rPr lang="en-US" altLang="zh-CN" sz="2400" b="1" dirty="0">
                <a:latin typeface="+mn-ea"/>
                <a:ea typeface="+mn-ea"/>
              </a:rPr>
              <a:t>SUN, SPARC(1987)</a:t>
            </a:r>
          </a:p>
          <a:p>
            <a:pPr marL="342900" indent="-342900" algn="l" eaLnBrk="1" hangingPunct="1">
              <a:spcBef>
                <a:spcPct val="20000"/>
              </a:spcBef>
              <a:buClr>
                <a:srgbClr val="C00000"/>
              </a:buClr>
              <a:buFont typeface="Wingdings" panose="05000000000000000000" pitchFamily="2" charset="2"/>
              <a:buChar char="n"/>
              <a:defRPr/>
            </a:pPr>
            <a:r>
              <a:rPr lang="en-US" altLang="zh-CN" sz="2400" b="1" dirty="0">
                <a:latin typeface="+mn-ea"/>
                <a:ea typeface="+mn-ea"/>
              </a:rPr>
              <a:t>MIPS, SGI:MIPS(1986)</a:t>
            </a:r>
          </a:p>
          <a:p>
            <a:pPr marL="342900" indent="-342900" algn="l" eaLnBrk="1" hangingPunct="1">
              <a:spcBef>
                <a:spcPct val="20000"/>
              </a:spcBef>
              <a:buClr>
                <a:srgbClr val="C00000"/>
              </a:buClr>
              <a:buFont typeface="Wingdings" panose="05000000000000000000" pitchFamily="2" charset="2"/>
              <a:buChar char="n"/>
              <a:defRPr/>
            </a:pPr>
            <a:r>
              <a:rPr lang="en-US" altLang="zh-CN" sz="2400" b="1" dirty="0">
                <a:latin typeface="+mn-ea"/>
                <a:ea typeface="+mn-ea"/>
              </a:rPr>
              <a:t>HP, PA-RISC,</a:t>
            </a:r>
          </a:p>
          <a:p>
            <a:pPr marL="342900" indent="-342900" algn="l" eaLnBrk="1" hangingPunct="1">
              <a:spcBef>
                <a:spcPct val="20000"/>
              </a:spcBef>
              <a:buClr>
                <a:srgbClr val="C00000"/>
              </a:buClr>
              <a:buFont typeface="Wingdings" panose="05000000000000000000" pitchFamily="2" charset="2"/>
              <a:buChar char="n"/>
              <a:defRPr/>
            </a:pPr>
            <a:r>
              <a:rPr lang="en-US" altLang="zh-CN" sz="2400" b="1" dirty="0">
                <a:latin typeface="+mn-ea"/>
                <a:ea typeface="+mn-ea"/>
              </a:rPr>
              <a:t>IBM</a:t>
            </a:r>
            <a:r>
              <a:rPr lang="zh-CN" altLang="en-US" sz="2400" b="1" dirty="0">
                <a:latin typeface="+mn-ea"/>
                <a:ea typeface="+mn-ea"/>
              </a:rPr>
              <a:t>与</a:t>
            </a:r>
            <a:r>
              <a:rPr lang="en-US" altLang="zh-CN" sz="2400" b="1" dirty="0">
                <a:latin typeface="+mn-ea"/>
                <a:ea typeface="+mn-ea"/>
              </a:rPr>
              <a:t>Motorola, PowerPC</a:t>
            </a:r>
          </a:p>
          <a:p>
            <a:pPr marL="342900" indent="-342900" algn="l" eaLnBrk="1" hangingPunct="1">
              <a:spcBef>
                <a:spcPct val="20000"/>
              </a:spcBef>
              <a:buClr>
                <a:srgbClr val="C00000"/>
              </a:buClr>
              <a:buFont typeface="Wingdings" panose="05000000000000000000" pitchFamily="2" charset="2"/>
              <a:buChar char="n"/>
              <a:defRPr/>
            </a:pPr>
            <a:r>
              <a:rPr lang="en-US" altLang="zh-CN" sz="2400" b="1" dirty="0">
                <a:latin typeface="+mn-ea"/>
                <a:ea typeface="+mn-ea"/>
              </a:rPr>
              <a:t>DEC</a:t>
            </a:r>
            <a:r>
              <a:rPr lang="zh-CN" altLang="en-US" sz="2400" b="1" dirty="0">
                <a:latin typeface="+mn-ea"/>
                <a:ea typeface="+mn-ea"/>
              </a:rPr>
              <a:t>、</a:t>
            </a:r>
            <a:r>
              <a:rPr lang="en-US" altLang="zh-CN" sz="2400" b="1" dirty="0">
                <a:latin typeface="+mn-ea"/>
                <a:ea typeface="+mn-ea"/>
              </a:rPr>
              <a:t>Compaq, Alpha AXP</a:t>
            </a:r>
          </a:p>
          <a:p>
            <a:pPr marL="342900" indent="-342900" algn="l" eaLnBrk="1" hangingPunct="1">
              <a:spcBef>
                <a:spcPct val="20000"/>
              </a:spcBef>
              <a:buClr>
                <a:srgbClr val="C00000"/>
              </a:buClr>
              <a:buFont typeface="Wingdings" panose="05000000000000000000" pitchFamily="2" charset="2"/>
              <a:buChar char="n"/>
              <a:defRPr/>
            </a:pPr>
            <a:r>
              <a:rPr lang="en-US" altLang="zh-CN" sz="2400" b="1" dirty="0">
                <a:latin typeface="+mn-ea"/>
                <a:ea typeface="+mn-ea"/>
              </a:rPr>
              <a:t>IBM RS6000(1990)  first Superscalar RISC</a:t>
            </a:r>
          </a:p>
        </p:txBody>
      </p:sp>
    </p:spTree>
  </p:cSld>
  <p:clrMapOvr>
    <a:masterClrMapping/>
  </p:clrMapOvr>
  <p:transition spd="med">
    <p:pull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34803ACC-3B72-9142-9DCB-8E114507CA3F}"/>
              </a:ext>
            </a:extLst>
          </p:cNvPr>
          <p:cNvSpPr>
            <a:spLocks noGrp="1" noChangeArrowheads="1"/>
          </p:cNvSpPr>
          <p:nvPr>
            <p:ph type="title"/>
          </p:nvPr>
        </p:nvSpPr>
        <p:spPr/>
        <p:txBody>
          <a:bodyPr/>
          <a:lstStyle/>
          <a:p>
            <a:pPr eaLnBrk="1" hangingPunct="1"/>
            <a:r>
              <a:rPr lang="en-US" altLang="zh-CN"/>
              <a:t>RISC</a:t>
            </a:r>
            <a:r>
              <a:rPr lang="zh-CN" altLang="en-US"/>
              <a:t>处理器特点（</a:t>
            </a:r>
            <a:r>
              <a:rPr lang="en-US" altLang="zh-CN"/>
              <a:t>1</a:t>
            </a:r>
            <a:r>
              <a:rPr lang="zh-CN" altLang="en-US"/>
              <a:t>）</a:t>
            </a:r>
            <a:endParaRPr lang="en-US" altLang="zh-CN"/>
          </a:p>
        </p:txBody>
      </p:sp>
      <p:sp>
        <p:nvSpPr>
          <p:cNvPr id="135170" name="Rectangle 3">
            <a:extLst>
              <a:ext uri="{FF2B5EF4-FFF2-40B4-BE49-F238E27FC236}">
                <a16:creationId xmlns:a16="http://schemas.microsoft.com/office/drawing/2014/main" id="{59BFC480-54D8-4247-B0B6-D13BEEAEB4A6}"/>
              </a:ext>
            </a:extLst>
          </p:cNvPr>
          <p:cNvSpPr>
            <a:spLocks noGrp="1" noChangeArrowheads="1"/>
          </p:cNvSpPr>
          <p:nvPr>
            <p:ph idx="1"/>
          </p:nvPr>
        </p:nvSpPr>
        <p:spPr/>
        <p:txBody>
          <a:bodyPr/>
          <a:lstStyle/>
          <a:p>
            <a:pPr eaLnBrk="1" hangingPunct="1">
              <a:lnSpc>
                <a:spcPct val="90000"/>
              </a:lnSpc>
            </a:pPr>
            <a:r>
              <a:rPr lang="zh-CN" altLang="en-US" dirty="0"/>
              <a:t>使用等长指令，如：典型长度是</a:t>
            </a:r>
            <a:r>
              <a:rPr lang="en-US" altLang="zh-CN" dirty="0"/>
              <a:t>4</a:t>
            </a:r>
            <a:r>
              <a:rPr lang="zh-CN" altLang="en-US" dirty="0"/>
              <a:t>个字节</a:t>
            </a:r>
          </a:p>
          <a:p>
            <a:pPr eaLnBrk="1" hangingPunct="1">
              <a:lnSpc>
                <a:spcPct val="90000"/>
              </a:lnSpc>
            </a:pPr>
            <a:r>
              <a:rPr lang="zh-CN" altLang="en-US" dirty="0"/>
              <a:t>寻址方式少且简单，一般为</a:t>
            </a:r>
            <a:r>
              <a:rPr lang="en-US" altLang="zh-CN" dirty="0"/>
              <a:t>2 ~ 3</a:t>
            </a:r>
            <a:r>
              <a:rPr lang="zh-CN" altLang="en-US" dirty="0"/>
              <a:t>种，最多不超过</a:t>
            </a:r>
            <a:r>
              <a:rPr lang="en-US" altLang="zh-CN" dirty="0"/>
              <a:t>4</a:t>
            </a:r>
            <a:r>
              <a:rPr lang="zh-CN" altLang="en-US" dirty="0"/>
              <a:t>种，没有存储器间接寻址方式</a:t>
            </a:r>
          </a:p>
          <a:p>
            <a:pPr eaLnBrk="1" hangingPunct="1">
              <a:lnSpc>
                <a:spcPct val="90000"/>
              </a:lnSpc>
            </a:pPr>
            <a:r>
              <a:rPr lang="zh-CN" altLang="en-US" dirty="0"/>
              <a:t>只有取数指令、存数指令能访问存储器，指令中最多出现</a:t>
            </a:r>
            <a:r>
              <a:rPr lang="en-US" altLang="zh-CN" dirty="0"/>
              <a:t>RR</a:t>
            </a:r>
            <a:r>
              <a:rPr lang="zh-CN" altLang="en-US" dirty="0"/>
              <a:t>型指令，没有</a:t>
            </a:r>
            <a:r>
              <a:rPr lang="en-US" altLang="zh-CN" dirty="0"/>
              <a:t>SS</a:t>
            </a:r>
            <a:r>
              <a:rPr lang="zh-CN" altLang="en-US" dirty="0"/>
              <a:t>型指令</a:t>
            </a:r>
          </a:p>
          <a:p>
            <a:pPr eaLnBrk="1" hangingPunct="1">
              <a:lnSpc>
                <a:spcPct val="90000"/>
              </a:lnSpc>
            </a:pPr>
            <a:r>
              <a:rPr lang="zh-CN" altLang="en-US" dirty="0"/>
              <a:t>指令集中的指令数目一般少于</a:t>
            </a:r>
            <a:r>
              <a:rPr lang="en-US" altLang="zh-CN" dirty="0"/>
              <a:t>100</a:t>
            </a:r>
            <a:r>
              <a:rPr lang="zh-CN" altLang="en-US" dirty="0"/>
              <a:t>种，指令格式一般少于</a:t>
            </a:r>
            <a:r>
              <a:rPr lang="en-US" altLang="zh-CN" dirty="0"/>
              <a:t>4</a:t>
            </a:r>
            <a:r>
              <a:rPr lang="zh-CN" altLang="en-US" dirty="0"/>
              <a:t>种</a:t>
            </a:r>
          </a:p>
          <a:p>
            <a:pPr eaLnBrk="1" hangingPunct="1">
              <a:lnSpc>
                <a:spcPct val="90000"/>
              </a:lnSpc>
            </a:pPr>
            <a:r>
              <a:rPr lang="zh-CN" altLang="en-US" dirty="0"/>
              <a:t>指令功能简单，控制器多采用硬布线方式</a:t>
            </a:r>
          </a:p>
        </p:txBody>
      </p:sp>
    </p:spTree>
  </p:cSld>
  <p:clrMapOvr>
    <a:masterClrMapping/>
  </p:clrMapOvr>
  <p:transition spd="med">
    <p:pull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a:extLst>
              <a:ext uri="{FF2B5EF4-FFF2-40B4-BE49-F238E27FC236}">
                <a16:creationId xmlns:a16="http://schemas.microsoft.com/office/drawing/2014/main" id="{B123EFDA-2FF4-C042-A1EA-B562A1202ECB}"/>
              </a:ext>
            </a:extLst>
          </p:cNvPr>
          <p:cNvSpPr>
            <a:spLocks noGrp="1" noChangeArrowheads="1"/>
          </p:cNvSpPr>
          <p:nvPr>
            <p:ph type="title"/>
          </p:nvPr>
        </p:nvSpPr>
        <p:spPr/>
        <p:txBody>
          <a:bodyPr/>
          <a:lstStyle/>
          <a:p>
            <a:pPr eaLnBrk="1" hangingPunct="1"/>
            <a:r>
              <a:rPr lang="en-US" altLang="zh-CN"/>
              <a:t>RISC</a:t>
            </a:r>
            <a:r>
              <a:rPr lang="zh-CN" altLang="en-US"/>
              <a:t>处理器特点（</a:t>
            </a:r>
            <a:r>
              <a:rPr lang="en-US" altLang="zh-CN"/>
              <a:t>2</a:t>
            </a:r>
            <a:r>
              <a:rPr lang="zh-CN" altLang="en-US"/>
              <a:t>）</a:t>
            </a:r>
            <a:endParaRPr lang="en-US" altLang="zh-CN"/>
          </a:p>
        </p:txBody>
      </p:sp>
      <p:sp>
        <p:nvSpPr>
          <p:cNvPr id="136194" name="Rectangle 3">
            <a:extLst>
              <a:ext uri="{FF2B5EF4-FFF2-40B4-BE49-F238E27FC236}">
                <a16:creationId xmlns:a16="http://schemas.microsoft.com/office/drawing/2014/main" id="{947F04AF-67EF-41C1-809D-6F26233ED033}"/>
              </a:ext>
            </a:extLst>
          </p:cNvPr>
          <p:cNvSpPr>
            <a:spLocks noGrp="1" noChangeArrowheads="1"/>
          </p:cNvSpPr>
          <p:nvPr>
            <p:ph idx="1"/>
          </p:nvPr>
        </p:nvSpPr>
        <p:spPr/>
        <p:txBody>
          <a:bodyPr/>
          <a:lstStyle/>
          <a:p>
            <a:pPr eaLnBrk="1" hangingPunct="1"/>
            <a:r>
              <a:rPr lang="zh-CN" altLang="en-US"/>
              <a:t>平均而言，指令的执行时间为一个时钟周期</a:t>
            </a:r>
          </a:p>
          <a:p>
            <a:pPr eaLnBrk="1" hangingPunct="1"/>
            <a:r>
              <a:rPr lang="zh-CN" altLang="en-US"/>
              <a:t>指令格式中用于指派整数寄存器的个数不少于</a:t>
            </a:r>
            <a:r>
              <a:rPr lang="en-US" altLang="zh-CN"/>
              <a:t>32</a:t>
            </a:r>
            <a:r>
              <a:rPr lang="zh-CN" altLang="en-US"/>
              <a:t>个，用于指派浮点数寄存器的个数不少于</a:t>
            </a:r>
            <a:r>
              <a:rPr lang="en-US" altLang="zh-CN"/>
              <a:t>16</a:t>
            </a:r>
            <a:r>
              <a:rPr lang="zh-CN" altLang="en-US"/>
              <a:t>个</a:t>
            </a:r>
          </a:p>
          <a:p>
            <a:pPr eaLnBrk="1" hangingPunct="1"/>
            <a:r>
              <a:rPr lang="zh-CN" altLang="en-US"/>
              <a:t>强调通用寄存器资源的优化使用</a:t>
            </a:r>
          </a:p>
          <a:p>
            <a:pPr eaLnBrk="1" hangingPunct="1"/>
            <a:r>
              <a:rPr lang="zh-CN" altLang="en-US"/>
              <a:t>支持指令流水并强调指令流水的优化使用</a:t>
            </a:r>
          </a:p>
          <a:p>
            <a:pPr eaLnBrk="1" hangingPunct="1"/>
            <a:r>
              <a:rPr lang="en-US" altLang="zh-CN"/>
              <a:t>RlSC</a:t>
            </a:r>
            <a:r>
              <a:rPr lang="zh-CN" altLang="en-US"/>
              <a:t>技术的复杂性于它的编译程序，因此系统软件开发时间比</a:t>
            </a:r>
            <a:r>
              <a:rPr lang="en-US" altLang="zh-CN"/>
              <a:t>CISC</a:t>
            </a:r>
            <a:r>
              <a:rPr lang="zh-CN" altLang="en-US"/>
              <a:t>机器长</a:t>
            </a:r>
          </a:p>
        </p:txBody>
      </p:sp>
    </p:spTree>
  </p:cSld>
  <p:clrMapOvr>
    <a:masterClrMapping/>
  </p:clrMapOvr>
  <p:transition spd="med">
    <p:pull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45DC2C65-3239-1C4E-A556-294EED31E845}"/>
              </a:ext>
            </a:extLst>
          </p:cNvPr>
          <p:cNvSpPr>
            <a:spLocks noGrp="1" noChangeArrowheads="1"/>
          </p:cNvSpPr>
          <p:nvPr>
            <p:ph type="title"/>
          </p:nvPr>
        </p:nvSpPr>
        <p:spPr/>
        <p:txBody>
          <a:bodyPr/>
          <a:lstStyle/>
          <a:p>
            <a:pPr eaLnBrk="1" hangingPunct="1">
              <a:defRPr/>
            </a:pPr>
            <a:r>
              <a:rPr lang="en-US" altLang="zh-CN"/>
              <a:t>MC88110 CPU</a:t>
            </a:r>
          </a:p>
        </p:txBody>
      </p:sp>
      <p:sp>
        <p:nvSpPr>
          <p:cNvPr id="137218" name="Rectangle 3">
            <a:extLst>
              <a:ext uri="{FF2B5EF4-FFF2-40B4-BE49-F238E27FC236}">
                <a16:creationId xmlns:a16="http://schemas.microsoft.com/office/drawing/2014/main" id="{729A060A-27BD-4AFA-95EF-7D506DD05BA4}"/>
              </a:ext>
            </a:extLst>
          </p:cNvPr>
          <p:cNvSpPr>
            <a:spLocks noGrp="1" noChangeArrowheads="1"/>
          </p:cNvSpPr>
          <p:nvPr>
            <p:ph idx="1"/>
          </p:nvPr>
        </p:nvSpPr>
        <p:spPr/>
        <p:txBody>
          <a:bodyPr/>
          <a:lstStyle/>
          <a:p>
            <a:pPr eaLnBrk="1" hangingPunct="1"/>
            <a:r>
              <a:rPr lang="en-US" altLang="zh-CN"/>
              <a:t>Motorola</a:t>
            </a:r>
            <a:r>
              <a:rPr lang="zh-CN" altLang="en-US"/>
              <a:t>公司的</a:t>
            </a:r>
            <a:r>
              <a:rPr lang="en-US" altLang="zh-CN"/>
              <a:t>RISC CPU</a:t>
            </a:r>
            <a:r>
              <a:rPr lang="zh-CN" altLang="en-US"/>
              <a:t>产品</a:t>
            </a:r>
          </a:p>
          <a:p>
            <a:pPr eaLnBrk="1" hangingPunct="1"/>
            <a:r>
              <a:rPr lang="zh-CN" altLang="en-US"/>
              <a:t>目标是以较好的性能价格比作为</a:t>
            </a:r>
            <a:r>
              <a:rPr lang="en-US" altLang="zh-CN"/>
              <a:t>PC</a:t>
            </a:r>
            <a:r>
              <a:rPr lang="zh-CN" altLang="en-US"/>
              <a:t>和工作站的通用微处理器</a:t>
            </a:r>
          </a:p>
          <a:p>
            <a:pPr eaLnBrk="1" hangingPunct="1"/>
            <a:r>
              <a:rPr lang="zh-CN" altLang="en-US"/>
              <a:t>有</a:t>
            </a:r>
            <a:r>
              <a:rPr lang="en-US" altLang="zh-CN"/>
              <a:t>12</a:t>
            </a:r>
            <a:r>
              <a:rPr lang="zh-CN" altLang="en-US"/>
              <a:t>个执行功能部件、</a:t>
            </a:r>
            <a:r>
              <a:rPr lang="en-US" altLang="zh-CN"/>
              <a:t>3</a:t>
            </a:r>
            <a:r>
              <a:rPr lang="zh-CN" altLang="en-US"/>
              <a:t>个</a:t>
            </a:r>
            <a:r>
              <a:rPr lang="en-US" altLang="zh-CN"/>
              <a:t>cache</a:t>
            </a:r>
            <a:r>
              <a:rPr lang="zh-CN" altLang="en-US"/>
              <a:t>和</a:t>
            </a:r>
            <a:r>
              <a:rPr lang="en-US" altLang="zh-CN"/>
              <a:t>1</a:t>
            </a:r>
            <a:r>
              <a:rPr lang="zh-CN" altLang="en-US"/>
              <a:t>个控制部件</a:t>
            </a:r>
          </a:p>
        </p:txBody>
      </p:sp>
    </p:spTree>
  </p:cSld>
  <p:clrMapOvr>
    <a:masterClrMapping/>
  </p:clrMapOvr>
  <p:transition spd="med">
    <p:pull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a:extLst>
              <a:ext uri="{FF2B5EF4-FFF2-40B4-BE49-F238E27FC236}">
                <a16:creationId xmlns:a16="http://schemas.microsoft.com/office/drawing/2014/main" id="{DDA62F38-9B49-8A4E-A2C9-827C1013F515}"/>
              </a:ext>
            </a:extLst>
          </p:cNvPr>
          <p:cNvSpPr>
            <a:spLocks noGrp="1" noChangeArrowheads="1"/>
          </p:cNvSpPr>
          <p:nvPr>
            <p:ph type="title"/>
          </p:nvPr>
        </p:nvSpPr>
        <p:spPr/>
        <p:txBody>
          <a:bodyPr/>
          <a:lstStyle/>
          <a:p>
            <a:pPr eaLnBrk="1" hangingPunct="1"/>
            <a:r>
              <a:rPr lang="en-US" altLang="zh-CN"/>
              <a:t>MC88110 CPU</a:t>
            </a:r>
            <a:r>
              <a:rPr lang="zh-CN" altLang="en-US"/>
              <a:t>结构框图</a:t>
            </a:r>
            <a:endParaRPr lang="en-US" altLang="zh-CN"/>
          </a:p>
        </p:txBody>
      </p:sp>
      <p:sp>
        <p:nvSpPr>
          <p:cNvPr id="138243" name="Rectangle 122">
            <a:extLst>
              <a:ext uri="{FF2B5EF4-FFF2-40B4-BE49-F238E27FC236}">
                <a16:creationId xmlns:a16="http://schemas.microsoft.com/office/drawing/2014/main" id="{F5B0F6F6-A549-4DED-B44B-3F3B7B35982F}"/>
              </a:ext>
            </a:extLst>
          </p:cNvPr>
          <p:cNvSpPr>
            <a:spLocks noChangeArrowheads="1"/>
          </p:cNvSpPr>
          <p:nvPr/>
        </p:nvSpPr>
        <p:spPr bwMode="auto">
          <a:xfrm>
            <a:off x="7632700" y="2144713"/>
            <a:ext cx="985838" cy="800100"/>
          </a:xfrm>
          <a:prstGeom prst="rect">
            <a:avLst/>
          </a:prstGeom>
          <a:solidFill>
            <a:srgbClr val="80008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图形</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部件</a:t>
            </a:r>
          </a:p>
        </p:txBody>
      </p:sp>
      <p:sp>
        <p:nvSpPr>
          <p:cNvPr id="138244" name="Rectangle 121">
            <a:extLst>
              <a:ext uri="{FF2B5EF4-FFF2-40B4-BE49-F238E27FC236}">
                <a16:creationId xmlns:a16="http://schemas.microsoft.com/office/drawing/2014/main" id="{A5AF8897-6E0B-4EA9-82E1-7DEAE13A63B8}"/>
              </a:ext>
            </a:extLst>
          </p:cNvPr>
          <p:cNvSpPr>
            <a:spLocks noChangeArrowheads="1"/>
          </p:cNvSpPr>
          <p:nvPr/>
        </p:nvSpPr>
        <p:spPr bwMode="auto">
          <a:xfrm>
            <a:off x="744538" y="2144713"/>
            <a:ext cx="985837" cy="800100"/>
          </a:xfrm>
          <a:prstGeom prst="rect">
            <a:avLst/>
          </a:prstGeom>
          <a:solidFill>
            <a:srgbClr val="80008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整数</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部件</a:t>
            </a:r>
          </a:p>
        </p:txBody>
      </p:sp>
      <p:sp>
        <p:nvSpPr>
          <p:cNvPr id="138245" name="Rectangle 4">
            <a:extLst>
              <a:ext uri="{FF2B5EF4-FFF2-40B4-BE49-F238E27FC236}">
                <a16:creationId xmlns:a16="http://schemas.microsoft.com/office/drawing/2014/main" id="{0B8ADF5B-8968-4FA9-B3C9-770629EDD97C}"/>
              </a:ext>
            </a:extLst>
          </p:cNvPr>
          <p:cNvSpPr>
            <a:spLocks noChangeArrowheads="1"/>
          </p:cNvSpPr>
          <p:nvPr/>
        </p:nvSpPr>
        <p:spPr bwMode="auto">
          <a:xfrm>
            <a:off x="655638" y="2220913"/>
            <a:ext cx="985837" cy="800100"/>
          </a:xfrm>
          <a:prstGeom prst="rect">
            <a:avLst/>
          </a:prstGeom>
          <a:solidFill>
            <a:srgbClr val="80008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整数</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部件</a:t>
            </a:r>
          </a:p>
        </p:txBody>
      </p:sp>
      <p:sp>
        <p:nvSpPr>
          <p:cNvPr id="138246" name="Rectangle 5">
            <a:extLst>
              <a:ext uri="{FF2B5EF4-FFF2-40B4-BE49-F238E27FC236}">
                <a16:creationId xmlns:a16="http://schemas.microsoft.com/office/drawing/2014/main" id="{469CBB0E-056B-4AC9-B6CF-0E567F2CFBAB}"/>
              </a:ext>
            </a:extLst>
          </p:cNvPr>
          <p:cNvSpPr>
            <a:spLocks noChangeArrowheads="1"/>
          </p:cNvSpPr>
          <p:nvPr/>
        </p:nvSpPr>
        <p:spPr bwMode="auto">
          <a:xfrm>
            <a:off x="2035175" y="2220913"/>
            <a:ext cx="985838" cy="800100"/>
          </a:xfrm>
          <a:prstGeom prst="rect">
            <a:avLst/>
          </a:prstGeom>
          <a:solidFill>
            <a:srgbClr val="80008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位处理</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部件</a:t>
            </a:r>
          </a:p>
        </p:txBody>
      </p:sp>
      <p:sp>
        <p:nvSpPr>
          <p:cNvPr id="138247" name="Rectangle 6">
            <a:extLst>
              <a:ext uri="{FF2B5EF4-FFF2-40B4-BE49-F238E27FC236}">
                <a16:creationId xmlns:a16="http://schemas.microsoft.com/office/drawing/2014/main" id="{E50EEA7C-5BE5-4F57-8D2F-B5088F8AAAE4}"/>
              </a:ext>
            </a:extLst>
          </p:cNvPr>
          <p:cNvSpPr>
            <a:spLocks noChangeArrowheads="1"/>
          </p:cNvSpPr>
          <p:nvPr/>
        </p:nvSpPr>
        <p:spPr bwMode="auto">
          <a:xfrm>
            <a:off x="3414713" y="2220913"/>
            <a:ext cx="985837" cy="800100"/>
          </a:xfrm>
          <a:prstGeom prst="rect">
            <a:avLst/>
          </a:prstGeom>
          <a:solidFill>
            <a:srgbClr val="80008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浮点加</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法部件</a:t>
            </a:r>
          </a:p>
        </p:txBody>
      </p:sp>
      <p:sp>
        <p:nvSpPr>
          <p:cNvPr id="138248" name="Rectangle 7">
            <a:extLst>
              <a:ext uri="{FF2B5EF4-FFF2-40B4-BE49-F238E27FC236}">
                <a16:creationId xmlns:a16="http://schemas.microsoft.com/office/drawing/2014/main" id="{7441B61A-18E9-44E4-9163-683E7C9F6E2D}"/>
              </a:ext>
            </a:extLst>
          </p:cNvPr>
          <p:cNvSpPr>
            <a:spLocks noChangeArrowheads="1"/>
          </p:cNvSpPr>
          <p:nvPr/>
        </p:nvSpPr>
        <p:spPr bwMode="auto">
          <a:xfrm>
            <a:off x="4795838" y="2220913"/>
            <a:ext cx="985837" cy="800100"/>
          </a:xfrm>
          <a:prstGeom prst="rect">
            <a:avLst/>
          </a:prstGeom>
          <a:solidFill>
            <a:srgbClr val="80008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乘法</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部件</a:t>
            </a:r>
          </a:p>
        </p:txBody>
      </p:sp>
      <p:sp>
        <p:nvSpPr>
          <p:cNvPr id="138249" name="Rectangle 8">
            <a:extLst>
              <a:ext uri="{FF2B5EF4-FFF2-40B4-BE49-F238E27FC236}">
                <a16:creationId xmlns:a16="http://schemas.microsoft.com/office/drawing/2014/main" id="{FC5A920A-8588-4B8E-AB57-2D437AA824DD}"/>
              </a:ext>
            </a:extLst>
          </p:cNvPr>
          <p:cNvSpPr>
            <a:spLocks noChangeArrowheads="1"/>
          </p:cNvSpPr>
          <p:nvPr/>
        </p:nvSpPr>
        <p:spPr bwMode="auto">
          <a:xfrm>
            <a:off x="6175375" y="2220913"/>
            <a:ext cx="985838" cy="800100"/>
          </a:xfrm>
          <a:prstGeom prst="rect">
            <a:avLst/>
          </a:prstGeom>
          <a:solidFill>
            <a:srgbClr val="80008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除法</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部件</a:t>
            </a:r>
          </a:p>
        </p:txBody>
      </p:sp>
      <p:sp>
        <p:nvSpPr>
          <p:cNvPr id="138250" name="Rectangle 9">
            <a:extLst>
              <a:ext uri="{FF2B5EF4-FFF2-40B4-BE49-F238E27FC236}">
                <a16:creationId xmlns:a16="http://schemas.microsoft.com/office/drawing/2014/main" id="{27392087-01E1-4D44-81BF-4F205ED175B0}"/>
              </a:ext>
            </a:extLst>
          </p:cNvPr>
          <p:cNvSpPr>
            <a:spLocks noChangeArrowheads="1"/>
          </p:cNvSpPr>
          <p:nvPr/>
        </p:nvSpPr>
        <p:spPr bwMode="auto">
          <a:xfrm>
            <a:off x="7556500" y="2220913"/>
            <a:ext cx="985838" cy="800100"/>
          </a:xfrm>
          <a:prstGeom prst="rect">
            <a:avLst/>
          </a:prstGeom>
          <a:solidFill>
            <a:srgbClr val="80008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图形</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部件</a:t>
            </a:r>
          </a:p>
        </p:txBody>
      </p:sp>
      <p:sp>
        <p:nvSpPr>
          <p:cNvPr id="138251" name="Rectangle 10">
            <a:extLst>
              <a:ext uri="{FF2B5EF4-FFF2-40B4-BE49-F238E27FC236}">
                <a16:creationId xmlns:a16="http://schemas.microsoft.com/office/drawing/2014/main" id="{79235A28-C0AE-409B-9C9C-4E52534D0D33}"/>
              </a:ext>
            </a:extLst>
          </p:cNvPr>
          <p:cNvSpPr>
            <a:spLocks noChangeArrowheads="1"/>
          </p:cNvSpPr>
          <p:nvPr/>
        </p:nvSpPr>
        <p:spPr bwMode="auto">
          <a:xfrm>
            <a:off x="541338" y="3671888"/>
            <a:ext cx="1757362" cy="800100"/>
          </a:xfrm>
          <a:prstGeom prst="rect">
            <a:avLst/>
          </a:prstGeom>
          <a:solidFill>
            <a:srgbClr val="00660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LOAD/STORE</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部件</a:t>
            </a:r>
          </a:p>
        </p:txBody>
      </p:sp>
      <p:sp>
        <p:nvSpPr>
          <p:cNvPr id="138252" name="Rectangle 11">
            <a:extLst>
              <a:ext uri="{FF2B5EF4-FFF2-40B4-BE49-F238E27FC236}">
                <a16:creationId xmlns:a16="http://schemas.microsoft.com/office/drawing/2014/main" id="{49BBB5F3-9BCA-4920-8E98-FCA4BF9FA07A}"/>
              </a:ext>
            </a:extLst>
          </p:cNvPr>
          <p:cNvSpPr>
            <a:spLocks noChangeArrowheads="1"/>
          </p:cNvSpPr>
          <p:nvPr/>
        </p:nvSpPr>
        <p:spPr bwMode="auto">
          <a:xfrm>
            <a:off x="2592388" y="3671888"/>
            <a:ext cx="985837" cy="800100"/>
          </a:xfrm>
          <a:prstGeom prst="rect">
            <a:avLst/>
          </a:prstGeom>
          <a:solidFill>
            <a:srgbClr val="80008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通用寄</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存器堆</a:t>
            </a:r>
          </a:p>
        </p:txBody>
      </p:sp>
      <p:sp>
        <p:nvSpPr>
          <p:cNvPr id="138253" name="Rectangle 12">
            <a:extLst>
              <a:ext uri="{FF2B5EF4-FFF2-40B4-BE49-F238E27FC236}">
                <a16:creationId xmlns:a16="http://schemas.microsoft.com/office/drawing/2014/main" id="{C2B335A6-A356-4671-AEF3-5F44301BDBD6}"/>
              </a:ext>
            </a:extLst>
          </p:cNvPr>
          <p:cNvSpPr>
            <a:spLocks noChangeArrowheads="1"/>
          </p:cNvSpPr>
          <p:nvPr/>
        </p:nvSpPr>
        <p:spPr bwMode="auto">
          <a:xfrm>
            <a:off x="3871913" y="3671888"/>
            <a:ext cx="985837" cy="800100"/>
          </a:xfrm>
          <a:prstGeom prst="rect">
            <a:avLst/>
          </a:prstGeom>
          <a:solidFill>
            <a:srgbClr val="80008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扩展寄</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存器堆</a:t>
            </a:r>
          </a:p>
        </p:txBody>
      </p:sp>
      <p:sp>
        <p:nvSpPr>
          <p:cNvPr id="138254" name="Rectangle 13">
            <a:extLst>
              <a:ext uri="{FF2B5EF4-FFF2-40B4-BE49-F238E27FC236}">
                <a16:creationId xmlns:a16="http://schemas.microsoft.com/office/drawing/2014/main" id="{AFFEA74A-B096-417C-8C00-A327A21EA95C}"/>
              </a:ext>
            </a:extLst>
          </p:cNvPr>
          <p:cNvSpPr>
            <a:spLocks noChangeArrowheads="1"/>
          </p:cNvSpPr>
          <p:nvPr/>
        </p:nvSpPr>
        <p:spPr bwMode="auto">
          <a:xfrm>
            <a:off x="8099425" y="3671888"/>
            <a:ext cx="614363" cy="800100"/>
          </a:xfrm>
          <a:prstGeom prst="rect">
            <a:avLst/>
          </a:prstGeom>
          <a:solidFill>
            <a:srgbClr val="FF990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TIC</a:t>
            </a:r>
          </a:p>
        </p:txBody>
      </p:sp>
      <p:sp>
        <p:nvSpPr>
          <p:cNvPr id="138255" name="Rectangle 14">
            <a:extLst>
              <a:ext uri="{FF2B5EF4-FFF2-40B4-BE49-F238E27FC236}">
                <a16:creationId xmlns:a16="http://schemas.microsoft.com/office/drawing/2014/main" id="{BBDCB466-F506-4791-87F4-170B6FF69E4E}"/>
              </a:ext>
            </a:extLst>
          </p:cNvPr>
          <p:cNvSpPr>
            <a:spLocks noChangeArrowheads="1"/>
          </p:cNvSpPr>
          <p:nvPr/>
        </p:nvSpPr>
        <p:spPr bwMode="auto">
          <a:xfrm>
            <a:off x="5153025" y="3671888"/>
            <a:ext cx="985838" cy="800100"/>
          </a:xfrm>
          <a:prstGeom prst="rect">
            <a:avLst/>
          </a:prstGeom>
          <a:solidFill>
            <a:srgbClr val="80008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控制</a:t>
            </a:r>
          </a:p>
          <a:p>
            <a:pPr algn="ctr" eaLnBrk="1" hangingPunct="1">
              <a:lnSpc>
                <a:spcPct val="9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部件</a:t>
            </a:r>
          </a:p>
        </p:txBody>
      </p:sp>
      <p:sp>
        <p:nvSpPr>
          <p:cNvPr id="138256" name="Rectangle 15">
            <a:extLst>
              <a:ext uri="{FF2B5EF4-FFF2-40B4-BE49-F238E27FC236}">
                <a16:creationId xmlns:a16="http://schemas.microsoft.com/office/drawing/2014/main" id="{6F14750B-4701-449A-A2C9-305697DDA5D0}"/>
              </a:ext>
            </a:extLst>
          </p:cNvPr>
          <p:cNvSpPr>
            <a:spLocks noChangeArrowheads="1"/>
          </p:cNvSpPr>
          <p:nvPr/>
        </p:nvSpPr>
        <p:spPr bwMode="auto">
          <a:xfrm>
            <a:off x="6432550" y="3606800"/>
            <a:ext cx="1371600" cy="928688"/>
          </a:xfrm>
          <a:prstGeom prst="rect">
            <a:avLst/>
          </a:prstGeom>
          <a:solidFill>
            <a:srgbClr val="00660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超标量指</a:t>
            </a:r>
          </a:p>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令派遣</a:t>
            </a:r>
            <a:r>
              <a:rPr kumimoji="0" lang="en-US" altLang="zh-CN" sz="2400">
                <a:solidFill>
                  <a:schemeClr val="bg1"/>
                </a:solidFill>
                <a:ea typeface="楷体" panose="02010609060101010101" pitchFamily="49" charset="-122"/>
                <a:cs typeface="Times New Roman" panose="02020603050405020304" pitchFamily="18" charset="0"/>
              </a:rPr>
              <a:t>/</a:t>
            </a:r>
          </a:p>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转移部件</a:t>
            </a:r>
          </a:p>
        </p:txBody>
      </p:sp>
      <p:graphicFrame>
        <p:nvGraphicFramePr>
          <p:cNvPr id="405592" name="Group 88">
            <a:extLst>
              <a:ext uri="{FF2B5EF4-FFF2-40B4-BE49-F238E27FC236}">
                <a16:creationId xmlns:a16="http://schemas.microsoft.com/office/drawing/2014/main" id="{066C9611-FEA6-4C60-A91F-CE8C62C557EC}"/>
              </a:ext>
            </a:extLst>
          </p:cNvPr>
          <p:cNvGraphicFramePr>
            <a:graphicFrameLocks noGrp="1"/>
          </p:cNvGraphicFramePr>
          <p:nvPr>
            <p:extLst>
              <p:ext uri="{D42A27DB-BD31-4B8C-83A1-F6EECF244321}">
                <p14:modId xmlns:p14="http://schemas.microsoft.com/office/powerpoint/2010/main" val="3572640910"/>
              </p:ext>
            </p:extLst>
          </p:nvPr>
        </p:nvGraphicFramePr>
        <p:xfrm>
          <a:off x="512762" y="4824971"/>
          <a:ext cx="2368515" cy="692892"/>
        </p:xfrm>
        <a:graphic>
          <a:graphicData uri="http://schemas.openxmlformats.org/drawingml/2006/table">
            <a:tbl>
              <a:tblPr>
                <a:effectLst/>
              </a:tblPr>
              <a:tblGrid>
                <a:gridCol w="645088">
                  <a:extLst>
                    <a:ext uri="{9D8B030D-6E8A-4147-A177-3AD203B41FA5}">
                      <a16:colId xmlns:a16="http://schemas.microsoft.com/office/drawing/2014/main" val="2056801461"/>
                    </a:ext>
                  </a:extLst>
                </a:gridCol>
                <a:gridCol w="655818">
                  <a:extLst>
                    <a:ext uri="{9D8B030D-6E8A-4147-A177-3AD203B41FA5}">
                      <a16:colId xmlns:a16="http://schemas.microsoft.com/office/drawing/2014/main" val="1677973020"/>
                    </a:ext>
                  </a:extLst>
                </a:gridCol>
                <a:gridCol w="1067609">
                  <a:extLst>
                    <a:ext uri="{9D8B030D-6E8A-4147-A177-3AD203B41FA5}">
                      <a16:colId xmlns:a16="http://schemas.microsoft.com/office/drawing/2014/main" val="1354223242"/>
                    </a:ext>
                  </a:extLst>
                </a:gridCol>
              </a:tblGrid>
              <a:tr h="254365">
                <a:tc row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8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dirty="0">
                          <a:ln>
                            <a:noFill/>
                          </a:ln>
                          <a:solidFill>
                            <a:schemeClr val="bg1"/>
                          </a:solidFill>
                          <a:effectLst/>
                          <a:latin typeface="Times New Roman" panose="02020603050405020304" pitchFamily="18" charset="0"/>
                          <a:ea typeface="楷体" panose="02010609060101010101" pitchFamily="49" charset="-122"/>
                          <a:cs typeface="Times New Roman" panose="02020603050405020304" pitchFamily="18" charset="0"/>
                        </a:rPr>
                        <a:t>TLB</a:t>
                      </a:r>
                    </a:p>
                  </a:txBody>
                  <a:tcPr marL="36000" marR="36000" marT="17821" marB="17821" anchor="ctr" horzOverflow="overflow">
                    <a:lnL w="28575" cap="flat" cmpd="sng" algn="ctr">
                      <a:solidFill>
                        <a:schemeClr val="tx1"/>
                      </a:solidFill>
                      <a:prstDash val="solid"/>
                      <a:round/>
                      <a:headEnd type="none" w="med" len="med"/>
                      <a:tailEnd type="none" w="lg" len="lg"/>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800080"/>
                    </a:solid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8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dirty="0">
                          <a:ln>
                            <a:noFill/>
                          </a:ln>
                          <a:solidFill>
                            <a:schemeClr val="bg1"/>
                          </a:solidFill>
                          <a:effectLst/>
                          <a:latin typeface="Times New Roman" panose="02020603050405020304" pitchFamily="18" charset="0"/>
                          <a:ea typeface="楷体" panose="02010609060101010101" pitchFamily="49" charset="-122"/>
                          <a:cs typeface="Times New Roman" panose="02020603050405020304" pitchFamily="18" charset="0"/>
                        </a:rPr>
                        <a:t>tag</a:t>
                      </a:r>
                    </a:p>
                  </a:txBody>
                  <a:tcPr marL="36000" marR="36000" marT="17821" marB="1782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lg" len="lg"/>
                    </a:lnT>
                    <a:lnB w="12700" cap="flat" cmpd="sng" algn="ctr">
                      <a:solidFill>
                        <a:schemeClr val="bg1"/>
                      </a:solidFill>
                      <a:prstDash val="solid"/>
                      <a:round/>
                      <a:headEnd type="none" w="med" len="med"/>
                      <a:tailEnd type="none" w="med" len="med"/>
                    </a:lnB>
                    <a:lnTlToBr>
                      <a:noFill/>
                    </a:lnTlToBr>
                    <a:lnBlToTr>
                      <a:noFill/>
                    </a:lnBlToTr>
                    <a:solidFill>
                      <a:srgbClr val="800080"/>
                    </a:solidFill>
                  </a:tcPr>
                </a:tc>
                <a:tc row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8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dirty="0">
                          <a:ln>
                            <a:noFill/>
                          </a:ln>
                          <a:solidFill>
                            <a:schemeClr val="bg1"/>
                          </a:solidFill>
                          <a:effectLst/>
                          <a:latin typeface="Times New Roman" panose="02020603050405020304" pitchFamily="18" charset="0"/>
                          <a:ea typeface="楷体" panose="02010609060101010101" pitchFamily="49" charset="-122"/>
                          <a:cs typeface="Times New Roman" panose="02020603050405020304" pitchFamily="18" charset="0"/>
                        </a:rPr>
                        <a:t>D cache</a:t>
                      </a:r>
                    </a:p>
                    <a:p>
                      <a:pPr marL="0" marR="0" lvl="0" indent="0" algn="ctr" defTabSz="914400" rtl="0" eaLnBrk="1" fontAlgn="base" latinLnBrk="0" hangingPunct="1">
                        <a:lnSpc>
                          <a:spcPct val="8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dirty="0">
                          <a:ln>
                            <a:noFill/>
                          </a:ln>
                          <a:solidFill>
                            <a:schemeClr val="bg1"/>
                          </a:solidFill>
                          <a:effectLst/>
                          <a:latin typeface="Times New Roman" panose="02020603050405020304" pitchFamily="18" charset="0"/>
                          <a:ea typeface="楷体" panose="02010609060101010101" pitchFamily="49" charset="-122"/>
                          <a:cs typeface="Times New Roman" panose="02020603050405020304" pitchFamily="18" charset="0"/>
                        </a:rPr>
                        <a:t>(8KB)</a:t>
                      </a:r>
                    </a:p>
                  </a:txBody>
                  <a:tcPr marL="36000" marR="36000" marT="17821" marB="17821" anchor="ctr" horzOverflow="overflow">
                    <a:lnL w="12700" cap="flat" cmpd="sng" algn="ctr">
                      <a:solidFill>
                        <a:schemeClr val="bg1"/>
                      </a:solidFill>
                      <a:prstDash val="solid"/>
                      <a:round/>
                      <a:headEnd type="none" w="med" len="med"/>
                      <a:tailEnd type="none" w="med" len="med"/>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800080"/>
                    </a:solidFill>
                  </a:tcPr>
                </a:tc>
                <a:extLst>
                  <a:ext uri="{0D108BD9-81ED-4DB2-BD59-A6C34878D82A}">
                    <a16:rowId xmlns:a16="http://schemas.microsoft.com/office/drawing/2014/main" val="3645970131"/>
                  </a:ext>
                </a:extLst>
              </a:tr>
              <a:tr h="413410">
                <a:tc vMerge="1">
                  <a:txBody>
                    <a:bodyPr/>
                    <a:lstStyle/>
                    <a:p>
                      <a:endParaRPr lang="zh-CN" altLang="en-US"/>
                    </a:p>
                  </a:txBody>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8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000" b="1" i="0" u="none" strike="noStrike" cap="none" normalizeH="0" baseline="0" dirty="0">
                          <a:ln>
                            <a:noFill/>
                          </a:ln>
                          <a:solidFill>
                            <a:schemeClr val="bg1"/>
                          </a:solidFill>
                          <a:effectLst/>
                          <a:latin typeface="Times New Roman" panose="02020603050405020304" pitchFamily="18" charset="0"/>
                          <a:ea typeface="楷体" panose="02010609060101010101" pitchFamily="49" charset="-122"/>
                          <a:cs typeface="Times New Roman" panose="02020603050405020304" pitchFamily="18" charset="0"/>
                        </a:rPr>
                        <a:t>监听</a:t>
                      </a:r>
                    </a:p>
                  </a:txBody>
                  <a:tcPr marL="36000" marR="36000" marT="17821" marB="1782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tx1"/>
                      </a:solidFill>
                      <a:prstDash val="solid"/>
                      <a:round/>
                      <a:headEnd type="none" w="med" len="med"/>
                      <a:tailEnd type="none" w="lg" len="lg"/>
                    </a:lnB>
                    <a:lnTlToBr>
                      <a:noFill/>
                    </a:lnTlToBr>
                    <a:lnBlToTr>
                      <a:noFill/>
                    </a:lnBlToTr>
                    <a:solidFill>
                      <a:srgbClr val="800080"/>
                    </a:solidFill>
                  </a:tcPr>
                </a:tc>
                <a:tc vMerge="1">
                  <a:txBody>
                    <a:bodyPr/>
                    <a:lstStyle/>
                    <a:p>
                      <a:endParaRPr lang="zh-CN" altLang="en-US"/>
                    </a:p>
                  </a:txBody>
                  <a:tcPr/>
                </a:tc>
                <a:extLst>
                  <a:ext uri="{0D108BD9-81ED-4DB2-BD59-A6C34878D82A}">
                    <a16:rowId xmlns:a16="http://schemas.microsoft.com/office/drawing/2014/main" val="1720684670"/>
                  </a:ext>
                </a:extLst>
              </a:tr>
            </a:tbl>
          </a:graphicData>
        </a:graphic>
      </p:graphicFrame>
      <p:graphicFrame>
        <p:nvGraphicFramePr>
          <p:cNvPr id="405594" name="Group 90">
            <a:extLst>
              <a:ext uri="{FF2B5EF4-FFF2-40B4-BE49-F238E27FC236}">
                <a16:creationId xmlns:a16="http://schemas.microsoft.com/office/drawing/2014/main" id="{D2A34026-714A-5F4D-8893-F83FDA62D7B2}"/>
              </a:ext>
            </a:extLst>
          </p:cNvPr>
          <p:cNvGraphicFramePr>
            <a:graphicFrameLocks noGrp="1"/>
          </p:cNvGraphicFramePr>
          <p:nvPr>
            <p:extLst>
              <p:ext uri="{D42A27DB-BD31-4B8C-83A1-F6EECF244321}">
                <p14:modId xmlns:p14="http://schemas.microsoft.com/office/powerpoint/2010/main" val="3510159278"/>
              </p:ext>
            </p:extLst>
          </p:nvPr>
        </p:nvGraphicFramePr>
        <p:xfrm>
          <a:off x="6099175" y="4892675"/>
          <a:ext cx="2528888" cy="584236"/>
        </p:xfrm>
        <a:graphic>
          <a:graphicData uri="http://schemas.openxmlformats.org/drawingml/2006/table">
            <a:tbl>
              <a:tblPr/>
              <a:tblGrid>
                <a:gridCol w="120015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871538">
                  <a:extLst>
                    <a:ext uri="{9D8B030D-6E8A-4147-A177-3AD203B41FA5}">
                      <a16:colId xmlns:a16="http://schemas.microsoft.com/office/drawing/2014/main" val="20002"/>
                    </a:ext>
                  </a:extLst>
                </a:gridCol>
              </a:tblGrid>
              <a:tr h="584200">
                <a:tc>
                  <a:txBody>
                    <a:bodyPr/>
                    <a:lstStyle/>
                    <a:p>
                      <a:pPr marL="0" marR="0" lvl="0" indent="0" algn="ctr" defTabSz="914400" rtl="0" eaLnBrk="1" fontAlgn="base" latinLnBrk="0" hangingPunct="1">
                        <a:lnSpc>
                          <a:spcPct val="8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bg1"/>
                          </a:solidFill>
                          <a:effectLst/>
                          <a:latin typeface="楷体_GB2312" pitchFamily="49" charset="-122"/>
                          <a:ea typeface="楷体_GB2312" pitchFamily="49" charset="-122"/>
                        </a:rPr>
                        <a:t>I cache</a:t>
                      </a:r>
                    </a:p>
                    <a:p>
                      <a:pPr marL="0" marR="0" lvl="0" indent="0" algn="ctr" defTabSz="914400" rtl="0" eaLnBrk="1" fontAlgn="base" latinLnBrk="0" hangingPunct="1">
                        <a:lnSpc>
                          <a:spcPct val="8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bg1"/>
                          </a:solidFill>
                          <a:effectLst/>
                          <a:latin typeface="楷体_GB2312" pitchFamily="49" charset="-122"/>
                          <a:ea typeface="楷体_GB2312" pitchFamily="49" charset="-122"/>
                        </a:rPr>
                        <a:t>(8KB)</a:t>
                      </a:r>
                    </a:p>
                  </a:txBody>
                  <a:tcPr marL="36000" marR="36000" marT="17798" marB="17798" anchor="ctr" horzOverflow="overflow">
                    <a:lnL w="28575" cap="flat" cmpd="sng" algn="ctr">
                      <a:solidFill>
                        <a:schemeClr val="tx1"/>
                      </a:solidFill>
                      <a:prstDash val="solid"/>
                      <a:round/>
                      <a:headEnd type="none" w="med" len="med"/>
                      <a:tailEnd type="none" w="lg" len="lg"/>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800080"/>
                    </a:solidFill>
                  </a:tcPr>
                </a:tc>
                <a:tc>
                  <a:txBody>
                    <a:bodyPr/>
                    <a:lstStyle/>
                    <a:p>
                      <a:pPr marL="0" marR="0" lvl="0" indent="0" algn="ctr" defTabSz="914400" rtl="0" eaLnBrk="1" fontAlgn="base" latinLnBrk="0" hangingPunct="1">
                        <a:lnSpc>
                          <a:spcPct val="8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bg1"/>
                          </a:solidFill>
                          <a:effectLst/>
                          <a:latin typeface="楷体_GB2312" pitchFamily="49" charset="-122"/>
                          <a:ea typeface="楷体_GB2312" pitchFamily="49" charset="-122"/>
                        </a:rPr>
                        <a:t>tag</a:t>
                      </a:r>
                    </a:p>
                  </a:txBody>
                  <a:tcPr marL="36000" marR="36000" marT="17798" marB="177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800080"/>
                    </a:solidFill>
                  </a:tcPr>
                </a:tc>
                <a:tc>
                  <a:txBody>
                    <a:bodyPr/>
                    <a:lstStyle/>
                    <a:p>
                      <a:pPr marL="0" marR="0" lvl="0" indent="0" algn="ctr" defTabSz="914400" rtl="0" eaLnBrk="1" fontAlgn="base" latinLnBrk="0" hangingPunct="1">
                        <a:lnSpc>
                          <a:spcPct val="8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bg1"/>
                          </a:solidFill>
                          <a:effectLst/>
                          <a:latin typeface="楷体_GB2312" pitchFamily="49" charset="-122"/>
                          <a:ea typeface="楷体_GB2312" pitchFamily="49" charset="-122"/>
                        </a:rPr>
                        <a:t>TLB</a:t>
                      </a:r>
                    </a:p>
                  </a:txBody>
                  <a:tcPr marL="36000" marR="36000" marT="17798" marB="17798" anchor="ctr" horzOverflow="overflow">
                    <a:lnL w="12700" cap="flat" cmpd="sng" algn="ctr">
                      <a:solidFill>
                        <a:schemeClr val="bg1"/>
                      </a:solidFill>
                      <a:prstDash val="solid"/>
                      <a:round/>
                      <a:headEnd type="none" w="med" len="med"/>
                      <a:tailEnd type="none" w="med" len="med"/>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800080"/>
                    </a:solidFill>
                  </a:tcPr>
                </a:tc>
                <a:extLst>
                  <a:ext uri="{0D108BD9-81ED-4DB2-BD59-A6C34878D82A}">
                    <a16:rowId xmlns:a16="http://schemas.microsoft.com/office/drawing/2014/main" val="10000"/>
                  </a:ext>
                </a:extLst>
              </a:tr>
            </a:tbl>
          </a:graphicData>
        </a:graphic>
      </p:graphicFrame>
      <p:sp>
        <p:nvSpPr>
          <p:cNvPr id="138279" name="Rectangle 86">
            <a:extLst>
              <a:ext uri="{FF2B5EF4-FFF2-40B4-BE49-F238E27FC236}">
                <a16:creationId xmlns:a16="http://schemas.microsoft.com/office/drawing/2014/main" id="{92693510-3514-4946-AEE9-A4DDBF5114F1}"/>
              </a:ext>
            </a:extLst>
          </p:cNvPr>
          <p:cNvSpPr>
            <a:spLocks noChangeArrowheads="1"/>
          </p:cNvSpPr>
          <p:nvPr/>
        </p:nvSpPr>
        <p:spPr bwMode="auto">
          <a:xfrm>
            <a:off x="484188" y="5807075"/>
            <a:ext cx="8229600" cy="342900"/>
          </a:xfrm>
          <a:prstGeom prst="rect">
            <a:avLst/>
          </a:prstGeom>
          <a:solidFill>
            <a:srgbClr val="CC3300"/>
          </a:solidFill>
          <a:ln w="19050">
            <a:no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总线接口</a:t>
            </a:r>
          </a:p>
        </p:txBody>
      </p:sp>
      <p:sp>
        <p:nvSpPr>
          <p:cNvPr id="138280" name="Line 91">
            <a:extLst>
              <a:ext uri="{FF2B5EF4-FFF2-40B4-BE49-F238E27FC236}">
                <a16:creationId xmlns:a16="http://schemas.microsoft.com/office/drawing/2014/main" id="{1B308D6B-F3DB-4EC4-9213-99390B19E5CE}"/>
              </a:ext>
            </a:extLst>
          </p:cNvPr>
          <p:cNvSpPr>
            <a:spLocks noChangeShapeType="1"/>
          </p:cNvSpPr>
          <p:nvPr/>
        </p:nvSpPr>
        <p:spPr bwMode="auto">
          <a:xfrm>
            <a:off x="312738" y="3335338"/>
            <a:ext cx="8558212"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81" name="Line 92">
            <a:extLst>
              <a:ext uri="{FF2B5EF4-FFF2-40B4-BE49-F238E27FC236}">
                <a16:creationId xmlns:a16="http://schemas.microsoft.com/office/drawing/2014/main" id="{B1BAE1DF-BE7A-4C72-A925-F8B45269B494}"/>
              </a:ext>
            </a:extLst>
          </p:cNvPr>
          <p:cNvSpPr>
            <a:spLocks noChangeShapeType="1"/>
          </p:cNvSpPr>
          <p:nvPr/>
        </p:nvSpPr>
        <p:spPr bwMode="auto">
          <a:xfrm flipV="1">
            <a:off x="1141413" y="3021013"/>
            <a:ext cx="0" cy="314325"/>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82" name="Line 93">
            <a:extLst>
              <a:ext uri="{FF2B5EF4-FFF2-40B4-BE49-F238E27FC236}">
                <a16:creationId xmlns:a16="http://schemas.microsoft.com/office/drawing/2014/main" id="{C466DF98-7E94-4A56-981E-F141597172D7}"/>
              </a:ext>
            </a:extLst>
          </p:cNvPr>
          <p:cNvSpPr>
            <a:spLocks noChangeShapeType="1"/>
          </p:cNvSpPr>
          <p:nvPr/>
        </p:nvSpPr>
        <p:spPr bwMode="auto">
          <a:xfrm flipV="1">
            <a:off x="2513013" y="3021013"/>
            <a:ext cx="0" cy="314325"/>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83" name="Line 94">
            <a:extLst>
              <a:ext uri="{FF2B5EF4-FFF2-40B4-BE49-F238E27FC236}">
                <a16:creationId xmlns:a16="http://schemas.microsoft.com/office/drawing/2014/main" id="{7F21D430-6B3B-41AA-81ED-CE910E8D4DB2}"/>
              </a:ext>
            </a:extLst>
          </p:cNvPr>
          <p:cNvSpPr>
            <a:spLocks noChangeShapeType="1"/>
          </p:cNvSpPr>
          <p:nvPr/>
        </p:nvSpPr>
        <p:spPr bwMode="auto">
          <a:xfrm flipV="1">
            <a:off x="3913188" y="3035300"/>
            <a:ext cx="0" cy="314325"/>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84" name="Line 95">
            <a:extLst>
              <a:ext uri="{FF2B5EF4-FFF2-40B4-BE49-F238E27FC236}">
                <a16:creationId xmlns:a16="http://schemas.microsoft.com/office/drawing/2014/main" id="{24ED0A48-6D84-4340-8060-8774662233F7}"/>
              </a:ext>
            </a:extLst>
          </p:cNvPr>
          <p:cNvSpPr>
            <a:spLocks noChangeShapeType="1"/>
          </p:cNvSpPr>
          <p:nvPr/>
        </p:nvSpPr>
        <p:spPr bwMode="auto">
          <a:xfrm flipV="1">
            <a:off x="5256213" y="3021013"/>
            <a:ext cx="0" cy="314325"/>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85" name="Line 96">
            <a:extLst>
              <a:ext uri="{FF2B5EF4-FFF2-40B4-BE49-F238E27FC236}">
                <a16:creationId xmlns:a16="http://schemas.microsoft.com/office/drawing/2014/main" id="{97F4B282-48DC-40FA-9AD4-790378D09523}"/>
              </a:ext>
            </a:extLst>
          </p:cNvPr>
          <p:cNvSpPr>
            <a:spLocks noChangeShapeType="1"/>
          </p:cNvSpPr>
          <p:nvPr/>
        </p:nvSpPr>
        <p:spPr bwMode="auto">
          <a:xfrm flipV="1">
            <a:off x="6699250" y="3006725"/>
            <a:ext cx="0" cy="314325"/>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86" name="Line 97">
            <a:extLst>
              <a:ext uri="{FF2B5EF4-FFF2-40B4-BE49-F238E27FC236}">
                <a16:creationId xmlns:a16="http://schemas.microsoft.com/office/drawing/2014/main" id="{392F6580-0A88-49CC-9484-6379651F5AE4}"/>
              </a:ext>
            </a:extLst>
          </p:cNvPr>
          <p:cNvSpPr>
            <a:spLocks noChangeShapeType="1"/>
          </p:cNvSpPr>
          <p:nvPr/>
        </p:nvSpPr>
        <p:spPr bwMode="auto">
          <a:xfrm flipV="1">
            <a:off x="8042275" y="3006725"/>
            <a:ext cx="0" cy="314325"/>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87" name="Line 98">
            <a:extLst>
              <a:ext uri="{FF2B5EF4-FFF2-40B4-BE49-F238E27FC236}">
                <a16:creationId xmlns:a16="http://schemas.microsoft.com/office/drawing/2014/main" id="{05D8AD87-16DB-4DEC-B92F-BDDF0AF02991}"/>
              </a:ext>
            </a:extLst>
          </p:cNvPr>
          <p:cNvSpPr>
            <a:spLocks noChangeShapeType="1"/>
          </p:cNvSpPr>
          <p:nvPr/>
        </p:nvSpPr>
        <p:spPr bwMode="auto">
          <a:xfrm flipV="1">
            <a:off x="7113588" y="3321050"/>
            <a:ext cx="0" cy="300038"/>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88" name="Line 99">
            <a:extLst>
              <a:ext uri="{FF2B5EF4-FFF2-40B4-BE49-F238E27FC236}">
                <a16:creationId xmlns:a16="http://schemas.microsoft.com/office/drawing/2014/main" id="{84E6512D-C987-49E6-94A6-989FC9804D23}"/>
              </a:ext>
            </a:extLst>
          </p:cNvPr>
          <p:cNvSpPr>
            <a:spLocks noChangeShapeType="1"/>
          </p:cNvSpPr>
          <p:nvPr/>
        </p:nvSpPr>
        <p:spPr bwMode="auto">
          <a:xfrm flipV="1">
            <a:off x="1541463" y="3321050"/>
            <a:ext cx="0" cy="34290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89" name="Line 100">
            <a:extLst>
              <a:ext uri="{FF2B5EF4-FFF2-40B4-BE49-F238E27FC236}">
                <a16:creationId xmlns:a16="http://schemas.microsoft.com/office/drawing/2014/main" id="{35A921DF-9038-450A-8C57-98310A9696A2}"/>
              </a:ext>
            </a:extLst>
          </p:cNvPr>
          <p:cNvSpPr>
            <a:spLocks noChangeShapeType="1"/>
          </p:cNvSpPr>
          <p:nvPr/>
        </p:nvSpPr>
        <p:spPr bwMode="auto">
          <a:xfrm flipV="1">
            <a:off x="3070225" y="3335338"/>
            <a:ext cx="0" cy="328612"/>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90" name="Line 101">
            <a:extLst>
              <a:ext uri="{FF2B5EF4-FFF2-40B4-BE49-F238E27FC236}">
                <a16:creationId xmlns:a16="http://schemas.microsoft.com/office/drawing/2014/main" id="{96E91090-F58E-4027-9DC4-468C93FA2682}"/>
              </a:ext>
            </a:extLst>
          </p:cNvPr>
          <p:cNvSpPr>
            <a:spLocks noChangeShapeType="1"/>
          </p:cNvSpPr>
          <p:nvPr/>
        </p:nvSpPr>
        <p:spPr bwMode="auto">
          <a:xfrm flipV="1">
            <a:off x="4384675" y="3335338"/>
            <a:ext cx="0" cy="34290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91" name="Line 102">
            <a:extLst>
              <a:ext uri="{FF2B5EF4-FFF2-40B4-BE49-F238E27FC236}">
                <a16:creationId xmlns:a16="http://schemas.microsoft.com/office/drawing/2014/main" id="{F10C0E73-F5BE-480E-92EA-90EEA9ABB01F}"/>
              </a:ext>
            </a:extLst>
          </p:cNvPr>
          <p:cNvSpPr>
            <a:spLocks noChangeShapeType="1"/>
          </p:cNvSpPr>
          <p:nvPr/>
        </p:nvSpPr>
        <p:spPr bwMode="auto">
          <a:xfrm flipV="1">
            <a:off x="2298700" y="5492750"/>
            <a:ext cx="0" cy="314325"/>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38292" name="Line 103">
            <a:extLst>
              <a:ext uri="{FF2B5EF4-FFF2-40B4-BE49-F238E27FC236}">
                <a16:creationId xmlns:a16="http://schemas.microsoft.com/office/drawing/2014/main" id="{1E87B6F7-4727-4BDB-9E94-8FD5E8C85D72}"/>
              </a:ext>
            </a:extLst>
          </p:cNvPr>
          <p:cNvSpPr>
            <a:spLocks noChangeShapeType="1"/>
          </p:cNvSpPr>
          <p:nvPr/>
        </p:nvSpPr>
        <p:spPr bwMode="auto">
          <a:xfrm flipV="1">
            <a:off x="2998788" y="6149975"/>
            <a:ext cx="0" cy="357188"/>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38293" name="Line 104">
            <a:extLst>
              <a:ext uri="{FF2B5EF4-FFF2-40B4-BE49-F238E27FC236}">
                <a16:creationId xmlns:a16="http://schemas.microsoft.com/office/drawing/2014/main" id="{64E0C32D-C8F4-498A-9343-05A7D15ACBF5}"/>
              </a:ext>
            </a:extLst>
          </p:cNvPr>
          <p:cNvSpPr>
            <a:spLocks noChangeShapeType="1"/>
          </p:cNvSpPr>
          <p:nvPr/>
        </p:nvSpPr>
        <p:spPr bwMode="auto">
          <a:xfrm flipV="1">
            <a:off x="6213475" y="6149975"/>
            <a:ext cx="0" cy="357188"/>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38294" name="Line 105">
            <a:extLst>
              <a:ext uri="{FF2B5EF4-FFF2-40B4-BE49-F238E27FC236}">
                <a16:creationId xmlns:a16="http://schemas.microsoft.com/office/drawing/2014/main" id="{C1EBB127-B0E8-4F2C-9A12-1905DA17549D}"/>
              </a:ext>
            </a:extLst>
          </p:cNvPr>
          <p:cNvSpPr>
            <a:spLocks noChangeShapeType="1"/>
          </p:cNvSpPr>
          <p:nvPr/>
        </p:nvSpPr>
        <p:spPr bwMode="auto">
          <a:xfrm flipV="1">
            <a:off x="1999137" y="4464050"/>
            <a:ext cx="13813" cy="357189"/>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95" name="Line 106">
            <a:extLst>
              <a:ext uri="{FF2B5EF4-FFF2-40B4-BE49-F238E27FC236}">
                <a16:creationId xmlns:a16="http://schemas.microsoft.com/office/drawing/2014/main" id="{2327298A-531E-4B40-8A9F-DF7CAAADD571}"/>
              </a:ext>
            </a:extLst>
          </p:cNvPr>
          <p:cNvSpPr>
            <a:spLocks noChangeShapeType="1"/>
          </p:cNvSpPr>
          <p:nvPr/>
        </p:nvSpPr>
        <p:spPr bwMode="auto">
          <a:xfrm flipV="1">
            <a:off x="798513" y="54784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38296" name="Line 107">
            <a:extLst>
              <a:ext uri="{FF2B5EF4-FFF2-40B4-BE49-F238E27FC236}">
                <a16:creationId xmlns:a16="http://schemas.microsoft.com/office/drawing/2014/main" id="{38D5A690-D962-46E2-992D-BEC2F97B7943}"/>
              </a:ext>
            </a:extLst>
          </p:cNvPr>
          <p:cNvSpPr>
            <a:spLocks noChangeShapeType="1"/>
          </p:cNvSpPr>
          <p:nvPr/>
        </p:nvSpPr>
        <p:spPr bwMode="auto">
          <a:xfrm flipV="1">
            <a:off x="1371600" y="5517863"/>
            <a:ext cx="0" cy="314325"/>
          </a:xfrm>
          <a:prstGeom prst="line">
            <a:avLst/>
          </a:prstGeom>
          <a:noFill/>
          <a:ln w="19050">
            <a:solidFill>
              <a:schemeClr val="tx1"/>
            </a:solidFill>
            <a:round/>
            <a:headEnd type="none"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38297" name="Line 108">
            <a:extLst>
              <a:ext uri="{FF2B5EF4-FFF2-40B4-BE49-F238E27FC236}">
                <a16:creationId xmlns:a16="http://schemas.microsoft.com/office/drawing/2014/main" id="{D3B7B4A3-286D-40BA-8C77-C7F8F8B04F54}"/>
              </a:ext>
            </a:extLst>
          </p:cNvPr>
          <p:cNvSpPr>
            <a:spLocks noChangeShapeType="1"/>
          </p:cNvSpPr>
          <p:nvPr/>
        </p:nvSpPr>
        <p:spPr bwMode="auto">
          <a:xfrm flipV="1">
            <a:off x="998538" y="4464050"/>
            <a:ext cx="0" cy="33810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298" name="Line 109">
            <a:extLst>
              <a:ext uri="{FF2B5EF4-FFF2-40B4-BE49-F238E27FC236}">
                <a16:creationId xmlns:a16="http://schemas.microsoft.com/office/drawing/2014/main" id="{F93DDF16-5499-4E24-A6CC-689D9DB7FFD1}"/>
              </a:ext>
            </a:extLst>
          </p:cNvPr>
          <p:cNvSpPr>
            <a:spLocks noChangeShapeType="1"/>
          </p:cNvSpPr>
          <p:nvPr/>
        </p:nvSpPr>
        <p:spPr bwMode="auto">
          <a:xfrm flipV="1">
            <a:off x="8199438" y="54927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38299" name="Line 110">
            <a:extLst>
              <a:ext uri="{FF2B5EF4-FFF2-40B4-BE49-F238E27FC236}">
                <a16:creationId xmlns:a16="http://schemas.microsoft.com/office/drawing/2014/main" id="{9DF1473D-2B04-4A50-B43C-7A847A6AB926}"/>
              </a:ext>
            </a:extLst>
          </p:cNvPr>
          <p:cNvSpPr>
            <a:spLocks noChangeShapeType="1"/>
          </p:cNvSpPr>
          <p:nvPr/>
        </p:nvSpPr>
        <p:spPr bwMode="auto">
          <a:xfrm flipV="1">
            <a:off x="6742113" y="5464175"/>
            <a:ext cx="0" cy="314325"/>
          </a:xfrm>
          <a:prstGeom prst="line">
            <a:avLst/>
          </a:prstGeom>
          <a:noFill/>
          <a:ln w="19050">
            <a:solidFill>
              <a:schemeClr val="tx1"/>
            </a:solidFill>
            <a:round/>
            <a:headEnd type="none"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38300" name="Line 111">
            <a:extLst>
              <a:ext uri="{FF2B5EF4-FFF2-40B4-BE49-F238E27FC236}">
                <a16:creationId xmlns:a16="http://schemas.microsoft.com/office/drawing/2014/main" id="{9866280D-967A-43AC-BB48-2FA2313BC95A}"/>
              </a:ext>
            </a:extLst>
          </p:cNvPr>
          <p:cNvSpPr>
            <a:spLocks noChangeShapeType="1"/>
          </p:cNvSpPr>
          <p:nvPr/>
        </p:nvSpPr>
        <p:spPr bwMode="auto">
          <a:xfrm flipV="1">
            <a:off x="6642100" y="4521200"/>
            <a:ext cx="0" cy="357188"/>
          </a:xfrm>
          <a:prstGeom prst="line">
            <a:avLst/>
          </a:prstGeom>
          <a:noFill/>
          <a:ln w="19050">
            <a:solidFill>
              <a:schemeClr val="tx1"/>
            </a:solidFill>
            <a:round/>
            <a:headEnd type="none" w="lg" len="lg"/>
            <a:tailEnd type="stealth"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301" name="Line 112">
            <a:extLst>
              <a:ext uri="{FF2B5EF4-FFF2-40B4-BE49-F238E27FC236}">
                <a16:creationId xmlns:a16="http://schemas.microsoft.com/office/drawing/2014/main" id="{A6318C90-4103-4B62-B5FD-20FE99FE495E}"/>
              </a:ext>
            </a:extLst>
          </p:cNvPr>
          <p:cNvSpPr>
            <a:spLocks noChangeShapeType="1"/>
          </p:cNvSpPr>
          <p:nvPr/>
        </p:nvSpPr>
        <p:spPr bwMode="auto">
          <a:xfrm flipV="1">
            <a:off x="7513638" y="4535488"/>
            <a:ext cx="0" cy="357187"/>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302" name="Line 113">
            <a:extLst>
              <a:ext uri="{FF2B5EF4-FFF2-40B4-BE49-F238E27FC236}">
                <a16:creationId xmlns:a16="http://schemas.microsoft.com/office/drawing/2014/main" id="{BAAC70CD-156F-46B4-877C-EFBA7670FD1B}"/>
              </a:ext>
            </a:extLst>
          </p:cNvPr>
          <p:cNvSpPr>
            <a:spLocks noChangeShapeType="1"/>
          </p:cNvSpPr>
          <p:nvPr/>
        </p:nvSpPr>
        <p:spPr bwMode="auto">
          <a:xfrm>
            <a:off x="6142038" y="4092575"/>
            <a:ext cx="285750" cy="0"/>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303" name="Line 114">
            <a:extLst>
              <a:ext uri="{FF2B5EF4-FFF2-40B4-BE49-F238E27FC236}">
                <a16:creationId xmlns:a16="http://schemas.microsoft.com/office/drawing/2014/main" id="{8D416C8A-7967-4232-96E8-1725F7632ACF}"/>
              </a:ext>
            </a:extLst>
          </p:cNvPr>
          <p:cNvSpPr>
            <a:spLocks noChangeShapeType="1"/>
          </p:cNvSpPr>
          <p:nvPr/>
        </p:nvSpPr>
        <p:spPr bwMode="auto">
          <a:xfrm>
            <a:off x="7813675" y="4121150"/>
            <a:ext cx="285750" cy="0"/>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8304" name="Text Box 115">
            <a:extLst>
              <a:ext uri="{FF2B5EF4-FFF2-40B4-BE49-F238E27FC236}">
                <a16:creationId xmlns:a16="http://schemas.microsoft.com/office/drawing/2014/main" id="{132C909C-568C-421D-A94D-2905B33391C4}"/>
              </a:ext>
            </a:extLst>
          </p:cNvPr>
          <p:cNvSpPr txBox="1">
            <a:spLocks noChangeArrowheads="1"/>
          </p:cNvSpPr>
          <p:nvPr/>
        </p:nvSpPr>
        <p:spPr bwMode="auto">
          <a:xfrm>
            <a:off x="2974975" y="6089650"/>
            <a:ext cx="2024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楷体" panose="02010609060101010101" pitchFamily="49" charset="-122"/>
                <a:ea typeface="楷体" panose="02010609060101010101" pitchFamily="49" charset="-122"/>
              </a:rPr>
              <a:t>32</a:t>
            </a:r>
            <a:r>
              <a:rPr kumimoji="0" lang="zh-CN" altLang="en-US" sz="2400">
                <a:latin typeface="楷体" panose="02010609060101010101" pitchFamily="49" charset="-122"/>
                <a:ea typeface="楷体" panose="02010609060101010101" pitchFamily="49" charset="-122"/>
              </a:rPr>
              <a:t>位地址总线</a:t>
            </a:r>
          </a:p>
        </p:txBody>
      </p:sp>
      <p:sp>
        <p:nvSpPr>
          <p:cNvPr id="138305" name="Text Box 116">
            <a:extLst>
              <a:ext uri="{FF2B5EF4-FFF2-40B4-BE49-F238E27FC236}">
                <a16:creationId xmlns:a16="http://schemas.microsoft.com/office/drawing/2014/main" id="{7579BE90-F0BA-476C-B784-EF5ADC47BFF4}"/>
              </a:ext>
            </a:extLst>
          </p:cNvPr>
          <p:cNvSpPr txBox="1">
            <a:spLocks noChangeArrowheads="1"/>
          </p:cNvSpPr>
          <p:nvPr/>
        </p:nvSpPr>
        <p:spPr bwMode="auto">
          <a:xfrm>
            <a:off x="6188075" y="6080125"/>
            <a:ext cx="2024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楷体" panose="02010609060101010101" pitchFamily="49" charset="-122"/>
                <a:ea typeface="楷体" panose="02010609060101010101" pitchFamily="49" charset="-122"/>
              </a:rPr>
              <a:t>64</a:t>
            </a:r>
            <a:r>
              <a:rPr kumimoji="0" lang="zh-CN" altLang="en-US" sz="2400">
                <a:latin typeface="楷体" panose="02010609060101010101" pitchFamily="49" charset="-122"/>
                <a:ea typeface="楷体" panose="02010609060101010101" pitchFamily="49" charset="-122"/>
              </a:rPr>
              <a:t>位数据总线</a:t>
            </a:r>
          </a:p>
        </p:txBody>
      </p:sp>
      <p:sp>
        <p:nvSpPr>
          <p:cNvPr id="405623" name="Text Box 119">
            <a:extLst>
              <a:ext uri="{FF2B5EF4-FFF2-40B4-BE49-F238E27FC236}">
                <a16:creationId xmlns:a16="http://schemas.microsoft.com/office/drawing/2014/main" id="{D8617B24-AD96-4476-B032-F73B05822747}"/>
              </a:ext>
            </a:extLst>
          </p:cNvPr>
          <p:cNvSpPr txBox="1">
            <a:spLocks noChangeArrowheads="1"/>
          </p:cNvSpPr>
          <p:nvPr/>
        </p:nvSpPr>
        <p:spPr bwMode="auto">
          <a:xfrm>
            <a:off x="177800" y="939800"/>
            <a:ext cx="87344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kumimoji="0" lang="zh-CN" altLang="en-US" sz="2400" dirty="0">
                <a:latin typeface="宋体" panose="02010600030101010101" pitchFamily="2" charset="-122"/>
                <a:ea typeface="宋体" panose="02010600030101010101" pitchFamily="2" charset="-122"/>
              </a:rPr>
              <a:t>在处理器中的所有这些</a:t>
            </a:r>
            <a:r>
              <a:rPr kumimoji="0" lang="en-US" altLang="zh-CN" sz="2400" dirty="0">
                <a:latin typeface="宋体" panose="02010600030101010101" pitchFamily="2" charset="-122"/>
                <a:ea typeface="宋体" panose="02010600030101010101" pitchFamily="2" charset="-122"/>
              </a:rPr>
              <a:t>Cache</a:t>
            </a:r>
            <a:r>
              <a:rPr kumimoji="0" lang="zh-CN" altLang="en-US" sz="2400" dirty="0">
                <a:latin typeface="宋体" panose="02010600030101010101" pitchFamily="2" charset="-122"/>
                <a:ea typeface="宋体" panose="02010600030101010101" pitchFamily="2" charset="-122"/>
              </a:rPr>
              <a:t>、寄存器堆、功能部件，通过六条</a:t>
            </a:r>
            <a:r>
              <a:rPr kumimoji="0" lang="en-US" altLang="zh-CN" sz="2400" dirty="0">
                <a:latin typeface="宋体" panose="02010600030101010101" pitchFamily="2" charset="-122"/>
                <a:ea typeface="宋体" panose="02010600030101010101" pitchFamily="2" charset="-122"/>
              </a:rPr>
              <a:t>80</a:t>
            </a:r>
            <a:r>
              <a:rPr kumimoji="0" lang="zh-CN" altLang="en-US" sz="2400" dirty="0">
                <a:latin typeface="宋体" panose="02010600030101010101" pitchFamily="2" charset="-122"/>
                <a:ea typeface="宋体" panose="02010600030101010101" pitchFamily="2" charset="-122"/>
              </a:rPr>
              <a:t>位宽的内部总线相连接（</a:t>
            </a:r>
            <a:r>
              <a:rPr kumimoji="0" lang="en-US" altLang="zh-CN" sz="2400" dirty="0">
                <a:latin typeface="宋体" panose="02010600030101010101" pitchFamily="2" charset="-122"/>
                <a:ea typeface="宋体" panose="02010600030101010101" pitchFamily="2" charset="-122"/>
              </a:rPr>
              <a:t>2</a:t>
            </a:r>
            <a:r>
              <a:rPr kumimoji="0" lang="zh-CN" altLang="en-US" sz="2400" dirty="0">
                <a:latin typeface="宋体" panose="02010600030101010101" pitchFamily="2" charset="-122"/>
                <a:ea typeface="宋体" panose="02010600030101010101" pitchFamily="2" charset="-122"/>
              </a:rPr>
              <a:t>条源</a:t>
            </a:r>
            <a:r>
              <a:rPr kumimoji="0" lang="en-US" altLang="zh-CN" sz="2400" dirty="0">
                <a:latin typeface="宋体" panose="02010600030101010101" pitchFamily="2" charset="-122"/>
                <a:ea typeface="宋体" panose="02010600030101010101" pitchFamily="2" charset="-122"/>
              </a:rPr>
              <a:t>1</a:t>
            </a:r>
            <a:r>
              <a:rPr kumimoji="0" lang="zh-CN" altLang="en-US" sz="2400" dirty="0">
                <a:latin typeface="宋体" panose="02010600030101010101" pitchFamily="2" charset="-122"/>
                <a:ea typeface="宋体" panose="02010600030101010101" pitchFamily="2" charset="-122"/>
              </a:rPr>
              <a:t>总线、</a:t>
            </a:r>
            <a:r>
              <a:rPr kumimoji="0" lang="en-US" altLang="zh-CN" sz="2400" dirty="0">
                <a:latin typeface="宋体" panose="02010600030101010101" pitchFamily="2" charset="-122"/>
                <a:ea typeface="宋体" panose="02010600030101010101" pitchFamily="2" charset="-122"/>
              </a:rPr>
              <a:t>2</a:t>
            </a:r>
            <a:r>
              <a:rPr kumimoji="0" lang="zh-CN" altLang="en-US" sz="2400" dirty="0">
                <a:latin typeface="宋体" panose="02010600030101010101" pitchFamily="2" charset="-122"/>
                <a:ea typeface="宋体" panose="02010600030101010101" pitchFamily="2" charset="-122"/>
              </a:rPr>
              <a:t>条源</a:t>
            </a:r>
            <a:r>
              <a:rPr kumimoji="0" lang="en-US" altLang="zh-CN" sz="2400" dirty="0">
                <a:latin typeface="宋体" panose="02010600030101010101" pitchFamily="2" charset="-122"/>
                <a:ea typeface="宋体" panose="02010600030101010101" pitchFamily="2" charset="-122"/>
              </a:rPr>
              <a:t>2</a:t>
            </a:r>
            <a:r>
              <a:rPr kumimoji="0" lang="zh-CN" altLang="en-US" sz="2400" dirty="0">
                <a:latin typeface="宋体" panose="02010600030101010101" pitchFamily="2" charset="-122"/>
                <a:ea typeface="宋体" panose="02010600030101010101" pitchFamily="2" charset="-122"/>
              </a:rPr>
              <a:t>总线、</a:t>
            </a:r>
            <a:r>
              <a:rPr kumimoji="0" lang="en-US" altLang="zh-CN" sz="2400" dirty="0">
                <a:latin typeface="宋体" panose="02010600030101010101" pitchFamily="2" charset="-122"/>
                <a:ea typeface="宋体" panose="02010600030101010101" pitchFamily="2" charset="-122"/>
              </a:rPr>
              <a:t>2</a:t>
            </a:r>
            <a:r>
              <a:rPr kumimoji="0" lang="zh-CN" altLang="en-US" sz="2400" dirty="0">
                <a:latin typeface="宋体" panose="02010600030101010101" pitchFamily="2" charset="-122"/>
                <a:ea typeface="宋体" panose="02010600030101010101" pitchFamily="2" charset="-122"/>
              </a:rPr>
              <a:t>条目标总线）</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5623"/>
                                        </p:tgtEl>
                                        <p:attrNameLst>
                                          <p:attrName>style.visibility</p:attrName>
                                        </p:attrNameLst>
                                      </p:cBhvr>
                                      <p:to>
                                        <p:strVal val="visible"/>
                                      </p:to>
                                    </p:set>
                                    <p:animEffect transition="in" filter="dissolve">
                                      <p:cBhvr>
                                        <p:cTn id="7" dur="500"/>
                                        <p:tgtEl>
                                          <p:spTgt spid="405623"/>
                                        </p:tgtEl>
                                      </p:cBhvr>
                                    </p:animEffect>
                                  </p:childTnLst>
                                  <p:subTnLst>
                                    <p:set>
                                      <p:cBhvr override="childStyle">
                                        <p:cTn dur="1" fill="hold" display="0" masterRel="nextClick" afterEffect="1"/>
                                        <p:tgtEl>
                                          <p:spTgt spid="40562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62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a:extLst>
              <a:ext uri="{FF2B5EF4-FFF2-40B4-BE49-F238E27FC236}">
                <a16:creationId xmlns:a16="http://schemas.microsoft.com/office/drawing/2014/main" id="{3D6E2421-913F-DE4A-90F9-40B06D3F7145}"/>
              </a:ext>
            </a:extLst>
          </p:cNvPr>
          <p:cNvSpPr>
            <a:spLocks noGrp="1" noChangeArrowheads="1"/>
          </p:cNvSpPr>
          <p:nvPr>
            <p:ph type="title"/>
          </p:nvPr>
        </p:nvSpPr>
        <p:spPr/>
        <p:txBody>
          <a:bodyPr/>
          <a:lstStyle/>
          <a:p>
            <a:pPr eaLnBrk="1" hangingPunct="1"/>
            <a:r>
              <a:rPr lang="en-US" altLang="zh-CN"/>
              <a:t>MC88110</a:t>
            </a:r>
            <a:r>
              <a:rPr lang="zh-CN" altLang="en-US"/>
              <a:t>的指令流水线</a:t>
            </a:r>
            <a:endParaRPr lang="en-US" altLang="zh-CN"/>
          </a:p>
        </p:txBody>
      </p:sp>
      <p:sp>
        <p:nvSpPr>
          <p:cNvPr id="140290" name="Rectangle 3">
            <a:extLst>
              <a:ext uri="{FF2B5EF4-FFF2-40B4-BE49-F238E27FC236}">
                <a16:creationId xmlns:a16="http://schemas.microsoft.com/office/drawing/2014/main" id="{1007AC29-469A-45D5-9180-AE29E3D2DF99}"/>
              </a:ext>
            </a:extLst>
          </p:cNvPr>
          <p:cNvSpPr>
            <a:spLocks noGrp="1" noChangeArrowheads="1"/>
          </p:cNvSpPr>
          <p:nvPr>
            <p:ph idx="1"/>
          </p:nvPr>
        </p:nvSpPr>
        <p:spPr/>
        <p:txBody>
          <a:bodyPr/>
          <a:lstStyle/>
          <a:p>
            <a:pPr eaLnBrk="1" hangingPunct="1"/>
            <a:r>
              <a:rPr lang="en-US" altLang="zh-CN" sz="2800"/>
              <a:t>MC 88110</a:t>
            </a:r>
            <a:r>
              <a:rPr lang="zh-CN" altLang="en-US" sz="2800"/>
              <a:t>是</a:t>
            </a:r>
            <a:r>
              <a:rPr lang="zh-CN" altLang="en-US" sz="2800">
                <a:solidFill>
                  <a:srgbClr val="FF0000"/>
                </a:solidFill>
              </a:rPr>
              <a:t>超标量</a:t>
            </a:r>
            <a:r>
              <a:rPr lang="zh-CN" altLang="en-US" sz="2800"/>
              <a:t>流水</a:t>
            </a:r>
            <a:r>
              <a:rPr lang="en-US" altLang="zh-CN" sz="2800"/>
              <a:t>CPU</a:t>
            </a:r>
            <a:r>
              <a:rPr lang="zh-CN" altLang="en-US" sz="2800"/>
              <a:t>，在每个机器周期完成</a:t>
            </a:r>
            <a:r>
              <a:rPr lang="en-US" altLang="zh-CN" sz="2800"/>
              <a:t>2</a:t>
            </a:r>
            <a:r>
              <a:rPr lang="zh-CN" altLang="en-US" sz="2800"/>
              <a:t>条指令</a:t>
            </a:r>
          </a:p>
          <a:p>
            <a:pPr eaLnBrk="1" hangingPunct="1"/>
            <a:r>
              <a:rPr lang="zh-CN" altLang="en-US" sz="2800"/>
              <a:t>流水线共分为三阶段</a:t>
            </a:r>
          </a:p>
          <a:p>
            <a:pPr lvl="1" eaLnBrk="1" hangingPunct="1"/>
            <a:r>
              <a:rPr lang="zh-CN" altLang="en-US" sz="2400"/>
              <a:t>取指和译码</a:t>
            </a:r>
            <a:r>
              <a:rPr lang="en-US" altLang="zh-CN" sz="2400"/>
              <a:t>(F</a:t>
            </a:r>
            <a:r>
              <a:rPr lang="zh-CN" altLang="en-US" sz="2400"/>
              <a:t>＆</a:t>
            </a:r>
            <a:r>
              <a:rPr lang="en-US" altLang="zh-CN" sz="2400"/>
              <a:t>D)</a:t>
            </a:r>
            <a:r>
              <a:rPr lang="zh-CN" altLang="en-US" sz="2400"/>
              <a:t>段：</a:t>
            </a:r>
            <a:r>
              <a:rPr kumimoji="0" lang="zh-CN" altLang="en-US" sz="2400"/>
              <a:t>需要一个时钟周期，完成从指令</a:t>
            </a:r>
            <a:r>
              <a:rPr kumimoji="0" lang="en-US" altLang="zh-CN" sz="2400"/>
              <a:t>cache</a:t>
            </a:r>
            <a:r>
              <a:rPr kumimoji="0" lang="zh-CN" altLang="en-US" sz="2400"/>
              <a:t>取</a:t>
            </a:r>
            <a:r>
              <a:rPr kumimoji="0" lang="zh-CN" altLang="en-US" sz="2400">
                <a:solidFill>
                  <a:srgbClr val="FF0000"/>
                </a:solidFill>
              </a:rPr>
              <a:t>一对</a:t>
            </a:r>
            <a:r>
              <a:rPr kumimoji="0" lang="zh-CN" altLang="en-US" sz="2400"/>
              <a:t>指令并译码，并从寄存器堆取操作数，然后判断是否把指令发射到</a:t>
            </a:r>
            <a:r>
              <a:rPr kumimoji="0" lang="en-US" altLang="zh-CN" sz="2400"/>
              <a:t>EX</a:t>
            </a:r>
            <a:r>
              <a:rPr kumimoji="0" lang="zh-CN" altLang="en-US" sz="2400"/>
              <a:t>段</a:t>
            </a:r>
            <a:endParaRPr lang="zh-CN" altLang="en-US" sz="2400"/>
          </a:p>
          <a:p>
            <a:pPr lvl="1" eaLnBrk="1" hangingPunct="1"/>
            <a:r>
              <a:rPr lang="zh-CN" altLang="en-US" sz="2400"/>
              <a:t>执行</a:t>
            </a:r>
            <a:r>
              <a:rPr lang="en-US" altLang="zh-CN" sz="2400"/>
              <a:t>(EX)</a:t>
            </a:r>
            <a:r>
              <a:rPr lang="zh-CN" altLang="en-US" sz="2400"/>
              <a:t>段：</a:t>
            </a:r>
            <a:r>
              <a:rPr kumimoji="0" lang="en-US" altLang="zh-CN" sz="2400"/>
              <a:t>EX</a:t>
            </a:r>
            <a:r>
              <a:rPr kumimoji="0" lang="zh-CN" altLang="en-US" sz="2400"/>
              <a:t>段通常只需一个时钟周期，某些指令可能多于一个时钟周期</a:t>
            </a:r>
            <a:endParaRPr lang="zh-CN" altLang="en-US" sz="2400"/>
          </a:p>
          <a:p>
            <a:pPr lvl="1" eaLnBrk="1" hangingPunct="1"/>
            <a:r>
              <a:rPr lang="zh-CN" altLang="en-US" sz="2400"/>
              <a:t>写回</a:t>
            </a:r>
            <a:r>
              <a:rPr lang="en-US" altLang="zh-CN" sz="2400"/>
              <a:t>(WB)</a:t>
            </a:r>
            <a:r>
              <a:rPr lang="zh-CN" altLang="en-US" sz="2400"/>
              <a:t>段</a:t>
            </a:r>
          </a:p>
          <a:p>
            <a:pPr lvl="2" eaLnBrk="1" hangingPunct="1"/>
            <a:r>
              <a:rPr kumimoji="0" lang="en-US" altLang="zh-CN" sz="2000"/>
              <a:t>EX</a:t>
            </a:r>
            <a:r>
              <a:rPr kumimoji="0" lang="zh-CN" altLang="en-US" sz="2000"/>
              <a:t>段执行的结果在</a:t>
            </a:r>
            <a:r>
              <a:rPr kumimoji="0" lang="en-US" altLang="zh-CN" sz="2000"/>
              <a:t>WB</a:t>
            </a:r>
            <a:r>
              <a:rPr kumimoji="0" lang="zh-CN" altLang="en-US" sz="2000"/>
              <a:t>段写回段寄存器堆，</a:t>
            </a:r>
            <a:r>
              <a:rPr kumimoji="0" lang="en-US" altLang="zh-CN" sz="2000"/>
              <a:t>WB</a:t>
            </a:r>
            <a:r>
              <a:rPr kumimoji="0" lang="zh-CN" altLang="en-US" sz="2000"/>
              <a:t>段只需时钟周期的一半；</a:t>
            </a:r>
          </a:p>
          <a:p>
            <a:pPr lvl="2" eaLnBrk="1" hangingPunct="1"/>
            <a:r>
              <a:rPr kumimoji="0" lang="zh-CN" altLang="en-US" sz="2000"/>
              <a:t>为了解决数据相关冲突，</a:t>
            </a:r>
            <a:r>
              <a:rPr kumimoji="0" lang="en-US" altLang="zh-CN" sz="2000"/>
              <a:t>EX</a:t>
            </a:r>
            <a:r>
              <a:rPr kumimoji="0" lang="zh-CN" altLang="en-US" sz="2000"/>
              <a:t>段执行的结果同时通过前送（ </a:t>
            </a:r>
            <a:r>
              <a:rPr lang="en-US" altLang="zh-CN"/>
              <a:t>Forwarding</a:t>
            </a:r>
            <a:r>
              <a:rPr kumimoji="0" lang="zh-CN" altLang="en-US" sz="2000"/>
              <a:t> ）电路提前传送到</a:t>
            </a:r>
            <a:r>
              <a:rPr kumimoji="0" lang="en-US" altLang="zh-CN" sz="2000"/>
              <a:t>ALU</a:t>
            </a:r>
            <a:endParaRPr kumimoji="0" lang="zh-CN" altLang="en-US" sz="2000"/>
          </a:p>
        </p:txBody>
      </p:sp>
    </p:spTree>
  </p:cSld>
  <p:clrMapOvr>
    <a:masterClrMapping/>
  </p:clrMapOvr>
  <p:transition spd="med">
    <p:pull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a:extLst>
              <a:ext uri="{FF2B5EF4-FFF2-40B4-BE49-F238E27FC236}">
                <a16:creationId xmlns:a16="http://schemas.microsoft.com/office/drawing/2014/main" id="{B4FD26AE-A715-CD4B-B6F5-ABE5EF28C1DA}"/>
              </a:ext>
            </a:extLst>
          </p:cNvPr>
          <p:cNvSpPr>
            <a:spLocks noGrp="1" noChangeArrowheads="1"/>
          </p:cNvSpPr>
          <p:nvPr>
            <p:ph type="title"/>
          </p:nvPr>
        </p:nvSpPr>
        <p:spPr/>
        <p:txBody>
          <a:bodyPr/>
          <a:lstStyle/>
          <a:p>
            <a:pPr eaLnBrk="1" hangingPunct="1"/>
            <a:r>
              <a:rPr lang="en-US" altLang="zh-CN"/>
              <a:t>MC88110</a:t>
            </a:r>
            <a:r>
              <a:rPr lang="zh-CN" altLang="en-US"/>
              <a:t>的指令流水线</a:t>
            </a:r>
            <a:endParaRPr lang="en-US" altLang="zh-CN"/>
          </a:p>
        </p:txBody>
      </p:sp>
      <p:grpSp>
        <p:nvGrpSpPr>
          <p:cNvPr id="141315" name="Group 22">
            <a:extLst>
              <a:ext uri="{FF2B5EF4-FFF2-40B4-BE49-F238E27FC236}">
                <a16:creationId xmlns:a16="http://schemas.microsoft.com/office/drawing/2014/main" id="{A43250B5-2427-4665-9A97-DDCE7E22FEFB}"/>
              </a:ext>
            </a:extLst>
          </p:cNvPr>
          <p:cNvGrpSpPr>
            <a:grpSpLocks/>
          </p:cNvGrpSpPr>
          <p:nvPr/>
        </p:nvGrpSpPr>
        <p:grpSpPr bwMode="auto">
          <a:xfrm>
            <a:off x="700088" y="1878013"/>
            <a:ext cx="1185862" cy="657225"/>
            <a:chOff x="612" y="1791"/>
            <a:chExt cx="837" cy="414"/>
          </a:xfrm>
        </p:grpSpPr>
        <p:sp>
          <p:nvSpPr>
            <p:cNvPr id="141365" name="Rectangle 4">
              <a:extLst>
                <a:ext uri="{FF2B5EF4-FFF2-40B4-BE49-F238E27FC236}">
                  <a16:creationId xmlns:a16="http://schemas.microsoft.com/office/drawing/2014/main" id="{9AEFFBFA-08FB-4AF5-9E1E-C79FF627E827}"/>
                </a:ext>
              </a:extLst>
            </p:cNvPr>
            <p:cNvSpPr>
              <a:spLocks noChangeArrowheads="1"/>
            </p:cNvSpPr>
            <p:nvPr/>
          </p:nvSpPr>
          <p:spPr bwMode="auto">
            <a:xfrm>
              <a:off x="612" y="1791"/>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F&amp;D1</a:t>
              </a:r>
            </a:p>
          </p:txBody>
        </p:sp>
        <p:sp>
          <p:nvSpPr>
            <p:cNvPr id="141366" name="Rectangle 5">
              <a:extLst>
                <a:ext uri="{FF2B5EF4-FFF2-40B4-BE49-F238E27FC236}">
                  <a16:creationId xmlns:a16="http://schemas.microsoft.com/office/drawing/2014/main" id="{8ABD7A4E-E436-49E2-B199-12EB3F5F9E82}"/>
                </a:ext>
              </a:extLst>
            </p:cNvPr>
            <p:cNvSpPr>
              <a:spLocks noChangeArrowheads="1"/>
            </p:cNvSpPr>
            <p:nvPr/>
          </p:nvSpPr>
          <p:spPr bwMode="auto">
            <a:xfrm>
              <a:off x="612" y="1998"/>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dirty="0">
                  <a:solidFill>
                    <a:schemeClr val="bg1"/>
                  </a:solidFill>
                  <a:ea typeface="宋体" panose="02010600030101010101" pitchFamily="2" charset="-122"/>
                  <a:cs typeface="Times New Roman" panose="02020603050405020304" pitchFamily="18" charset="0"/>
                </a:rPr>
                <a:t>F&amp;D2</a:t>
              </a:r>
            </a:p>
          </p:txBody>
        </p:sp>
      </p:grpSp>
      <p:grpSp>
        <p:nvGrpSpPr>
          <p:cNvPr id="141316" name="Group 23">
            <a:extLst>
              <a:ext uri="{FF2B5EF4-FFF2-40B4-BE49-F238E27FC236}">
                <a16:creationId xmlns:a16="http://schemas.microsoft.com/office/drawing/2014/main" id="{5631522E-10F5-4435-B606-098540F77A5D}"/>
              </a:ext>
            </a:extLst>
          </p:cNvPr>
          <p:cNvGrpSpPr>
            <a:grpSpLocks/>
          </p:cNvGrpSpPr>
          <p:nvPr/>
        </p:nvGrpSpPr>
        <p:grpSpPr bwMode="auto">
          <a:xfrm>
            <a:off x="2498725" y="1878013"/>
            <a:ext cx="1187450" cy="657225"/>
            <a:chOff x="1782" y="1791"/>
            <a:chExt cx="837" cy="414"/>
          </a:xfrm>
        </p:grpSpPr>
        <p:sp>
          <p:nvSpPr>
            <p:cNvPr id="141363" name="Rectangle 6">
              <a:extLst>
                <a:ext uri="{FF2B5EF4-FFF2-40B4-BE49-F238E27FC236}">
                  <a16:creationId xmlns:a16="http://schemas.microsoft.com/office/drawing/2014/main" id="{7C63DB16-2D1B-4ED3-8046-A00EEC9063A3}"/>
                </a:ext>
              </a:extLst>
            </p:cNvPr>
            <p:cNvSpPr>
              <a:spLocks noChangeArrowheads="1"/>
            </p:cNvSpPr>
            <p:nvPr/>
          </p:nvSpPr>
          <p:spPr bwMode="auto">
            <a:xfrm>
              <a:off x="1782" y="1791"/>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EX1</a:t>
              </a:r>
            </a:p>
          </p:txBody>
        </p:sp>
        <p:sp>
          <p:nvSpPr>
            <p:cNvPr id="141364" name="Rectangle 7">
              <a:extLst>
                <a:ext uri="{FF2B5EF4-FFF2-40B4-BE49-F238E27FC236}">
                  <a16:creationId xmlns:a16="http://schemas.microsoft.com/office/drawing/2014/main" id="{9A7CFC2D-AB62-4342-A520-444F16B4E3B8}"/>
                </a:ext>
              </a:extLst>
            </p:cNvPr>
            <p:cNvSpPr>
              <a:spLocks noChangeArrowheads="1"/>
            </p:cNvSpPr>
            <p:nvPr/>
          </p:nvSpPr>
          <p:spPr bwMode="auto">
            <a:xfrm>
              <a:off x="1782" y="1998"/>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EX2</a:t>
              </a:r>
            </a:p>
          </p:txBody>
        </p:sp>
      </p:grpSp>
      <p:grpSp>
        <p:nvGrpSpPr>
          <p:cNvPr id="141317" name="Group 24">
            <a:extLst>
              <a:ext uri="{FF2B5EF4-FFF2-40B4-BE49-F238E27FC236}">
                <a16:creationId xmlns:a16="http://schemas.microsoft.com/office/drawing/2014/main" id="{4071056E-CDDE-4801-BE58-C313D58CD6A4}"/>
              </a:ext>
            </a:extLst>
          </p:cNvPr>
          <p:cNvGrpSpPr>
            <a:grpSpLocks/>
          </p:cNvGrpSpPr>
          <p:nvPr/>
        </p:nvGrpSpPr>
        <p:grpSpPr bwMode="auto">
          <a:xfrm>
            <a:off x="4300538" y="1878013"/>
            <a:ext cx="900112" cy="657225"/>
            <a:chOff x="2916" y="1809"/>
            <a:chExt cx="567" cy="414"/>
          </a:xfrm>
        </p:grpSpPr>
        <p:sp>
          <p:nvSpPr>
            <p:cNvPr id="141361" name="Rectangle 8">
              <a:extLst>
                <a:ext uri="{FF2B5EF4-FFF2-40B4-BE49-F238E27FC236}">
                  <a16:creationId xmlns:a16="http://schemas.microsoft.com/office/drawing/2014/main" id="{C233F70C-D355-444C-9DD5-AD3583A3461A}"/>
                </a:ext>
              </a:extLst>
            </p:cNvPr>
            <p:cNvSpPr>
              <a:spLocks noChangeArrowheads="1"/>
            </p:cNvSpPr>
            <p:nvPr/>
          </p:nvSpPr>
          <p:spPr bwMode="auto">
            <a:xfrm>
              <a:off x="2916" y="1809"/>
              <a:ext cx="56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WB1</a:t>
              </a:r>
            </a:p>
          </p:txBody>
        </p:sp>
        <p:sp>
          <p:nvSpPr>
            <p:cNvPr id="141362" name="Rectangle 9">
              <a:extLst>
                <a:ext uri="{FF2B5EF4-FFF2-40B4-BE49-F238E27FC236}">
                  <a16:creationId xmlns:a16="http://schemas.microsoft.com/office/drawing/2014/main" id="{957119A6-1E02-4C61-AA47-AABB0C5FA130}"/>
                </a:ext>
              </a:extLst>
            </p:cNvPr>
            <p:cNvSpPr>
              <a:spLocks noChangeArrowheads="1"/>
            </p:cNvSpPr>
            <p:nvPr/>
          </p:nvSpPr>
          <p:spPr bwMode="auto">
            <a:xfrm>
              <a:off x="2916" y="2016"/>
              <a:ext cx="56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WB2</a:t>
              </a:r>
            </a:p>
          </p:txBody>
        </p:sp>
      </p:grpSp>
      <p:grpSp>
        <p:nvGrpSpPr>
          <p:cNvPr id="141318" name="Group 26">
            <a:extLst>
              <a:ext uri="{FF2B5EF4-FFF2-40B4-BE49-F238E27FC236}">
                <a16:creationId xmlns:a16="http://schemas.microsoft.com/office/drawing/2014/main" id="{19CCD1E1-59AC-484A-A408-01493762C1C1}"/>
              </a:ext>
            </a:extLst>
          </p:cNvPr>
          <p:cNvGrpSpPr>
            <a:grpSpLocks/>
          </p:cNvGrpSpPr>
          <p:nvPr/>
        </p:nvGrpSpPr>
        <p:grpSpPr bwMode="auto">
          <a:xfrm>
            <a:off x="4300538" y="3063875"/>
            <a:ext cx="1187450" cy="657225"/>
            <a:chOff x="3177" y="2502"/>
            <a:chExt cx="837" cy="414"/>
          </a:xfrm>
        </p:grpSpPr>
        <p:sp>
          <p:nvSpPr>
            <p:cNvPr id="141359" name="Rectangle 10">
              <a:extLst>
                <a:ext uri="{FF2B5EF4-FFF2-40B4-BE49-F238E27FC236}">
                  <a16:creationId xmlns:a16="http://schemas.microsoft.com/office/drawing/2014/main" id="{3BFC5FE6-DE84-4DC6-930C-114FA8A4A0E6}"/>
                </a:ext>
              </a:extLst>
            </p:cNvPr>
            <p:cNvSpPr>
              <a:spLocks noChangeArrowheads="1"/>
            </p:cNvSpPr>
            <p:nvPr/>
          </p:nvSpPr>
          <p:spPr bwMode="auto">
            <a:xfrm>
              <a:off x="3177" y="2502"/>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EX3</a:t>
              </a:r>
            </a:p>
          </p:txBody>
        </p:sp>
        <p:sp>
          <p:nvSpPr>
            <p:cNvPr id="141360" name="Rectangle 11">
              <a:extLst>
                <a:ext uri="{FF2B5EF4-FFF2-40B4-BE49-F238E27FC236}">
                  <a16:creationId xmlns:a16="http://schemas.microsoft.com/office/drawing/2014/main" id="{E324D60F-653C-49E9-9C1A-FE8B9E255B90}"/>
                </a:ext>
              </a:extLst>
            </p:cNvPr>
            <p:cNvSpPr>
              <a:spLocks noChangeArrowheads="1"/>
            </p:cNvSpPr>
            <p:nvPr/>
          </p:nvSpPr>
          <p:spPr bwMode="auto">
            <a:xfrm>
              <a:off x="3177" y="2709"/>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EX4</a:t>
              </a:r>
            </a:p>
          </p:txBody>
        </p:sp>
      </p:grpSp>
      <p:grpSp>
        <p:nvGrpSpPr>
          <p:cNvPr id="141319" name="Group 25">
            <a:extLst>
              <a:ext uri="{FF2B5EF4-FFF2-40B4-BE49-F238E27FC236}">
                <a16:creationId xmlns:a16="http://schemas.microsoft.com/office/drawing/2014/main" id="{3FD53275-8E82-4FBE-A905-4182D24F34F9}"/>
              </a:ext>
            </a:extLst>
          </p:cNvPr>
          <p:cNvGrpSpPr>
            <a:grpSpLocks/>
          </p:cNvGrpSpPr>
          <p:nvPr/>
        </p:nvGrpSpPr>
        <p:grpSpPr bwMode="auto">
          <a:xfrm>
            <a:off x="2498725" y="3063875"/>
            <a:ext cx="1187450" cy="657225"/>
            <a:chOff x="1863" y="2430"/>
            <a:chExt cx="837" cy="414"/>
          </a:xfrm>
        </p:grpSpPr>
        <p:sp>
          <p:nvSpPr>
            <p:cNvPr id="141357" name="Rectangle 12">
              <a:extLst>
                <a:ext uri="{FF2B5EF4-FFF2-40B4-BE49-F238E27FC236}">
                  <a16:creationId xmlns:a16="http://schemas.microsoft.com/office/drawing/2014/main" id="{8926DBAC-C33A-483F-9D22-684342B08C58}"/>
                </a:ext>
              </a:extLst>
            </p:cNvPr>
            <p:cNvSpPr>
              <a:spLocks noChangeArrowheads="1"/>
            </p:cNvSpPr>
            <p:nvPr/>
          </p:nvSpPr>
          <p:spPr bwMode="auto">
            <a:xfrm>
              <a:off x="1863" y="2430"/>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F&amp;D3</a:t>
              </a:r>
            </a:p>
          </p:txBody>
        </p:sp>
        <p:sp>
          <p:nvSpPr>
            <p:cNvPr id="141358" name="Rectangle 13">
              <a:extLst>
                <a:ext uri="{FF2B5EF4-FFF2-40B4-BE49-F238E27FC236}">
                  <a16:creationId xmlns:a16="http://schemas.microsoft.com/office/drawing/2014/main" id="{A075BDF0-1647-403C-9590-E7DFCDB3E68C}"/>
                </a:ext>
              </a:extLst>
            </p:cNvPr>
            <p:cNvSpPr>
              <a:spLocks noChangeArrowheads="1"/>
            </p:cNvSpPr>
            <p:nvPr/>
          </p:nvSpPr>
          <p:spPr bwMode="auto">
            <a:xfrm>
              <a:off x="1863" y="2637"/>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F&amp;D4</a:t>
              </a:r>
            </a:p>
          </p:txBody>
        </p:sp>
      </p:grpSp>
      <p:grpSp>
        <p:nvGrpSpPr>
          <p:cNvPr id="141320" name="Group 27">
            <a:extLst>
              <a:ext uri="{FF2B5EF4-FFF2-40B4-BE49-F238E27FC236}">
                <a16:creationId xmlns:a16="http://schemas.microsoft.com/office/drawing/2014/main" id="{0E6B36B0-58D3-4F44-8B3B-4AA9E2757516}"/>
              </a:ext>
            </a:extLst>
          </p:cNvPr>
          <p:cNvGrpSpPr>
            <a:grpSpLocks/>
          </p:cNvGrpSpPr>
          <p:nvPr/>
        </p:nvGrpSpPr>
        <p:grpSpPr bwMode="auto">
          <a:xfrm>
            <a:off x="6115050" y="3063875"/>
            <a:ext cx="900113" cy="657225"/>
            <a:chOff x="4293" y="2457"/>
            <a:chExt cx="567" cy="414"/>
          </a:xfrm>
        </p:grpSpPr>
        <p:sp>
          <p:nvSpPr>
            <p:cNvPr id="141355" name="Rectangle 14">
              <a:extLst>
                <a:ext uri="{FF2B5EF4-FFF2-40B4-BE49-F238E27FC236}">
                  <a16:creationId xmlns:a16="http://schemas.microsoft.com/office/drawing/2014/main" id="{DA81C366-47DE-467F-92D3-D09D896FD346}"/>
                </a:ext>
              </a:extLst>
            </p:cNvPr>
            <p:cNvSpPr>
              <a:spLocks noChangeArrowheads="1"/>
            </p:cNvSpPr>
            <p:nvPr/>
          </p:nvSpPr>
          <p:spPr bwMode="auto">
            <a:xfrm>
              <a:off x="4293" y="2457"/>
              <a:ext cx="56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WB3</a:t>
              </a:r>
            </a:p>
          </p:txBody>
        </p:sp>
        <p:sp>
          <p:nvSpPr>
            <p:cNvPr id="141356" name="Rectangle 15">
              <a:extLst>
                <a:ext uri="{FF2B5EF4-FFF2-40B4-BE49-F238E27FC236}">
                  <a16:creationId xmlns:a16="http://schemas.microsoft.com/office/drawing/2014/main" id="{F9907F86-83C5-4043-81B3-6138D0C77FB2}"/>
                </a:ext>
              </a:extLst>
            </p:cNvPr>
            <p:cNvSpPr>
              <a:spLocks noChangeArrowheads="1"/>
            </p:cNvSpPr>
            <p:nvPr/>
          </p:nvSpPr>
          <p:spPr bwMode="auto">
            <a:xfrm>
              <a:off x="4293" y="2664"/>
              <a:ext cx="56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WB4</a:t>
              </a:r>
            </a:p>
          </p:txBody>
        </p:sp>
      </p:grpSp>
      <p:grpSp>
        <p:nvGrpSpPr>
          <p:cNvPr id="141321" name="Group 29">
            <a:extLst>
              <a:ext uri="{FF2B5EF4-FFF2-40B4-BE49-F238E27FC236}">
                <a16:creationId xmlns:a16="http://schemas.microsoft.com/office/drawing/2014/main" id="{4187E95F-7BD9-4120-BEF4-9C15B72E9436}"/>
              </a:ext>
            </a:extLst>
          </p:cNvPr>
          <p:cNvGrpSpPr>
            <a:grpSpLocks/>
          </p:cNvGrpSpPr>
          <p:nvPr/>
        </p:nvGrpSpPr>
        <p:grpSpPr bwMode="auto">
          <a:xfrm>
            <a:off x="6115050" y="4249738"/>
            <a:ext cx="1187450" cy="657225"/>
            <a:chOff x="3645" y="3375"/>
            <a:chExt cx="837" cy="414"/>
          </a:xfrm>
        </p:grpSpPr>
        <p:sp>
          <p:nvSpPr>
            <p:cNvPr id="141353" name="Rectangle 16">
              <a:extLst>
                <a:ext uri="{FF2B5EF4-FFF2-40B4-BE49-F238E27FC236}">
                  <a16:creationId xmlns:a16="http://schemas.microsoft.com/office/drawing/2014/main" id="{EB8F4174-4624-4F1A-A595-50C99A713DB0}"/>
                </a:ext>
              </a:extLst>
            </p:cNvPr>
            <p:cNvSpPr>
              <a:spLocks noChangeArrowheads="1"/>
            </p:cNvSpPr>
            <p:nvPr/>
          </p:nvSpPr>
          <p:spPr bwMode="auto">
            <a:xfrm>
              <a:off x="3645" y="3375"/>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EX5</a:t>
              </a:r>
            </a:p>
          </p:txBody>
        </p:sp>
        <p:sp>
          <p:nvSpPr>
            <p:cNvPr id="141354" name="Rectangle 17">
              <a:extLst>
                <a:ext uri="{FF2B5EF4-FFF2-40B4-BE49-F238E27FC236}">
                  <a16:creationId xmlns:a16="http://schemas.microsoft.com/office/drawing/2014/main" id="{4A63CDB8-BB74-473E-A390-291B94AF2964}"/>
                </a:ext>
              </a:extLst>
            </p:cNvPr>
            <p:cNvSpPr>
              <a:spLocks noChangeArrowheads="1"/>
            </p:cNvSpPr>
            <p:nvPr/>
          </p:nvSpPr>
          <p:spPr bwMode="auto">
            <a:xfrm>
              <a:off x="3645" y="3582"/>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EX6</a:t>
              </a:r>
            </a:p>
          </p:txBody>
        </p:sp>
      </p:grpSp>
      <p:grpSp>
        <p:nvGrpSpPr>
          <p:cNvPr id="141322" name="Group 28">
            <a:extLst>
              <a:ext uri="{FF2B5EF4-FFF2-40B4-BE49-F238E27FC236}">
                <a16:creationId xmlns:a16="http://schemas.microsoft.com/office/drawing/2014/main" id="{90F0991E-72CF-4659-9072-DB6BBAE4EBB4}"/>
              </a:ext>
            </a:extLst>
          </p:cNvPr>
          <p:cNvGrpSpPr>
            <a:grpSpLocks/>
          </p:cNvGrpSpPr>
          <p:nvPr/>
        </p:nvGrpSpPr>
        <p:grpSpPr bwMode="auto">
          <a:xfrm>
            <a:off x="4300538" y="4249738"/>
            <a:ext cx="1187450" cy="657225"/>
            <a:chOff x="2331" y="3303"/>
            <a:chExt cx="837" cy="414"/>
          </a:xfrm>
        </p:grpSpPr>
        <p:sp>
          <p:nvSpPr>
            <p:cNvPr id="141351" name="Rectangle 18">
              <a:extLst>
                <a:ext uri="{FF2B5EF4-FFF2-40B4-BE49-F238E27FC236}">
                  <a16:creationId xmlns:a16="http://schemas.microsoft.com/office/drawing/2014/main" id="{2261AEEE-3019-4C16-B98B-2ED7B08E466A}"/>
                </a:ext>
              </a:extLst>
            </p:cNvPr>
            <p:cNvSpPr>
              <a:spLocks noChangeArrowheads="1"/>
            </p:cNvSpPr>
            <p:nvPr/>
          </p:nvSpPr>
          <p:spPr bwMode="auto">
            <a:xfrm>
              <a:off x="2331" y="3303"/>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F&amp;D5</a:t>
              </a:r>
            </a:p>
          </p:txBody>
        </p:sp>
        <p:sp>
          <p:nvSpPr>
            <p:cNvPr id="141352" name="Rectangle 19">
              <a:extLst>
                <a:ext uri="{FF2B5EF4-FFF2-40B4-BE49-F238E27FC236}">
                  <a16:creationId xmlns:a16="http://schemas.microsoft.com/office/drawing/2014/main" id="{F1D06899-3E2C-43BC-8D55-678A7C1A9BDA}"/>
                </a:ext>
              </a:extLst>
            </p:cNvPr>
            <p:cNvSpPr>
              <a:spLocks noChangeArrowheads="1"/>
            </p:cNvSpPr>
            <p:nvPr/>
          </p:nvSpPr>
          <p:spPr bwMode="auto">
            <a:xfrm>
              <a:off x="2331" y="3510"/>
              <a:ext cx="83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F&amp;D6</a:t>
              </a:r>
            </a:p>
          </p:txBody>
        </p:sp>
      </p:grpSp>
      <p:grpSp>
        <p:nvGrpSpPr>
          <p:cNvPr id="141323" name="Group 30">
            <a:extLst>
              <a:ext uri="{FF2B5EF4-FFF2-40B4-BE49-F238E27FC236}">
                <a16:creationId xmlns:a16="http://schemas.microsoft.com/office/drawing/2014/main" id="{2AF58453-1691-4BEC-90FA-A89626B499B2}"/>
              </a:ext>
            </a:extLst>
          </p:cNvPr>
          <p:cNvGrpSpPr>
            <a:grpSpLocks/>
          </p:cNvGrpSpPr>
          <p:nvPr/>
        </p:nvGrpSpPr>
        <p:grpSpPr bwMode="auto">
          <a:xfrm>
            <a:off x="7915275" y="4249738"/>
            <a:ext cx="900113" cy="657225"/>
            <a:chOff x="4761" y="3330"/>
            <a:chExt cx="567" cy="414"/>
          </a:xfrm>
        </p:grpSpPr>
        <p:sp>
          <p:nvSpPr>
            <p:cNvPr id="141349" name="Rectangle 20">
              <a:extLst>
                <a:ext uri="{FF2B5EF4-FFF2-40B4-BE49-F238E27FC236}">
                  <a16:creationId xmlns:a16="http://schemas.microsoft.com/office/drawing/2014/main" id="{7DE21C98-EDE6-4AEE-832A-EFACAFFEE073}"/>
                </a:ext>
              </a:extLst>
            </p:cNvPr>
            <p:cNvSpPr>
              <a:spLocks noChangeArrowheads="1"/>
            </p:cNvSpPr>
            <p:nvPr/>
          </p:nvSpPr>
          <p:spPr bwMode="auto">
            <a:xfrm>
              <a:off x="4761" y="3330"/>
              <a:ext cx="56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WB5</a:t>
              </a:r>
            </a:p>
          </p:txBody>
        </p:sp>
        <p:sp>
          <p:nvSpPr>
            <p:cNvPr id="141350" name="Rectangle 21">
              <a:extLst>
                <a:ext uri="{FF2B5EF4-FFF2-40B4-BE49-F238E27FC236}">
                  <a16:creationId xmlns:a16="http://schemas.microsoft.com/office/drawing/2014/main" id="{6BCA8DDE-C8D6-4DF9-9157-3648BE4F090C}"/>
                </a:ext>
              </a:extLst>
            </p:cNvPr>
            <p:cNvSpPr>
              <a:spLocks noChangeArrowheads="1"/>
            </p:cNvSpPr>
            <p:nvPr/>
          </p:nvSpPr>
          <p:spPr bwMode="auto">
            <a:xfrm>
              <a:off x="4761" y="3537"/>
              <a:ext cx="567" cy="207"/>
            </a:xfrm>
            <a:prstGeom prst="rect">
              <a:avLst/>
            </a:prstGeom>
            <a:solidFill>
              <a:srgbClr val="CC3300"/>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WB6</a:t>
              </a:r>
            </a:p>
          </p:txBody>
        </p:sp>
      </p:grpSp>
      <p:sp>
        <p:nvSpPr>
          <p:cNvPr id="141324" name="Text Box 32">
            <a:extLst>
              <a:ext uri="{FF2B5EF4-FFF2-40B4-BE49-F238E27FC236}">
                <a16:creationId xmlns:a16="http://schemas.microsoft.com/office/drawing/2014/main" id="{AF0E7647-CB2F-426B-BB91-D586698FE146}"/>
              </a:ext>
            </a:extLst>
          </p:cNvPr>
          <p:cNvSpPr txBox="1">
            <a:spLocks noChangeArrowheads="1"/>
          </p:cNvSpPr>
          <p:nvPr/>
        </p:nvSpPr>
        <p:spPr bwMode="auto">
          <a:xfrm>
            <a:off x="239713" y="1816100"/>
            <a:ext cx="52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I1</a:t>
            </a:r>
          </a:p>
        </p:txBody>
      </p:sp>
      <p:sp>
        <p:nvSpPr>
          <p:cNvPr id="141325" name="Text Box 33">
            <a:extLst>
              <a:ext uri="{FF2B5EF4-FFF2-40B4-BE49-F238E27FC236}">
                <a16:creationId xmlns:a16="http://schemas.microsoft.com/office/drawing/2014/main" id="{374BC169-B54A-45FC-B440-EB973F382323}"/>
              </a:ext>
            </a:extLst>
          </p:cNvPr>
          <p:cNvSpPr txBox="1">
            <a:spLocks noChangeArrowheads="1"/>
          </p:cNvSpPr>
          <p:nvPr/>
        </p:nvSpPr>
        <p:spPr bwMode="auto">
          <a:xfrm>
            <a:off x="239713" y="2144713"/>
            <a:ext cx="52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I2</a:t>
            </a:r>
          </a:p>
        </p:txBody>
      </p:sp>
      <p:sp>
        <p:nvSpPr>
          <p:cNvPr id="141326" name="Text Box 34">
            <a:extLst>
              <a:ext uri="{FF2B5EF4-FFF2-40B4-BE49-F238E27FC236}">
                <a16:creationId xmlns:a16="http://schemas.microsoft.com/office/drawing/2014/main" id="{531581B7-0705-4E83-A9FE-284A98CE0FD0}"/>
              </a:ext>
            </a:extLst>
          </p:cNvPr>
          <p:cNvSpPr txBox="1">
            <a:spLocks noChangeArrowheads="1"/>
          </p:cNvSpPr>
          <p:nvPr/>
        </p:nvSpPr>
        <p:spPr bwMode="auto">
          <a:xfrm>
            <a:off x="2025650" y="3001963"/>
            <a:ext cx="52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I3</a:t>
            </a:r>
          </a:p>
        </p:txBody>
      </p:sp>
      <p:sp>
        <p:nvSpPr>
          <p:cNvPr id="141327" name="Text Box 35">
            <a:extLst>
              <a:ext uri="{FF2B5EF4-FFF2-40B4-BE49-F238E27FC236}">
                <a16:creationId xmlns:a16="http://schemas.microsoft.com/office/drawing/2014/main" id="{7B869E89-E838-4D6B-ADF8-56FF3EB3F0A8}"/>
              </a:ext>
            </a:extLst>
          </p:cNvPr>
          <p:cNvSpPr txBox="1">
            <a:spLocks noChangeArrowheads="1"/>
          </p:cNvSpPr>
          <p:nvPr/>
        </p:nvSpPr>
        <p:spPr bwMode="auto">
          <a:xfrm>
            <a:off x="2025650" y="3330575"/>
            <a:ext cx="52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I4</a:t>
            </a:r>
          </a:p>
        </p:txBody>
      </p:sp>
      <p:sp>
        <p:nvSpPr>
          <p:cNvPr id="141328" name="Text Box 36">
            <a:extLst>
              <a:ext uri="{FF2B5EF4-FFF2-40B4-BE49-F238E27FC236}">
                <a16:creationId xmlns:a16="http://schemas.microsoft.com/office/drawing/2014/main" id="{54181DC6-1996-4392-843C-5E51B7CDDF48}"/>
              </a:ext>
            </a:extLst>
          </p:cNvPr>
          <p:cNvSpPr txBox="1">
            <a:spLocks noChangeArrowheads="1"/>
          </p:cNvSpPr>
          <p:nvPr/>
        </p:nvSpPr>
        <p:spPr bwMode="auto">
          <a:xfrm>
            <a:off x="3840163" y="4187825"/>
            <a:ext cx="52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I5</a:t>
            </a:r>
          </a:p>
        </p:txBody>
      </p:sp>
      <p:sp>
        <p:nvSpPr>
          <p:cNvPr id="141329" name="Text Box 37">
            <a:extLst>
              <a:ext uri="{FF2B5EF4-FFF2-40B4-BE49-F238E27FC236}">
                <a16:creationId xmlns:a16="http://schemas.microsoft.com/office/drawing/2014/main" id="{29E97772-E594-4F84-AF56-ECC11E5617A9}"/>
              </a:ext>
            </a:extLst>
          </p:cNvPr>
          <p:cNvSpPr txBox="1">
            <a:spLocks noChangeArrowheads="1"/>
          </p:cNvSpPr>
          <p:nvPr/>
        </p:nvSpPr>
        <p:spPr bwMode="auto">
          <a:xfrm>
            <a:off x="3840163" y="4516438"/>
            <a:ext cx="52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I6</a:t>
            </a:r>
          </a:p>
        </p:txBody>
      </p:sp>
      <p:sp>
        <p:nvSpPr>
          <p:cNvPr id="141330" name="Line 38">
            <a:extLst>
              <a:ext uri="{FF2B5EF4-FFF2-40B4-BE49-F238E27FC236}">
                <a16:creationId xmlns:a16="http://schemas.microsoft.com/office/drawing/2014/main" id="{21694BC8-180C-41C6-B21C-1181FFDC9367}"/>
              </a:ext>
            </a:extLst>
          </p:cNvPr>
          <p:cNvSpPr>
            <a:spLocks noChangeShapeType="1"/>
          </p:cNvSpPr>
          <p:nvPr/>
        </p:nvSpPr>
        <p:spPr bwMode="auto">
          <a:xfrm>
            <a:off x="1885950" y="2035175"/>
            <a:ext cx="6143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31" name="Line 39">
            <a:extLst>
              <a:ext uri="{FF2B5EF4-FFF2-40B4-BE49-F238E27FC236}">
                <a16:creationId xmlns:a16="http://schemas.microsoft.com/office/drawing/2014/main" id="{55DC13F5-56B9-49BD-B5F1-5C461558FE3B}"/>
              </a:ext>
            </a:extLst>
          </p:cNvPr>
          <p:cNvSpPr>
            <a:spLocks noChangeShapeType="1"/>
          </p:cNvSpPr>
          <p:nvPr/>
        </p:nvSpPr>
        <p:spPr bwMode="auto">
          <a:xfrm>
            <a:off x="1885950" y="2363788"/>
            <a:ext cx="6143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32" name="Text Box 40">
            <a:extLst>
              <a:ext uri="{FF2B5EF4-FFF2-40B4-BE49-F238E27FC236}">
                <a16:creationId xmlns:a16="http://schemas.microsoft.com/office/drawing/2014/main" id="{B20F3EF4-C6E1-476E-B0D8-874D59C1AC9A}"/>
              </a:ext>
            </a:extLst>
          </p:cNvPr>
          <p:cNvSpPr txBox="1">
            <a:spLocks noChangeArrowheads="1"/>
          </p:cNvSpPr>
          <p:nvPr/>
        </p:nvSpPr>
        <p:spPr bwMode="auto">
          <a:xfrm>
            <a:off x="1841500" y="2370138"/>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发射</a:t>
            </a:r>
          </a:p>
        </p:txBody>
      </p:sp>
      <p:sp>
        <p:nvSpPr>
          <p:cNvPr id="141333" name="Line 41">
            <a:extLst>
              <a:ext uri="{FF2B5EF4-FFF2-40B4-BE49-F238E27FC236}">
                <a16:creationId xmlns:a16="http://schemas.microsoft.com/office/drawing/2014/main" id="{3E992935-7268-444D-9209-F5D7F68F5867}"/>
              </a:ext>
            </a:extLst>
          </p:cNvPr>
          <p:cNvSpPr>
            <a:spLocks noChangeShapeType="1"/>
          </p:cNvSpPr>
          <p:nvPr/>
        </p:nvSpPr>
        <p:spPr bwMode="auto">
          <a:xfrm>
            <a:off x="3686175" y="2035175"/>
            <a:ext cx="6143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34" name="Line 42">
            <a:extLst>
              <a:ext uri="{FF2B5EF4-FFF2-40B4-BE49-F238E27FC236}">
                <a16:creationId xmlns:a16="http://schemas.microsoft.com/office/drawing/2014/main" id="{EA39E838-51C7-42AC-9CC2-6893F1FE9864}"/>
              </a:ext>
            </a:extLst>
          </p:cNvPr>
          <p:cNvSpPr>
            <a:spLocks noChangeShapeType="1"/>
          </p:cNvSpPr>
          <p:nvPr/>
        </p:nvSpPr>
        <p:spPr bwMode="auto">
          <a:xfrm>
            <a:off x="3686175" y="2363788"/>
            <a:ext cx="6143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35" name="Text Box 43">
            <a:extLst>
              <a:ext uri="{FF2B5EF4-FFF2-40B4-BE49-F238E27FC236}">
                <a16:creationId xmlns:a16="http://schemas.microsoft.com/office/drawing/2014/main" id="{DE9438BC-91BE-4A3F-903C-5663FE1B5443}"/>
              </a:ext>
            </a:extLst>
          </p:cNvPr>
          <p:cNvSpPr txBox="1">
            <a:spLocks noChangeArrowheads="1"/>
          </p:cNvSpPr>
          <p:nvPr/>
        </p:nvSpPr>
        <p:spPr bwMode="auto">
          <a:xfrm>
            <a:off x="3286125" y="2593975"/>
            <a:ext cx="22685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前送（</a:t>
            </a:r>
            <a:r>
              <a:rPr kumimoji="0" lang="en-US" altLang="zh-CN" sz="2000">
                <a:latin typeface="Tahoma" panose="020B0604030504040204" pitchFamily="34" charset="0"/>
                <a:ea typeface="宋体" panose="02010600030101010101" pitchFamily="2" charset="-122"/>
              </a:rPr>
              <a:t>Forward</a:t>
            </a:r>
            <a:r>
              <a:rPr kumimoji="0" lang="zh-CN" altLang="en-US" sz="2000">
                <a:latin typeface="Tahoma" panose="020B0604030504040204" pitchFamily="34" charset="0"/>
                <a:ea typeface="宋体" panose="02010600030101010101" pitchFamily="2" charset="-122"/>
              </a:rPr>
              <a:t>）</a:t>
            </a:r>
          </a:p>
        </p:txBody>
      </p:sp>
      <p:sp>
        <p:nvSpPr>
          <p:cNvPr id="141336" name="Line 44">
            <a:extLst>
              <a:ext uri="{FF2B5EF4-FFF2-40B4-BE49-F238E27FC236}">
                <a16:creationId xmlns:a16="http://schemas.microsoft.com/office/drawing/2014/main" id="{44C4F232-CA40-477B-BB8C-F9895D149602}"/>
              </a:ext>
            </a:extLst>
          </p:cNvPr>
          <p:cNvSpPr>
            <a:spLocks noChangeShapeType="1"/>
          </p:cNvSpPr>
          <p:nvPr/>
        </p:nvSpPr>
        <p:spPr bwMode="auto">
          <a:xfrm>
            <a:off x="3686175" y="3235325"/>
            <a:ext cx="6143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37" name="Line 45">
            <a:extLst>
              <a:ext uri="{FF2B5EF4-FFF2-40B4-BE49-F238E27FC236}">
                <a16:creationId xmlns:a16="http://schemas.microsoft.com/office/drawing/2014/main" id="{F2F33D0A-9D2C-4096-A161-59F5BFDD340E}"/>
              </a:ext>
            </a:extLst>
          </p:cNvPr>
          <p:cNvSpPr>
            <a:spLocks noChangeShapeType="1"/>
          </p:cNvSpPr>
          <p:nvPr/>
        </p:nvSpPr>
        <p:spPr bwMode="auto">
          <a:xfrm>
            <a:off x="3686175" y="3563938"/>
            <a:ext cx="6143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38" name="Line 46">
            <a:extLst>
              <a:ext uri="{FF2B5EF4-FFF2-40B4-BE49-F238E27FC236}">
                <a16:creationId xmlns:a16="http://schemas.microsoft.com/office/drawing/2014/main" id="{024B0916-BBDB-4E6D-BA57-D2FDAB8B6765}"/>
              </a:ext>
            </a:extLst>
          </p:cNvPr>
          <p:cNvSpPr>
            <a:spLocks noChangeShapeType="1"/>
          </p:cNvSpPr>
          <p:nvPr/>
        </p:nvSpPr>
        <p:spPr bwMode="auto">
          <a:xfrm>
            <a:off x="5500688" y="3221038"/>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39" name="Line 47">
            <a:extLst>
              <a:ext uri="{FF2B5EF4-FFF2-40B4-BE49-F238E27FC236}">
                <a16:creationId xmlns:a16="http://schemas.microsoft.com/office/drawing/2014/main" id="{01F6A577-F347-4E6E-A0C4-2776B589E1E5}"/>
              </a:ext>
            </a:extLst>
          </p:cNvPr>
          <p:cNvSpPr>
            <a:spLocks noChangeShapeType="1"/>
          </p:cNvSpPr>
          <p:nvPr/>
        </p:nvSpPr>
        <p:spPr bwMode="auto">
          <a:xfrm>
            <a:off x="5500688" y="3549650"/>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40" name="Line 48">
            <a:extLst>
              <a:ext uri="{FF2B5EF4-FFF2-40B4-BE49-F238E27FC236}">
                <a16:creationId xmlns:a16="http://schemas.microsoft.com/office/drawing/2014/main" id="{820CBCC4-9791-4CB4-8A58-D2B49F3CDF0D}"/>
              </a:ext>
            </a:extLst>
          </p:cNvPr>
          <p:cNvSpPr>
            <a:spLocks noChangeShapeType="1"/>
          </p:cNvSpPr>
          <p:nvPr/>
        </p:nvSpPr>
        <p:spPr bwMode="auto">
          <a:xfrm>
            <a:off x="5500688" y="4421188"/>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41" name="Line 49">
            <a:extLst>
              <a:ext uri="{FF2B5EF4-FFF2-40B4-BE49-F238E27FC236}">
                <a16:creationId xmlns:a16="http://schemas.microsoft.com/office/drawing/2014/main" id="{95099591-35C8-4644-97E5-0595CF28AF08}"/>
              </a:ext>
            </a:extLst>
          </p:cNvPr>
          <p:cNvSpPr>
            <a:spLocks noChangeShapeType="1"/>
          </p:cNvSpPr>
          <p:nvPr/>
        </p:nvSpPr>
        <p:spPr bwMode="auto">
          <a:xfrm>
            <a:off x="5500688" y="4749800"/>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42" name="Line 50">
            <a:extLst>
              <a:ext uri="{FF2B5EF4-FFF2-40B4-BE49-F238E27FC236}">
                <a16:creationId xmlns:a16="http://schemas.microsoft.com/office/drawing/2014/main" id="{CFBC9A12-5195-4E99-816D-E58FBA5ED7E3}"/>
              </a:ext>
            </a:extLst>
          </p:cNvPr>
          <p:cNvSpPr>
            <a:spLocks noChangeShapeType="1"/>
          </p:cNvSpPr>
          <p:nvPr/>
        </p:nvSpPr>
        <p:spPr bwMode="auto">
          <a:xfrm>
            <a:off x="7300913" y="4421188"/>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43" name="Line 51">
            <a:extLst>
              <a:ext uri="{FF2B5EF4-FFF2-40B4-BE49-F238E27FC236}">
                <a16:creationId xmlns:a16="http://schemas.microsoft.com/office/drawing/2014/main" id="{75CF5923-0533-4F16-A782-9565AD546388}"/>
              </a:ext>
            </a:extLst>
          </p:cNvPr>
          <p:cNvSpPr>
            <a:spLocks noChangeShapeType="1"/>
          </p:cNvSpPr>
          <p:nvPr/>
        </p:nvSpPr>
        <p:spPr bwMode="auto">
          <a:xfrm>
            <a:off x="7300913" y="4749800"/>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44" name="Line 52">
            <a:extLst>
              <a:ext uri="{FF2B5EF4-FFF2-40B4-BE49-F238E27FC236}">
                <a16:creationId xmlns:a16="http://schemas.microsoft.com/office/drawing/2014/main" id="{D41417F2-1999-4A3B-9E4B-7A7C1C396B30}"/>
              </a:ext>
            </a:extLst>
          </p:cNvPr>
          <p:cNvSpPr>
            <a:spLocks noChangeShapeType="1"/>
          </p:cNvSpPr>
          <p:nvPr/>
        </p:nvSpPr>
        <p:spPr bwMode="auto">
          <a:xfrm>
            <a:off x="3971925" y="2049463"/>
            <a:ext cx="0" cy="120015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45" name="Line 53">
            <a:extLst>
              <a:ext uri="{FF2B5EF4-FFF2-40B4-BE49-F238E27FC236}">
                <a16:creationId xmlns:a16="http://schemas.microsoft.com/office/drawing/2014/main" id="{24495379-199A-479E-9FBD-C9008E87E1D2}"/>
              </a:ext>
            </a:extLst>
          </p:cNvPr>
          <p:cNvSpPr>
            <a:spLocks noChangeShapeType="1"/>
          </p:cNvSpPr>
          <p:nvPr/>
        </p:nvSpPr>
        <p:spPr bwMode="auto">
          <a:xfrm>
            <a:off x="5772150" y="3235325"/>
            <a:ext cx="0" cy="120015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1346" name="Text Box 54">
            <a:extLst>
              <a:ext uri="{FF2B5EF4-FFF2-40B4-BE49-F238E27FC236}">
                <a16:creationId xmlns:a16="http://schemas.microsoft.com/office/drawing/2014/main" id="{48BDA54D-277A-42AA-824F-20D127D4024C}"/>
              </a:ext>
            </a:extLst>
          </p:cNvPr>
          <p:cNvSpPr txBox="1">
            <a:spLocks noChangeArrowheads="1"/>
          </p:cNvSpPr>
          <p:nvPr/>
        </p:nvSpPr>
        <p:spPr bwMode="auto">
          <a:xfrm>
            <a:off x="3641725" y="3570288"/>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发射</a:t>
            </a:r>
          </a:p>
        </p:txBody>
      </p:sp>
      <p:sp>
        <p:nvSpPr>
          <p:cNvPr id="141347" name="Text Box 55">
            <a:extLst>
              <a:ext uri="{FF2B5EF4-FFF2-40B4-BE49-F238E27FC236}">
                <a16:creationId xmlns:a16="http://schemas.microsoft.com/office/drawing/2014/main" id="{4397C5A6-A4DC-4C67-BABB-8AC3CC0A6C52}"/>
              </a:ext>
            </a:extLst>
          </p:cNvPr>
          <p:cNvSpPr txBox="1">
            <a:spLocks noChangeArrowheads="1"/>
          </p:cNvSpPr>
          <p:nvPr/>
        </p:nvSpPr>
        <p:spPr bwMode="auto">
          <a:xfrm>
            <a:off x="5727700" y="3770313"/>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前送</a:t>
            </a:r>
          </a:p>
        </p:txBody>
      </p:sp>
      <p:sp>
        <p:nvSpPr>
          <p:cNvPr id="141348" name="Text Box 56">
            <a:extLst>
              <a:ext uri="{FF2B5EF4-FFF2-40B4-BE49-F238E27FC236}">
                <a16:creationId xmlns:a16="http://schemas.microsoft.com/office/drawing/2014/main" id="{44DEFBB1-7BB5-4D36-8E36-F93D12C9B82B}"/>
              </a:ext>
            </a:extLst>
          </p:cNvPr>
          <p:cNvSpPr txBox="1">
            <a:spLocks noChangeArrowheads="1"/>
          </p:cNvSpPr>
          <p:nvPr/>
        </p:nvSpPr>
        <p:spPr bwMode="auto">
          <a:xfrm>
            <a:off x="5441950" y="4756150"/>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发射</a:t>
            </a:r>
          </a:p>
        </p:txBody>
      </p:sp>
    </p:spTree>
  </p:cSld>
  <p:clrMapOvr>
    <a:masterClrMapping/>
  </p:clrMapOvr>
  <p:transition spd="med">
    <p:pull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06407479-E58E-6E48-BAE5-C27F438D713C}"/>
              </a:ext>
            </a:extLst>
          </p:cNvPr>
          <p:cNvSpPr>
            <a:spLocks noGrp="1" noChangeArrowheads="1"/>
          </p:cNvSpPr>
          <p:nvPr>
            <p:ph type="title"/>
          </p:nvPr>
        </p:nvSpPr>
        <p:spPr/>
        <p:txBody>
          <a:bodyPr/>
          <a:lstStyle/>
          <a:p>
            <a:pPr eaLnBrk="1" hangingPunct="1"/>
            <a:r>
              <a:rPr lang="zh-CN" altLang="en-US"/>
              <a:t>指令动态调度策略（</a:t>
            </a:r>
            <a:r>
              <a:rPr lang="en-US" altLang="zh-CN"/>
              <a:t>1</a:t>
            </a:r>
            <a:r>
              <a:rPr lang="zh-CN" altLang="en-US"/>
              <a:t>）</a:t>
            </a:r>
            <a:endParaRPr lang="en-US" altLang="zh-CN"/>
          </a:p>
        </p:txBody>
      </p:sp>
      <p:sp>
        <p:nvSpPr>
          <p:cNvPr id="142338" name="Rectangle 3">
            <a:extLst>
              <a:ext uri="{FF2B5EF4-FFF2-40B4-BE49-F238E27FC236}">
                <a16:creationId xmlns:a16="http://schemas.microsoft.com/office/drawing/2014/main" id="{51E1D52B-057C-403E-8228-DF077B5E3C9D}"/>
              </a:ext>
            </a:extLst>
          </p:cNvPr>
          <p:cNvSpPr>
            <a:spLocks noGrp="1" noChangeArrowheads="1"/>
          </p:cNvSpPr>
          <p:nvPr>
            <p:ph idx="1"/>
          </p:nvPr>
        </p:nvSpPr>
        <p:spPr>
          <a:xfrm>
            <a:off x="209550" y="927100"/>
            <a:ext cx="8745538" cy="5576888"/>
          </a:xfrm>
        </p:spPr>
        <p:txBody>
          <a:bodyPr/>
          <a:lstStyle/>
          <a:p>
            <a:pPr eaLnBrk="1" hangingPunct="1">
              <a:lnSpc>
                <a:spcPct val="90000"/>
              </a:lnSpc>
              <a:buFont typeface="Wingdings 2" panose="05020102010507070707" pitchFamily="18" charset="2"/>
              <a:buNone/>
            </a:pPr>
            <a:r>
              <a:rPr lang="en-US" altLang="zh-CN"/>
              <a:t>88110</a:t>
            </a:r>
            <a:r>
              <a:rPr lang="zh-CN" altLang="en-US"/>
              <a:t>采用按序发射、按序完成的指令动态调度策略</a:t>
            </a:r>
          </a:p>
          <a:p>
            <a:pPr eaLnBrk="1" hangingPunct="1">
              <a:lnSpc>
                <a:spcPct val="90000"/>
              </a:lnSpc>
            </a:pPr>
            <a:r>
              <a:rPr lang="zh-CN" altLang="en-US"/>
              <a:t>指令译码后总是力图同一时间发射这两条指令到</a:t>
            </a:r>
            <a:r>
              <a:rPr lang="en-US" altLang="zh-CN"/>
              <a:t>EX</a:t>
            </a:r>
            <a:r>
              <a:rPr lang="zh-CN" altLang="en-US"/>
              <a:t>段</a:t>
            </a:r>
          </a:p>
          <a:p>
            <a:pPr eaLnBrk="1" hangingPunct="1">
              <a:lnSpc>
                <a:spcPct val="90000"/>
              </a:lnSpc>
            </a:pPr>
            <a:r>
              <a:rPr lang="zh-CN" altLang="en-US"/>
              <a:t>若这对指令的第一条指令由于资源冲突或数据相关冲突，则这一对指令都不发射</a:t>
            </a:r>
          </a:p>
          <a:p>
            <a:pPr eaLnBrk="1" hangingPunct="1">
              <a:lnSpc>
                <a:spcPct val="90000"/>
              </a:lnSpc>
            </a:pPr>
            <a:r>
              <a:rPr lang="zh-CN" altLang="en-US"/>
              <a:t>若是第一条指令能发射第二条指令不能发射，则只发射第一条指令，而第二条指令</a:t>
            </a:r>
            <a:r>
              <a:rPr lang="zh-CN" altLang="en-US">
                <a:solidFill>
                  <a:srgbClr val="FF0000"/>
                </a:solidFill>
              </a:rPr>
              <a:t>停顿</a:t>
            </a:r>
            <a:r>
              <a:rPr lang="zh-CN" altLang="en-US"/>
              <a:t>并与新取的指令之一进行配对等待发射</a:t>
            </a:r>
          </a:p>
        </p:txBody>
      </p:sp>
    </p:spTree>
  </p:cSld>
  <p:clrMapOvr>
    <a:masterClrMapping/>
  </p:clrMapOvr>
  <p:transition spd="med">
    <p:pull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a:extLst>
              <a:ext uri="{FF2B5EF4-FFF2-40B4-BE49-F238E27FC236}">
                <a16:creationId xmlns:a16="http://schemas.microsoft.com/office/drawing/2014/main" id="{C64960D7-5553-644C-8DBB-49119C26D9D4}"/>
              </a:ext>
            </a:extLst>
          </p:cNvPr>
          <p:cNvSpPr>
            <a:spLocks noGrp="1" noChangeArrowheads="1"/>
          </p:cNvSpPr>
          <p:nvPr>
            <p:ph type="title"/>
          </p:nvPr>
        </p:nvSpPr>
        <p:spPr/>
        <p:txBody>
          <a:bodyPr/>
          <a:lstStyle/>
          <a:p>
            <a:pPr eaLnBrk="1" hangingPunct="1"/>
            <a:r>
              <a:rPr lang="zh-CN" altLang="en-US"/>
              <a:t>指令动态调度策略示例</a:t>
            </a:r>
            <a:endParaRPr lang="en-US" altLang="zh-CN"/>
          </a:p>
        </p:txBody>
      </p:sp>
      <p:sp>
        <p:nvSpPr>
          <p:cNvPr id="143362" name="Rectangle 3">
            <a:extLst>
              <a:ext uri="{FF2B5EF4-FFF2-40B4-BE49-F238E27FC236}">
                <a16:creationId xmlns:a16="http://schemas.microsoft.com/office/drawing/2014/main" id="{F68B2CBE-14E8-465C-9939-7053A6D60798}"/>
              </a:ext>
            </a:extLst>
          </p:cNvPr>
          <p:cNvSpPr>
            <a:spLocks noGrp="1" noChangeArrowheads="1"/>
          </p:cNvSpPr>
          <p:nvPr>
            <p:ph idx="1"/>
          </p:nvPr>
        </p:nvSpPr>
        <p:spPr/>
        <p:txBody>
          <a:bodyPr/>
          <a:lstStyle/>
          <a:p>
            <a:pPr eaLnBrk="1" hangingPunct="1"/>
            <a:endParaRPr lang="zh-CN" altLang="en-US" sz="2800"/>
          </a:p>
        </p:txBody>
      </p:sp>
      <p:grpSp>
        <p:nvGrpSpPr>
          <p:cNvPr id="143364" name="Group 4">
            <a:extLst>
              <a:ext uri="{FF2B5EF4-FFF2-40B4-BE49-F238E27FC236}">
                <a16:creationId xmlns:a16="http://schemas.microsoft.com/office/drawing/2014/main" id="{FAF7F3DF-CF00-49B7-B7A1-A6626F8AF6AA}"/>
              </a:ext>
            </a:extLst>
          </p:cNvPr>
          <p:cNvGrpSpPr>
            <a:grpSpLocks/>
          </p:cNvGrpSpPr>
          <p:nvPr/>
        </p:nvGrpSpPr>
        <p:grpSpPr bwMode="auto">
          <a:xfrm>
            <a:off x="700088" y="2093913"/>
            <a:ext cx="1185862" cy="657225"/>
            <a:chOff x="612" y="1791"/>
            <a:chExt cx="837" cy="414"/>
          </a:xfrm>
        </p:grpSpPr>
        <p:sp>
          <p:nvSpPr>
            <p:cNvPr id="143408" name="Rectangle 5">
              <a:extLst>
                <a:ext uri="{FF2B5EF4-FFF2-40B4-BE49-F238E27FC236}">
                  <a16:creationId xmlns:a16="http://schemas.microsoft.com/office/drawing/2014/main" id="{9093FF60-E4E9-427E-ABA7-0EA59A59A00F}"/>
                </a:ext>
              </a:extLst>
            </p:cNvPr>
            <p:cNvSpPr>
              <a:spLocks noChangeArrowheads="1"/>
            </p:cNvSpPr>
            <p:nvPr/>
          </p:nvSpPr>
          <p:spPr bwMode="auto">
            <a:xfrm>
              <a:off x="612" y="1791"/>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F&amp;D1</a:t>
              </a:r>
            </a:p>
          </p:txBody>
        </p:sp>
        <p:sp>
          <p:nvSpPr>
            <p:cNvPr id="143409" name="Rectangle 6">
              <a:extLst>
                <a:ext uri="{FF2B5EF4-FFF2-40B4-BE49-F238E27FC236}">
                  <a16:creationId xmlns:a16="http://schemas.microsoft.com/office/drawing/2014/main" id="{EF62D169-63F2-459A-B681-D72E93584727}"/>
                </a:ext>
              </a:extLst>
            </p:cNvPr>
            <p:cNvSpPr>
              <a:spLocks noChangeArrowheads="1"/>
            </p:cNvSpPr>
            <p:nvPr/>
          </p:nvSpPr>
          <p:spPr bwMode="auto">
            <a:xfrm>
              <a:off x="612" y="1998"/>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F&amp;D2</a:t>
              </a:r>
            </a:p>
          </p:txBody>
        </p:sp>
      </p:grpSp>
      <p:sp>
        <p:nvSpPr>
          <p:cNvPr id="143365" name="Rectangle 8">
            <a:extLst>
              <a:ext uri="{FF2B5EF4-FFF2-40B4-BE49-F238E27FC236}">
                <a16:creationId xmlns:a16="http://schemas.microsoft.com/office/drawing/2014/main" id="{C5C5824A-8204-4622-A859-05948F4A0F34}"/>
              </a:ext>
            </a:extLst>
          </p:cNvPr>
          <p:cNvSpPr>
            <a:spLocks noChangeArrowheads="1"/>
          </p:cNvSpPr>
          <p:nvPr/>
        </p:nvSpPr>
        <p:spPr bwMode="auto">
          <a:xfrm>
            <a:off x="2498725" y="2093913"/>
            <a:ext cx="1187450" cy="328612"/>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EX1</a:t>
            </a:r>
          </a:p>
        </p:txBody>
      </p:sp>
      <p:sp>
        <p:nvSpPr>
          <p:cNvPr id="143366" name="Rectangle 11">
            <a:extLst>
              <a:ext uri="{FF2B5EF4-FFF2-40B4-BE49-F238E27FC236}">
                <a16:creationId xmlns:a16="http://schemas.microsoft.com/office/drawing/2014/main" id="{B572A0E6-4F7E-4F5F-AACA-58EC990A1C78}"/>
              </a:ext>
            </a:extLst>
          </p:cNvPr>
          <p:cNvSpPr>
            <a:spLocks noChangeArrowheads="1"/>
          </p:cNvSpPr>
          <p:nvPr/>
        </p:nvSpPr>
        <p:spPr bwMode="auto">
          <a:xfrm>
            <a:off x="4300538" y="2093913"/>
            <a:ext cx="900112" cy="328612"/>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WB1</a:t>
            </a:r>
          </a:p>
        </p:txBody>
      </p:sp>
      <p:grpSp>
        <p:nvGrpSpPr>
          <p:cNvPr id="143367" name="Group 13">
            <a:extLst>
              <a:ext uri="{FF2B5EF4-FFF2-40B4-BE49-F238E27FC236}">
                <a16:creationId xmlns:a16="http://schemas.microsoft.com/office/drawing/2014/main" id="{0E5F2D3F-26EB-40BC-B752-546972EA602F}"/>
              </a:ext>
            </a:extLst>
          </p:cNvPr>
          <p:cNvGrpSpPr>
            <a:grpSpLocks/>
          </p:cNvGrpSpPr>
          <p:nvPr/>
        </p:nvGrpSpPr>
        <p:grpSpPr bwMode="auto">
          <a:xfrm>
            <a:off x="4300538" y="3279775"/>
            <a:ext cx="1187450" cy="657225"/>
            <a:chOff x="3177" y="2502"/>
            <a:chExt cx="837" cy="414"/>
          </a:xfrm>
        </p:grpSpPr>
        <p:sp>
          <p:nvSpPr>
            <p:cNvPr id="143406" name="Rectangle 14">
              <a:extLst>
                <a:ext uri="{FF2B5EF4-FFF2-40B4-BE49-F238E27FC236}">
                  <a16:creationId xmlns:a16="http://schemas.microsoft.com/office/drawing/2014/main" id="{314ADF10-C776-4726-9CEE-A610C38F069D}"/>
                </a:ext>
              </a:extLst>
            </p:cNvPr>
            <p:cNvSpPr>
              <a:spLocks noChangeArrowheads="1"/>
            </p:cNvSpPr>
            <p:nvPr/>
          </p:nvSpPr>
          <p:spPr bwMode="auto">
            <a:xfrm>
              <a:off x="3177" y="2502"/>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EX2</a:t>
              </a:r>
            </a:p>
          </p:txBody>
        </p:sp>
        <p:sp>
          <p:nvSpPr>
            <p:cNvPr id="143407" name="Rectangle 15">
              <a:extLst>
                <a:ext uri="{FF2B5EF4-FFF2-40B4-BE49-F238E27FC236}">
                  <a16:creationId xmlns:a16="http://schemas.microsoft.com/office/drawing/2014/main" id="{721493A5-EECC-4FD4-820C-9ED221C38EB2}"/>
                </a:ext>
              </a:extLst>
            </p:cNvPr>
            <p:cNvSpPr>
              <a:spLocks noChangeArrowheads="1"/>
            </p:cNvSpPr>
            <p:nvPr/>
          </p:nvSpPr>
          <p:spPr bwMode="auto">
            <a:xfrm>
              <a:off x="3177" y="2709"/>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EX3</a:t>
              </a:r>
            </a:p>
          </p:txBody>
        </p:sp>
      </p:grpSp>
      <p:grpSp>
        <p:nvGrpSpPr>
          <p:cNvPr id="143368" name="Group 16">
            <a:extLst>
              <a:ext uri="{FF2B5EF4-FFF2-40B4-BE49-F238E27FC236}">
                <a16:creationId xmlns:a16="http://schemas.microsoft.com/office/drawing/2014/main" id="{FB304A9B-AF3B-4FB9-A1A5-BC9E799665FB}"/>
              </a:ext>
            </a:extLst>
          </p:cNvPr>
          <p:cNvGrpSpPr>
            <a:grpSpLocks/>
          </p:cNvGrpSpPr>
          <p:nvPr/>
        </p:nvGrpSpPr>
        <p:grpSpPr bwMode="auto">
          <a:xfrm>
            <a:off x="2498725" y="3279775"/>
            <a:ext cx="1187450" cy="657225"/>
            <a:chOff x="1863" y="2430"/>
            <a:chExt cx="837" cy="414"/>
          </a:xfrm>
        </p:grpSpPr>
        <p:sp>
          <p:nvSpPr>
            <p:cNvPr id="143404" name="Rectangle 17">
              <a:extLst>
                <a:ext uri="{FF2B5EF4-FFF2-40B4-BE49-F238E27FC236}">
                  <a16:creationId xmlns:a16="http://schemas.microsoft.com/office/drawing/2014/main" id="{BE910A96-282D-4319-97CA-892FE96AE602}"/>
                </a:ext>
              </a:extLst>
            </p:cNvPr>
            <p:cNvSpPr>
              <a:spLocks noChangeArrowheads="1"/>
            </p:cNvSpPr>
            <p:nvPr/>
          </p:nvSpPr>
          <p:spPr bwMode="auto">
            <a:xfrm>
              <a:off x="1863" y="2430"/>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F&amp;D3</a:t>
              </a:r>
            </a:p>
          </p:txBody>
        </p:sp>
        <p:sp>
          <p:nvSpPr>
            <p:cNvPr id="143405" name="Rectangle 18">
              <a:extLst>
                <a:ext uri="{FF2B5EF4-FFF2-40B4-BE49-F238E27FC236}">
                  <a16:creationId xmlns:a16="http://schemas.microsoft.com/office/drawing/2014/main" id="{B0E49F58-C233-401D-9B23-4E0DBEE1AF0F}"/>
                </a:ext>
              </a:extLst>
            </p:cNvPr>
            <p:cNvSpPr>
              <a:spLocks noChangeArrowheads="1"/>
            </p:cNvSpPr>
            <p:nvPr/>
          </p:nvSpPr>
          <p:spPr bwMode="auto">
            <a:xfrm>
              <a:off x="1863" y="2637"/>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endParaRPr kumimoji="0" lang="en-US" altLang="zh-CN" sz="2400">
                <a:solidFill>
                  <a:schemeClr val="bg1"/>
                </a:solidFill>
                <a:ea typeface="宋体" panose="02010600030101010101" pitchFamily="2" charset="-122"/>
                <a:cs typeface="Times New Roman" panose="02020603050405020304" pitchFamily="18" charset="0"/>
              </a:endParaRPr>
            </a:p>
          </p:txBody>
        </p:sp>
      </p:grpSp>
      <p:grpSp>
        <p:nvGrpSpPr>
          <p:cNvPr id="143369" name="Group 19">
            <a:extLst>
              <a:ext uri="{FF2B5EF4-FFF2-40B4-BE49-F238E27FC236}">
                <a16:creationId xmlns:a16="http://schemas.microsoft.com/office/drawing/2014/main" id="{247B908C-AD84-4FB6-9B4E-B9DC10F12409}"/>
              </a:ext>
            </a:extLst>
          </p:cNvPr>
          <p:cNvGrpSpPr>
            <a:grpSpLocks/>
          </p:cNvGrpSpPr>
          <p:nvPr/>
        </p:nvGrpSpPr>
        <p:grpSpPr bwMode="auto">
          <a:xfrm>
            <a:off x="6115050" y="3279775"/>
            <a:ext cx="900113" cy="657225"/>
            <a:chOff x="4293" y="2457"/>
            <a:chExt cx="567" cy="414"/>
          </a:xfrm>
        </p:grpSpPr>
        <p:sp>
          <p:nvSpPr>
            <p:cNvPr id="143402" name="Rectangle 20">
              <a:extLst>
                <a:ext uri="{FF2B5EF4-FFF2-40B4-BE49-F238E27FC236}">
                  <a16:creationId xmlns:a16="http://schemas.microsoft.com/office/drawing/2014/main" id="{C72EF94D-6DE1-4638-BB14-C2EE473B19DD}"/>
                </a:ext>
              </a:extLst>
            </p:cNvPr>
            <p:cNvSpPr>
              <a:spLocks noChangeArrowheads="1"/>
            </p:cNvSpPr>
            <p:nvPr/>
          </p:nvSpPr>
          <p:spPr bwMode="auto">
            <a:xfrm>
              <a:off x="4293" y="2457"/>
              <a:ext cx="56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WB2</a:t>
              </a:r>
            </a:p>
          </p:txBody>
        </p:sp>
        <p:sp>
          <p:nvSpPr>
            <p:cNvPr id="143403" name="Rectangle 21">
              <a:extLst>
                <a:ext uri="{FF2B5EF4-FFF2-40B4-BE49-F238E27FC236}">
                  <a16:creationId xmlns:a16="http://schemas.microsoft.com/office/drawing/2014/main" id="{BD499C45-C3A6-4D37-AC12-4F9AE19312FD}"/>
                </a:ext>
              </a:extLst>
            </p:cNvPr>
            <p:cNvSpPr>
              <a:spLocks noChangeArrowheads="1"/>
            </p:cNvSpPr>
            <p:nvPr/>
          </p:nvSpPr>
          <p:spPr bwMode="auto">
            <a:xfrm>
              <a:off x="4293" y="2664"/>
              <a:ext cx="56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WB3</a:t>
              </a:r>
            </a:p>
          </p:txBody>
        </p:sp>
      </p:grpSp>
      <p:grpSp>
        <p:nvGrpSpPr>
          <p:cNvPr id="143370" name="Group 22">
            <a:extLst>
              <a:ext uri="{FF2B5EF4-FFF2-40B4-BE49-F238E27FC236}">
                <a16:creationId xmlns:a16="http://schemas.microsoft.com/office/drawing/2014/main" id="{C511D450-8805-4A47-85FC-9BD7F5E49FAF}"/>
              </a:ext>
            </a:extLst>
          </p:cNvPr>
          <p:cNvGrpSpPr>
            <a:grpSpLocks/>
          </p:cNvGrpSpPr>
          <p:nvPr/>
        </p:nvGrpSpPr>
        <p:grpSpPr bwMode="auto">
          <a:xfrm>
            <a:off x="6115050" y="4465638"/>
            <a:ext cx="1187450" cy="657225"/>
            <a:chOff x="3645" y="3375"/>
            <a:chExt cx="837" cy="414"/>
          </a:xfrm>
        </p:grpSpPr>
        <p:sp>
          <p:nvSpPr>
            <p:cNvPr id="143400" name="Rectangle 23">
              <a:extLst>
                <a:ext uri="{FF2B5EF4-FFF2-40B4-BE49-F238E27FC236}">
                  <a16:creationId xmlns:a16="http://schemas.microsoft.com/office/drawing/2014/main" id="{B159975F-46D2-425D-BAD5-2DAB14127D7A}"/>
                </a:ext>
              </a:extLst>
            </p:cNvPr>
            <p:cNvSpPr>
              <a:spLocks noChangeArrowheads="1"/>
            </p:cNvSpPr>
            <p:nvPr/>
          </p:nvSpPr>
          <p:spPr bwMode="auto">
            <a:xfrm>
              <a:off x="3645" y="3375"/>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EX4</a:t>
              </a:r>
            </a:p>
          </p:txBody>
        </p:sp>
        <p:sp>
          <p:nvSpPr>
            <p:cNvPr id="143401" name="Rectangle 24">
              <a:extLst>
                <a:ext uri="{FF2B5EF4-FFF2-40B4-BE49-F238E27FC236}">
                  <a16:creationId xmlns:a16="http://schemas.microsoft.com/office/drawing/2014/main" id="{05E8CCD2-BA9C-48AF-BAD8-ACD570F5A961}"/>
                </a:ext>
              </a:extLst>
            </p:cNvPr>
            <p:cNvSpPr>
              <a:spLocks noChangeArrowheads="1"/>
            </p:cNvSpPr>
            <p:nvPr/>
          </p:nvSpPr>
          <p:spPr bwMode="auto">
            <a:xfrm>
              <a:off x="3645" y="3582"/>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EX5</a:t>
              </a:r>
            </a:p>
          </p:txBody>
        </p:sp>
      </p:grpSp>
      <p:grpSp>
        <p:nvGrpSpPr>
          <p:cNvPr id="143371" name="Group 25">
            <a:extLst>
              <a:ext uri="{FF2B5EF4-FFF2-40B4-BE49-F238E27FC236}">
                <a16:creationId xmlns:a16="http://schemas.microsoft.com/office/drawing/2014/main" id="{E2A16505-60E9-42F8-8ECC-8B5E3B3A550E}"/>
              </a:ext>
            </a:extLst>
          </p:cNvPr>
          <p:cNvGrpSpPr>
            <a:grpSpLocks/>
          </p:cNvGrpSpPr>
          <p:nvPr/>
        </p:nvGrpSpPr>
        <p:grpSpPr bwMode="auto">
          <a:xfrm>
            <a:off x="4300538" y="4465638"/>
            <a:ext cx="1187450" cy="657225"/>
            <a:chOff x="2331" y="3303"/>
            <a:chExt cx="837" cy="414"/>
          </a:xfrm>
        </p:grpSpPr>
        <p:sp>
          <p:nvSpPr>
            <p:cNvPr id="143398" name="Rectangle 26">
              <a:extLst>
                <a:ext uri="{FF2B5EF4-FFF2-40B4-BE49-F238E27FC236}">
                  <a16:creationId xmlns:a16="http://schemas.microsoft.com/office/drawing/2014/main" id="{1CD58050-7A86-45D6-A76E-0D1DFA5BFAFC}"/>
                </a:ext>
              </a:extLst>
            </p:cNvPr>
            <p:cNvSpPr>
              <a:spLocks noChangeArrowheads="1"/>
            </p:cNvSpPr>
            <p:nvPr/>
          </p:nvSpPr>
          <p:spPr bwMode="auto">
            <a:xfrm>
              <a:off x="2331" y="3303"/>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F&amp;D4</a:t>
              </a:r>
            </a:p>
          </p:txBody>
        </p:sp>
        <p:sp>
          <p:nvSpPr>
            <p:cNvPr id="143399" name="Rectangle 27">
              <a:extLst>
                <a:ext uri="{FF2B5EF4-FFF2-40B4-BE49-F238E27FC236}">
                  <a16:creationId xmlns:a16="http://schemas.microsoft.com/office/drawing/2014/main" id="{59E727F9-CE49-4F8C-9505-ECA4B9347773}"/>
                </a:ext>
              </a:extLst>
            </p:cNvPr>
            <p:cNvSpPr>
              <a:spLocks noChangeArrowheads="1"/>
            </p:cNvSpPr>
            <p:nvPr/>
          </p:nvSpPr>
          <p:spPr bwMode="auto">
            <a:xfrm>
              <a:off x="2331" y="3510"/>
              <a:ext cx="83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F&amp;D5</a:t>
              </a:r>
            </a:p>
          </p:txBody>
        </p:sp>
      </p:grpSp>
      <p:grpSp>
        <p:nvGrpSpPr>
          <p:cNvPr id="143372" name="Group 28">
            <a:extLst>
              <a:ext uri="{FF2B5EF4-FFF2-40B4-BE49-F238E27FC236}">
                <a16:creationId xmlns:a16="http://schemas.microsoft.com/office/drawing/2014/main" id="{3E683041-88EF-45A4-8DFB-B517DBC194F1}"/>
              </a:ext>
            </a:extLst>
          </p:cNvPr>
          <p:cNvGrpSpPr>
            <a:grpSpLocks/>
          </p:cNvGrpSpPr>
          <p:nvPr/>
        </p:nvGrpSpPr>
        <p:grpSpPr bwMode="auto">
          <a:xfrm>
            <a:off x="7915275" y="4465638"/>
            <a:ext cx="900113" cy="657225"/>
            <a:chOff x="4761" y="3330"/>
            <a:chExt cx="567" cy="414"/>
          </a:xfrm>
        </p:grpSpPr>
        <p:sp>
          <p:nvSpPr>
            <p:cNvPr id="143396" name="Rectangle 29">
              <a:extLst>
                <a:ext uri="{FF2B5EF4-FFF2-40B4-BE49-F238E27FC236}">
                  <a16:creationId xmlns:a16="http://schemas.microsoft.com/office/drawing/2014/main" id="{16A27D10-B14C-4E77-8EFB-A8486388351A}"/>
                </a:ext>
              </a:extLst>
            </p:cNvPr>
            <p:cNvSpPr>
              <a:spLocks noChangeArrowheads="1"/>
            </p:cNvSpPr>
            <p:nvPr/>
          </p:nvSpPr>
          <p:spPr bwMode="auto">
            <a:xfrm>
              <a:off x="4761" y="3330"/>
              <a:ext cx="56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WB4</a:t>
              </a:r>
            </a:p>
          </p:txBody>
        </p:sp>
        <p:sp>
          <p:nvSpPr>
            <p:cNvPr id="143397" name="Rectangle 30">
              <a:extLst>
                <a:ext uri="{FF2B5EF4-FFF2-40B4-BE49-F238E27FC236}">
                  <a16:creationId xmlns:a16="http://schemas.microsoft.com/office/drawing/2014/main" id="{638506C6-6065-421F-8854-4ED30327FE2C}"/>
                </a:ext>
              </a:extLst>
            </p:cNvPr>
            <p:cNvSpPr>
              <a:spLocks noChangeArrowheads="1"/>
            </p:cNvSpPr>
            <p:nvPr/>
          </p:nvSpPr>
          <p:spPr bwMode="auto">
            <a:xfrm>
              <a:off x="4761" y="3537"/>
              <a:ext cx="567" cy="207"/>
            </a:xfrm>
            <a:prstGeom prst="rect">
              <a:avLst/>
            </a:prstGeom>
            <a:solidFill>
              <a:srgbClr val="CC3300"/>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宋体" panose="02010600030101010101" pitchFamily="2" charset="-122"/>
                  <a:cs typeface="Times New Roman" panose="02020603050405020304" pitchFamily="18" charset="0"/>
                </a:rPr>
                <a:t>WB5</a:t>
              </a:r>
            </a:p>
          </p:txBody>
        </p:sp>
      </p:grpSp>
      <p:sp>
        <p:nvSpPr>
          <p:cNvPr id="143373" name="Text Box 31">
            <a:extLst>
              <a:ext uri="{FF2B5EF4-FFF2-40B4-BE49-F238E27FC236}">
                <a16:creationId xmlns:a16="http://schemas.microsoft.com/office/drawing/2014/main" id="{0F0079CB-47C9-4824-B1C9-F165113500E9}"/>
              </a:ext>
            </a:extLst>
          </p:cNvPr>
          <p:cNvSpPr txBox="1">
            <a:spLocks noChangeArrowheads="1"/>
          </p:cNvSpPr>
          <p:nvPr/>
        </p:nvSpPr>
        <p:spPr bwMode="auto">
          <a:xfrm>
            <a:off x="239713" y="2032000"/>
            <a:ext cx="52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I1</a:t>
            </a:r>
          </a:p>
        </p:txBody>
      </p:sp>
      <p:sp>
        <p:nvSpPr>
          <p:cNvPr id="143374" name="Text Box 32">
            <a:extLst>
              <a:ext uri="{FF2B5EF4-FFF2-40B4-BE49-F238E27FC236}">
                <a16:creationId xmlns:a16="http://schemas.microsoft.com/office/drawing/2014/main" id="{4ACD87F0-9DB1-433F-875C-56A9DD0F428E}"/>
              </a:ext>
            </a:extLst>
          </p:cNvPr>
          <p:cNvSpPr txBox="1">
            <a:spLocks noChangeArrowheads="1"/>
          </p:cNvSpPr>
          <p:nvPr/>
        </p:nvSpPr>
        <p:spPr bwMode="auto">
          <a:xfrm>
            <a:off x="239713" y="2360613"/>
            <a:ext cx="52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I2</a:t>
            </a:r>
          </a:p>
        </p:txBody>
      </p:sp>
      <p:sp>
        <p:nvSpPr>
          <p:cNvPr id="143375" name="Text Box 33">
            <a:extLst>
              <a:ext uri="{FF2B5EF4-FFF2-40B4-BE49-F238E27FC236}">
                <a16:creationId xmlns:a16="http://schemas.microsoft.com/office/drawing/2014/main" id="{0336A53F-6971-4532-AA83-EB5384A1F8DF}"/>
              </a:ext>
            </a:extLst>
          </p:cNvPr>
          <p:cNvSpPr txBox="1">
            <a:spLocks noChangeArrowheads="1"/>
          </p:cNvSpPr>
          <p:nvPr/>
        </p:nvSpPr>
        <p:spPr bwMode="auto">
          <a:xfrm>
            <a:off x="2025650" y="3217863"/>
            <a:ext cx="52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I3</a:t>
            </a:r>
          </a:p>
        </p:txBody>
      </p:sp>
      <p:sp>
        <p:nvSpPr>
          <p:cNvPr id="143376" name="Text Box 34">
            <a:extLst>
              <a:ext uri="{FF2B5EF4-FFF2-40B4-BE49-F238E27FC236}">
                <a16:creationId xmlns:a16="http://schemas.microsoft.com/office/drawing/2014/main" id="{263C536D-122E-4406-98C4-22E589D48F75}"/>
              </a:ext>
            </a:extLst>
          </p:cNvPr>
          <p:cNvSpPr txBox="1">
            <a:spLocks noChangeArrowheads="1"/>
          </p:cNvSpPr>
          <p:nvPr/>
        </p:nvSpPr>
        <p:spPr bwMode="auto">
          <a:xfrm>
            <a:off x="2025650" y="3546475"/>
            <a:ext cx="525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I4</a:t>
            </a:r>
          </a:p>
        </p:txBody>
      </p:sp>
      <p:sp>
        <p:nvSpPr>
          <p:cNvPr id="143377" name="Text Box 35">
            <a:extLst>
              <a:ext uri="{FF2B5EF4-FFF2-40B4-BE49-F238E27FC236}">
                <a16:creationId xmlns:a16="http://schemas.microsoft.com/office/drawing/2014/main" id="{9DAB998D-0537-433E-8BD5-81434896E738}"/>
              </a:ext>
            </a:extLst>
          </p:cNvPr>
          <p:cNvSpPr txBox="1">
            <a:spLocks noChangeArrowheads="1"/>
          </p:cNvSpPr>
          <p:nvPr/>
        </p:nvSpPr>
        <p:spPr bwMode="auto">
          <a:xfrm>
            <a:off x="3840163" y="4403725"/>
            <a:ext cx="5286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I4</a:t>
            </a:r>
          </a:p>
        </p:txBody>
      </p:sp>
      <p:sp>
        <p:nvSpPr>
          <p:cNvPr id="143378" name="Text Box 36">
            <a:extLst>
              <a:ext uri="{FF2B5EF4-FFF2-40B4-BE49-F238E27FC236}">
                <a16:creationId xmlns:a16="http://schemas.microsoft.com/office/drawing/2014/main" id="{4886B405-4730-4C0D-8F19-CA3861956F86}"/>
              </a:ext>
            </a:extLst>
          </p:cNvPr>
          <p:cNvSpPr txBox="1">
            <a:spLocks noChangeArrowheads="1"/>
          </p:cNvSpPr>
          <p:nvPr/>
        </p:nvSpPr>
        <p:spPr bwMode="auto">
          <a:xfrm>
            <a:off x="3840163" y="4732338"/>
            <a:ext cx="528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I5</a:t>
            </a:r>
          </a:p>
        </p:txBody>
      </p:sp>
      <p:sp>
        <p:nvSpPr>
          <p:cNvPr id="143379" name="Line 37">
            <a:extLst>
              <a:ext uri="{FF2B5EF4-FFF2-40B4-BE49-F238E27FC236}">
                <a16:creationId xmlns:a16="http://schemas.microsoft.com/office/drawing/2014/main" id="{8DB9B8D1-BC4F-4842-89D9-E78B69F573C0}"/>
              </a:ext>
            </a:extLst>
          </p:cNvPr>
          <p:cNvSpPr>
            <a:spLocks noChangeShapeType="1"/>
          </p:cNvSpPr>
          <p:nvPr/>
        </p:nvSpPr>
        <p:spPr bwMode="auto">
          <a:xfrm>
            <a:off x="1885950" y="2251075"/>
            <a:ext cx="6143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80" name="Line 38">
            <a:extLst>
              <a:ext uri="{FF2B5EF4-FFF2-40B4-BE49-F238E27FC236}">
                <a16:creationId xmlns:a16="http://schemas.microsoft.com/office/drawing/2014/main" id="{CB55A8A1-BC46-476E-93F1-A65D737914E2}"/>
              </a:ext>
            </a:extLst>
          </p:cNvPr>
          <p:cNvSpPr>
            <a:spLocks noChangeShapeType="1"/>
          </p:cNvSpPr>
          <p:nvPr/>
        </p:nvSpPr>
        <p:spPr bwMode="auto">
          <a:xfrm>
            <a:off x="1885950" y="2579688"/>
            <a:ext cx="2414588" cy="8572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81" name="Text Box 39">
            <a:extLst>
              <a:ext uri="{FF2B5EF4-FFF2-40B4-BE49-F238E27FC236}">
                <a16:creationId xmlns:a16="http://schemas.microsoft.com/office/drawing/2014/main" id="{70586C5D-2B06-48EC-85A2-7E89FE8A070E}"/>
              </a:ext>
            </a:extLst>
          </p:cNvPr>
          <p:cNvSpPr txBox="1">
            <a:spLocks noChangeArrowheads="1"/>
          </p:cNvSpPr>
          <p:nvPr/>
        </p:nvSpPr>
        <p:spPr bwMode="auto">
          <a:xfrm>
            <a:off x="1841500" y="1843088"/>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rPr>
              <a:t>发射</a:t>
            </a:r>
          </a:p>
        </p:txBody>
      </p:sp>
      <p:sp>
        <p:nvSpPr>
          <p:cNvPr id="143382" name="Line 40">
            <a:extLst>
              <a:ext uri="{FF2B5EF4-FFF2-40B4-BE49-F238E27FC236}">
                <a16:creationId xmlns:a16="http://schemas.microsoft.com/office/drawing/2014/main" id="{FB5CD75F-8F78-483B-8BFD-6FB681004104}"/>
              </a:ext>
            </a:extLst>
          </p:cNvPr>
          <p:cNvSpPr>
            <a:spLocks noChangeShapeType="1"/>
          </p:cNvSpPr>
          <p:nvPr/>
        </p:nvSpPr>
        <p:spPr bwMode="auto">
          <a:xfrm>
            <a:off x="3686175" y="2251075"/>
            <a:ext cx="6143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83" name="Text Box 42">
            <a:extLst>
              <a:ext uri="{FF2B5EF4-FFF2-40B4-BE49-F238E27FC236}">
                <a16:creationId xmlns:a16="http://schemas.microsoft.com/office/drawing/2014/main" id="{FD12421A-F839-462B-9F85-14D2A57DC721}"/>
              </a:ext>
            </a:extLst>
          </p:cNvPr>
          <p:cNvSpPr txBox="1">
            <a:spLocks noChangeArrowheads="1"/>
          </p:cNvSpPr>
          <p:nvPr/>
        </p:nvSpPr>
        <p:spPr bwMode="auto">
          <a:xfrm>
            <a:off x="3927475" y="265747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rPr>
              <a:t>前送</a:t>
            </a:r>
          </a:p>
        </p:txBody>
      </p:sp>
      <p:sp>
        <p:nvSpPr>
          <p:cNvPr id="143384" name="Line 44">
            <a:extLst>
              <a:ext uri="{FF2B5EF4-FFF2-40B4-BE49-F238E27FC236}">
                <a16:creationId xmlns:a16="http://schemas.microsoft.com/office/drawing/2014/main" id="{BCBDD370-7C9F-4CC2-80C9-BE0A59D765F8}"/>
              </a:ext>
            </a:extLst>
          </p:cNvPr>
          <p:cNvSpPr>
            <a:spLocks noChangeShapeType="1"/>
          </p:cNvSpPr>
          <p:nvPr/>
        </p:nvSpPr>
        <p:spPr bwMode="auto">
          <a:xfrm>
            <a:off x="3686175" y="3436938"/>
            <a:ext cx="614363" cy="34290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85" name="Line 45">
            <a:extLst>
              <a:ext uri="{FF2B5EF4-FFF2-40B4-BE49-F238E27FC236}">
                <a16:creationId xmlns:a16="http://schemas.microsoft.com/office/drawing/2014/main" id="{173FD20A-2C05-4169-80D8-C3536B26A105}"/>
              </a:ext>
            </a:extLst>
          </p:cNvPr>
          <p:cNvSpPr>
            <a:spLocks noChangeShapeType="1"/>
          </p:cNvSpPr>
          <p:nvPr/>
        </p:nvSpPr>
        <p:spPr bwMode="auto">
          <a:xfrm>
            <a:off x="5500688" y="3436938"/>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86" name="Line 46">
            <a:extLst>
              <a:ext uri="{FF2B5EF4-FFF2-40B4-BE49-F238E27FC236}">
                <a16:creationId xmlns:a16="http://schemas.microsoft.com/office/drawing/2014/main" id="{A82F819E-BFC2-4733-A969-09FD60FFAD67}"/>
              </a:ext>
            </a:extLst>
          </p:cNvPr>
          <p:cNvSpPr>
            <a:spLocks noChangeShapeType="1"/>
          </p:cNvSpPr>
          <p:nvPr/>
        </p:nvSpPr>
        <p:spPr bwMode="auto">
          <a:xfrm>
            <a:off x="5500688" y="3765550"/>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87" name="Line 47">
            <a:extLst>
              <a:ext uri="{FF2B5EF4-FFF2-40B4-BE49-F238E27FC236}">
                <a16:creationId xmlns:a16="http://schemas.microsoft.com/office/drawing/2014/main" id="{68B67982-42A3-48DD-AC70-3296E1B3686F}"/>
              </a:ext>
            </a:extLst>
          </p:cNvPr>
          <p:cNvSpPr>
            <a:spLocks noChangeShapeType="1"/>
          </p:cNvSpPr>
          <p:nvPr/>
        </p:nvSpPr>
        <p:spPr bwMode="auto">
          <a:xfrm>
            <a:off x="5500688" y="4637088"/>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88" name="Line 48">
            <a:extLst>
              <a:ext uri="{FF2B5EF4-FFF2-40B4-BE49-F238E27FC236}">
                <a16:creationId xmlns:a16="http://schemas.microsoft.com/office/drawing/2014/main" id="{5626858B-AFA8-4A61-909F-AF10D736C37D}"/>
              </a:ext>
            </a:extLst>
          </p:cNvPr>
          <p:cNvSpPr>
            <a:spLocks noChangeShapeType="1"/>
          </p:cNvSpPr>
          <p:nvPr/>
        </p:nvSpPr>
        <p:spPr bwMode="auto">
          <a:xfrm>
            <a:off x="5500688" y="4965700"/>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89" name="Line 49">
            <a:extLst>
              <a:ext uri="{FF2B5EF4-FFF2-40B4-BE49-F238E27FC236}">
                <a16:creationId xmlns:a16="http://schemas.microsoft.com/office/drawing/2014/main" id="{0A1E926F-BFB9-477A-BB78-101F0CA8F390}"/>
              </a:ext>
            </a:extLst>
          </p:cNvPr>
          <p:cNvSpPr>
            <a:spLocks noChangeShapeType="1"/>
          </p:cNvSpPr>
          <p:nvPr/>
        </p:nvSpPr>
        <p:spPr bwMode="auto">
          <a:xfrm>
            <a:off x="7300913" y="4637088"/>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90" name="Line 50">
            <a:extLst>
              <a:ext uri="{FF2B5EF4-FFF2-40B4-BE49-F238E27FC236}">
                <a16:creationId xmlns:a16="http://schemas.microsoft.com/office/drawing/2014/main" id="{342D9D36-ED9B-43AF-B68E-61FFF167A0B3}"/>
              </a:ext>
            </a:extLst>
          </p:cNvPr>
          <p:cNvSpPr>
            <a:spLocks noChangeShapeType="1"/>
          </p:cNvSpPr>
          <p:nvPr/>
        </p:nvSpPr>
        <p:spPr bwMode="auto">
          <a:xfrm>
            <a:off x="7300913" y="4965700"/>
            <a:ext cx="614362"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91" name="Line 51">
            <a:extLst>
              <a:ext uri="{FF2B5EF4-FFF2-40B4-BE49-F238E27FC236}">
                <a16:creationId xmlns:a16="http://schemas.microsoft.com/office/drawing/2014/main" id="{85C7DA3E-395B-4545-BFC8-0F6BE6135345}"/>
              </a:ext>
            </a:extLst>
          </p:cNvPr>
          <p:cNvSpPr>
            <a:spLocks noChangeShapeType="1"/>
          </p:cNvSpPr>
          <p:nvPr/>
        </p:nvSpPr>
        <p:spPr bwMode="auto">
          <a:xfrm>
            <a:off x="3971925" y="2265363"/>
            <a:ext cx="0" cy="120015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92" name="Line 52">
            <a:extLst>
              <a:ext uri="{FF2B5EF4-FFF2-40B4-BE49-F238E27FC236}">
                <a16:creationId xmlns:a16="http://schemas.microsoft.com/office/drawing/2014/main" id="{7E56E453-2206-4933-948B-FF990C180ED4}"/>
              </a:ext>
            </a:extLst>
          </p:cNvPr>
          <p:cNvSpPr>
            <a:spLocks noChangeShapeType="1"/>
          </p:cNvSpPr>
          <p:nvPr/>
        </p:nvSpPr>
        <p:spPr bwMode="auto">
          <a:xfrm>
            <a:off x="5772150" y="3451225"/>
            <a:ext cx="0" cy="1200150"/>
          </a:xfrm>
          <a:prstGeom prst="line">
            <a:avLst/>
          </a:prstGeom>
          <a:noFill/>
          <a:ln w="222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43393" name="Text Box 53">
            <a:extLst>
              <a:ext uri="{FF2B5EF4-FFF2-40B4-BE49-F238E27FC236}">
                <a16:creationId xmlns:a16="http://schemas.microsoft.com/office/drawing/2014/main" id="{897A38E1-7659-402C-8332-1432AF5DD881}"/>
              </a:ext>
            </a:extLst>
          </p:cNvPr>
          <p:cNvSpPr txBox="1">
            <a:spLocks noChangeArrowheads="1"/>
          </p:cNvSpPr>
          <p:nvPr/>
        </p:nvSpPr>
        <p:spPr bwMode="auto">
          <a:xfrm>
            <a:off x="3641725" y="391477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rPr>
              <a:t>发射</a:t>
            </a:r>
          </a:p>
        </p:txBody>
      </p:sp>
      <p:sp>
        <p:nvSpPr>
          <p:cNvPr id="143394" name="Text Box 54">
            <a:extLst>
              <a:ext uri="{FF2B5EF4-FFF2-40B4-BE49-F238E27FC236}">
                <a16:creationId xmlns:a16="http://schemas.microsoft.com/office/drawing/2014/main" id="{D88BAB38-EF0C-42BB-B15F-946925E33A98}"/>
              </a:ext>
            </a:extLst>
          </p:cNvPr>
          <p:cNvSpPr txBox="1">
            <a:spLocks noChangeArrowheads="1"/>
          </p:cNvSpPr>
          <p:nvPr/>
        </p:nvSpPr>
        <p:spPr bwMode="auto">
          <a:xfrm>
            <a:off x="5727700" y="3986213"/>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rPr>
              <a:t>前送</a:t>
            </a:r>
          </a:p>
        </p:txBody>
      </p:sp>
      <p:sp>
        <p:nvSpPr>
          <p:cNvPr id="143395" name="Text Box 55">
            <a:extLst>
              <a:ext uri="{FF2B5EF4-FFF2-40B4-BE49-F238E27FC236}">
                <a16:creationId xmlns:a16="http://schemas.microsoft.com/office/drawing/2014/main" id="{E5D52342-1543-4C23-86B4-71389863A27E}"/>
              </a:ext>
            </a:extLst>
          </p:cNvPr>
          <p:cNvSpPr txBox="1">
            <a:spLocks noChangeArrowheads="1"/>
          </p:cNvSpPr>
          <p:nvPr/>
        </p:nvSpPr>
        <p:spPr bwMode="auto">
          <a:xfrm>
            <a:off x="5441950" y="4972050"/>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rPr>
              <a:t>发射</a:t>
            </a:r>
          </a:p>
        </p:txBody>
      </p:sp>
    </p:spTree>
  </p:cSld>
  <p:clrMapOvr>
    <a:masterClrMapping/>
  </p:clrMapOvr>
  <p:transition spd="med">
    <p:pull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a:extLst>
              <a:ext uri="{FF2B5EF4-FFF2-40B4-BE49-F238E27FC236}">
                <a16:creationId xmlns:a16="http://schemas.microsoft.com/office/drawing/2014/main" id="{3F8F9E73-F21F-8A44-B816-D37272F15F92}"/>
              </a:ext>
            </a:extLst>
          </p:cNvPr>
          <p:cNvSpPr>
            <a:spLocks noGrp="1" noChangeArrowheads="1"/>
          </p:cNvSpPr>
          <p:nvPr>
            <p:ph type="title"/>
          </p:nvPr>
        </p:nvSpPr>
        <p:spPr/>
        <p:txBody>
          <a:bodyPr/>
          <a:lstStyle/>
          <a:p>
            <a:pPr eaLnBrk="1" hangingPunct="1"/>
            <a:r>
              <a:rPr lang="zh-CN" altLang="en-US"/>
              <a:t>指令动态调度策略（</a:t>
            </a:r>
            <a:r>
              <a:rPr lang="en-US" altLang="zh-CN"/>
              <a:t>2</a:t>
            </a:r>
            <a:r>
              <a:rPr lang="zh-CN" altLang="en-US"/>
              <a:t>）</a:t>
            </a:r>
            <a:endParaRPr lang="en-US" altLang="zh-CN"/>
          </a:p>
        </p:txBody>
      </p:sp>
      <p:sp>
        <p:nvSpPr>
          <p:cNvPr id="144386" name="Rectangle 3">
            <a:extLst>
              <a:ext uri="{FF2B5EF4-FFF2-40B4-BE49-F238E27FC236}">
                <a16:creationId xmlns:a16="http://schemas.microsoft.com/office/drawing/2014/main" id="{1CE2E41B-8666-46B3-9AE2-4164A26E5539}"/>
              </a:ext>
            </a:extLst>
          </p:cNvPr>
          <p:cNvSpPr>
            <a:spLocks noGrp="1" noChangeArrowheads="1"/>
          </p:cNvSpPr>
          <p:nvPr>
            <p:ph idx="1"/>
          </p:nvPr>
        </p:nvSpPr>
        <p:spPr>
          <a:xfrm>
            <a:off x="199231" y="1143000"/>
            <a:ext cx="8745538" cy="5567363"/>
          </a:xfrm>
        </p:spPr>
        <p:txBody>
          <a:bodyPr/>
          <a:lstStyle/>
          <a:p>
            <a:pPr eaLnBrk="1" hangingPunct="1">
              <a:lnSpc>
                <a:spcPct val="90000"/>
              </a:lnSpc>
            </a:pPr>
            <a:r>
              <a:rPr lang="en-US" altLang="zh-CN" sz="2800" dirty="0"/>
              <a:t>为了判定能否发射指令，88110使用了计分牌方法</a:t>
            </a:r>
            <a:endParaRPr lang="zh-CN" altLang="en-US" sz="2800" dirty="0"/>
          </a:p>
          <a:p>
            <a:pPr lvl="1" eaLnBrk="1" hangingPunct="1">
              <a:lnSpc>
                <a:spcPct val="90000"/>
              </a:lnSpc>
            </a:pPr>
            <a:r>
              <a:rPr lang="zh-CN" altLang="en-US" sz="2400" dirty="0"/>
              <a:t>计分牌是一个位向量， 寄存器堆中每个寄存器都有一个对应位</a:t>
            </a:r>
          </a:p>
          <a:p>
            <a:pPr lvl="1" eaLnBrk="1" hangingPunct="1">
              <a:lnSpc>
                <a:spcPct val="90000"/>
              </a:lnSpc>
            </a:pPr>
            <a:r>
              <a:rPr lang="zh-CN" altLang="en-US" sz="2400" dirty="0"/>
              <a:t>每当一条指令发射时，它预约的目的寄存器在位向量中的对应位置“</a:t>
            </a:r>
            <a:r>
              <a:rPr lang="en-US" altLang="zh-CN" sz="2400" dirty="0"/>
              <a:t>1”</a:t>
            </a:r>
            <a:r>
              <a:rPr lang="zh-CN" altLang="en-US" sz="2400" dirty="0"/>
              <a:t>，表示该寄存器“忙”</a:t>
            </a:r>
          </a:p>
          <a:p>
            <a:pPr lvl="1" eaLnBrk="1" hangingPunct="1">
              <a:lnSpc>
                <a:spcPct val="90000"/>
              </a:lnSpc>
            </a:pPr>
            <a:r>
              <a:rPr lang="zh-CN" altLang="en-US" sz="2400" dirty="0"/>
              <a:t>当指令执行完毕并将结果写回此目的寄存器时，该位被清除</a:t>
            </a:r>
          </a:p>
          <a:p>
            <a:pPr eaLnBrk="1" hangingPunct="1">
              <a:lnSpc>
                <a:spcPct val="90000"/>
              </a:lnSpc>
            </a:pPr>
            <a:r>
              <a:rPr lang="en-US" altLang="zh-CN" sz="2800" dirty="0" err="1"/>
              <a:t>如何实现按序完成呢</a:t>
            </a:r>
            <a:r>
              <a:rPr lang="en-US" altLang="zh-CN" sz="2800" dirty="0"/>
              <a:t>?</a:t>
            </a:r>
          </a:p>
          <a:p>
            <a:pPr lvl="1" eaLnBrk="1" hangingPunct="1">
              <a:lnSpc>
                <a:spcPct val="90000"/>
              </a:lnSpc>
            </a:pPr>
            <a:r>
              <a:rPr lang="en-US" altLang="zh-CN" sz="2400" dirty="0"/>
              <a:t>88110提供了一个FIFO指令执行队列，称之为历史缓冲器</a:t>
            </a:r>
          </a:p>
          <a:p>
            <a:pPr lvl="1" eaLnBrk="1" hangingPunct="1">
              <a:lnSpc>
                <a:spcPct val="90000"/>
              </a:lnSpc>
            </a:pPr>
            <a:r>
              <a:rPr lang="en-US" altLang="zh-CN" sz="2400" dirty="0" err="1"/>
              <a:t>每当一条指令发射出去，它的副本就被送到FIFO队尾</a:t>
            </a:r>
            <a:r>
              <a:rPr lang="zh-CN" altLang="en-US" sz="2400" dirty="0"/>
              <a:t>，队列最多能保存</a:t>
            </a:r>
            <a:r>
              <a:rPr lang="en-US" altLang="zh-CN" sz="2400" dirty="0"/>
              <a:t>12条指令</a:t>
            </a:r>
          </a:p>
          <a:p>
            <a:pPr lvl="1" eaLnBrk="1" hangingPunct="1">
              <a:lnSpc>
                <a:spcPct val="90000"/>
              </a:lnSpc>
            </a:pPr>
            <a:r>
              <a:rPr lang="en-US" altLang="zh-CN" sz="2400" dirty="0" err="1"/>
              <a:t>只有前面的所有指令执行完，这条指令才到达队首</a:t>
            </a:r>
            <a:r>
              <a:rPr lang="zh-CN" altLang="en-US" sz="2400" dirty="0"/>
              <a:t>，当它到达队首并执行完毕后才离开队列</a:t>
            </a:r>
          </a:p>
        </p:txBody>
      </p:sp>
    </p:spTree>
  </p:cSld>
  <p:clrMapOvr>
    <a:masterClrMapping/>
  </p:clrMapOvr>
  <p:transition spd="med">
    <p:pull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a:extLst>
              <a:ext uri="{FF2B5EF4-FFF2-40B4-BE49-F238E27FC236}">
                <a16:creationId xmlns:a16="http://schemas.microsoft.com/office/drawing/2014/main" id="{A5134935-F16B-424D-8DB6-32C1A618AB6B}"/>
              </a:ext>
            </a:extLst>
          </p:cNvPr>
          <p:cNvSpPr>
            <a:spLocks noGrp="1" noChangeArrowheads="1"/>
          </p:cNvSpPr>
          <p:nvPr>
            <p:ph type="title"/>
          </p:nvPr>
        </p:nvSpPr>
        <p:spPr/>
        <p:txBody>
          <a:bodyPr/>
          <a:lstStyle/>
          <a:p>
            <a:pPr eaLnBrk="1" hangingPunct="1"/>
            <a:r>
              <a:rPr lang="zh-CN" altLang="en-US"/>
              <a:t>指令动态调度策略（</a:t>
            </a:r>
            <a:r>
              <a:rPr lang="en-US" altLang="zh-CN"/>
              <a:t>3</a:t>
            </a:r>
            <a:r>
              <a:rPr lang="zh-CN" altLang="en-US"/>
              <a:t>）</a:t>
            </a:r>
            <a:endParaRPr lang="en-US" altLang="zh-CN"/>
          </a:p>
        </p:txBody>
      </p:sp>
      <p:sp>
        <p:nvSpPr>
          <p:cNvPr id="145410" name="Rectangle 3">
            <a:extLst>
              <a:ext uri="{FF2B5EF4-FFF2-40B4-BE49-F238E27FC236}">
                <a16:creationId xmlns:a16="http://schemas.microsoft.com/office/drawing/2014/main" id="{A541021A-C100-405A-832F-968671A664B0}"/>
              </a:ext>
            </a:extLst>
          </p:cNvPr>
          <p:cNvSpPr>
            <a:spLocks noGrp="1" noChangeArrowheads="1"/>
          </p:cNvSpPr>
          <p:nvPr>
            <p:ph idx="1"/>
          </p:nvPr>
        </p:nvSpPr>
        <p:spPr>
          <a:xfrm>
            <a:off x="199231" y="1143000"/>
            <a:ext cx="8745538" cy="5567363"/>
          </a:xfrm>
        </p:spPr>
        <p:txBody>
          <a:bodyPr/>
          <a:lstStyle/>
          <a:p>
            <a:pPr eaLnBrk="1" hangingPunct="1">
              <a:lnSpc>
                <a:spcPct val="90000"/>
              </a:lnSpc>
            </a:pPr>
            <a:r>
              <a:rPr lang="zh-CN" altLang="en-US" dirty="0"/>
              <a:t>对于转移处理，</a:t>
            </a:r>
            <a:r>
              <a:rPr lang="en-US" altLang="zh-CN" dirty="0"/>
              <a:t>88110</a:t>
            </a:r>
            <a:r>
              <a:rPr lang="zh-CN" altLang="en-US" dirty="0"/>
              <a:t>使用了延迟转移法和目标指令</a:t>
            </a:r>
            <a:r>
              <a:rPr lang="en-US" altLang="zh-CN" dirty="0"/>
              <a:t>cache(TIC)</a:t>
            </a:r>
            <a:r>
              <a:rPr lang="zh-CN" altLang="en-US" dirty="0"/>
              <a:t>法</a:t>
            </a:r>
          </a:p>
          <a:p>
            <a:pPr lvl="1" eaLnBrk="1" hangingPunct="1">
              <a:lnSpc>
                <a:spcPct val="90000"/>
              </a:lnSpc>
            </a:pPr>
            <a:r>
              <a:rPr lang="zh-CN" altLang="en-US" dirty="0"/>
              <a:t>延迟转移是可选项</a:t>
            </a:r>
            <a:r>
              <a:rPr lang="en-US" altLang="zh-CN" dirty="0"/>
              <a:t>(.n)</a:t>
            </a:r>
            <a:r>
              <a:rPr lang="zh-CN" altLang="en-US" dirty="0"/>
              <a:t>，如果采用这个可选项</a:t>
            </a:r>
            <a:r>
              <a:rPr lang="en-US" altLang="zh-CN" dirty="0"/>
              <a:t>(</a:t>
            </a:r>
            <a:r>
              <a:rPr lang="zh-CN" altLang="en-US" dirty="0"/>
              <a:t>指令如</a:t>
            </a:r>
            <a:r>
              <a:rPr lang="en-US" altLang="zh-CN" dirty="0" err="1"/>
              <a:t>bcnd.n</a:t>
            </a:r>
            <a:r>
              <a:rPr lang="en-US" altLang="zh-CN" dirty="0"/>
              <a:t>)</a:t>
            </a:r>
            <a:r>
              <a:rPr lang="zh-CN" altLang="en-US" dirty="0"/>
              <a:t>，则跟随在转移指令后的指令将被发射；否则，在转移指令发射之后的转移延迟时间内不发射任何指令。是否采用延迟转移是通过编译程序来决定的</a:t>
            </a:r>
          </a:p>
          <a:p>
            <a:pPr lvl="1" eaLnBrk="1" hangingPunct="1">
              <a:lnSpc>
                <a:spcPct val="90000"/>
              </a:lnSpc>
            </a:pPr>
            <a:r>
              <a:rPr lang="en-US" altLang="zh-CN" dirty="0"/>
              <a:t>TIC</a:t>
            </a:r>
            <a:r>
              <a:rPr lang="zh-CN" altLang="en-US" dirty="0"/>
              <a:t>是一个</a:t>
            </a:r>
            <a:r>
              <a:rPr lang="en-US" altLang="zh-CN" dirty="0"/>
              <a:t>32</a:t>
            </a:r>
            <a:r>
              <a:rPr lang="zh-CN" altLang="en-US" dirty="0"/>
              <a:t>项的全相联</a:t>
            </a:r>
            <a:r>
              <a:rPr lang="en-US" altLang="zh-CN" dirty="0"/>
              <a:t>cache</a:t>
            </a:r>
            <a:r>
              <a:rPr lang="zh-CN" altLang="en-US" dirty="0"/>
              <a:t>，每项能保存转移目标路径的前两条指令。当一条转移指令译码并命中</a:t>
            </a:r>
            <a:r>
              <a:rPr lang="en-US" altLang="zh-CN" dirty="0"/>
              <a:t>Cache</a:t>
            </a:r>
            <a:r>
              <a:rPr lang="zh-CN" altLang="en-US" dirty="0"/>
              <a:t>时，就能在</a:t>
            </a:r>
            <a:r>
              <a:rPr lang="en-US" altLang="zh-CN" dirty="0"/>
              <a:t>TIC</a:t>
            </a:r>
            <a:r>
              <a:rPr lang="zh-CN" altLang="en-US" dirty="0"/>
              <a:t>表项中取出目标路径的前两条指令</a:t>
            </a:r>
          </a:p>
        </p:txBody>
      </p:sp>
    </p:spTree>
  </p:cSld>
  <p:clrMapOvr>
    <a:masterClrMapping/>
  </p:clrMapOvr>
  <p:transition spd="med">
    <p:pull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a:extLst>
              <a:ext uri="{FF2B5EF4-FFF2-40B4-BE49-F238E27FC236}">
                <a16:creationId xmlns:a16="http://schemas.microsoft.com/office/drawing/2014/main" id="{5A06D867-6145-0C43-9AD1-65B145CFEBCF}"/>
              </a:ext>
            </a:extLst>
          </p:cNvPr>
          <p:cNvSpPr>
            <a:spLocks noGrp="1" noChangeArrowheads="1"/>
          </p:cNvSpPr>
          <p:nvPr>
            <p:ph type="title"/>
          </p:nvPr>
        </p:nvSpPr>
        <p:spPr/>
        <p:txBody>
          <a:bodyPr/>
          <a:lstStyle/>
          <a:p>
            <a:pPr eaLnBrk="1" hangingPunct="1">
              <a:defRPr/>
            </a:pPr>
            <a:r>
              <a:rPr lang="zh-CN" altLang="en-US"/>
              <a:t>例</a:t>
            </a:r>
            <a:r>
              <a:rPr lang="en-US" altLang="zh-CN"/>
              <a:t>5</a:t>
            </a:r>
          </a:p>
        </p:txBody>
      </p:sp>
      <p:sp>
        <p:nvSpPr>
          <p:cNvPr id="147458" name="Rectangle 3">
            <a:extLst>
              <a:ext uri="{FF2B5EF4-FFF2-40B4-BE49-F238E27FC236}">
                <a16:creationId xmlns:a16="http://schemas.microsoft.com/office/drawing/2014/main" id="{7638EB26-455E-4AD9-97F4-D436647C71E9}"/>
              </a:ext>
            </a:extLst>
          </p:cNvPr>
          <p:cNvSpPr>
            <a:spLocks noGrp="1" noChangeArrowheads="1"/>
          </p:cNvSpPr>
          <p:nvPr>
            <p:ph idx="1"/>
          </p:nvPr>
        </p:nvSpPr>
        <p:spPr>
          <a:xfrm>
            <a:off x="186531" y="1098176"/>
            <a:ext cx="8770938" cy="5397500"/>
          </a:xfrm>
        </p:spPr>
        <p:txBody>
          <a:bodyPr/>
          <a:lstStyle/>
          <a:p>
            <a:pPr eaLnBrk="1" hangingPunct="1"/>
            <a:r>
              <a:rPr lang="zh-CN" altLang="en-US" dirty="0"/>
              <a:t>教材第</a:t>
            </a:r>
            <a:r>
              <a:rPr lang="en-US" altLang="zh-CN" dirty="0"/>
              <a:t>180</a:t>
            </a:r>
            <a:r>
              <a:rPr lang="zh-CN" altLang="en-US" dirty="0"/>
              <a:t>页例</a:t>
            </a:r>
            <a:r>
              <a:rPr lang="en-US" altLang="zh-CN" dirty="0"/>
              <a:t>5</a:t>
            </a:r>
          </a:p>
        </p:txBody>
      </p:sp>
    </p:spTree>
  </p:cSld>
  <p:clrMapOvr>
    <a:masterClrMapping/>
  </p:clrMapOvr>
  <p:transition spd="med">
    <p:pull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EED3EB-10D1-8348-986E-557EEE3C2942}"/>
              </a:ext>
            </a:extLst>
          </p:cNvPr>
          <p:cNvSpPr>
            <a:spLocks noGrp="1"/>
          </p:cNvSpPr>
          <p:nvPr>
            <p:ph type="title"/>
          </p:nvPr>
        </p:nvSpPr>
        <p:spPr/>
        <p:txBody>
          <a:bodyPr/>
          <a:lstStyle/>
          <a:p>
            <a:pPr algn="l"/>
            <a:r>
              <a:rPr lang="zh-CN" altLang="en-US" sz="2800"/>
              <a:t>知识拓展              </a:t>
            </a:r>
            <a:r>
              <a:rPr lang="zh-CN" altLang="en-US"/>
              <a:t>芯片制造过程</a:t>
            </a:r>
          </a:p>
        </p:txBody>
      </p:sp>
      <p:pic>
        <p:nvPicPr>
          <p:cNvPr id="148482" name="内容占位符 4">
            <a:extLst>
              <a:ext uri="{FF2B5EF4-FFF2-40B4-BE49-F238E27FC236}">
                <a16:creationId xmlns:a16="http://schemas.microsoft.com/office/drawing/2014/main" id="{346673DE-2BB2-49AF-8E1A-7913C02159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9899" y="1219200"/>
            <a:ext cx="8545513" cy="4833938"/>
          </a:xfrm>
        </p:spPr>
      </p:pic>
    </p:spTree>
  </p:cSld>
  <p:clrMapOvr>
    <a:masterClrMapping/>
  </p:clrMapOvr>
  <p:transition spd="med">
    <p:pull dir="r"/>
  </p:transition>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4BF99F75-DAB0-8B40-B235-60FD38D4CE27}"/>
              </a:ext>
            </a:extLst>
          </p:cNvPr>
          <p:cNvSpPr>
            <a:spLocks noGrp="1" noChangeArrowheads="1"/>
          </p:cNvSpPr>
          <p:nvPr>
            <p:ph type="title"/>
          </p:nvPr>
        </p:nvSpPr>
        <p:spPr>
          <a:xfrm>
            <a:off x="141287" y="226919"/>
            <a:ext cx="8651875" cy="706438"/>
          </a:xfrm>
        </p:spPr>
        <p:txBody>
          <a:bodyPr/>
          <a:lstStyle/>
          <a:p>
            <a:pPr eaLnBrk="1" hangingPunct="1">
              <a:defRPr/>
            </a:pPr>
            <a:r>
              <a:rPr lang="en-US" altLang="zh-CN" dirty="0">
                <a:ea typeface="宋体" charset="-122"/>
              </a:rPr>
              <a:t>MIPS </a:t>
            </a:r>
            <a:r>
              <a:rPr lang="zh-CN" altLang="en-US" dirty="0">
                <a:ea typeface="宋体" charset="-122"/>
              </a:rPr>
              <a:t>数据通路</a:t>
            </a:r>
            <a:endParaRPr lang="zh-CN" altLang="en-US" sz="2800" dirty="0">
              <a:solidFill>
                <a:schemeClr val="tx1"/>
              </a:solidFill>
              <a:ea typeface="宋体" charset="-122"/>
            </a:endParaRPr>
          </a:p>
        </p:txBody>
      </p:sp>
      <p:sp>
        <p:nvSpPr>
          <p:cNvPr id="149507" name="Line 3">
            <a:extLst>
              <a:ext uri="{FF2B5EF4-FFF2-40B4-BE49-F238E27FC236}">
                <a16:creationId xmlns:a16="http://schemas.microsoft.com/office/drawing/2014/main" id="{42BF462B-D8CA-4D7E-B455-2DB71F898EF2}"/>
              </a:ext>
            </a:extLst>
          </p:cNvPr>
          <p:cNvSpPr>
            <a:spLocks noChangeShapeType="1"/>
          </p:cNvSpPr>
          <p:nvPr/>
        </p:nvSpPr>
        <p:spPr bwMode="auto">
          <a:xfrm>
            <a:off x="7620000" y="4267200"/>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08" name="Rectangle 4">
            <a:extLst>
              <a:ext uri="{FF2B5EF4-FFF2-40B4-BE49-F238E27FC236}">
                <a16:creationId xmlns:a16="http://schemas.microsoft.com/office/drawing/2014/main" id="{C395C1FC-D045-4463-9D97-7D1CA50C76AF}"/>
              </a:ext>
            </a:extLst>
          </p:cNvPr>
          <p:cNvSpPr>
            <a:spLocks noChangeArrowheads="1"/>
          </p:cNvSpPr>
          <p:nvPr/>
        </p:nvSpPr>
        <p:spPr bwMode="auto">
          <a:xfrm>
            <a:off x="606425" y="1136650"/>
            <a:ext cx="20638" cy="206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49509" name="Rectangle 5">
            <a:extLst>
              <a:ext uri="{FF2B5EF4-FFF2-40B4-BE49-F238E27FC236}">
                <a16:creationId xmlns:a16="http://schemas.microsoft.com/office/drawing/2014/main" id="{59D302F2-C41D-4480-886B-7056804754D1}"/>
              </a:ext>
            </a:extLst>
          </p:cNvPr>
          <p:cNvSpPr>
            <a:spLocks noChangeArrowheads="1"/>
          </p:cNvSpPr>
          <p:nvPr/>
        </p:nvSpPr>
        <p:spPr bwMode="auto">
          <a:xfrm>
            <a:off x="838200" y="1168400"/>
            <a:ext cx="78581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49510" name="Rectangle 6">
            <a:extLst>
              <a:ext uri="{FF2B5EF4-FFF2-40B4-BE49-F238E27FC236}">
                <a16:creationId xmlns:a16="http://schemas.microsoft.com/office/drawing/2014/main" id="{B5F00D03-3108-4560-AA9F-CC4CCDA33F00}"/>
              </a:ext>
            </a:extLst>
          </p:cNvPr>
          <p:cNvSpPr>
            <a:spLocks noChangeArrowheads="1"/>
          </p:cNvSpPr>
          <p:nvPr/>
        </p:nvSpPr>
        <p:spPr bwMode="auto">
          <a:xfrm>
            <a:off x="6750050" y="1290638"/>
            <a:ext cx="10461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Memory</a:t>
            </a: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Access</a:t>
            </a:r>
          </a:p>
        </p:txBody>
      </p:sp>
      <p:sp>
        <p:nvSpPr>
          <p:cNvPr id="149511" name="Rectangle 7">
            <a:extLst>
              <a:ext uri="{FF2B5EF4-FFF2-40B4-BE49-F238E27FC236}">
                <a16:creationId xmlns:a16="http://schemas.microsoft.com/office/drawing/2014/main" id="{FBAA0E56-B465-44E7-A270-A5EE64099FF0}"/>
              </a:ext>
            </a:extLst>
          </p:cNvPr>
          <p:cNvSpPr>
            <a:spLocks noChangeArrowheads="1"/>
          </p:cNvSpPr>
          <p:nvPr/>
        </p:nvSpPr>
        <p:spPr bwMode="auto">
          <a:xfrm>
            <a:off x="7974013" y="1322388"/>
            <a:ext cx="83820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Write</a:t>
            </a: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Back</a:t>
            </a:r>
          </a:p>
        </p:txBody>
      </p:sp>
      <p:sp>
        <p:nvSpPr>
          <p:cNvPr id="149512" name="Rectangle 8">
            <a:extLst>
              <a:ext uri="{FF2B5EF4-FFF2-40B4-BE49-F238E27FC236}">
                <a16:creationId xmlns:a16="http://schemas.microsoft.com/office/drawing/2014/main" id="{4F275BD6-1B6B-464B-B2D2-6575C18F8898}"/>
              </a:ext>
            </a:extLst>
          </p:cNvPr>
          <p:cNvSpPr>
            <a:spLocks noChangeArrowheads="1"/>
          </p:cNvSpPr>
          <p:nvPr/>
        </p:nvSpPr>
        <p:spPr bwMode="auto">
          <a:xfrm>
            <a:off x="1125538" y="1290638"/>
            <a:ext cx="1401762"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Instruction</a:t>
            </a: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Fetch</a:t>
            </a:r>
          </a:p>
        </p:txBody>
      </p:sp>
      <p:sp>
        <p:nvSpPr>
          <p:cNvPr id="149513" name="Rectangle 9">
            <a:extLst>
              <a:ext uri="{FF2B5EF4-FFF2-40B4-BE49-F238E27FC236}">
                <a16:creationId xmlns:a16="http://schemas.microsoft.com/office/drawing/2014/main" id="{E897214A-34A6-4876-95F0-7B6682083BD6}"/>
              </a:ext>
            </a:extLst>
          </p:cNvPr>
          <p:cNvSpPr>
            <a:spLocks noChangeArrowheads="1"/>
          </p:cNvSpPr>
          <p:nvPr/>
        </p:nvSpPr>
        <p:spPr bwMode="auto">
          <a:xfrm>
            <a:off x="3041650" y="1290638"/>
            <a:ext cx="17462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Instr. Decode</a:t>
            </a: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Reg. Fetch</a:t>
            </a:r>
          </a:p>
        </p:txBody>
      </p:sp>
      <p:sp>
        <p:nvSpPr>
          <p:cNvPr id="149514" name="Rectangle 10">
            <a:extLst>
              <a:ext uri="{FF2B5EF4-FFF2-40B4-BE49-F238E27FC236}">
                <a16:creationId xmlns:a16="http://schemas.microsoft.com/office/drawing/2014/main" id="{20E314F4-9209-43A1-8FFB-180477938781}"/>
              </a:ext>
            </a:extLst>
          </p:cNvPr>
          <p:cNvSpPr>
            <a:spLocks noChangeArrowheads="1"/>
          </p:cNvSpPr>
          <p:nvPr/>
        </p:nvSpPr>
        <p:spPr bwMode="auto">
          <a:xfrm>
            <a:off x="4970463" y="1290638"/>
            <a:ext cx="1427162"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Execute</a:t>
            </a: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Addr. Calc</a:t>
            </a:r>
          </a:p>
        </p:txBody>
      </p:sp>
      <p:sp>
        <p:nvSpPr>
          <p:cNvPr id="149515" name="Rectangle 11">
            <a:extLst>
              <a:ext uri="{FF2B5EF4-FFF2-40B4-BE49-F238E27FC236}">
                <a16:creationId xmlns:a16="http://schemas.microsoft.com/office/drawing/2014/main" id="{73A84FFB-1D21-4225-9005-259E22557A34}"/>
              </a:ext>
            </a:extLst>
          </p:cNvPr>
          <p:cNvSpPr>
            <a:spLocks noChangeArrowheads="1"/>
          </p:cNvSpPr>
          <p:nvPr/>
        </p:nvSpPr>
        <p:spPr bwMode="auto">
          <a:xfrm>
            <a:off x="7745413" y="3808413"/>
            <a:ext cx="203200" cy="927100"/>
          </a:xfrm>
          <a:prstGeom prst="rect">
            <a:avLst/>
          </a:prstGeom>
          <a:solidFill>
            <a:schemeClr val="bg1"/>
          </a:solidFill>
          <a:ln w="25400">
            <a:solidFill>
              <a:schemeClr val="tx1"/>
            </a:solidFill>
            <a:miter lim="800000"/>
            <a:headEnd/>
            <a:tailEnd/>
          </a:ln>
        </p:spPr>
        <p:txBody>
          <a:bodyPr wrap="none" lIns="90488" tIns="44450" rIns="90488"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latin typeface="Comic Sans MS" panose="030F0702030302020204" pitchFamily="66" charset="0"/>
                <a:ea typeface="宋体" panose="02010600030101010101" pitchFamily="2" charset="-122"/>
              </a:rPr>
              <a:t>L</a:t>
            </a:r>
          </a:p>
          <a:p>
            <a:pPr algn="ctr">
              <a:spcBef>
                <a:spcPct val="0"/>
              </a:spcBef>
              <a:buClrTx/>
              <a:buFontTx/>
              <a:buNone/>
            </a:pPr>
            <a:r>
              <a:rPr kumimoji="0" lang="en-US" altLang="zh-CN" sz="1800" b="0">
                <a:latin typeface="Comic Sans MS" panose="030F0702030302020204" pitchFamily="66" charset="0"/>
                <a:ea typeface="宋体" panose="02010600030101010101" pitchFamily="2" charset="-122"/>
              </a:rPr>
              <a:t>M</a:t>
            </a:r>
          </a:p>
          <a:p>
            <a:pPr algn="ctr">
              <a:spcBef>
                <a:spcPct val="0"/>
              </a:spcBef>
              <a:buClrTx/>
              <a:buFontTx/>
              <a:buNone/>
            </a:pPr>
            <a:r>
              <a:rPr kumimoji="0" lang="en-US" altLang="zh-CN" sz="1800" b="0">
                <a:latin typeface="Comic Sans MS" panose="030F0702030302020204" pitchFamily="66" charset="0"/>
                <a:ea typeface="宋体" panose="02010600030101010101" pitchFamily="2" charset="-122"/>
              </a:rPr>
              <a:t>D</a:t>
            </a:r>
          </a:p>
        </p:txBody>
      </p:sp>
      <p:grpSp>
        <p:nvGrpSpPr>
          <p:cNvPr id="149516" name="Group 12">
            <a:extLst>
              <a:ext uri="{FF2B5EF4-FFF2-40B4-BE49-F238E27FC236}">
                <a16:creationId xmlns:a16="http://schemas.microsoft.com/office/drawing/2014/main" id="{E7859B55-69DC-422D-88F9-78918DA68E99}"/>
              </a:ext>
            </a:extLst>
          </p:cNvPr>
          <p:cNvGrpSpPr>
            <a:grpSpLocks/>
          </p:cNvGrpSpPr>
          <p:nvPr/>
        </p:nvGrpSpPr>
        <p:grpSpPr bwMode="auto">
          <a:xfrm>
            <a:off x="5857875" y="3352800"/>
            <a:ext cx="449263" cy="1095375"/>
            <a:chOff x="3360" y="2112"/>
            <a:chExt cx="283" cy="816"/>
          </a:xfrm>
        </p:grpSpPr>
        <p:grpSp>
          <p:nvGrpSpPr>
            <p:cNvPr id="149596" name="Group 13">
              <a:extLst>
                <a:ext uri="{FF2B5EF4-FFF2-40B4-BE49-F238E27FC236}">
                  <a16:creationId xmlns:a16="http://schemas.microsoft.com/office/drawing/2014/main" id="{E5DB0170-C318-44D9-830C-61A94DA4CED3}"/>
                </a:ext>
              </a:extLst>
            </p:cNvPr>
            <p:cNvGrpSpPr>
              <a:grpSpLocks/>
            </p:cNvGrpSpPr>
            <p:nvPr/>
          </p:nvGrpSpPr>
          <p:grpSpPr bwMode="auto">
            <a:xfrm>
              <a:off x="3360" y="2112"/>
              <a:ext cx="283" cy="816"/>
              <a:chOff x="3360" y="2112"/>
              <a:chExt cx="283" cy="816"/>
            </a:xfrm>
          </p:grpSpPr>
          <p:sp>
            <p:nvSpPr>
              <p:cNvPr id="149598" name="AutoShape 14">
                <a:extLst>
                  <a:ext uri="{FF2B5EF4-FFF2-40B4-BE49-F238E27FC236}">
                    <a16:creationId xmlns:a16="http://schemas.microsoft.com/office/drawing/2014/main" id="{5E2A6B3D-F1D9-4618-955D-CC72F169F693}"/>
                  </a:ext>
                </a:extLst>
              </p:cNvPr>
              <p:cNvSpPr>
                <a:spLocks noChangeAspect="1" noChangeArrowheads="1"/>
              </p:cNvSpPr>
              <p:nvPr/>
            </p:nvSpPr>
            <p:spPr bwMode="auto">
              <a:xfrm rot="-5400000">
                <a:off x="3101" y="2386"/>
                <a:ext cx="816" cy="26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13 h 21600"/>
                  <a:gd name="T14" fmla="*/ 17100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8575">
                <a:solidFill>
                  <a:schemeClr val="tx1"/>
                </a:solidFill>
                <a:miter lim="800000"/>
                <a:headEnd/>
                <a:tailEnd/>
              </a:ln>
            </p:spPr>
            <p:txBody>
              <a:bodyPr vert="eaVert" wrap="none" anchor="ctr"/>
              <a:lstStyle/>
              <a:p>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149599" name="AutoShape 15">
                <a:extLst>
                  <a:ext uri="{FF2B5EF4-FFF2-40B4-BE49-F238E27FC236}">
                    <a16:creationId xmlns:a16="http://schemas.microsoft.com/office/drawing/2014/main" id="{ABBFECFF-4516-4168-B585-6B99D26ADAEB}"/>
                  </a:ext>
                </a:extLst>
              </p:cNvPr>
              <p:cNvSpPr>
                <a:spLocks noChangeAspect="1" noChangeArrowheads="1"/>
              </p:cNvSpPr>
              <p:nvPr/>
            </p:nvSpPr>
            <p:spPr bwMode="auto">
              <a:xfrm rot="5400000">
                <a:off x="3301" y="2419"/>
                <a:ext cx="247" cy="129"/>
              </a:xfrm>
              <a:prstGeom prst="triangle">
                <a:avLst>
                  <a:gd name="adj" fmla="val 50000"/>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a:solidFill>
                    <a:schemeClr val="bg1"/>
                  </a:solidFill>
                  <a:ea typeface="黑体" panose="02010609060101010101" pitchFamily="49" charset="-122"/>
                  <a:cs typeface="Times New Roman" panose="02020603050405020304" pitchFamily="18" charset="0"/>
                </a:endParaRPr>
              </a:p>
            </p:txBody>
          </p:sp>
          <p:sp>
            <p:nvSpPr>
              <p:cNvPr id="149600" name="Text Box 16">
                <a:extLst>
                  <a:ext uri="{FF2B5EF4-FFF2-40B4-BE49-F238E27FC236}">
                    <a16:creationId xmlns:a16="http://schemas.microsoft.com/office/drawing/2014/main" id="{50F268C6-D3D7-4657-9B2E-9F44DC2A8003}"/>
                  </a:ext>
                </a:extLst>
              </p:cNvPr>
              <p:cNvSpPr txBox="1">
                <a:spLocks noChangeAspect="1" noChangeArrowheads="1"/>
              </p:cNvSpPr>
              <p:nvPr/>
            </p:nvSpPr>
            <p:spPr bwMode="auto">
              <a:xfrm rot="5400000">
                <a:off x="3270" y="2415"/>
                <a:ext cx="5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solidFill>
                      <a:schemeClr val="bg1"/>
                    </a:solidFill>
                    <a:ea typeface="宋体" panose="02010600030101010101" pitchFamily="2" charset="-122"/>
                    <a:cs typeface="Times New Roman" panose="02020603050405020304" pitchFamily="18" charset="0"/>
                  </a:rPr>
                  <a:t>ALU</a:t>
                </a:r>
                <a:endParaRPr kumimoji="0" lang="en-US" altLang="zh-CN" sz="1000">
                  <a:solidFill>
                    <a:schemeClr val="bg1"/>
                  </a:solidFill>
                  <a:ea typeface="宋体" panose="02010600030101010101" pitchFamily="2" charset="-122"/>
                  <a:cs typeface="Times New Roman" panose="02020603050405020304" pitchFamily="18" charset="0"/>
                </a:endParaRPr>
              </a:p>
            </p:txBody>
          </p:sp>
        </p:grpSp>
        <p:sp>
          <p:nvSpPr>
            <p:cNvPr id="149597" name="Freeform 17">
              <a:extLst>
                <a:ext uri="{FF2B5EF4-FFF2-40B4-BE49-F238E27FC236}">
                  <a16:creationId xmlns:a16="http://schemas.microsoft.com/office/drawing/2014/main" id="{EAFE7601-45B8-4AF8-A26F-B64C497D55D5}"/>
                </a:ext>
              </a:extLst>
            </p:cNvPr>
            <p:cNvSpPr>
              <a:spLocks noChangeAspect="1"/>
            </p:cNvSpPr>
            <p:nvPr/>
          </p:nvSpPr>
          <p:spPr bwMode="auto">
            <a:xfrm rot="5400000">
              <a:off x="3307" y="2425"/>
              <a:ext cx="245" cy="115"/>
            </a:xfrm>
            <a:custGeom>
              <a:avLst/>
              <a:gdLst>
                <a:gd name="T0" fmla="*/ 0 w 384"/>
                <a:gd name="T1" fmla="*/ 0 h 288"/>
                <a:gd name="T2" fmla="*/ 1 w 384"/>
                <a:gd name="T3" fmla="*/ 0 h 288"/>
                <a:gd name="T4" fmla="*/ 1 w 384"/>
                <a:gd name="T5" fmla="*/ 0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solidFill>
              <a:schemeClr val="bg1"/>
            </a:solidFill>
            <a:ln w="28575">
              <a:solidFill>
                <a:schemeClr val="tx1"/>
              </a:solidFill>
              <a:round/>
              <a:headEnd/>
              <a:tailEnd/>
            </a:ln>
          </p:spPr>
          <p:txBody>
            <a:bodyPr wrap="none" anchor="ctr"/>
            <a:lstStyle/>
            <a:p>
              <a:endParaRPr lang="zh-CN" altLang="en-US" b="1">
                <a:solidFill>
                  <a:schemeClr val="bg1"/>
                </a:solidFill>
                <a:latin typeface="Times New Roman" panose="02020603050405020304" pitchFamily="18" charset="0"/>
                <a:cs typeface="Times New Roman" panose="02020603050405020304" pitchFamily="18" charset="0"/>
              </a:endParaRPr>
            </a:p>
          </p:txBody>
        </p:sp>
      </p:grpSp>
      <p:sp>
        <p:nvSpPr>
          <p:cNvPr id="149517" name="Oval 18">
            <a:extLst>
              <a:ext uri="{FF2B5EF4-FFF2-40B4-BE49-F238E27FC236}">
                <a16:creationId xmlns:a16="http://schemas.microsoft.com/office/drawing/2014/main" id="{215DA1EC-D258-4CDC-AF70-88B265805731}"/>
              </a:ext>
            </a:extLst>
          </p:cNvPr>
          <p:cNvSpPr>
            <a:spLocks noChangeArrowheads="1"/>
          </p:cNvSpPr>
          <p:nvPr/>
        </p:nvSpPr>
        <p:spPr bwMode="auto">
          <a:xfrm>
            <a:off x="6981825" y="2081213"/>
            <a:ext cx="209550" cy="552450"/>
          </a:xfrm>
          <a:prstGeom prst="ellipse">
            <a:avLst/>
          </a:prstGeom>
          <a:solidFill>
            <a:srgbClr val="006600"/>
          </a:solidFill>
          <a:ln w="28575">
            <a:solidFill>
              <a:schemeClr val="tx1"/>
            </a:solidFill>
            <a:round/>
            <a:headEnd/>
            <a:tailEnd/>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200" dirty="0">
                <a:solidFill>
                  <a:schemeClr val="bg1"/>
                </a:solidFill>
                <a:ea typeface="宋体" panose="02010600030101010101" pitchFamily="2" charset="-122"/>
                <a:cs typeface="Times New Roman" panose="02020603050405020304" pitchFamily="18" charset="0"/>
              </a:rPr>
              <a:t>MUX</a:t>
            </a:r>
          </a:p>
        </p:txBody>
      </p:sp>
      <p:sp>
        <p:nvSpPr>
          <p:cNvPr id="149518" name="Rectangle 19">
            <a:extLst>
              <a:ext uri="{FF2B5EF4-FFF2-40B4-BE49-F238E27FC236}">
                <a16:creationId xmlns:a16="http://schemas.microsoft.com/office/drawing/2014/main" id="{DB624B53-EF4A-4A76-BF66-9C8618031C7F}"/>
              </a:ext>
            </a:extLst>
          </p:cNvPr>
          <p:cNvSpPr>
            <a:spLocks noChangeArrowheads="1"/>
          </p:cNvSpPr>
          <p:nvPr/>
        </p:nvSpPr>
        <p:spPr bwMode="auto">
          <a:xfrm>
            <a:off x="1693863" y="3376613"/>
            <a:ext cx="762000" cy="914400"/>
          </a:xfrm>
          <a:prstGeom prst="rect">
            <a:avLst/>
          </a:prstGeom>
          <a:solidFill>
            <a:schemeClr val="accent1"/>
          </a:solidFill>
          <a:ln w="28575">
            <a:solidFill>
              <a:schemeClr val="tx1"/>
            </a:solidFill>
            <a:miter lim="800000"/>
            <a:headEnd/>
            <a:tailEnd/>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solidFill>
                  <a:schemeClr val="bg1"/>
                </a:solidFill>
                <a:ea typeface="宋体" panose="02010600030101010101" pitchFamily="2" charset="-122"/>
                <a:cs typeface="Times New Roman" panose="02020603050405020304" pitchFamily="18" charset="0"/>
              </a:rPr>
              <a:t>Instr</a:t>
            </a:r>
          </a:p>
          <a:p>
            <a:pPr algn="ctr">
              <a:spcBef>
                <a:spcPct val="0"/>
              </a:spcBef>
              <a:buClrTx/>
              <a:buFontTx/>
              <a:buNone/>
            </a:pPr>
            <a:r>
              <a:rPr kumimoji="0" lang="en-US" altLang="zh-CN" sz="1800">
                <a:solidFill>
                  <a:schemeClr val="bg1"/>
                </a:solidFill>
                <a:ea typeface="宋体" panose="02010600030101010101" pitchFamily="2" charset="-122"/>
                <a:cs typeface="Times New Roman" panose="02020603050405020304" pitchFamily="18" charset="0"/>
              </a:rPr>
              <a:t>Memory</a:t>
            </a:r>
          </a:p>
        </p:txBody>
      </p:sp>
      <p:sp>
        <p:nvSpPr>
          <p:cNvPr id="105488" name="Freeform 20">
            <a:extLst>
              <a:ext uri="{FF2B5EF4-FFF2-40B4-BE49-F238E27FC236}">
                <a16:creationId xmlns:a16="http://schemas.microsoft.com/office/drawing/2014/main" id="{883448F0-8F13-E248-AF66-D91CA56A91AC}"/>
              </a:ext>
            </a:extLst>
          </p:cNvPr>
          <p:cNvSpPr>
            <a:spLocks/>
          </p:cNvSpPr>
          <p:nvPr/>
        </p:nvSpPr>
        <p:spPr bwMode="auto">
          <a:xfrm>
            <a:off x="6189663" y="2630488"/>
            <a:ext cx="922337" cy="365125"/>
          </a:xfrm>
          <a:custGeom>
            <a:avLst/>
            <a:gdLst>
              <a:gd name="T0" fmla="*/ 0 w 576"/>
              <a:gd name="T1" fmla="*/ 2147483646 h 240"/>
              <a:gd name="T2" fmla="*/ 2147483646 w 576"/>
              <a:gd name="T3" fmla="*/ 2147483646 h 240"/>
              <a:gd name="T4" fmla="*/ 2147483646 w 576"/>
              <a:gd name="T5" fmla="*/ 0 h 240"/>
              <a:gd name="T6" fmla="*/ 0 60000 65536"/>
              <a:gd name="T7" fmla="*/ 0 60000 65536"/>
              <a:gd name="T8" fmla="*/ 0 60000 65536"/>
              <a:gd name="T9" fmla="*/ 0 w 576"/>
              <a:gd name="T10" fmla="*/ 0 h 240"/>
              <a:gd name="T11" fmla="*/ 576 w 576"/>
              <a:gd name="T12" fmla="*/ 240 h 240"/>
            </a:gdLst>
            <a:ahLst/>
            <a:cxnLst>
              <a:cxn ang="T6">
                <a:pos x="T0" y="T1"/>
              </a:cxn>
              <a:cxn ang="T7">
                <a:pos x="T2" y="T3"/>
              </a:cxn>
              <a:cxn ang="T8">
                <a:pos x="T4" y="T5"/>
              </a:cxn>
            </a:cxnLst>
            <a:rect l="T9" t="T10" r="T11" b="T12"/>
            <a:pathLst>
              <a:path w="576" h="240">
                <a:moveTo>
                  <a:pt x="0" y="240"/>
                </a:moveTo>
                <a:lnTo>
                  <a:pt x="576" y="240"/>
                </a:lnTo>
                <a:lnTo>
                  <a:pt x="576" y="0"/>
                </a:lnTo>
              </a:path>
            </a:pathLst>
          </a:custGeom>
          <a:noFill/>
          <a:ln w="76200">
            <a:solidFill>
              <a:schemeClr val="bg1">
                <a:lumMod val="65000"/>
              </a:schemeClr>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a:p>
        </p:txBody>
      </p:sp>
      <p:sp>
        <p:nvSpPr>
          <p:cNvPr id="149520" name="Rectangle 21">
            <a:extLst>
              <a:ext uri="{FF2B5EF4-FFF2-40B4-BE49-F238E27FC236}">
                <a16:creationId xmlns:a16="http://schemas.microsoft.com/office/drawing/2014/main" id="{79C548F5-FDB4-4C0D-A4DF-BBC57484AEEC}"/>
              </a:ext>
            </a:extLst>
          </p:cNvPr>
          <p:cNvSpPr>
            <a:spLocks noChangeArrowheads="1"/>
          </p:cNvSpPr>
          <p:nvPr/>
        </p:nvSpPr>
        <p:spPr bwMode="auto">
          <a:xfrm>
            <a:off x="3910013" y="3100388"/>
            <a:ext cx="590550" cy="1476375"/>
          </a:xfrm>
          <a:prstGeom prst="rect">
            <a:avLst/>
          </a:prstGeom>
          <a:solidFill>
            <a:schemeClr val="accent1"/>
          </a:solidFill>
          <a:ln w="28575">
            <a:solidFill>
              <a:schemeClr val="tx1"/>
            </a:solidFill>
            <a:miter lim="800000"/>
            <a:headEnd/>
            <a:tailEnd/>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solidFill>
                  <a:schemeClr val="bg1"/>
                </a:solidFill>
                <a:ea typeface="宋体" panose="02010600030101010101" pitchFamily="2" charset="-122"/>
                <a:cs typeface="Times New Roman" panose="02020603050405020304" pitchFamily="18" charset="0"/>
              </a:rPr>
              <a:t>Reg File</a:t>
            </a:r>
          </a:p>
        </p:txBody>
      </p:sp>
      <p:sp>
        <p:nvSpPr>
          <p:cNvPr id="149521" name="Oval 22">
            <a:extLst>
              <a:ext uri="{FF2B5EF4-FFF2-40B4-BE49-F238E27FC236}">
                <a16:creationId xmlns:a16="http://schemas.microsoft.com/office/drawing/2014/main" id="{BDE70C71-7045-41C0-8ABC-B26738254788}"/>
              </a:ext>
            </a:extLst>
          </p:cNvPr>
          <p:cNvSpPr>
            <a:spLocks noChangeArrowheads="1"/>
          </p:cNvSpPr>
          <p:nvPr/>
        </p:nvSpPr>
        <p:spPr bwMode="auto">
          <a:xfrm>
            <a:off x="5435600" y="3300413"/>
            <a:ext cx="209550" cy="552450"/>
          </a:xfrm>
          <a:prstGeom prst="ellipse">
            <a:avLst/>
          </a:prstGeom>
          <a:solidFill>
            <a:schemeClr val="accent1"/>
          </a:solidFill>
          <a:ln w="28575">
            <a:solidFill>
              <a:schemeClr val="tx1"/>
            </a:solidFill>
            <a:round/>
            <a:headEnd/>
            <a:tailEnd/>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200" dirty="0">
                <a:solidFill>
                  <a:schemeClr val="bg1"/>
                </a:solidFill>
                <a:ea typeface="宋体" panose="02010600030101010101" pitchFamily="2" charset="-122"/>
                <a:cs typeface="Times New Roman" panose="02020603050405020304" pitchFamily="18" charset="0"/>
              </a:rPr>
              <a:t>MUX</a:t>
            </a:r>
          </a:p>
        </p:txBody>
      </p:sp>
      <p:sp>
        <p:nvSpPr>
          <p:cNvPr id="149522" name="Oval 23">
            <a:extLst>
              <a:ext uri="{FF2B5EF4-FFF2-40B4-BE49-F238E27FC236}">
                <a16:creationId xmlns:a16="http://schemas.microsoft.com/office/drawing/2014/main" id="{67893C89-E9B3-4020-98FC-AA49DDC45C37}"/>
              </a:ext>
            </a:extLst>
          </p:cNvPr>
          <p:cNvSpPr>
            <a:spLocks noChangeArrowheads="1"/>
          </p:cNvSpPr>
          <p:nvPr/>
        </p:nvSpPr>
        <p:spPr bwMode="auto">
          <a:xfrm>
            <a:off x="5435600" y="3910013"/>
            <a:ext cx="209550" cy="552450"/>
          </a:xfrm>
          <a:prstGeom prst="ellipse">
            <a:avLst/>
          </a:prstGeom>
          <a:solidFill>
            <a:schemeClr val="accent1"/>
          </a:solidFill>
          <a:ln w="28575">
            <a:solidFill>
              <a:schemeClr val="tx1"/>
            </a:solidFill>
            <a:round/>
            <a:headEnd/>
            <a:tailEnd/>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200" dirty="0">
                <a:solidFill>
                  <a:schemeClr val="bg1"/>
                </a:solidFill>
                <a:ea typeface="宋体" panose="02010600030101010101" pitchFamily="2" charset="-122"/>
                <a:cs typeface="Times New Roman" panose="02020603050405020304" pitchFamily="18" charset="0"/>
              </a:rPr>
              <a:t>MUX</a:t>
            </a:r>
          </a:p>
        </p:txBody>
      </p:sp>
      <p:sp>
        <p:nvSpPr>
          <p:cNvPr id="105492" name="Freeform 24">
            <a:extLst>
              <a:ext uri="{FF2B5EF4-FFF2-40B4-BE49-F238E27FC236}">
                <a16:creationId xmlns:a16="http://schemas.microsoft.com/office/drawing/2014/main" id="{FE4D72E2-0E66-D149-9F9B-165540284C7E}"/>
              </a:ext>
            </a:extLst>
          </p:cNvPr>
          <p:cNvSpPr>
            <a:spLocks/>
          </p:cNvSpPr>
          <p:nvPr/>
        </p:nvSpPr>
        <p:spPr bwMode="auto">
          <a:xfrm>
            <a:off x="5029200" y="2995613"/>
            <a:ext cx="674688" cy="661987"/>
          </a:xfrm>
          <a:custGeom>
            <a:avLst/>
            <a:gdLst>
              <a:gd name="T0" fmla="*/ 0 w 336"/>
              <a:gd name="T1" fmla="*/ 2147483646 h 480"/>
              <a:gd name="T2" fmla="*/ 0 w 336"/>
              <a:gd name="T3" fmla="*/ 0 h 480"/>
              <a:gd name="T4" fmla="*/ 2147483646 w 336"/>
              <a:gd name="T5" fmla="*/ 0 h 480"/>
              <a:gd name="T6" fmla="*/ 0 60000 65536"/>
              <a:gd name="T7" fmla="*/ 0 60000 65536"/>
              <a:gd name="T8" fmla="*/ 0 60000 65536"/>
              <a:gd name="T9" fmla="*/ 0 w 336"/>
              <a:gd name="T10" fmla="*/ 0 h 480"/>
              <a:gd name="T11" fmla="*/ 336 w 336"/>
              <a:gd name="T12" fmla="*/ 480 h 480"/>
            </a:gdLst>
            <a:ahLst/>
            <a:cxnLst>
              <a:cxn ang="T6">
                <a:pos x="T0" y="T1"/>
              </a:cxn>
              <a:cxn ang="T7">
                <a:pos x="T2" y="T3"/>
              </a:cxn>
              <a:cxn ang="T8">
                <a:pos x="T4" y="T5"/>
              </a:cxn>
            </a:cxnLst>
            <a:rect l="T9" t="T10" r="T11" b="T12"/>
            <a:pathLst>
              <a:path w="336" h="480">
                <a:moveTo>
                  <a:pt x="0" y="480"/>
                </a:moveTo>
                <a:lnTo>
                  <a:pt x="0" y="0"/>
                </a:lnTo>
                <a:lnTo>
                  <a:pt x="336" y="0"/>
                </a:lnTo>
              </a:path>
            </a:pathLst>
          </a:custGeom>
          <a:noFill/>
          <a:ln w="76200">
            <a:solidFill>
              <a:schemeClr val="bg1">
                <a:lumMod val="65000"/>
              </a:schemeClr>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a:defRPr/>
            </a:pPr>
            <a:endParaRPr lang="zh-CN" altLang="en-US"/>
          </a:p>
        </p:txBody>
      </p:sp>
      <p:sp>
        <p:nvSpPr>
          <p:cNvPr id="149524" name="Rectangle 25">
            <a:extLst>
              <a:ext uri="{FF2B5EF4-FFF2-40B4-BE49-F238E27FC236}">
                <a16:creationId xmlns:a16="http://schemas.microsoft.com/office/drawing/2014/main" id="{30C76FA5-B7E3-4D33-98D5-8B2BACACD3EB}"/>
              </a:ext>
            </a:extLst>
          </p:cNvPr>
          <p:cNvSpPr>
            <a:spLocks noChangeArrowheads="1"/>
          </p:cNvSpPr>
          <p:nvPr/>
        </p:nvSpPr>
        <p:spPr bwMode="auto">
          <a:xfrm>
            <a:off x="7104063" y="3681413"/>
            <a:ext cx="533400" cy="1143000"/>
          </a:xfrm>
          <a:prstGeom prst="rect">
            <a:avLst/>
          </a:prstGeom>
          <a:solidFill>
            <a:schemeClr val="accent1"/>
          </a:solidFill>
          <a:ln w="28575">
            <a:solidFill>
              <a:schemeClr val="tx1"/>
            </a:solidFill>
            <a:miter lim="800000"/>
            <a:headEnd/>
            <a:tailEnd/>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solidFill>
                  <a:schemeClr val="bg1"/>
                </a:solidFill>
                <a:ea typeface="宋体" panose="02010600030101010101" pitchFamily="2" charset="-122"/>
                <a:cs typeface="Times New Roman" panose="02020603050405020304" pitchFamily="18" charset="0"/>
              </a:rPr>
              <a:t>Data</a:t>
            </a:r>
          </a:p>
          <a:p>
            <a:pPr algn="ctr">
              <a:lnSpc>
                <a:spcPct val="80000"/>
              </a:lnSpc>
              <a:spcBef>
                <a:spcPct val="0"/>
              </a:spcBef>
              <a:buClrTx/>
              <a:buFontTx/>
              <a:buNone/>
            </a:pPr>
            <a:r>
              <a:rPr kumimoji="0" lang="en-US" altLang="zh-CN" sz="1800">
                <a:solidFill>
                  <a:schemeClr val="bg1"/>
                </a:solidFill>
                <a:ea typeface="宋体" panose="02010600030101010101" pitchFamily="2" charset="-122"/>
                <a:cs typeface="Times New Roman" panose="02020603050405020304" pitchFamily="18" charset="0"/>
              </a:rPr>
              <a:t>Memory</a:t>
            </a:r>
          </a:p>
        </p:txBody>
      </p:sp>
      <p:sp>
        <p:nvSpPr>
          <p:cNvPr id="149525" name="Oval 26">
            <a:extLst>
              <a:ext uri="{FF2B5EF4-FFF2-40B4-BE49-F238E27FC236}">
                <a16:creationId xmlns:a16="http://schemas.microsoft.com/office/drawing/2014/main" id="{847681DF-BCA2-4D5A-B4A6-E45306381CAC}"/>
              </a:ext>
            </a:extLst>
          </p:cNvPr>
          <p:cNvSpPr>
            <a:spLocks noChangeArrowheads="1"/>
          </p:cNvSpPr>
          <p:nvPr/>
        </p:nvSpPr>
        <p:spPr bwMode="auto">
          <a:xfrm>
            <a:off x="8305800" y="4191000"/>
            <a:ext cx="209550" cy="552450"/>
          </a:xfrm>
          <a:prstGeom prst="ellipse">
            <a:avLst/>
          </a:prstGeom>
          <a:solidFill>
            <a:schemeClr val="accent1"/>
          </a:solidFill>
          <a:ln w="28575">
            <a:solidFill>
              <a:schemeClr val="tx1"/>
            </a:solidFill>
            <a:round/>
            <a:headEnd/>
            <a:tailEnd/>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200">
                <a:solidFill>
                  <a:schemeClr val="bg1"/>
                </a:solidFill>
                <a:ea typeface="宋体" panose="02010600030101010101" pitchFamily="2" charset="-122"/>
                <a:cs typeface="Times New Roman" panose="02020603050405020304" pitchFamily="18" charset="0"/>
              </a:rPr>
              <a:t>MUX</a:t>
            </a:r>
          </a:p>
        </p:txBody>
      </p:sp>
      <p:sp>
        <p:nvSpPr>
          <p:cNvPr id="149526" name="Oval 27">
            <a:extLst>
              <a:ext uri="{FF2B5EF4-FFF2-40B4-BE49-F238E27FC236}">
                <a16:creationId xmlns:a16="http://schemas.microsoft.com/office/drawing/2014/main" id="{0CE17CAB-A393-4948-95C7-DA2E83BA707C}"/>
              </a:ext>
            </a:extLst>
          </p:cNvPr>
          <p:cNvSpPr>
            <a:spLocks noChangeArrowheads="1"/>
          </p:cNvSpPr>
          <p:nvPr/>
        </p:nvSpPr>
        <p:spPr bwMode="auto">
          <a:xfrm>
            <a:off x="3949700" y="4660900"/>
            <a:ext cx="447675" cy="676275"/>
          </a:xfrm>
          <a:prstGeom prst="ellipse">
            <a:avLst/>
          </a:prstGeom>
          <a:solidFill>
            <a:schemeClr val="accent1"/>
          </a:solidFill>
          <a:ln w="2857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a:solidFill>
                  <a:schemeClr val="bg1"/>
                </a:solidFill>
                <a:ea typeface="宋体" panose="02010600030101010101" pitchFamily="2" charset="-122"/>
                <a:cs typeface="Times New Roman" panose="02020603050405020304" pitchFamily="18" charset="0"/>
              </a:rPr>
              <a:t>Sign</a:t>
            </a:r>
          </a:p>
          <a:p>
            <a:pPr algn="ctr">
              <a:spcBef>
                <a:spcPct val="0"/>
              </a:spcBef>
              <a:buClrTx/>
              <a:buFontTx/>
              <a:buNone/>
            </a:pPr>
            <a:r>
              <a:rPr kumimoji="0" lang="en-US" altLang="zh-CN" sz="1000">
                <a:solidFill>
                  <a:schemeClr val="bg1"/>
                </a:solidFill>
                <a:ea typeface="宋体" panose="02010600030101010101" pitchFamily="2" charset="-122"/>
                <a:cs typeface="Times New Roman" panose="02020603050405020304" pitchFamily="18" charset="0"/>
              </a:rPr>
              <a:t>Extend</a:t>
            </a:r>
            <a:endParaRPr kumimoji="0" lang="en-US" altLang="zh-CN" sz="1200">
              <a:solidFill>
                <a:schemeClr val="bg1"/>
              </a:solidFill>
              <a:ea typeface="宋体" panose="02010600030101010101" pitchFamily="2" charset="-122"/>
              <a:cs typeface="Times New Roman" panose="02020603050405020304" pitchFamily="18" charset="0"/>
            </a:endParaRPr>
          </a:p>
        </p:txBody>
      </p:sp>
      <p:grpSp>
        <p:nvGrpSpPr>
          <p:cNvPr id="149527" name="Group 28">
            <a:extLst>
              <a:ext uri="{FF2B5EF4-FFF2-40B4-BE49-F238E27FC236}">
                <a16:creationId xmlns:a16="http://schemas.microsoft.com/office/drawing/2014/main" id="{23740A52-54B3-4BA1-9B9B-9D53D0F65A00}"/>
              </a:ext>
            </a:extLst>
          </p:cNvPr>
          <p:cNvGrpSpPr>
            <a:grpSpLocks/>
          </p:cNvGrpSpPr>
          <p:nvPr/>
        </p:nvGrpSpPr>
        <p:grpSpPr bwMode="auto">
          <a:xfrm>
            <a:off x="1312863" y="2309813"/>
            <a:ext cx="914400" cy="990600"/>
            <a:chOff x="827" y="1455"/>
            <a:chExt cx="576" cy="624"/>
          </a:xfrm>
        </p:grpSpPr>
        <p:sp>
          <p:nvSpPr>
            <p:cNvPr id="149591" name="Text Box 29">
              <a:extLst>
                <a:ext uri="{FF2B5EF4-FFF2-40B4-BE49-F238E27FC236}">
                  <a16:creationId xmlns:a16="http://schemas.microsoft.com/office/drawing/2014/main" id="{3AA77517-D4AA-4769-A08C-F558067A426A}"/>
                </a:ext>
              </a:extLst>
            </p:cNvPr>
            <p:cNvSpPr txBox="1">
              <a:spLocks noChangeArrowheads="1"/>
            </p:cNvSpPr>
            <p:nvPr/>
          </p:nvSpPr>
          <p:spPr bwMode="auto">
            <a:xfrm>
              <a:off x="827" y="1791"/>
              <a:ext cx="192" cy="288"/>
            </a:xfrm>
            <a:prstGeom prst="rect">
              <a:avLst/>
            </a:prstGeom>
            <a:solidFill>
              <a:srgbClr val="006600"/>
            </a:solidFill>
            <a:ln w="28575">
              <a:solidFill>
                <a:srgbClr val="000000"/>
              </a:solidFill>
              <a:miter lim="800000"/>
              <a:headEnd/>
              <a:tailEnd/>
            </a:ln>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dirty="0">
                  <a:solidFill>
                    <a:schemeClr val="bg1"/>
                  </a:solidFill>
                  <a:ea typeface="宋体" panose="02010600030101010101" pitchFamily="2" charset="-122"/>
                  <a:cs typeface="Times New Roman" panose="02020603050405020304" pitchFamily="18" charset="0"/>
                </a:rPr>
                <a:t>4</a:t>
              </a:r>
            </a:p>
          </p:txBody>
        </p:sp>
        <p:sp>
          <p:nvSpPr>
            <p:cNvPr id="149592" name="AutoShape 30">
              <a:extLst>
                <a:ext uri="{FF2B5EF4-FFF2-40B4-BE49-F238E27FC236}">
                  <a16:creationId xmlns:a16="http://schemas.microsoft.com/office/drawing/2014/main" id="{01A7A07B-6D3B-44E6-A716-FDC82B0DE2C0}"/>
                </a:ext>
              </a:extLst>
            </p:cNvPr>
            <p:cNvSpPr>
              <a:spLocks noChangeAspect="1" noChangeArrowheads="1"/>
            </p:cNvSpPr>
            <p:nvPr/>
          </p:nvSpPr>
          <p:spPr bwMode="auto">
            <a:xfrm rot="-5400000">
              <a:off x="965" y="1592"/>
              <a:ext cx="576" cy="3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21 h 21600"/>
                <a:gd name="T14" fmla="*/ 17100 w 21600"/>
                <a:gd name="T15" fmla="*/ 1707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006600"/>
            </a:solidFill>
            <a:ln w="28575">
              <a:solidFill>
                <a:schemeClr val="tx1"/>
              </a:solidFill>
              <a:miter lim="800000"/>
              <a:headEnd/>
              <a:tailEnd/>
            </a:ln>
          </p:spPr>
          <p:txBody>
            <a:bodyPr vert="eaVert" wrap="none" anchor="ctr"/>
            <a:lstStyle/>
            <a:p>
              <a:endParaRPr lang="zh-CN" altLang="en-US" b="1">
                <a:solidFill>
                  <a:schemeClr val="bg1"/>
                </a:solidFill>
                <a:latin typeface="Times New Roman" panose="02020603050405020304" pitchFamily="18" charset="0"/>
                <a:cs typeface="Times New Roman" panose="02020603050405020304" pitchFamily="18" charset="0"/>
              </a:endParaRPr>
            </a:p>
          </p:txBody>
        </p:sp>
        <p:sp>
          <p:nvSpPr>
            <p:cNvPr id="149593" name="AutoShape 31">
              <a:extLst>
                <a:ext uri="{FF2B5EF4-FFF2-40B4-BE49-F238E27FC236}">
                  <a16:creationId xmlns:a16="http://schemas.microsoft.com/office/drawing/2014/main" id="{BF7B5B12-68D5-46F4-8AB6-5CDC32684FF4}"/>
                </a:ext>
              </a:extLst>
            </p:cNvPr>
            <p:cNvSpPr>
              <a:spLocks noChangeAspect="1" noChangeArrowheads="1"/>
            </p:cNvSpPr>
            <p:nvPr/>
          </p:nvSpPr>
          <p:spPr bwMode="auto">
            <a:xfrm rot="5400000">
              <a:off x="1071" y="1644"/>
              <a:ext cx="174" cy="145"/>
            </a:xfrm>
            <a:prstGeom prst="triangle">
              <a:avLst>
                <a:gd name="adj" fmla="val 50000"/>
              </a:avLst>
            </a:prstGeom>
            <a:solidFill>
              <a:srgbClr val="00CC00"/>
            </a:solidFill>
            <a:ln w="28575">
              <a:solidFill>
                <a:srgbClr val="000000"/>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a:solidFill>
                  <a:schemeClr val="bg1"/>
                </a:solidFill>
                <a:ea typeface="黑体" panose="02010609060101010101" pitchFamily="49" charset="-122"/>
                <a:cs typeface="Times New Roman" panose="02020603050405020304" pitchFamily="18" charset="0"/>
              </a:endParaRPr>
            </a:p>
          </p:txBody>
        </p:sp>
        <p:sp>
          <p:nvSpPr>
            <p:cNvPr id="149594" name="Text Box 32">
              <a:extLst>
                <a:ext uri="{FF2B5EF4-FFF2-40B4-BE49-F238E27FC236}">
                  <a16:creationId xmlns:a16="http://schemas.microsoft.com/office/drawing/2014/main" id="{D2C3B54D-6949-47FB-92D6-E56A8F184B62}"/>
                </a:ext>
              </a:extLst>
            </p:cNvPr>
            <p:cNvSpPr txBox="1">
              <a:spLocks noChangeAspect="1" noChangeArrowheads="1"/>
            </p:cNvSpPr>
            <p:nvPr/>
          </p:nvSpPr>
          <p:spPr bwMode="auto">
            <a:xfrm rot="5400000">
              <a:off x="1028" y="1642"/>
              <a:ext cx="468" cy="213"/>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ea typeface="宋体" panose="02010600030101010101" pitchFamily="2" charset="-122"/>
                  <a:cs typeface="Times New Roman" panose="02020603050405020304" pitchFamily="18" charset="0"/>
                </a:rPr>
                <a:t>Adder</a:t>
              </a:r>
              <a:endParaRPr kumimoji="0" lang="en-US" altLang="zh-CN" sz="1000">
                <a:solidFill>
                  <a:schemeClr val="bg1"/>
                </a:solidFill>
                <a:ea typeface="宋体" panose="02010600030101010101" pitchFamily="2" charset="-122"/>
                <a:cs typeface="Times New Roman" panose="02020603050405020304" pitchFamily="18" charset="0"/>
              </a:endParaRPr>
            </a:p>
          </p:txBody>
        </p:sp>
        <p:sp>
          <p:nvSpPr>
            <p:cNvPr id="149595" name="Freeform 33">
              <a:extLst>
                <a:ext uri="{FF2B5EF4-FFF2-40B4-BE49-F238E27FC236}">
                  <a16:creationId xmlns:a16="http://schemas.microsoft.com/office/drawing/2014/main" id="{126D5C02-2D7F-4497-81FF-25A95D8366F2}"/>
                </a:ext>
              </a:extLst>
            </p:cNvPr>
            <p:cNvSpPr>
              <a:spLocks noChangeAspect="1"/>
            </p:cNvSpPr>
            <p:nvPr/>
          </p:nvSpPr>
          <p:spPr bwMode="auto">
            <a:xfrm rot="5400000">
              <a:off x="1070" y="1652"/>
              <a:ext cx="173" cy="130"/>
            </a:xfrm>
            <a:custGeom>
              <a:avLst/>
              <a:gdLst>
                <a:gd name="T0" fmla="*/ 0 w 384"/>
                <a:gd name="T1" fmla="*/ 0 h 288"/>
                <a:gd name="T2" fmla="*/ 0 w 384"/>
                <a:gd name="T3" fmla="*/ 0 h 288"/>
                <a:gd name="T4" fmla="*/ 0 w 384"/>
                <a:gd name="T5" fmla="*/ 0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0" y="288"/>
                  </a:moveTo>
                  <a:lnTo>
                    <a:pt x="192" y="0"/>
                  </a:lnTo>
                  <a:lnTo>
                    <a:pt x="384" y="288"/>
                  </a:lnTo>
                </a:path>
              </a:pathLst>
            </a:custGeom>
            <a:solidFill>
              <a:schemeClr val="bg1"/>
            </a:solidFill>
            <a:ln w="28575">
              <a:solidFill>
                <a:schemeClr val="tx1"/>
              </a:solidFill>
              <a:round/>
              <a:headEnd/>
              <a:tailEnd/>
            </a:ln>
          </p:spPr>
          <p:txBody>
            <a:bodyPr wrap="none" anchor="ctr"/>
            <a:lstStyle/>
            <a:p>
              <a:endParaRPr lang="zh-CN" altLang="en-US" b="1">
                <a:solidFill>
                  <a:schemeClr val="bg1"/>
                </a:solidFill>
                <a:latin typeface="Times New Roman" panose="02020603050405020304" pitchFamily="18" charset="0"/>
                <a:cs typeface="Times New Roman" panose="02020603050405020304" pitchFamily="18" charset="0"/>
              </a:endParaRPr>
            </a:p>
          </p:txBody>
        </p:sp>
      </p:grpSp>
      <p:sp>
        <p:nvSpPr>
          <p:cNvPr id="149528" name="Line 34">
            <a:extLst>
              <a:ext uri="{FF2B5EF4-FFF2-40B4-BE49-F238E27FC236}">
                <a16:creationId xmlns:a16="http://schemas.microsoft.com/office/drawing/2014/main" id="{9E5E0B7B-9CD9-4BBE-A4EF-74255A95FD4A}"/>
              </a:ext>
            </a:extLst>
          </p:cNvPr>
          <p:cNvSpPr>
            <a:spLocks noChangeShapeType="1"/>
          </p:cNvSpPr>
          <p:nvPr/>
        </p:nvSpPr>
        <p:spPr bwMode="auto">
          <a:xfrm>
            <a:off x="2971800" y="1220788"/>
            <a:ext cx="0" cy="4570412"/>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29" name="Line 35">
            <a:extLst>
              <a:ext uri="{FF2B5EF4-FFF2-40B4-BE49-F238E27FC236}">
                <a16:creationId xmlns:a16="http://schemas.microsoft.com/office/drawing/2014/main" id="{BD346C1A-ABFF-47AB-A0F5-F870D62FCC6C}"/>
              </a:ext>
            </a:extLst>
          </p:cNvPr>
          <p:cNvSpPr>
            <a:spLocks noChangeShapeType="1"/>
          </p:cNvSpPr>
          <p:nvPr/>
        </p:nvSpPr>
        <p:spPr bwMode="auto">
          <a:xfrm flipH="1">
            <a:off x="4873625" y="1219200"/>
            <a:ext cx="26988" cy="45720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0" name="Line 36">
            <a:extLst>
              <a:ext uri="{FF2B5EF4-FFF2-40B4-BE49-F238E27FC236}">
                <a16:creationId xmlns:a16="http://schemas.microsoft.com/office/drawing/2014/main" id="{96DD52B0-E391-43CB-BFD3-67FA8FC7F020}"/>
              </a:ext>
            </a:extLst>
          </p:cNvPr>
          <p:cNvSpPr>
            <a:spLocks noChangeShapeType="1"/>
          </p:cNvSpPr>
          <p:nvPr/>
        </p:nvSpPr>
        <p:spPr bwMode="auto">
          <a:xfrm flipH="1">
            <a:off x="6429375" y="1236663"/>
            <a:ext cx="3175" cy="4554537"/>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1" name="Line 37">
            <a:extLst>
              <a:ext uri="{FF2B5EF4-FFF2-40B4-BE49-F238E27FC236}">
                <a16:creationId xmlns:a16="http://schemas.microsoft.com/office/drawing/2014/main" id="{EEA47954-002C-4433-B27E-FA4FB40F0395}"/>
              </a:ext>
            </a:extLst>
          </p:cNvPr>
          <p:cNvSpPr>
            <a:spLocks noChangeShapeType="1"/>
          </p:cNvSpPr>
          <p:nvPr/>
        </p:nvSpPr>
        <p:spPr bwMode="auto">
          <a:xfrm>
            <a:off x="8007350" y="1220788"/>
            <a:ext cx="28575" cy="4570412"/>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2" name="Line 39">
            <a:extLst>
              <a:ext uri="{FF2B5EF4-FFF2-40B4-BE49-F238E27FC236}">
                <a16:creationId xmlns:a16="http://schemas.microsoft.com/office/drawing/2014/main" id="{F68E6B0D-6AAD-43BF-A7CD-08E0D7FF6F8A}"/>
              </a:ext>
            </a:extLst>
          </p:cNvPr>
          <p:cNvSpPr>
            <a:spLocks noChangeShapeType="1"/>
          </p:cNvSpPr>
          <p:nvPr/>
        </p:nvSpPr>
        <p:spPr bwMode="auto">
          <a:xfrm flipV="1">
            <a:off x="2463800" y="3794125"/>
            <a:ext cx="219075" cy="79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3" name="Line 40">
            <a:extLst>
              <a:ext uri="{FF2B5EF4-FFF2-40B4-BE49-F238E27FC236}">
                <a16:creationId xmlns:a16="http://schemas.microsoft.com/office/drawing/2014/main" id="{FEEBA10A-9F21-4BBA-A18B-0C03BD17E09F}"/>
              </a:ext>
            </a:extLst>
          </p:cNvPr>
          <p:cNvSpPr>
            <a:spLocks noChangeShapeType="1"/>
          </p:cNvSpPr>
          <p:nvPr/>
        </p:nvSpPr>
        <p:spPr bwMode="auto">
          <a:xfrm>
            <a:off x="2895600" y="3810000"/>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4" name="Freeform 41">
            <a:extLst>
              <a:ext uri="{FF2B5EF4-FFF2-40B4-BE49-F238E27FC236}">
                <a16:creationId xmlns:a16="http://schemas.microsoft.com/office/drawing/2014/main" id="{1C356BA3-CEA8-4536-B409-54827B58147C}"/>
              </a:ext>
            </a:extLst>
          </p:cNvPr>
          <p:cNvSpPr>
            <a:spLocks/>
          </p:cNvSpPr>
          <p:nvPr/>
        </p:nvSpPr>
        <p:spPr bwMode="auto">
          <a:xfrm>
            <a:off x="3198813" y="3271838"/>
            <a:ext cx="758825" cy="1673225"/>
          </a:xfrm>
          <a:custGeom>
            <a:avLst/>
            <a:gdLst>
              <a:gd name="T0" fmla="*/ 0 w 480"/>
              <a:gd name="T1" fmla="*/ 0 h 1056"/>
              <a:gd name="T2" fmla="*/ 0 w 480"/>
              <a:gd name="T3" fmla="*/ 2147483646 h 1056"/>
              <a:gd name="T4" fmla="*/ 2147483646 w 480"/>
              <a:gd name="T5" fmla="*/ 2147483646 h 1056"/>
              <a:gd name="T6" fmla="*/ 0 60000 65536"/>
              <a:gd name="T7" fmla="*/ 0 60000 65536"/>
              <a:gd name="T8" fmla="*/ 0 60000 65536"/>
              <a:gd name="T9" fmla="*/ 0 w 480"/>
              <a:gd name="T10" fmla="*/ 0 h 1056"/>
              <a:gd name="T11" fmla="*/ 480 w 480"/>
              <a:gd name="T12" fmla="*/ 1056 h 1056"/>
            </a:gdLst>
            <a:ahLst/>
            <a:cxnLst>
              <a:cxn ang="T6">
                <a:pos x="T0" y="T1"/>
              </a:cxn>
              <a:cxn ang="T7">
                <a:pos x="T2" y="T3"/>
              </a:cxn>
              <a:cxn ang="T8">
                <a:pos x="T4" y="T5"/>
              </a:cxn>
            </a:cxnLst>
            <a:rect l="T9" t="T10" r="T11" b="T12"/>
            <a:pathLst>
              <a:path w="480" h="1056">
                <a:moveTo>
                  <a:pt x="0" y="0"/>
                </a:moveTo>
                <a:lnTo>
                  <a:pt x="0" y="1056"/>
                </a:lnTo>
                <a:lnTo>
                  <a:pt x="480" y="1056"/>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35" name="Line 42">
            <a:extLst>
              <a:ext uri="{FF2B5EF4-FFF2-40B4-BE49-F238E27FC236}">
                <a16:creationId xmlns:a16="http://schemas.microsoft.com/office/drawing/2014/main" id="{7AC53939-3E21-4261-8773-7E5CE9D132A6}"/>
              </a:ext>
            </a:extLst>
          </p:cNvPr>
          <p:cNvSpPr>
            <a:spLocks noChangeShapeType="1"/>
          </p:cNvSpPr>
          <p:nvPr/>
        </p:nvSpPr>
        <p:spPr bwMode="auto">
          <a:xfrm>
            <a:off x="3200400" y="3276600"/>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6" name="Line 43">
            <a:extLst>
              <a:ext uri="{FF2B5EF4-FFF2-40B4-BE49-F238E27FC236}">
                <a16:creationId xmlns:a16="http://schemas.microsoft.com/office/drawing/2014/main" id="{46E22E44-871A-4EC5-9279-D3BC10E57828}"/>
              </a:ext>
            </a:extLst>
          </p:cNvPr>
          <p:cNvSpPr>
            <a:spLocks noChangeShapeType="1"/>
          </p:cNvSpPr>
          <p:nvPr/>
        </p:nvSpPr>
        <p:spPr bwMode="auto">
          <a:xfrm>
            <a:off x="3200400" y="3581400"/>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7" name="Line 44">
            <a:extLst>
              <a:ext uri="{FF2B5EF4-FFF2-40B4-BE49-F238E27FC236}">
                <a16:creationId xmlns:a16="http://schemas.microsoft.com/office/drawing/2014/main" id="{E1E1DB09-E3F6-4895-8578-018C44439D40}"/>
              </a:ext>
            </a:extLst>
          </p:cNvPr>
          <p:cNvSpPr>
            <a:spLocks noChangeShapeType="1"/>
          </p:cNvSpPr>
          <p:nvPr/>
        </p:nvSpPr>
        <p:spPr bwMode="auto">
          <a:xfrm flipV="1">
            <a:off x="3200400" y="4103688"/>
            <a:ext cx="704850" cy="111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8" name="Line 45">
            <a:extLst>
              <a:ext uri="{FF2B5EF4-FFF2-40B4-BE49-F238E27FC236}">
                <a16:creationId xmlns:a16="http://schemas.microsoft.com/office/drawing/2014/main" id="{BC1A4A0B-75FB-43F2-8FE0-4CF9344B187F}"/>
              </a:ext>
            </a:extLst>
          </p:cNvPr>
          <p:cNvSpPr>
            <a:spLocks noChangeShapeType="1"/>
          </p:cNvSpPr>
          <p:nvPr/>
        </p:nvSpPr>
        <p:spPr bwMode="auto">
          <a:xfrm>
            <a:off x="4495800" y="3657600"/>
            <a:ext cx="93821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39" name="Rectangle 46">
            <a:extLst>
              <a:ext uri="{FF2B5EF4-FFF2-40B4-BE49-F238E27FC236}">
                <a16:creationId xmlns:a16="http://schemas.microsoft.com/office/drawing/2014/main" id="{A0D23BAB-0D36-48CE-85D4-7B87AD939B7D}"/>
              </a:ext>
            </a:extLst>
          </p:cNvPr>
          <p:cNvSpPr>
            <a:spLocks noChangeArrowheads="1"/>
          </p:cNvSpPr>
          <p:nvPr/>
        </p:nvSpPr>
        <p:spPr bwMode="auto">
          <a:xfrm>
            <a:off x="5715000" y="2865438"/>
            <a:ext cx="457200" cy="3810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200" b="0">
                <a:latin typeface="Comic Sans MS" panose="030F0702030302020204" pitchFamily="66" charset="0"/>
                <a:ea typeface="宋体" panose="02010600030101010101" pitchFamily="2" charset="-122"/>
              </a:rPr>
              <a:t>Zero?</a:t>
            </a:r>
            <a:endParaRPr kumimoji="0" lang="en-US" altLang="zh-CN" sz="1800" b="0">
              <a:latin typeface="Comic Sans MS" panose="030F0702030302020204" pitchFamily="66" charset="0"/>
              <a:ea typeface="宋体" panose="02010600030101010101" pitchFamily="2" charset="-122"/>
            </a:endParaRPr>
          </a:p>
        </p:txBody>
      </p:sp>
      <p:sp>
        <p:nvSpPr>
          <p:cNvPr id="149540" name="Line 47">
            <a:extLst>
              <a:ext uri="{FF2B5EF4-FFF2-40B4-BE49-F238E27FC236}">
                <a16:creationId xmlns:a16="http://schemas.microsoft.com/office/drawing/2014/main" id="{432882F4-5ECF-4CA0-896A-FC26E266CE25}"/>
              </a:ext>
            </a:extLst>
          </p:cNvPr>
          <p:cNvSpPr>
            <a:spLocks noChangeShapeType="1"/>
          </p:cNvSpPr>
          <p:nvPr/>
        </p:nvSpPr>
        <p:spPr bwMode="auto">
          <a:xfrm>
            <a:off x="5646738" y="3581400"/>
            <a:ext cx="228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41" name="Line 48">
            <a:extLst>
              <a:ext uri="{FF2B5EF4-FFF2-40B4-BE49-F238E27FC236}">
                <a16:creationId xmlns:a16="http://schemas.microsoft.com/office/drawing/2014/main" id="{F26CC6B7-9E04-44A9-AE70-A5968F22C731}"/>
              </a:ext>
            </a:extLst>
          </p:cNvPr>
          <p:cNvSpPr>
            <a:spLocks noChangeShapeType="1"/>
          </p:cNvSpPr>
          <p:nvPr/>
        </p:nvSpPr>
        <p:spPr bwMode="auto">
          <a:xfrm>
            <a:off x="5646738" y="4191000"/>
            <a:ext cx="228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42" name="Freeform 49">
            <a:extLst>
              <a:ext uri="{FF2B5EF4-FFF2-40B4-BE49-F238E27FC236}">
                <a16:creationId xmlns:a16="http://schemas.microsoft.com/office/drawing/2014/main" id="{327B465E-58F9-4E76-BA88-0E7500C7B845}"/>
              </a:ext>
            </a:extLst>
          </p:cNvPr>
          <p:cNvSpPr>
            <a:spLocks/>
          </p:cNvSpPr>
          <p:nvPr/>
        </p:nvSpPr>
        <p:spPr bwMode="auto">
          <a:xfrm>
            <a:off x="457200" y="1981200"/>
            <a:ext cx="7086600" cy="1812925"/>
          </a:xfrm>
          <a:custGeom>
            <a:avLst/>
            <a:gdLst>
              <a:gd name="T0" fmla="*/ 2147483646 w 4464"/>
              <a:gd name="T1" fmla="*/ 2147483646 h 1142"/>
              <a:gd name="T2" fmla="*/ 2147483646 w 4464"/>
              <a:gd name="T3" fmla="*/ 2147483646 h 1142"/>
              <a:gd name="T4" fmla="*/ 2147483646 w 4464"/>
              <a:gd name="T5" fmla="*/ 0 h 1142"/>
              <a:gd name="T6" fmla="*/ 0 w 4464"/>
              <a:gd name="T7" fmla="*/ 0 h 1142"/>
              <a:gd name="T8" fmla="*/ 2147483646 w 4464"/>
              <a:gd name="T9" fmla="*/ 2147483646 h 1142"/>
              <a:gd name="T10" fmla="*/ 2147483646 w 4464"/>
              <a:gd name="T11" fmla="*/ 2147483646 h 1142"/>
              <a:gd name="T12" fmla="*/ 0 60000 65536"/>
              <a:gd name="T13" fmla="*/ 0 60000 65536"/>
              <a:gd name="T14" fmla="*/ 0 60000 65536"/>
              <a:gd name="T15" fmla="*/ 0 60000 65536"/>
              <a:gd name="T16" fmla="*/ 0 60000 65536"/>
              <a:gd name="T17" fmla="*/ 0 60000 65536"/>
              <a:gd name="T18" fmla="*/ 0 w 4464"/>
              <a:gd name="T19" fmla="*/ 0 h 1142"/>
              <a:gd name="T20" fmla="*/ 4464 w 4464"/>
              <a:gd name="T21" fmla="*/ 1142 h 1142"/>
            </a:gdLst>
            <a:ahLst/>
            <a:cxnLst>
              <a:cxn ang="T12">
                <a:pos x="T0" y="T1"/>
              </a:cxn>
              <a:cxn ang="T13">
                <a:pos x="T2" y="T3"/>
              </a:cxn>
              <a:cxn ang="T14">
                <a:pos x="T4" y="T5"/>
              </a:cxn>
              <a:cxn ang="T15">
                <a:pos x="T6" y="T7"/>
              </a:cxn>
              <a:cxn ang="T16">
                <a:pos x="T8" y="T9"/>
              </a:cxn>
              <a:cxn ang="T17">
                <a:pos x="T10" y="T11"/>
              </a:cxn>
            </a:cxnLst>
            <a:rect l="T18" t="T19" r="T20" b="T21"/>
            <a:pathLst>
              <a:path w="4464" h="1142">
                <a:moveTo>
                  <a:pt x="4224" y="253"/>
                </a:moveTo>
                <a:lnTo>
                  <a:pt x="4464" y="253"/>
                </a:lnTo>
                <a:lnTo>
                  <a:pt x="4464" y="0"/>
                </a:lnTo>
                <a:lnTo>
                  <a:pt x="0" y="0"/>
                </a:lnTo>
                <a:lnTo>
                  <a:pt x="2" y="1142"/>
                </a:lnTo>
                <a:lnTo>
                  <a:pt x="172" y="1142"/>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43" name="Line 50">
            <a:extLst>
              <a:ext uri="{FF2B5EF4-FFF2-40B4-BE49-F238E27FC236}">
                <a16:creationId xmlns:a16="http://schemas.microsoft.com/office/drawing/2014/main" id="{0EF26CED-EBC2-4D0B-87BF-43E0DC866BED}"/>
              </a:ext>
            </a:extLst>
          </p:cNvPr>
          <p:cNvSpPr>
            <a:spLocks noChangeShapeType="1"/>
          </p:cNvSpPr>
          <p:nvPr/>
        </p:nvSpPr>
        <p:spPr bwMode="auto">
          <a:xfrm flipV="1">
            <a:off x="6307138" y="3886200"/>
            <a:ext cx="779462" cy="79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44" name="Freeform 51">
            <a:extLst>
              <a:ext uri="{FF2B5EF4-FFF2-40B4-BE49-F238E27FC236}">
                <a16:creationId xmlns:a16="http://schemas.microsoft.com/office/drawing/2014/main" id="{70D325B2-4CAD-407D-9388-128547B10506}"/>
              </a:ext>
            </a:extLst>
          </p:cNvPr>
          <p:cNvSpPr>
            <a:spLocks/>
          </p:cNvSpPr>
          <p:nvPr/>
        </p:nvSpPr>
        <p:spPr bwMode="auto">
          <a:xfrm>
            <a:off x="6697663" y="2498725"/>
            <a:ext cx="304800" cy="1371600"/>
          </a:xfrm>
          <a:custGeom>
            <a:avLst/>
            <a:gdLst>
              <a:gd name="T0" fmla="*/ 0 w 192"/>
              <a:gd name="T1" fmla="*/ 2147483646 h 960"/>
              <a:gd name="T2" fmla="*/ 0 w 192"/>
              <a:gd name="T3" fmla="*/ 0 h 960"/>
              <a:gd name="T4" fmla="*/ 2147483646 w 192"/>
              <a:gd name="T5" fmla="*/ 0 h 960"/>
              <a:gd name="T6" fmla="*/ 0 60000 65536"/>
              <a:gd name="T7" fmla="*/ 0 60000 65536"/>
              <a:gd name="T8" fmla="*/ 0 60000 65536"/>
              <a:gd name="T9" fmla="*/ 0 w 192"/>
              <a:gd name="T10" fmla="*/ 0 h 960"/>
              <a:gd name="T11" fmla="*/ 192 w 192"/>
              <a:gd name="T12" fmla="*/ 960 h 960"/>
            </a:gdLst>
            <a:ahLst/>
            <a:cxnLst>
              <a:cxn ang="T6">
                <a:pos x="T0" y="T1"/>
              </a:cxn>
              <a:cxn ang="T7">
                <a:pos x="T2" y="T3"/>
              </a:cxn>
              <a:cxn ang="T8">
                <a:pos x="T4" y="T5"/>
              </a:cxn>
            </a:cxnLst>
            <a:rect l="T9" t="T10" r="T11" b="T12"/>
            <a:pathLst>
              <a:path w="192" h="960">
                <a:moveTo>
                  <a:pt x="0" y="960"/>
                </a:moveTo>
                <a:lnTo>
                  <a:pt x="0" y="0"/>
                </a:lnTo>
                <a:lnTo>
                  <a:pt x="192" y="0"/>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45" name="Freeform 52">
            <a:extLst>
              <a:ext uri="{FF2B5EF4-FFF2-40B4-BE49-F238E27FC236}">
                <a16:creationId xmlns:a16="http://schemas.microsoft.com/office/drawing/2014/main" id="{DAC2AAD7-6A25-4ECD-A3E8-49DBDFD0E0DE}"/>
              </a:ext>
            </a:extLst>
          </p:cNvPr>
          <p:cNvSpPr>
            <a:spLocks/>
          </p:cNvSpPr>
          <p:nvPr/>
        </p:nvSpPr>
        <p:spPr bwMode="auto">
          <a:xfrm>
            <a:off x="4724400" y="2198688"/>
            <a:ext cx="2276475" cy="544512"/>
          </a:xfrm>
          <a:custGeom>
            <a:avLst/>
            <a:gdLst>
              <a:gd name="T0" fmla="*/ 0 w 1440"/>
              <a:gd name="T1" fmla="*/ 2147483646 h 336"/>
              <a:gd name="T2" fmla="*/ 0 w 1440"/>
              <a:gd name="T3" fmla="*/ 0 h 336"/>
              <a:gd name="T4" fmla="*/ 2147483646 w 1440"/>
              <a:gd name="T5" fmla="*/ 0 h 336"/>
              <a:gd name="T6" fmla="*/ 0 60000 65536"/>
              <a:gd name="T7" fmla="*/ 0 60000 65536"/>
              <a:gd name="T8" fmla="*/ 0 60000 65536"/>
              <a:gd name="T9" fmla="*/ 0 w 1440"/>
              <a:gd name="T10" fmla="*/ 0 h 336"/>
              <a:gd name="T11" fmla="*/ 1440 w 1440"/>
              <a:gd name="T12" fmla="*/ 336 h 336"/>
            </a:gdLst>
            <a:ahLst/>
            <a:cxnLst>
              <a:cxn ang="T6">
                <a:pos x="T0" y="T1"/>
              </a:cxn>
              <a:cxn ang="T7">
                <a:pos x="T2" y="T3"/>
              </a:cxn>
              <a:cxn ang="T8">
                <a:pos x="T4" y="T5"/>
              </a:cxn>
            </a:cxnLst>
            <a:rect l="T9" t="T10" r="T11" b="T12"/>
            <a:pathLst>
              <a:path w="1440" h="336">
                <a:moveTo>
                  <a:pt x="0" y="336"/>
                </a:moveTo>
                <a:lnTo>
                  <a:pt x="0" y="0"/>
                </a:lnTo>
                <a:lnTo>
                  <a:pt x="1440" y="0"/>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46" name="Line 53">
            <a:extLst>
              <a:ext uri="{FF2B5EF4-FFF2-40B4-BE49-F238E27FC236}">
                <a16:creationId xmlns:a16="http://schemas.microsoft.com/office/drawing/2014/main" id="{E6AB0317-3604-4850-8749-830968664B9C}"/>
              </a:ext>
            </a:extLst>
          </p:cNvPr>
          <p:cNvSpPr>
            <a:spLocks noChangeShapeType="1"/>
          </p:cNvSpPr>
          <p:nvPr/>
        </p:nvSpPr>
        <p:spPr bwMode="auto">
          <a:xfrm>
            <a:off x="4495800" y="4114800"/>
            <a:ext cx="938213" cy="63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47" name="Freeform 54">
            <a:extLst>
              <a:ext uri="{FF2B5EF4-FFF2-40B4-BE49-F238E27FC236}">
                <a16:creationId xmlns:a16="http://schemas.microsoft.com/office/drawing/2014/main" id="{373F7E87-8363-490D-A877-506C93656EA0}"/>
              </a:ext>
            </a:extLst>
          </p:cNvPr>
          <p:cNvSpPr>
            <a:spLocks/>
          </p:cNvSpPr>
          <p:nvPr/>
        </p:nvSpPr>
        <p:spPr bwMode="auto">
          <a:xfrm>
            <a:off x="4419600" y="4302125"/>
            <a:ext cx="1014413" cy="650875"/>
          </a:xfrm>
          <a:custGeom>
            <a:avLst/>
            <a:gdLst>
              <a:gd name="T0" fmla="*/ 0 w 528"/>
              <a:gd name="T1" fmla="*/ 2147483646 h 384"/>
              <a:gd name="T2" fmla="*/ 2147483646 w 528"/>
              <a:gd name="T3" fmla="*/ 2147483646 h 384"/>
              <a:gd name="T4" fmla="*/ 2147483646 w 528"/>
              <a:gd name="T5" fmla="*/ 0 h 384"/>
              <a:gd name="T6" fmla="*/ 2147483646 w 528"/>
              <a:gd name="T7" fmla="*/ 0 h 384"/>
              <a:gd name="T8" fmla="*/ 0 60000 65536"/>
              <a:gd name="T9" fmla="*/ 0 60000 65536"/>
              <a:gd name="T10" fmla="*/ 0 60000 65536"/>
              <a:gd name="T11" fmla="*/ 0 60000 65536"/>
              <a:gd name="T12" fmla="*/ 0 w 528"/>
              <a:gd name="T13" fmla="*/ 0 h 384"/>
              <a:gd name="T14" fmla="*/ 528 w 528"/>
              <a:gd name="T15" fmla="*/ 384 h 384"/>
            </a:gdLst>
            <a:ahLst/>
            <a:cxnLst>
              <a:cxn ang="T8">
                <a:pos x="T0" y="T1"/>
              </a:cxn>
              <a:cxn ang="T9">
                <a:pos x="T2" y="T3"/>
              </a:cxn>
              <a:cxn ang="T10">
                <a:pos x="T4" y="T5"/>
              </a:cxn>
              <a:cxn ang="T11">
                <a:pos x="T6" y="T7"/>
              </a:cxn>
            </a:cxnLst>
            <a:rect l="T12" t="T13" r="T14" b="T15"/>
            <a:pathLst>
              <a:path w="528" h="384">
                <a:moveTo>
                  <a:pt x="0" y="384"/>
                </a:moveTo>
                <a:lnTo>
                  <a:pt x="384" y="384"/>
                </a:lnTo>
                <a:lnTo>
                  <a:pt x="384" y="0"/>
                </a:lnTo>
                <a:lnTo>
                  <a:pt x="528" y="0"/>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48" name="Line 55">
            <a:extLst>
              <a:ext uri="{FF2B5EF4-FFF2-40B4-BE49-F238E27FC236}">
                <a16:creationId xmlns:a16="http://schemas.microsoft.com/office/drawing/2014/main" id="{FE173EBE-609F-4138-B6D9-80D4E0A7CF63}"/>
              </a:ext>
            </a:extLst>
          </p:cNvPr>
          <p:cNvSpPr>
            <a:spLocks noChangeShapeType="1"/>
          </p:cNvSpPr>
          <p:nvPr/>
        </p:nvSpPr>
        <p:spPr bwMode="auto">
          <a:xfrm>
            <a:off x="1066800" y="3810000"/>
            <a:ext cx="609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49" name="Line 56">
            <a:extLst>
              <a:ext uri="{FF2B5EF4-FFF2-40B4-BE49-F238E27FC236}">
                <a16:creationId xmlns:a16="http://schemas.microsoft.com/office/drawing/2014/main" id="{FFE2240D-9A64-4BF0-A92D-22EC0D5CBF6A}"/>
              </a:ext>
            </a:extLst>
          </p:cNvPr>
          <p:cNvSpPr>
            <a:spLocks noChangeShapeType="1"/>
          </p:cNvSpPr>
          <p:nvPr/>
        </p:nvSpPr>
        <p:spPr bwMode="auto">
          <a:xfrm>
            <a:off x="1617663" y="3048000"/>
            <a:ext cx="13493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50" name="Freeform 57">
            <a:extLst>
              <a:ext uri="{FF2B5EF4-FFF2-40B4-BE49-F238E27FC236}">
                <a16:creationId xmlns:a16="http://schemas.microsoft.com/office/drawing/2014/main" id="{A52849C0-00FD-448B-9526-420CE6BBA719}"/>
              </a:ext>
            </a:extLst>
          </p:cNvPr>
          <p:cNvSpPr>
            <a:spLocks/>
          </p:cNvSpPr>
          <p:nvPr/>
        </p:nvSpPr>
        <p:spPr bwMode="auto">
          <a:xfrm>
            <a:off x="1219200" y="2438400"/>
            <a:ext cx="533400" cy="1371600"/>
          </a:xfrm>
          <a:custGeom>
            <a:avLst/>
            <a:gdLst>
              <a:gd name="T0" fmla="*/ 0 w 336"/>
              <a:gd name="T1" fmla="*/ 2147483646 h 864"/>
              <a:gd name="T2" fmla="*/ 0 w 336"/>
              <a:gd name="T3" fmla="*/ 0 h 864"/>
              <a:gd name="T4" fmla="*/ 2147483646 w 336"/>
              <a:gd name="T5" fmla="*/ 0 h 864"/>
              <a:gd name="T6" fmla="*/ 0 60000 65536"/>
              <a:gd name="T7" fmla="*/ 0 60000 65536"/>
              <a:gd name="T8" fmla="*/ 0 60000 65536"/>
              <a:gd name="T9" fmla="*/ 0 w 336"/>
              <a:gd name="T10" fmla="*/ 0 h 864"/>
              <a:gd name="T11" fmla="*/ 336 w 336"/>
              <a:gd name="T12" fmla="*/ 864 h 864"/>
            </a:gdLst>
            <a:ahLst/>
            <a:cxnLst>
              <a:cxn ang="T6">
                <a:pos x="T0" y="T1"/>
              </a:cxn>
              <a:cxn ang="T7">
                <a:pos x="T2" y="T3"/>
              </a:cxn>
              <a:cxn ang="T8">
                <a:pos x="T4" y="T5"/>
              </a:cxn>
            </a:cxnLst>
            <a:rect l="T9" t="T10" r="T11" b="T12"/>
            <a:pathLst>
              <a:path w="336" h="864">
                <a:moveTo>
                  <a:pt x="0" y="864"/>
                </a:moveTo>
                <a:lnTo>
                  <a:pt x="0" y="0"/>
                </a:lnTo>
                <a:lnTo>
                  <a:pt x="336" y="0"/>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51" name="Freeform 58">
            <a:extLst>
              <a:ext uri="{FF2B5EF4-FFF2-40B4-BE49-F238E27FC236}">
                <a16:creationId xmlns:a16="http://schemas.microsoft.com/office/drawing/2014/main" id="{CFF9254E-0637-4F72-84A6-086F7EC566DD}"/>
              </a:ext>
            </a:extLst>
          </p:cNvPr>
          <p:cNvSpPr>
            <a:spLocks/>
          </p:cNvSpPr>
          <p:nvPr/>
        </p:nvSpPr>
        <p:spPr bwMode="auto">
          <a:xfrm>
            <a:off x="6705600" y="3886200"/>
            <a:ext cx="1600200" cy="1143000"/>
          </a:xfrm>
          <a:custGeom>
            <a:avLst/>
            <a:gdLst>
              <a:gd name="T0" fmla="*/ 0 w 1008"/>
              <a:gd name="T1" fmla="*/ 0 h 720"/>
              <a:gd name="T2" fmla="*/ 0 w 1008"/>
              <a:gd name="T3" fmla="*/ 2147483646 h 720"/>
              <a:gd name="T4" fmla="*/ 2147483646 w 1008"/>
              <a:gd name="T5" fmla="*/ 2147483646 h 720"/>
              <a:gd name="T6" fmla="*/ 2147483646 w 1008"/>
              <a:gd name="T7" fmla="*/ 2147483646 h 720"/>
              <a:gd name="T8" fmla="*/ 2147483646 w 1008"/>
              <a:gd name="T9" fmla="*/ 2147483646 h 720"/>
              <a:gd name="T10" fmla="*/ 0 60000 65536"/>
              <a:gd name="T11" fmla="*/ 0 60000 65536"/>
              <a:gd name="T12" fmla="*/ 0 60000 65536"/>
              <a:gd name="T13" fmla="*/ 0 60000 65536"/>
              <a:gd name="T14" fmla="*/ 0 60000 65536"/>
              <a:gd name="T15" fmla="*/ 0 w 1008"/>
              <a:gd name="T16" fmla="*/ 0 h 720"/>
              <a:gd name="T17" fmla="*/ 1008 w 1008"/>
              <a:gd name="T18" fmla="*/ 720 h 720"/>
            </a:gdLst>
            <a:ahLst/>
            <a:cxnLst>
              <a:cxn ang="T10">
                <a:pos x="T0" y="T1"/>
              </a:cxn>
              <a:cxn ang="T11">
                <a:pos x="T2" y="T3"/>
              </a:cxn>
              <a:cxn ang="T12">
                <a:pos x="T4" y="T5"/>
              </a:cxn>
              <a:cxn ang="T13">
                <a:pos x="T6" y="T7"/>
              </a:cxn>
              <a:cxn ang="T14">
                <a:pos x="T8" y="T9"/>
              </a:cxn>
            </a:cxnLst>
            <a:rect l="T15" t="T16" r="T17" b="T18"/>
            <a:pathLst>
              <a:path w="1008" h="720">
                <a:moveTo>
                  <a:pt x="0" y="0"/>
                </a:moveTo>
                <a:lnTo>
                  <a:pt x="0" y="720"/>
                </a:lnTo>
                <a:lnTo>
                  <a:pt x="864" y="720"/>
                </a:lnTo>
                <a:lnTo>
                  <a:pt x="864" y="480"/>
                </a:lnTo>
                <a:lnTo>
                  <a:pt x="1008" y="480"/>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52" name="Freeform 59">
            <a:extLst>
              <a:ext uri="{FF2B5EF4-FFF2-40B4-BE49-F238E27FC236}">
                <a16:creationId xmlns:a16="http://schemas.microsoft.com/office/drawing/2014/main" id="{97258F7C-EC92-49FF-8C3C-087A3B9DD258}"/>
              </a:ext>
            </a:extLst>
          </p:cNvPr>
          <p:cNvSpPr>
            <a:spLocks/>
          </p:cNvSpPr>
          <p:nvPr/>
        </p:nvSpPr>
        <p:spPr bwMode="auto">
          <a:xfrm>
            <a:off x="3276600" y="4341813"/>
            <a:ext cx="5486400" cy="1220787"/>
          </a:xfrm>
          <a:custGeom>
            <a:avLst/>
            <a:gdLst>
              <a:gd name="T0" fmla="*/ 2147483646 w 3456"/>
              <a:gd name="T1" fmla="*/ 2147483646 h 769"/>
              <a:gd name="T2" fmla="*/ 2147483646 w 3456"/>
              <a:gd name="T3" fmla="*/ 2147483646 h 769"/>
              <a:gd name="T4" fmla="*/ 2147483646 w 3456"/>
              <a:gd name="T5" fmla="*/ 2147483646 h 769"/>
              <a:gd name="T6" fmla="*/ 0 w 3456"/>
              <a:gd name="T7" fmla="*/ 2147483646 h 769"/>
              <a:gd name="T8" fmla="*/ 0 w 3456"/>
              <a:gd name="T9" fmla="*/ 2147483646 h 769"/>
              <a:gd name="T10" fmla="*/ 2147483646 w 3456"/>
              <a:gd name="T11" fmla="*/ 0 h 769"/>
              <a:gd name="T12" fmla="*/ 0 60000 65536"/>
              <a:gd name="T13" fmla="*/ 0 60000 65536"/>
              <a:gd name="T14" fmla="*/ 0 60000 65536"/>
              <a:gd name="T15" fmla="*/ 0 60000 65536"/>
              <a:gd name="T16" fmla="*/ 0 60000 65536"/>
              <a:gd name="T17" fmla="*/ 0 60000 65536"/>
              <a:gd name="T18" fmla="*/ 0 w 3456"/>
              <a:gd name="T19" fmla="*/ 0 h 769"/>
              <a:gd name="T20" fmla="*/ 3456 w 3456"/>
              <a:gd name="T21" fmla="*/ 769 h 769"/>
            </a:gdLst>
            <a:ahLst/>
            <a:cxnLst>
              <a:cxn ang="T12">
                <a:pos x="T0" y="T1"/>
              </a:cxn>
              <a:cxn ang="T13">
                <a:pos x="T2" y="T3"/>
              </a:cxn>
              <a:cxn ang="T14">
                <a:pos x="T4" y="T5"/>
              </a:cxn>
              <a:cxn ang="T15">
                <a:pos x="T6" y="T7"/>
              </a:cxn>
              <a:cxn ang="T16">
                <a:pos x="T8" y="T9"/>
              </a:cxn>
              <a:cxn ang="T17">
                <a:pos x="T10" y="T11"/>
              </a:cxn>
            </a:cxnLst>
            <a:rect l="T18" t="T19" r="T20" b="T21"/>
            <a:pathLst>
              <a:path w="3456" h="769">
                <a:moveTo>
                  <a:pt x="3306" y="97"/>
                </a:moveTo>
                <a:lnTo>
                  <a:pt x="3456" y="97"/>
                </a:lnTo>
                <a:lnTo>
                  <a:pt x="3456" y="769"/>
                </a:lnTo>
                <a:lnTo>
                  <a:pt x="0" y="769"/>
                </a:lnTo>
                <a:lnTo>
                  <a:pt x="0" y="1"/>
                </a:lnTo>
                <a:lnTo>
                  <a:pt x="396" y="0"/>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53" name="Freeform 60">
            <a:extLst>
              <a:ext uri="{FF2B5EF4-FFF2-40B4-BE49-F238E27FC236}">
                <a16:creationId xmlns:a16="http://schemas.microsoft.com/office/drawing/2014/main" id="{1ADCF350-EDFD-496E-8E7B-988310CCC681}"/>
              </a:ext>
            </a:extLst>
          </p:cNvPr>
          <p:cNvSpPr>
            <a:spLocks/>
          </p:cNvSpPr>
          <p:nvPr/>
        </p:nvSpPr>
        <p:spPr bwMode="auto">
          <a:xfrm>
            <a:off x="4953000" y="4114800"/>
            <a:ext cx="2133600" cy="457200"/>
          </a:xfrm>
          <a:custGeom>
            <a:avLst/>
            <a:gdLst>
              <a:gd name="T0" fmla="*/ 0 w 1344"/>
              <a:gd name="T1" fmla="*/ 0 h 288"/>
              <a:gd name="T2" fmla="*/ 0 w 1344"/>
              <a:gd name="T3" fmla="*/ 2147483646 h 288"/>
              <a:gd name="T4" fmla="*/ 2147483646 w 1344"/>
              <a:gd name="T5" fmla="*/ 2147483646 h 288"/>
              <a:gd name="T6" fmla="*/ 0 60000 65536"/>
              <a:gd name="T7" fmla="*/ 0 60000 65536"/>
              <a:gd name="T8" fmla="*/ 0 60000 65536"/>
              <a:gd name="T9" fmla="*/ 0 w 1344"/>
              <a:gd name="T10" fmla="*/ 0 h 288"/>
              <a:gd name="T11" fmla="*/ 1344 w 1344"/>
              <a:gd name="T12" fmla="*/ 288 h 288"/>
            </a:gdLst>
            <a:ahLst/>
            <a:cxnLst>
              <a:cxn ang="T6">
                <a:pos x="T0" y="T1"/>
              </a:cxn>
              <a:cxn ang="T7">
                <a:pos x="T2" y="T3"/>
              </a:cxn>
              <a:cxn ang="T8">
                <a:pos x="T4" y="T5"/>
              </a:cxn>
            </a:cxnLst>
            <a:rect l="T9" t="T10" r="T11" b="T12"/>
            <a:pathLst>
              <a:path w="1344" h="288">
                <a:moveTo>
                  <a:pt x="0" y="0"/>
                </a:moveTo>
                <a:lnTo>
                  <a:pt x="0" y="288"/>
                </a:lnTo>
                <a:lnTo>
                  <a:pt x="1344" y="288"/>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9554" name="Text Box 61">
            <a:extLst>
              <a:ext uri="{FF2B5EF4-FFF2-40B4-BE49-F238E27FC236}">
                <a16:creationId xmlns:a16="http://schemas.microsoft.com/office/drawing/2014/main" id="{DC8607BD-9FD6-49AE-91DA-2700184707A3}"/>
              </a:ext>
            </a:extLst>
          </p:cNvPr>
          <p:cNvSpPr txBox="1">
            <a:spLocks noChangeArrowheads="1"/>
          </p:cNvSpPr>
          <p:nvPr/>
        </p:nvSpPr>
        <p:spPr bwMode="auto">
          <a:xfrm>
            <a:off x="3048000" y="2438400"/>
            <a:ext cx="1304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400" b="0">
                <a:latin typeface="Comic Sans MS" panose="030F0702030302020204" pitchFamily="66" charset="0"/>
                <a:ea typeface="宋体" panose="02010600030101010101" pitchFamily="2" charset="-122"/>
              </a:rPr>
              <a:t>Next SEQ PC</a:t>
            </a:r>
          </a:p>
        </p:txBody>
      </p:sp>
      <p:sp>
        <p:nvSpPr>
          <p:cNvPr id="149555" name="Rectangle 63">
            <a:extLst>
              <a:ext uri="{FF2B5EF4-FFF2-40B4-BE49-F238E27FC236}">
                <a16:creationId xmlns:a16="http://schemas.microsoft.com/office/drawing/2014/main" id="{D5E7B873-EBD3-46AE-A3D1-477D76720D2E}"/>
              </a:ext>
            </a:extLst>
          </p:cNvPr>
          <p:cNvSpPr>
            <a:spLocks noChangeArrowheads="1"/>
          </p:cNvSpPr>
          <p:nvPr/>
        </p:nvSpPr>
        <p:spPr bwMode="auto">
          <a:xfrm>
            <a:off x="742950" y="3228975"/>
            <a:ext cx="304800" cy="1219200"/>
          </a:xfrm>
          <a:prstGeom prst="rect">
            <a:avLst/>
          </a:prstGeom>
          <a:solidFill>
            <a:srgbClr val="006600"/>
          </a:solidFill>
          <a:ln w="28575">
            <a:solidFill>
              <a:schemeClr val="tx1"/>
            </a:solidFill>
            <a:miter lim="800000"/>
            <a:headEnd/>
            <a:tailEnd/>
          </a:ln>
        </p:spPr>
        <p:txBody>
          <a:bodyPr vert="eaVert"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a:solidFill>
                  <a:schemeClr val="bg1"/>
                </a:solidFill>
                <a:ea typeface="宋体" panose="02010600030101010101" pitchFamily="2" charset="-122"/>
                <a:cs typeface="Times New Roman" panose="02020603050405020304" pitchFamily="18" charset="0"/>
              </a:rPr>
              <a:t>PC</a:t>
            </a:r>
          </a:p>
        </p:txBody>
      </p:sp>
      <p:sp>
        <p:nvSpPr>
          <p:cNvPr id="149556" name="Text Box 65">
            <a:extLst>
              <a:ext uri="{FF2B5EF4-FFF2-40B4-BE49-F238E27FC236}">
                <a16:creationId xmlns:a16="http://schemas.microsoft.com/office/drawing/2014/main" id="{EA1C0E8F-6588-428F-A4E4-73E3331D61C2}"/>
              </a:ext>
            </a:extLst>
          </p:cNvPr>
          <p:cNvSpPr txBox="1">
            <a:spLocks noChangeArrowheads="1"/>
          </p:cNvSpPr>
          <p:nvPr/>
        </p:nvSpPr>
        <p:spPr bwMode="auto">
          <a:xfrm>
            <a:off x="762000" y="1981200"/>
            <a:ext cx="8620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400" b="0">
                <a:latin typeface="Comic Sans MS" panose="030F0702030302020204" pitchFamily="66" charset="0"/>
                <a:ea typeface="宋体" panose="02010600030101010101" pitchFamily="2" charset="-122"/>
              </a:rPr>
              <a:t>Next PC</a:t>
            </a:r>
          </a:p>
        </p:txBody>
      </p:sp>
      <p:sp>
        <p:nvSpPr>
          <p:cNvPr id="149557" name="Text Box 66">
            <a:extLst>
              <a:ext uri="{FF2B5EF4-FFF2-40B4-BE49-F238E27FC236}">
                <a16:creationId xmlns:a16="http://schemas.microsoft.com/office/drawing/2014/main" id="{F8E01020-5157-44AE-BB77-9A2EA02815BD}"/>
              </a:ext>
            </a:extLst>
          </p:cNvPr>
          <p:cNvSpPr txBox="1">
            <a:spLocks noChangeArrowheads="1"/>
          </p:cNvSpPr>
          <p:nvPr/>
        </p:nvSpPr>
        <p:spPr bwMode="auto">
          <a:xfrm>
            <a:off x="5222875" y="5562600"/>
            <a:ext cx="927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400" b="0">
                <a:latin typeface="Comic Sans MS" panose="030F0702030302020204" pitchFamily="66" charset="0"/>
                <a:ea typeface="宋体" panose="02010600030101010101" pitchFamily="2" charset="-122"/>
              </a:rPr>
              <a:t>WB Data</a:t>
            </a:r>
          </a:p>
        </p:txBody>
      </p:sp>
      <p:sp>
        <p:nvSpPr>
          <p:cNvPr id="149558" name="Oval 67">
            <a:extLst>
              <a:ext uri="{FF2B5EF4-FFF2-40B4-BE49-F238E27FC236}">
                <a16:creationId xmlns:a16="http://schemas.microsoft.com/office/drawing/2014/main" id="{28D56EA9-E19D-4FB5-B6A6-117DC96A74C9}"/>
              </a:ext>
            </a:extLst>
          </p:cNvPr>
          <p:cNvSpPr>
            <a:spLocks noChangeArrowheads="1"/>
          </p:cNvSpPr>
          <p:nvPr/>
        </p:nvSpPr>
        <p:spPr bwMode="auto">
          <a:xfrm>
            <a:off x="4676775" y="2709863"/>
            <a:ext cx="74613" cy="74612"/>
          </a:xfrm>
          <a:prstGeom prst="ellipse">
            <a:avLst/>
          </a:prstGeom>
          <a:solidFill>
            <a:schemeClr val="tx1"/>
          </a:solidFill>
          <a:ln w="2857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49559" name="Oval 68">
            <a:extLst>
              <a:ext uri="{FF2B5EF4-FFF2-40B4-BE49-F238E27FC236}">
                <a16:creationId xmlns:a16="http://schemas.microsoft.com/office/drawing/2014/main" id="{9D4C175A-1A0E-4024-8129-304BA92EADD1}"/>
              </a:ext>
            </a:extLst>
          </p:cNvPr>
          <p:cNvSpPr>
            <a:spLocks noChangeArrowheads="1"/>
          </p:cNvSpPr>
          <p:nvPr/>
        </p:nvSpPr>
        <p:spPr bwMode="auto">
          <a:xfrm>
            <a:off x="4914900" y="4078288"/>
            <a:ext cx="74613" cy="74612"/>
          </a:xfrm>
          <a:prstGeom prst="ellipse">
            <a:avLst/>
          </a:prstGeom>
          <a:solidFill>
            <a:schemeClr val="tx1"/>
          </a:solidFill>
          <a:ln w="2857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49560" name="Oval 69">
            <a:extLst>
              <a:ext uri="{FF2B5EF4-FFF2-40B4-BE49-F238E27FC236}">
                <a16:creationId xmlns:a16="http://schemas.microsoft.com/office/drawing/2014/main" id="{32E49430-6E77-4435-91DA-88EDEEED98FA}"/>
              </a:ext>
            </a:extLst>
          </p:cNvPr>
          <p:cNvSpPr>
            <a:spLocks noChangeArrowheads="1"/>
          </p:cNvSpPr>
          <p:nvPr/>
        </p:nvSpPr>
        <p:spPr bwMode="auto">
          <a:xfrm>
            <a:off x="6669088" y="3844925"/>
            <a:ext cx="74612" cy="74613"/>
          </a:xfrm>
          <a:prstGeom prst="ellipse">
            <a:avLst/>
          </a:prstGeom>
          <a:solidFill>
            <a:schemeClr val="tx1"/>
          </a:solidFill>
          <a:ln w="2857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49561" name="Oval 70">
            <a:extLst>
              <a:ext uri="{FF2B5EF4-FFF2-40B4-BE49-F238E27FC236}">
                <a16:creationId xmlns:a16="http://schemas.microsoft.com/office/drawing/2014/main" id="{B76F6A87-1D64-4927-9D78-097F52C728C0}"/>
              </a:ext>
            </a:extLst>
          </p:cNvPr>
          <p:cNvSpPr>
            <a:spLocks noChangeArrowheads="1"/>
          </p:cNvSpPr>
          <p:nvPr/>
        </p:nvSpPr>
        <p:spPr bwMode="auto">
          <a:xfrm>
            <a:off x="3160713" y="3527425"/>
            <a:ext cx="74612" cy="74613"/>
          </a:xfrm>
          <a:prstGeom prst="ellipse">
            <a:avLst/>
          </a:prstGeom>
          <a:solidFill>
            <a:schemeClr val="tx1"/>
          </a:solidFill>
          <a:ln w="2857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49562" name="Oval 71">
            <a:extLst>
              <a:ext uri="{FF2B5EF4-FFF2-40B4-BE49-F238E27FC236}">
                <a16:creationId xmlns:a16="http://schemas.microsoft.com/office/drawing/2014/main" id="{C2F691F1-B155-446A-B1FD-FB0010613459}"/>
              </a:ext>
            </a:extLst>
          </p:cNvPr>
          <p:cNvSpPr>
            <a:spLocks noChangeArrowheads="1"/>
          </p:cNvSpPr>
          <p:nvPr/>
        </p:nvSpPr>
        <p:spPr bwMode="auto">
          <a:xfrm>
            <a:off x="3168650" y="4073525"/>
            <a:ext cx="74613" cy="74613"/>
          </a:xfrm>
          <a:prstGeom prst="ellipse">
            <a:avLst/>
          </a:prstGeom>
          <a:solidFill>
            <a:schemeClr val="tx1"/>
          </a:solidFill>
          <a:ln w="2857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149563" name="Group 72">
            <a:extLst>
              <a:ext uri="{FF2B5EF4-FFF2-40B4-BE49-F238E27FC236}">
                <a16:creationId xmlns:a16="http://schemas.microsoft.com/office/drawing/2014/main" id="{4FB0918A-E7AF-4C11-8F47-98CD5932BF6A}"/>
              </a:ext>
            </a:extLst>
          </p:cNvPr>
          <p:cNvGrpSpPr>
            <a:grpSpLocks/>
          </p:cNvGrpSpPr>
          <p:nvPr/>
        </p:nvGrpSpPr>
        <p:grpSpPr bwMode="auto">
          <a:xfrm>
            <a:off x="2643188" y="3460750"/>
            <a:ext cx="274637" cy="685800"/>
            <a:chOff x="1655" y="2160"/>
            <a:chExt cx="173" cy="432"/>
          </a:xfrm>
        </p:grpSpPr>
        <p:grpSp>
          <p:nvGrpSpPr>
            <p:cNvPr id="149587" name="Group 73">
              <a:extLst>
                <a:ext uri="{FF2B5EF4-FFF2-40B4-BE49-F238E27FC236}">
                  <a16:creationId xmlns:a16="http://schemas.microsoft.com/office/drawing/2014/main" id="{8DE4B561-AAA2-45B1-8180-FDF3F2C30BAA}"/>
                </a:ext>
              </a:extLst>
            </p:cNvPr>
            <p:cNvGrpSpPr>
              <a:grpSpLocks/>
            </p:cNvGrpSpPr>
            <p:nvPr/>
          </p:nvGrpSpPr>
          <p:grpSpPr bwMode="auto">
            <a:xfrm>
              <a:off x="1678" y="2160"/>
              <a:ext cx="128" cy="432"/>
              <a:chOff x="1632" y="2160"/>
              <a:chExt cx="176" cy="432"/>
            </a:xfrm>
          </p:grpSpPr>
          <p:sp>
            <p:nvSpPr>
              <p:cNvPr id="149589" name="Rectangle 74">
                <a:extLst>
                  <a:ext uri="{FF2B5EF4-FFF2-40B4-BE49-F238E27FC236}">
                    <a16:creationId xmlns:a16="http://schemas.microsoft.com/office/drawing/2014/main" id="{22827E0E-6844-4EF6-A410-6139AF9CE8DB}"/>
                  </a:ext>
                </a:extLst>
              </p:cNvPr>
              <p:cNvSpPr>
                <a:spLocks noChangeArrowheads="1"/>
              </p:cNvSpPr>
              <p:nvPr/>
            </p:nvSpPr>
            <p:spPr bwMode="auto">
              <a:xfrm>
                <a:off x="1632" y="2160"/>
                <a:ext cx="176" cy="432"/>
              </a:xfrm>
              <a:prstGeom prst="rect">
                <a:avLst/>
              </a:prstGeom>
              <a:solidFill>
                <a:schemeClr val="bg1"/>
              </a:solidFill>
              <a:ln w="25400">
                <a:solidFill>
                  <a:schemeClr val="tx1"/>
                </a:solidFill>
                <a:miter lim="800000"/>
                <a:headEnd/>
                <a:tailEnd/>
              </a:ln>
            </p:spPr>
            <p:txBody>
              <a:bodyPr wrap="none" lIns="90488" tIns="44450" rIns="90488"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en-US" sz="1800" b="0">
                  <a:latin typeface="Comic Sans MS" panose="030F0702030302020204" pitchFamily="66" charset="0"/>
                  <a:ea typeface="宋体" panose="02010600030101010101" pitchFamily="2" charset="-122"/>
                </a:endParaRPr>
              </a:p>
            </p:txBody>
          </p:sp>
          <p:sp>
            <p:nvSpPr>
              <p:cNvPr id="149590" name="AutoShape 75">
                <a:extLst>
                  <a:ext uri="{FF2B5EF4-FFF2-40B4-BE49-F238E27FC236}">
                    <a16:creationId xmlns:a16="http://schemas.microsoft.com/office/drawing/2014/main" id="{3D552D21-CD5C-4CCB-B090-E3D3A469681E}"/>
                  </a:ext>
                </a:extLst>
              </p:cNvPr>
              <p:cNvSpPr>
                <a:spLocks noChangeArrowheads="1"/>
              </p:cNvSpPr>
              <p:nvPr/>
            </p:nvSpPr>
            <p:spPr bwMode="auto">
              <a:xfrm>
                <a:off x="1652" y="2496"/>
                <a:ext cx="144" cy="96"/>
              </a:xfrm>
              <a:prstGeom prst="triangle">
                <a:avLst>
                  <a:gd name="adj" fmla="val 50000"/>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149588" name="Text Box 76">
              <a:extLst>
                <a:ext uri="{FF2B5EF4-FFF2-40B4-BE49-F238E27FC236}">
                  <a16:creationId xmlns:a16="http://schemas.microsoft.com/office/drawing/2014/main" id="{8ADCDB4B-E4B7-4EB4-B4B7-A6F3C621607B}"/>
                </a:ext>
              </a:extLst>
            </p:cNvPr>
            <p:cNvSpPr txBox="1">
              <a:spLocks noChangeArrowheads="1"/>
            </p:cNvSpPr>
            <p:nvPr/>
          </p:nvSpPr>
          <p:spPr bwMode="auto">
            <a:xfrm rot="5400000">
              <a:off x="1587" y="2289"/>
              <a:ext cx="31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200" b="0">
                  <a:latin typeface="Comic Sans MS" panose="030F0702030302020204" pitchFamily="66" charset="0"/>
                  <a:ea typeface="宋体" panose="02010600030101010101" pitchFamily="2" charset="-122"/>
                </a:rPr>
                <a:t>Inst</a:t>
              </a:r>
              <a:endParaRPr kumimoji="0" lang="en-US" altLang="zh-CN" sz="1800" b="0">
                <a:latin typeface="Comic Sans MS" panose="030F0702030302020204" pitchFamily="66" charset="0"/>
                <a:ea typeface="宋体" panose="02010600030101010101" pitchFamily="2" charset="-122"/>
              </a:endParaRPr>
            </a:p>
          </p:txBody>
        </p:sp>
      </p:grpSp>
      <p:sp>
        <p:nvSpPr>
          <p:cNvPr id="149564" name="Text Box 77">
            <a:extLst>
              <a:ext uri="{FF2B5EF4-FFF2-40B4-BE49-F238E27FC236}">
                <a16:creationId xmlns:a16="http://schemas.microsoft.com/office/drawing/2014/main" id="{90CD52F5-3237-4202-97D0-2ECDDE5A704E}"/>
              </a:ext>
            </a:extLst>
          </p:cNvPr>
          <p:cNvSpPr txBox="1">
            <a:spLocks noChangeArrowheads="1"/>
          </p:cNvSpPr>
          <p:nvPr/>
        </p:nvSpPr>
        <p:spPr bwMode="auto">
          <a:xfrm>
            <a:off x="3394075" y="3884613"/>
            <a:ext cx="534988"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RegW</a:t>
            </a:r>
            <a:endParaRPr kumimoji="0" lang="en-US" altLang="zh-CN" sz="1400" b="0">
              <a:latin typeface="Comic Sans MS" panose="030F0702030302020204" pitchFamily="66" charset="0"/>
              <a:ea typeface="宋体" panose="02010600030101010101" pitchFamily="2" charset="-122"/>
            </a:endParaRPr>
          </a:p>
        </p:txBody>
      </p:sp>
      <p:sp>
        <p:nvSpPr>
          <p:cNvPr id="149565" name="Text Box 78">
            <a:extLst>
              <a:ext uri="{FF2B5EF4-FFF2-40B4-BE49-F238E27FC236}">
                <a16:creationId xmlns:a16="http://schemas.microsoft.com/office/drawing/2014/main" id="{235E8666-6DE9-48F9-9214-E053CE0247E5}"/>
              </a:ext>
            </a:extLst>
          </p:cNvPr>
          <p:cNvSpPr txBox="1">
            <a:spLocks noChangeArrowheads="1"/>
          </p:cNvSpPr>
          <p:nvPr/>
        </p:nvSpPr>
        <p:spPr bwMode="auto">
          <a:xfrm>
            <a:off x="3367088" y="3046413"/>
            <a:ext cx="541337"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RegR1</a:t>
            </a:r>
            <a:endParaRPr kumimoji="0" lang="en-US" altLang="zh-CN" sz="1400" b="0">
              <a:latin typeface="Comic Sans MS" panose="030F0702030302020204" pitchFamily="66" charset="0"/>
              <a:ea typeface="宋体" panose="02010600030101010101" pitchFamily="2" charset="-122"/>
            </a:endParaRPr>
          </a:p>
        </p:txBody>
      </p:sp>
      <p:sp>
        <p:nvSpPr>
          <p:cNvPr id="149566" name="Text Box 79">
            <a:extLst>
              <a:ext uri="{FF2B5EF4-FFF2-40B4-BE49-F238E27FC236}">
                <a16:creationId xmlns:a16="http://schemas.microsoft.com/office/drawing/2014/main" id="{C8F81C54-E00A-4FC0-B0FE-AB5D93406E3D}"/>
              </a:ext>
            </a:extLst>
          </p:cNvPr>
          <p:cNvSpPr txBox="1">
            <a:spLocks noChangeArrowheads="1"/>
          </p:cNvSpPr>
          <p:nvPr/>
        </p:nvSpPr>
        <p:spPr bwMode="auto">
          <a:xfrm>
            <a:off x="3365500" y="3354388"/>
            <a:ext cx="56197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RegR2</a:t>
            </a:r>
            <a:endParaRPr kumimoji="0" lang="en-US" altLang="zh-CN" sz="1400" b="0">
              <a:latin typeface="Comic Sans MS" panose="030F0702030302020204" pitchFamily="66" charset="0"/>
              <a:ea typeface="宋体" panose="02010600030101010101" pitchFamily="2" charset="-122"/>
            </a:endParaRPr>
          </a:p>
        </p:txBody>
      </p:sp>
      <p:sp>
        <p:nvSpPr>
          <p:cNvPr id="149567" name="Text Box 80">
            <a:extLst>
              <a:ext uri="{FF2B5EF4-FFF2-40B4-BE49-F238E27FC236}">
                <a16:creationId xmlns:a16="http://schemas.microsoft.com/office/drawing/2014/main" id="{864DCFEC-9B0C-4058-8365-398C2397C1C9}"/>
              </a:ext>
            </a:extLst>
          </p:cNvPr>
          <p:cNvSpPr txBox="1">
            <a:spLocks noChangeArrowheads="1"/>
          </p:cNvSpPr>
          <p:nvPr/>
        </p:nvSpPr>
        <p:spPr bwMode="auto">
          <a:xfrm>
            <a:off x="3281363" y="4924425"/>
            <a:ext cx="4508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Imm</a:t>
            </a:r>
            <a:endParaRPr kumimoji="0" lang="en-US" altLang="zh-CN" sz="1400" b="0">
              <a:latin typeface="Comic Sans MS" panose="030F0702030302020204" pitchFamily="66" charset="0"/>
              <a:ea typeface="宋体" panose="02010600030101010101" pitchFamily="2" charset="-122"/>
            </a:endParaRPr>
          </a:p>
        </p:txBody>
      </p:sp>
      <p:sp>
        <p:nvSpPr>
          <p:cNvPr id="149568" name="Text Box 80">
            <a:extLst>
              <a:ext uri="{FF2B5EF4-FFF2-40B4-BE49-F238E27FC236}">
                <a16:creationId xmlns:a16="http://schemas.microsoft.com/office/drawing/2014/main" id="{6FC20A6B-351E-42D5-8A61-5DE54DF90BB8}"/>
              </a:ext>
            </a:extLst>
          </p:cNvPr>
          <p:cNvSpPr txBox="1">
            <a:spLocks noChangeArrowheads="1"/>
          </p:cNvSpPr>
          <p:nvPr/>
        </p:nvSpPr>
        <p:spPr bwMode="auto">
          <a:xfrm>
            <a:off x="3503613" y="4708525"/>
            <a:ext cx="3206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16</a:t>
            </a:r>
            <a:endParaRPr kumimoji="0" lang="en-US" altLang="zh-CN" sz="1400" b="0">
              <a:latin typeface="Comic Sans MS" panose="030F0702030302020204" pitchFamily="66" charset="0"/>
              <a:ea typeface="宋体" panose="02010600030101010101" pitchFamily="2" charset="-122"/>
            </a:endParaRPr>
          </a:p>
        </p:txBody>
      </p:sp>
      <p:sp>
        <p:nvSpPr>
          <p:cNvPr id="149569" name="Text Box 80">
            <a:extLst>
              <a:ext uri="{FF2B5EF4-FFF2-40B4-BE49-F238E27FC236}">
                <a16:creationId xmlns:a16="http://schemas.microsoft.com/office/drawing/2014/main" id="{C600F1DF-579B-4648-B3B8-F96CDE9B2154}"/>
              </a:ext>
            </a:extLst>
          </p:cNvPr>
          <p:cNvSpPr txBox="1">
            <a:spLocks noChangeArrowheads="1"/>
          </p:cNvSpPr>
          <p:nvPr/>
        </p:nvSpPr>
        <p:spPr bwMode="auto">
          <a:xfrm>
            <a:off x="4435475" y="4735513"/>
            <a:ext cx="3413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32</a:t>
            </a:r>
            <a:endParaRPr kumimoji="0" lang="en-US" altLang="zh-CN" sz="1400" b="0">
              <a:latin typeface="Comic Sans MS" panose="030F0702030302020204" pitchFamily="66" charset="0"/>
              <a:ea typeface="宋体" panose="02010600030101010101" pitchFamily="2" charset="-122"/>
            </a:endParaRPr>
          </a:p>
        </p:txBody>
      </p:sp>
      <p:sp>
        <p:nvSpPr>
          <p:cNvPr id="149570" name="Text Box 77">
            <a:extLst>
              <a:ext uri="{FF2B5EF4-FFF2-40B4-BE49-F238E27FC236}">
                <a16:creationId xmlns:a16="http://schemas.microsoft.com/office/drawing/2014/main" id="{FB63B763-A59C-40FD-80A9-1D510601E41B}"/>
              </a:ext>
            </a:extLst>
          </p:cNvPr>
          <p:cNvSpPr txBox="1">
            <a:spLocks noChangeArrowheads="1"/>
          </p:cNvSpPr>
          <p:nvPr/>
        </p:nvSpPr>
        <p:spPr bwMode="auto">
          <a:xfrm>
            <a:off x="3354388" y="4130675"/>
            <a:ext cx="4699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Data</a:t>
            </a:r>
            <a:endParaRPr kumimoji="0" lang="en-US" altLang="zh-CN" sz="1400" b="0">
              <a:latin typeface="Comic Sans MS" panose="030F0702030302020204" pitchFamily="66" charset="0"/>
              <a:ea typeface="宋体" panose="02010600030101010101" pitchFamily="2" charset="-122"/>
            </a:endParaRPr>
          </a:p>
        </p:txBody>
      </p:sp>
      <p:sp>
        <p:nvSpPr>
          <p:cNvPr id="149571" name="Text Box 77">
            <a:extLst>
              <a:ext uri="{FF2B5EF4-FFF2-40B4-BE49-F238E27FC236}">
                <a16:creationId xmlns:a16="http://schemas.microsoft.com/office/drawing/2014/main" id="{1A0B1F19-E4CB-4643-A199-9B04C2795CC9}"/>
              </a:ext>
            </a:extLst>
          </p:cNvPr>
          <p:cNvSpPr txBox="1">
            <a:spLocks noChangeArrowheads="1"/>
          </p:cNvSpPr>
          <p:nvPr/>
        </p:nvSpPr>
        <p:spPr bwMode="auto">
          <a:xfrm>
            <a:off x="6645275" y="4321175"/>
            <a:ext cx="4699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Data</a:t>
            </a:r>
            <a:endParaRPr kumimoji="0" lang="en-US" altLang="zh-CN" sz="1400" b="0">
              <a:latin typeface="Comic Sans MS" panose="030F0702030302020204" pitchFamily="66" charset="0"/>
              <a:ea typeface="宋体" panose="02010600030101010101" pitchFamily="2" charset="-122"/>
            </a:endParaRPr>
          </a:p>
        </p:txBody>
      </p:sp>
      <p:sp>
        <p:nvSpPr>
          <p:cNvPr id="149572" name="Text Box 77">
            <a:extLst>
              <a:ext uri="{FF2B5EF4-FFF2-40B4-BE49-F238E27FC236}">
                <a16:creationId xmlns:a16="http://schemas.microsoft.com/office/drawing/2014/main" id="{5666B6C0-3D9B-4A6F-A5ED-91FB1083E62F}"/>
              </a:ext>
            </a:extLst>
          </p:cNvPr>
          <p:cNvSpPr txBox="1">
            <a:spLocks noChangeArrowheads="1"/>
          </p:cNvSpPr>
          <p:nvPr/>
        </p:nvSpPr>
        <p:spPr bwMode="auto">
          <a:xfrm>
            <a:off x="6619875" y="3632200"/>
            <a:ext cx="5207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Addr</a:t>
            </a:r>
            <a:endParaRPr kumimoji="0" lang="en-US" altLang="zh-CN" sz="1400" b="0">
              <a:latin typeface="Comic Sans MS" panose="030F0702030302020204" pitchFamily="66" charset="0"/>
              <a:ea typeface="宋体" panose="02010600030101010101" pitchFamily="2" charset="-122"/>
            </a:endParaRPr>
          </a:p>
        </p:txBody>
      </p:sp>
      <p:cxnSp>
        <p:nvCxnSpPr>
          <p:cNvPr id="149573" name="直接连接符 2">
            <a:extLst>
              <a:ext uri="{FF2B5EF4-FFF2-40B4-BE49-F238E27FC236}">
                <a16:creationId xmlns:a16="http://schemas.microsoft.com/office/drawing/2014/main" id="{5E34A9C1-FBBF-4F17-BCD8-8019A8372481}"/>
              </a:ext>
            </a:extLst>
          </p:cNvPr>
          <p:cNvCxnSpPr>
            <a:cxnSpLocks noChangeShapeType="1"/>
          </p:cNvCxnSpPr>
          <p:nvPr/>
        </p:nvCxnSpPr>
        <p:spPr bwMode="auto">
          <a:xfrm>
            <a:off x="3276600" y="3206750"/>
            <a:ext cx="119063" cy="1397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49574" name="直接连接符 93">
            <a:extLst>
              <a:ext uri="{FF2B5EF4-FFF2-40B4-BE49-F238E27FC236}">
                <a16:creationId xmlns:a16="http://schemas.microsoft.com/office/drawing/2014/main" id="{2BB5AD41-241A-4850-A5C7-2652E7ABC89D}"/>
              </a:ext>
            </a:extLst>
          </p:cNvPr>
          <p:cNvCxnSpPr>
            <a:cxnSpLocks noChangeShapeType="1"/>
          </p:cNvCxnSpPr>
          <p:nvPr/>
        </p:nvCxnSpPr>
        <p:spPr bwMode="auto">
          <a:xfrm>
            <a:off x="3305175" y="3506788"/>
            <a:ext cx="119063" cy="1397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49575" name="直接连接符 94">
            <a:extLst>
              <a:ext uri="{FF2B5EF4-FFF2-40B4-BE49-F238E27FC236}">
                <a16:creationId xmlns:a16="http://schemas.microsoft.com/office/drawing/2014/main" id="{48660000-FF31-481B-B939-DB522989FE30}"/>
              </a:ext>
            </a:extLst>
          </p:cNvPr>
          <p:cNvCxnSpPr>
            <a:cxnSpLocks noChangeShapeType="1"/>
          </p:cNvCxnSpPr>
          <p:nvPr/>
        </p:nvCxnSpPr>
        <p:spPr bwMode="auto">
          <a:xfrm>
            <a:off x="3321050" y="4033838"/>
            <a:ext cx="117475" cy="1397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49576" name="直接连接符 95">
            <a:extLst>
              <a:ext uri="{FF2B5EF4-FFF2-40B4-BE49-F238E27FC236}">
                <a16:creationId xmlns:a16="http://schemas.microsoft.com/office/drawing/2014/main" id="{1717F64C-E228-4E13-B0FC-E78B53E7B109}"/>
              </a:ext>
            </a:extLst>
          </p:cNvPr>
          <p:cNvCxnSpPr>
            <a:cxnSpLocks noChangeShapeType="1"/>
          </p:cNvCxnSpPr>
          <p:nvPr/>
        </p:nvCxnSpPr>
        <p:spPr bwMode="auto">
          <a:xfrm>
            <a:off x="3522663" y="4878388"/>
            <a:ext cx="117475" cy="1397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49577" name="直接连接符 96">
            <a:extLst>
              <a:ext uri="{FF2B5EF4-FFF2-40B4-BE49-F238E27FC236}">
                <a16:creationId xmlns:a16="http://schemas.microsoft.com/office/drawing/2014/main" id="{B96921B9-4E29-4D56-BB1B-A8BAAB138BC9}"/>
              </a:ext>
            </a:extLst>
          </p:cNvPr>
          <p:cNvCxnSpPr>
            <a:cxnSpLocks noChangeShapeType="1"/>
          </p:cNvCxnSpPr>
          <p:nvPr/>
        </p:nvCxnSpPr>
        <p:spPr bwMode="auto">
          <a:xfrm>
            <a:off x="4467225" y="4878388"/>
            <a:ext cx="119063" cy="1397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sp>
        <p:nvSpPr>
          <p:cNvPr id="149578" name="Text Box 77">
            <a:extLst>
              <a:ext uri="{FF2B5EF4-FFF2-40B4-BE49-F238E27FC236}">
                <a16:creationId xmlns:a16="http://schemas.microsoft.com/office/drawing/2014/main" id="{D040FC35-C7D1-437F-B494-70137C14792E}"/>
              </a:ext>
            </a:extLst>
          </p:cNvPr>
          <p:cNvSpPr txBox="1">
            <a:spLocks noChangeArrowheads="1"/>
          </p:cNvSpPr>
          <p:nvPr/>
        </p:nvSpPr>
        <p:spPr bwMode="auto">
          <a:xfrm>
            <a:off x="4429125" y="3451225"/>
            <a:ext cx="5270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Data1</a:t>
            </a:r>
            <a:endParaRPr kumimoji="0" lang="en-US" altLang="zh-CN" sz="1400" b="0">
              <a:latin typeface="Comic Sans MS" panose="030F0702030302020204" pitchFamily="66" charset="0"/>
              <a:ea typeface="宋体" panose="02010600030101010101" pitchFamily="2" charset="-122"/>
            </a:endParaRPr>
          </a:p>
        </p:txBody>
      </p:sp>
      <p:sp>
        <p:nvSpPr>
          <p:cNvPr id="149579" name="Text Box 77">
            <a:extLst>
              <a:ext uri="{FF2B5EF4-FFF2-40B4-BE49-F238E27FC236}">
                <a16:creationId xmlns:a16="http://schemas.microsoft.com/office/drawing/2014/main" id="{34128A54-95F7-453A-8CFD-236ACB116051}"/>
              </a:ext>
            </a:extLst>
          </p:cNvPr>
          <p:cNvSpPr txBox="1">
            <a:spLocks noChangeArrowheads="1"/>
          </p:cNvSpPr>
          <p:nvPr/>
        </p:nvSpPr>
        <p:spPr bwMode="auto">
          <a:xfrm>
            <a:off x="4418013" y="3908425"/>
            <a:ext cx="5492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Data2</a:t>
            </a:r>
            <a:endParaRPr kumimoji="0" lang="en-US" altLang="zh-CN" sz="1400" b="0">
              <a:latin typeface="Comic Sans MS" panose="030F0702030302020204" pitchFamily="66" charset="0"/>
              <a:ea typeface="宋体" panose="02010600030101010101" pitchFamily="2" charset="-122"/>
            </a:endParaRPr>
          </a:p>
        </p:txBody>
      </p:sp>
      <p:sp>
        <p:nvSpPr>
          <p:cNvPr id="149580" name="Text Box 80">
            <a:extLst>
              <a:ext uri="{FF2B5EF4-FFF2-40B4-BE49-F238E27FC236}">
                <a16:creationId xmlns:a16="http://schemas.microsoft.com/office/drawing/2014/main" id="{F9E4685F-EA1A-47DA-B433-4E1B11EEC744}"/>
              </a:ext>
            </a:extLst>
          </p:cNvPr>
          <p:cNvSpPr txBox="1">
            <a:spLocks noChangeArrowheads="1"/>
          </p:cNvSpPr>
          <p:nvPr/>
        </p:nvSpPr>
        <p:spPr bwMode="auto">
          <a:xfrm>
            <a:off x="3235325" y="3062288"/>
            <a:ext cx="2635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5</a:t>
            </a:r>
            <a:endParaRPr kumimoji="0" lang="en-US" altLang="zh-CN" sz="1400" b="0">
              <a:latin typeface="Comic Sans MS" panose="030F0702030302020204" pitchFamily="66" charset="0"/>
              <a:ea typeface="宋体" panose="02010600030101010101" pitchFamily="2" charset="-122"/>
            </a:endParaRPr>
          </a:p>
        </p:txBody>
      </p:sp>
      <p:sp>
        <p:nvSpPr>
          <p:cNvPr id="149581" name="Text Box 80">
            <a:extLst>
              <a:ext uri="{FF2B5EF4-FFF2-40B4-BE49-F238E27FC236}">
                <a16:creationId xmlns:a16="http://schemas.microsoft.com/office/drawing/2014/main" id="{765AEAE3-A09B-46A5-84D6-7E492411E89C}"/>
              </a:ext>
            </a:extLst>
          </p:cNvPr>
          <p:cNvSpPr txBox="1">
            <a:spLocks noChangeArrowheads="1"/>
          </p:cNvSpPr>
          <p:nvPr/>
        </p:nvSpPr>
        <p:spPr bwMode="auto">
          <a:xfrm>
            <a:off x="3255963" y="3362325"/>
            <a:ext cx="2635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5</a:t>
            </a:r>
            <a:endParaRPr kumimoji="0" lang="en-US" altLang="zh-CN" sz="1400" b="0">
              <a:latin typeface="Comic Sans MS" panose="030F0702030302020204" pitchFamily="66" charset="0"/>
              <a:ea typeface="宋体" panose="02010600030101010101" pitchFamily="2" charset="-122"/>
            </a:endParaRPr>
          </a:p>
        </p:txBody>
      </p:sp>
      <p:sp>
        <p:nvSpPr>
          <p:cNvPr id="149582" name="Text Box 80">
            <a:extLst>
              <a:ext uri="{FF2B5EF4-FFF2-40B4-BE49-F238E27FC236}">
                <a16:creationId xmlns:a16="http://schemas.microsoft.com/office/drawing/2014/main" id="{AB274C54-86FE-42FC-9F6F-A378E4C17905}"/>
              </a:ext>
            </a:extLst>
          </p:cNvPr>
          <p:cNvSpPr txBox="1">
            <a:spLocks noChangeArrowheads="1"/>
          </p:cNvSpPr>
          <p:nvPr/>
        </p:nvSpPr>
        <p:spPr bwMode="auto">
          <a:xfrm>
            <a:off x="3279775" y="3889375"/>
            <a:ext cx="2619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000" b="0">
                <a:latin typeface="Comic Sans MS" panose="030F0702030302020204" pitchFamily="66" charset="0"/>
                <a:ea typeface="宋体" panose="02010600030101010101" pitchFamily="2" charset="-122"/>
              </a:rPr>
              <a:t>5</a:t>
            </a:r>
            <a:endParaRPr kumimoji="0" lang="en-US" altLang="zh-CN" sz="1400" b="0">
              <a:latin typeface="Comic Sans MS" panose="030F0702030302020204" pitchFamily="66" charset="0"/>
              <a:ea typeface="宋体" panose="02010600030101010101" pitchFamily="2" charset="-122"/>
            </a:endParaRPr>
          </a:p>
        </p:txBody>
      </p:sp>
      <p:sp>
        <p:nvSpPr>
          <p:cNvPr id="149583" name="Rectangle 19">
            <a:extLst>
              <a:ext uri="{FF2B5EF4-FFF2-40B4-BE49-F238E27FC236}">
                <a16:creationId xmlns:a16="http://schemas.microsoft.com/office/drawing/2014/main" id="{4237ECD2-3274-4F10-84D5-43DE8E73409D}"/>
              </a:ext>
            </a:extLst>
          </p:cNvPr>
          <p:cNvSpPr>
            <a:spLocks noChangeArrowheads="1"/>
          </p:cNvSpPr>
          <p:nvPr/>
        </p:nvSpPr>
        <p:spPr bwMode="auto">
          <a:xfrm>
            <a:off x="4922838" y="4643438"/>
            <a:ext cx="511175" cy="250825"/>
          </a:xfrm>
          <a:prstGeom prst="rect">
            <a:avLst/>
          </a:prstGeom>
          <a:solidFill>
            <a:schemeClr val="accent1"/>
          </a:solidFill>
          <a:ln w="28575">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ea typeface="宋体" panose="02010600030101010101" pitchFamily="2" charset="-122"/>
                <a:cs typeface="Times New Roman" panose="02020603050405020304" pitchFamily="18" charset="0"/>
              </a:rPr>
              <a:t>&lt;&lt;2</a:t>
            </a:r>
          </a:p>
        </p:txBody>
      </p:sp>
      <p:sp>
        <p:nvSpPr>
          <p:cNvPr id="149584" name="Line 55">
            <a:extLst>
              <a:ext uri="{FF2B5EF4-FFF2-40B4-BE49-F238E27FC236}">
                <a16:creationId xmlns:a16="http://schemas.microsoft.com/office/drawing/2014/main" id="{DA9E3F5F-F749-48BD-B7DF-2B3CE70D1561}"/>
              </a:ext>
            </a:extLst>
          </p:cNvPr>
          <p:cNvSpPr>
            <a:spLocks noChangeShapeType="1"/>
          </p:cNvSpPr>
          <p:nvPr/>
        </p:nvSpPr>
        <p:spPr bwMode="auto">
          <a:xfrm flipV="1">
            <a:off x="2227263" y="2744788"/>
            <a:ext cx="2598737" cy="222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85" name="Line 55">
            <a:extLst>
              <a:ext uri="{FF2B5EF4-FFF2-40B4-BE49-F238E27FC236}">
                <a16:creationId xmlns:a16="http://schemas.microsoft.com/office/drawing/2014/main" id="{7EDA03DB-4CF9-45E8-9C4C-83F0E8A3536E}"/>
              </a:ext>
            </a:extLst>
          </p:cNvPr>
          <p:cNvSpPr>
            <a:spLocks noChangeShapeType="1"/>
          </p:cNvSpPr>
          <p:nvPr/>
        </p:nvSpPr>
        <p:spPr bwMode="auto">
          <a:xfrm flipH="1">
            <a:off x="4827588" y="2741613"/>
            <a:ext cx="1587" cy="755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586" name="Line 45">
            <a:extLst>
              <a:ext uri="{FF2B5EF4-FFF2-40B4-BE49-F238E27FC236}">
                <a16:creationId xmlns:a16="http://schemas.microsoft.com/office/drawing/2014/main" id="{C640BC3B-0A89-4E83-8B35-A2B84C87FBF7}"/>
              </a:ext>
            </a:extLst>
          </p:cNvPr>
          <p:cNvSpPr>
            <a:spLocks noChangeShapeType="1"/>
          </p:cNvSpPr>
          <p:nvPr/>
        </p:nvSpPr>
        <p:spPr bwMode="auto">
          <a:xfrm>
            <a:off x="4826000" y="3497263"/>
            <a:ext cx="60801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spd="med">
    <p:pull dir="r"/>
  </p:transition>
</p:sld>
</file>

<file path=ppt/theme/theme1.xml><?xml version="1.0" encoding="utf-8"?>
<a:theme xmlns:a="http://schemas.openxmlformats.org/drawingml/2006/main" name="Title and Content">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itle Only">
  <a:themeElements>
    <a:clrScheme name="">
      <a:dk1>
        <a:srgbClr val="000000"/>
      </a:dk1>
      <a:lt1>
        <a:srgbClr val="FFFFFF"/>
      </a:lt1>
      <a:dk2>
        <a:srgbClr val="000000"/>
      </a:dk2>
      <a:lt2>
        <a:srgbClr val="80808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Only">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微机接口-单色">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4709</TotalTime>
  <Pages>0</Pages>
  <Words>7345</Words>
  <Characters>0</Characters>
  <Application>Microsoft Office PowerPoint</Application>
  <PresentationFormat>全屏显示(4:3)</PresentationFormat>
  <Lines>0</Lines>
  <Paragraphs>1480</Paragraphs>
  <Slides>99</Slides>
  <Notes>25</Notes>
  <HiddenSlides>1</HiddenSlides>
  <MMClips>0</MMClips>
  <ScaleCrop>false</ScaleCrop>
  <HeadingPairs>
    <vt:vector size="6" baseType="variant">
      <vt:variant>
        <vt:lpstr>已用的字体</vt:lpstr>
      </vt:variant>
      <vt:variant>
        <vt:i4>22</vt:i4>
      </vt:variant>
      <vt:variant>
        <vt:lpstr>主题</vt:lpstr>
      </vt:variant>
      <vt:variant>
        <vt:i4>3</vt:i4>
      </vt:variant>
      <vt:variant>
        <vt:lpstr>幻灯片标题</vt:lpstr>
      </vt:variant>
      <vt:variant>
        <vt:i4>99</vt:i4>
      </vt:variant>
    </vt:vector>
  </HeadingPairs>
  <TitlesOfParts>
    <vt:vector size="124" baseType="lpstr">
      <vt:lpstr>Courier</vt:lpstr>
      <vt:lpstr>Gill Sans</vt:lpstr>
      <vt:lpstr>ＭＳ Ｐゴシック</vt:lpstr>
      <vt:lpstr>Rotis Sans Serif for Nokia</vt:lpstr>
      <vt:lpstr>ヒラギノ角ゴ ProN W3</vt:lpstr>
      <vt:lpstr>ヒラギノ角ゴ ProN W6</vt:lpstr>
      <vt:lpstr>方正准圆简体</vt:lpstr>
      <vt:lpstr>黑体</vt:lpstr>
      <vt:lpstr>楷体</vt:lpstr>
      <vt:lpstr>楷体_GB2312</vt:lpstr>
      <vt:lpstr>宋体</vt:lpstr>
      <vt:lpstr>Arial</vt:lpstr>
      <vt:lpstr>Calibri</vt:lpstr>
      <vt:lpstr>Calibri Bold</vt:lpstr>
      <vt:lpstr>Comic Sans MS</vt:lpstr>
      <vt:lpstr>Courier New</vt:lpstr>
      <vt:lpstr>Helvetica</vt:lpstr>
      <vt:lpstr>Symbol</vt:lpstr>
      <vt:lpstr>Tahoma</vt:lpstr>
      <vt:lpstr>Times New Roman</vt:lpstr>
      <vt:lpstr>Wingdings</vt:lpstr>
      <vt:lpstr>Wingdings 2</vt:lpstr>
      <vt:lpstr>Title and Content</vt:lpstr>
      <vt:lpstr>Title Only</vt:lpstr>
      <vt:lpstr>微机接口-单色</vt:lpstr>
      <vt:lpstr>第5章 中央处理器2</vt:lpstr>
      <vt:lpstr>5.4.2  微程序设计技术</vt:lpstr>
      <vt:lpstr>1. 微命令编码</vt:lpstr>
      <vt:lpstr>直接表示法</vt:lpstr>
      <vt:lpstr>编码表示法（1）</vt:lpstr>
      <vt:lpstr>编码表示法（2）</vt:lpstr>
      <vt:lpstr>混合表示法</vt:lpstr>
      <vt:lpstr>2. 微地址的形成方法</vt:lpstr>
      <vt:lpstr>计数器方式</vt:lpstr>
      <vt:lpstr>多路转移方式</vt:lpstr>
      <vt:lpstr>例2</vt:lpstr>
      <vt:lpstr>例3解（1）</vt:lpstr>
      <vt:lpstr>例3解（2）</vt:lpstr>
      <vt:lpstr>3. 微指令格式</vt:lpstr>
      <vt:lpstr>水平型微指令</vt:lpstr>
      <vt:lpstr>垂直型微指令</vt:lpstr>
      <vt:lpstr>垂直型微指令举例（1）</vt:lpstr>
      <vt:lpstr>垂直型微指令举例（2）</vt:lpstr>
      <vt:lpstr>垂直型微指令举例（3）</vt:lpstr>
      <vt:lpstr>垂直型微指令举例（4）</vt:lpstr>
      <vt:lpstr>水平型与垂直型微指令比较</vt:lpstr>
      <vt:lpstr>例</vt:lpstr>
      <vt:lpstr>例</vt:lpstr>
      <vt:lpstr>例</vt:lpstr>
      <vt:lpstr>5.5  硬连线控制器</vt:lpstr>
      <vt:lpstr>基本概念</vt:lpstr>
      <vt:lpstr>回顾  微程序控制器原理框图</vt:lpstr>
      <vt:lpstr>硬连线控制器原理框图</vt:lpstr>
      <vt:lpstr>PowerPoint 演示文稿</vt:lpstr>
      <vt:lpstr>指令执行流程</vt:lpstr>
      <vt:lpstr>PowerPoint 演示文稿</vt:lpstr>
      <vt:lpstr>微操作控制信号的产生</vt:lpstr>
      <vt:lpstr>例3（1）</vt:lpstr>
      <vt:lpstr>例3（2）</vt:lpstr>
      <vt:lpstr>例3（3）  CPU模型</vt:lpstr>
      <vt:lpstr>设计举例</vt:lpstr>
      <vt:lpstr>CPU模型</vt:lpstr>
      <vt:lpstr>PowerPoint 演示文稿</vt:lpstr>
      <vt:lpstr>PowerPoint 演示文稿</vt:lpstr>
      <vt:lpstr>设计举例</vt:lpstr>
      <vt:lpstr>设计举例</vt:lpstr>
      <vt:lpstr>例</vt:lpstr>
      <vt:lpstr>5.6  流水CPU</vt:lpstr>
      <vt:lpstr>并行处理技术</vt:lpstr>
      <vt:lpstr>并行处理技术的三种形式</vt:lpstr>
      <vt:lpstr>流水CPU的结构</vt:lpstr>
      <vt:lpstr>流水计算机系统组成原理示意图</vt:lpstr>
      <vt:lpstr>指令处理的分解</vt:lpstr>
      <vt:lpstr>4级指令流水线</vt:lpstr>
      <vt:lpstr>流水硬件基本结构</vt:lpstr>
      <vt:lpstr>非流水线时空图</vt:lpstr>
      <vt:lpstr>标量流水线时空图</vt:lpstr>
      <vt:lpstr>线性流水线的三个阶段</vt:lpstr>
      <vt:lpstr>流水技术原理</vt:lpstr>
      <vt:lpstr>超标量流水线时空图</vt:lpstr>
      <vt:lpstr>流水线分类</vt:lpstr>
      <vt:lpstr>流水线的性能指标（1）</vt:lpstr>
      <vt:lpstr>流水线的性能指标（2）</vt:lpstr>
      <vt:lpstr>流水线的特点</vt:lpstr>
      <vt:lpstr>流水线冒险</vt:lpstr>
      <vt:lpstr>资源相关实例</vt:lpstr>
      <vt:lpstr>数据相关实例</vt:lpstr>
      <vt:lpstr>数据转发</vt:lpstr>
      <vt:lpstr>数据转发的实现</vt:lpstr>
      <vt:lpstr>控制相关（1）</vt:lpstr>
      <vt:lpstr>控制相关（2）</vt:lpstr>
      <vt:lpstr>控制相关（3）</vt:lpstr>
      <vt:lpstr>分支延迟时间槽的指令重排</vt:lpstr>
      <vt:lpstr>动态分支预测</vt:lpstr>
      <vt:lpstr>例4</vt:lpstr>
      <vt:lpstr>例4解</vt:lpstr>
      <vt:lpstr>例</vt:lpstr>
      <vt:lpstr>浮点加减运算操作流程</vt:lpstr>
      <vt:lpstr>3段流水线浮点加法器（0操作数检查除外）</vt:lpstr>
      <vt:lpstr>例32</vt:lpstr>
      <vt:lpstr>例32</vt:lpstr>
      <vt:lpstr>实例          MIPS指令格式</vt:lpstr>
      <vt:lpstr>实例          MIPS数据通路图</vt:lpstr>
      <vt:lpstr>流水线MIPS数据通路图</vt:lpstr>
      <vt:lpstr>流水线数据通路图</vt:lpstr>
      <vt:lpstr>流水线数据通路图</vt:lpstr>
      <vt:lpstr>流水线数据通路图</vt:lpstr>
      <vt:lpstr>流水线数据通路图</vt:lpstr>
      <vt:lpstr>流水线数据通路图</vt:lpstr>
      <vt:lpstr>5.7 RISC CPU</vt:lpstr>
      <vt:lpstr>RISC处理器特点</vt:lpstr>
      <vt:lpstr>RISC处理器特点（1）</vt:lpstr>
      <vt:lpstr>RISC处理器特点（2）</vt:lpstr>
      <vt:lpstr>MC88110 CPU</vt:lpstr>
      <vt:lpstr>MC88110 CPU结构框图</vt:lpstr>
      <vt:lpstr>MC88110的指令流水线</vt:lpstr>
      <vt:lpstr>MC88110的指令流水线</vt:lpstr>
      <vt:lpstr>指令动态调度策略（1）</vt:lpstr>
      <vt:lpstr>指令动态调度策略示例</vt:lpstr>
      <vt:lpstr>指令动态调度策略（2）</vt:lpstr>
      <vt:lpstr>指令动态调度策略（3）</vt:lpstr>
      <vt:lpstr>例5</vt:lpstr>
      <vt:lpstr>知识拓展              芯片制造过程</vt:lpstr>
      <vt:lpstr>MIPS 数据通路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 1st Lecture, Jan. 12th</dc:title>
  <dc:creator>Markus Pueschel</dc:creator>
  <cp:lastModifiedBy>frank zh</cp:lastModifiedBy>
  <cp:revision>194</cp:revision>
  <cp:lastPrinted>2019-09-24T06:12:13Z</cp:lastPrinted>
  <dcterms:created xsi:type="dcterms:W3CDTF">2012-09-06T15:16:51Z</dcterms:created>
  <dcterms:modified xsi:type="dcterms:W3CDTF">2021-02-19T10:46:47Z</dcterms:modified>
</cp:coreProperties>
</file>