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1" r:id="rId2"/>
    <p:sldMasterId id="2147483699" r:id="rId3"/>
  </p:sldMasterIdLst>
  <p:notesMasterIdLst>
    <p:notesMasterId r:id="rId100"/>
  </p:notesMasterIdLst>
  <p:handoutMasterIdLst>
    <p:handoutMasterId r:id="rId101"/>
  </p:handoutMasterIdLst>
  <p:sldIdLst>
    <p:sldId id="495" r:id="rId4"/>
    <p:sldId id="497" r:id="rId5"/>
    <p:sldId id="459" r:id="rId6"/>
    <p:sldId id="606" r:id="rId7"/>
    <p:sldId id="473" r:id="rId8"/>
    <p:sldId id="475" r:id="rId9"/>
    <p:sldId id="478" r:id="rId10"/>
    <p:sldId id="479" r:id="rId11"/>
    <p:sldId id="480" r:id="rId12"/>
    <p:sldId id="481" r:id="rId13"/>
    <p:sldId id="482" r:id="rId14"/>
    <p:sldId id="484" r:id="rId15"/>
    <p:sldId id="485" r:id="rId16"/>
    <p:sldId id="486" r:id="rId17"/>
    <p:sldId id="487" r:id="rId18"/>
    <p:sldId id="488" r:id="rId19"/>
    <p:sldId id="489" r:id="rId20"/>
    <p:sldId id="491" r:id="rId21"/>
    <p:sldId id="492" r:id="rId22"/>
    <p:sldId id="607" r:id="rId23"/>
    <p:sldId id="549" r:id="rId24"/>
    <p:sldId id="550" r:id="rId25"/>
    <p:sldId id="614" r:id="rId26"/>
    <p:sldId id="610" r:id="rId27"/>
    <p:sldId id="623" r:id="rId28"/>
    <p:sldId id="626" r:id="rId29"/>
    <p:sldId id="624" r:id="rId30"/>
    <p:sldId id="625" r:id="rId31"/>
    <p:sldId id="629" r:id="rId32"/>
    <p:sldId id="598" r:id="rId33"/>
    <p:sldId id="599" r:id="rId34"/>
    <p:sldId id="600" r:id="rId35"/>
    <p:sldId id="628" r:id="rId36"/>
    <p:sldId id="630" r:id="rId37"/>
    <p:sldId id="496" r:id="rId38"/>
    <p:sldId id="601" r:id="rId39"/>
    <p:sldId id="603" r:id="rId40"/>
    <p:sldId id="611" r:id="rId41"/>
    <p:sldId id="631" r:id="rId42"/>
    <p:sldId id="510" r:id="rId43"/>
    <p:sldId id="511" r:id="rId44"/>
    <p:sldId id="515" r:id="rId45"/>
    <p:sldId id="505" r:id="rId46"/>
    <p:sldId id="518" r:id="rId47"/>
    <p:sldId id="519" r:id="rId48"/>
    <p:sldId id="517" r:id="rId49"/>
    <p:sldId id="520" r:id="rId50"/>
    <p:sldId id="627" r:id="rId51"/>
    <p:sldId id="513" r:id="rId52"/>
    <p:sldId id="608" r:id="rId53"/>
    <p:sldId id="609" r:id="rId54"/>
    <p:sldId id="632" r:id="rId55"/>
    <p:sldId id="508" r:id="rId56"/>
    <p:sldId id="523" r:id="rId57"/>
    <p:sldId id="613" r:id="rId58"/>
    <p:sldId id="522" r:id="rId59"/>
    <p:sldId id="633" r:id="rId60"/>
    <p:sldId id="612" r:id="rId61"/>
    <p:sldId id="637" r:id="rId62"/>
    <p:sldId id="638" r:id="rId63"/>
    <p:sldId id="416" r:id="rId64"/>
    <p:sldId id="597" r:id="rId65"/>
    <p:sldId id="525" r:id="rId66"/>
    <p:sldId id="527" r:id="rId67"/>
    <p:sldId id="528" r:id="rId68"/>
    <p:sldId id="615" r:id="rId69"/>
    <p:sldId id="634" r:id="rId70"/>
    <p:sldId id="635" r:id="rId71"/>
    <p:sldId id="636" r:id="rId72"/>
    <p:sldId id="639" r:id="rId73"/>
    <p:sldId id="530" r:id="rId74"/>
    <p:sldId id="594" r:id="rId75"/>
    <p:sldId id="595" r:id="rId76"/>
    <p:sldId id="531" r:id="rId77"/>
    <p:sldId id="532" r:id="rId78"/>
    <p:sldId id="533" r:id="rId79"/>
    <p:sldId id="586" r:id="rId80"/>
    <p:sldId id="596" r:id="rId81"/>
    <p:sldId id="535" r:id="rId82"/>
    <p:sldId id="536" r:id="rId83"/>
    <p:sldId id="562" r:id="rId84"/>
    <p:sldId id="563" r:id="rId85"/>
    <p:sldId id="541" r:id="rId86"/>
    <p:sldId id="543" r:id="rId87"/>
    <p:sldId id="544" r:id="rId88"/>
    <p:sldId id="548" r:id="rId89"/>
    <p:sldId id="547" r:id="rId90"/>
    <p:sldId id="552" r:id="rId91"/>
    <p:sldId id="571" r:id="rId92"/>
    <p:sldId id="572" r:id="rId93"/>
    <p:sldId id="554" r:id="rId94"/>
    <p:sldId id="555" r:id="rId95"/>
    <p:sldId id="616" r:id="rId96"/>
    <p:sldId id="617" r:id="rId97"/>
    <p:sldId id="618" r:id="rId98"/>
    <p:sldId id="619" r:id="rId99"/>
  </p:sldIdLst>
  <p:sldSz cx="9144000" cy="6858000" type="screen4x3"/>
  <p:notesSz cx="7104063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48">
          <p15:clr>
            <a:srgbClr val="A4A3A4"/>
          </p15:clr>
        </p15:guide>
        <p15:guide id="2" pos="2784">
          <p15:clr>
            <a:srgbClr val="A4A3A4"/>
          </p15:clr>
        </p15:guide>
        <p15:guide id="3" pos="41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00CCFF"/>
    <a:srgbClr val="3333FF"/>
    <a:srgbClr val="000066"/>
    <a:srgbClr val="3333CC"/>
    <a:srgbClr val="0033CC"/>
    <a:srgbClr val="3366FF"/>
    <a:srgbClr val="003399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35" autoAdjust="0"/>
    <p:restoredTop sz="95179" autoAdjust="0"/>
  </p:normalViewPr>
  <p:slideViewPr>
    <p:cSldViewPr>
      <p:cViewPr varScale="1">
        <p:scale>
          <a:sx n="91" d="100"/>
          <a:sy n="91" d="100"/>
        </p:scale>
        <p:origin x="1872" y="176"/>
      </p:cViewPr>
      <p:guideLst>
        <p:guide orient="horz" pos="3648"/>
        <p:guide pos="2784"/>
        <p:guide pos="41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148" d="100"/>
          <a:sy n="148" d="100"/>
        </p:scale>
        <p:origin x="-1925" y="-77"/>
      </p:cViewPr>
      <p:guideLst>
        <p:guide orient="horz" pos="3224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01" Type="http://schemas.openxmlformats.org/officeDocument/2006/relationships/handoutMaster" Target="handoutMasters/handout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Relationship Id="rId10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100" Type="http://schemas.openxmlformats.org/officeDocument/2006/relationships/notesMaster" Target="notesMasters/notesMaster1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 frank" userId="f416cd28ba4d9309" providerId="LiveId" clId="{59E8307A-27EE-4FE7-94EA-B8C6F5B80312}"/>
    <pc:docChg chg="undo redo custSel addSld delSld modSld">
      <pc:chgData name="zh frank" userId="f416cd28ba4d9309" providerId="LiveId" clId="{59E8307A-27EE-4FE7-94EA-B8C6F5B80312}" dt="2020-02-11T01:51:01.774" v="676" actId="2711"/>
      <pc:docMkLst>
        <pc:docMk/>
      </pc:docMkLst>
      <pc:sldChg chg="del">
        <pc:chgData name="zh frank" userId="f416cd28ba4d9309" providerId="LiveId" clId="{59E8307A-27EE-4FE7-94EA-B8C6F5B80312}" dt="2020-02-11T01:18:30.592" v="439" actId="2696"/>
        <pc:sldMkLst>
          <pc:docMk/>
          <pc:sldMk cId="0" sldId="414"/>
        </pc:sldMkLst>
      </pc:sldChg>
      <pc:sldChg chg="modSp del">
        <pc:chgData name="zh frank" userId="f416cd28ba4d9309" providerId="LiveId" clId="{59E8307A-27EE-4FE7-94EA-B8C6F5B80312}" dt="2020-02-11T01:17:03.720" v="430" actId="2696"/>
        <pc:sldMkLst>
          <pc:docMk/>
          <pc:sldMk cId="0" sldId="415"/>
        </pc:sldMkLst>
        <pc:spChg chg="mod">
          <ac:chgData name="zh frank" userId="f416cd28ba4d9309" providerId="LiveId" clId="{59E8307A-27EE-4FE7-94EA-B8C6F5B80312}" dt="2020-02-11T01:15:22.442" v="424" actId="1076"/>
          <ac:spMkLst>
            <pc:docMk/>
            <pc:sldMk cId="0" sldId="415"/>
            <ac:spMk id="88067" creationId="{D7309490-BC0F-4DD3-93C3-8309D9562F3E}"/>
          </ac:spMkLst>
        </pc:spChg>
      </pc:sldChg>
      <pc:sldChg chg="modSp">
        <pc:chgData name="zh frank" userId="f416cd28ba4d9309" providerId="LiveId" clId="{59E8307A-27EE-4FE7-94EA-B8C6F5B80312}" dt="2020-02-11T01:19:55.104" v="449" actId="1076"/>
        <pc:sldMkLst>
          <pc:docMk/>
          <pc:sldMk cId="0" sldId="416"/>
        </pc:sldMkLst>
        <pc:spChg chg="mod">
          <ac:chgData name="zh frank" userId="f416cd28ba4d9309" providerId="LiveId" clId="{59E8307A-27EE-4FE7-94EA-B8C6F5B80312}" dt="2020-02-11T01:19:55.104" v="449" actId="1076"/>
          <ac:spMkLst>
            <pc:docMk/>
            <pc:sldMk cId="0" sldId="416"/>
            <ac:spMk id="7" creationId="{5C635F6C-A622-46D3-ADB3-1CA3A801F1D9}"/>
          </ac:spMkLst>
        </pc:spChg>
        <pc:spChg chg="mod">
          <ac:chgData name="zh frank" userId="f416cd28ba4d9309" providerId="LiveId" clId="{59E8307A-27EE-4FE7-94EA-B8C6F5B80312}" dt="2020-02-11T01:19:06.012" v="442" actId="255"/>
          <ac:spMkLst>
            <pc:docMk/>
            <pc:sldMk cId="0" sldId="416"/>
            <ac:spMk id="91139" creationId="{88EE7A8C-94D0-4BF7-BAD3-F8060CAC9DE9}"/>
          </ac:spMkLst>
        </pc:spChg>
      </pc:sldChg>
      <pc:sldChg chg="modSp">
        <pc:chgData name="zh frank" userId="f416cd28ba4d9309" providerId="LiveId" clId="{59E8307A-27EE-4FE7-94EA-B8C6F5B80312}" dt="2020-02-11T00:38:13.927" v="3" actId="1076"/>
        <pc:sldMkLst>
          <pc:docMk/>
          <pc:sldMk cId="0" sldId="459"/>
        </pc:sldMkLst>
        <pc:spChg chg="mod">
          <ac:chgData name="zh frank" userId="f416cd28ba4d9309" providerId="LiveId" clId="{59E8307A-27EE-4FE7-94EA-B8C6F5B80312}" dt="2020-02-11T00:38:13.927" v="3" actId="1076"/>
          <ac:spMkLst>
            <pc:docMk/>
            <pc:sldMk cId="0" sldId="459"/>
            <ac:spMk id="11267" creationId="{055AC3DA-B4E5-4E4D-818E-9F3C650FC6EE}"/>
          </ac:spMkLst>
        </pc:spChg>
        <pc:spChg chg="mod">
          <ac:chgData name="zh frank" userId="f416cd28ba4d9309" providerId="LiveId" clId="{59E8307A-27EE-4FE7-94EA-B8C6F5B80312}" dt="2020-02-11T00:37:50.068" v="0" actId="1076"/>
          <ac:spMkLst>
            <pc:docMk/>
            <pc:sldMk cId="0" sldId="459"/>
            <ac:spMk id="602114" creationId="{536AE815-7EB8-499D-9193-F5FFC38A1645}"/>
          </ac:spMkLst>
        </pc:spChg>
        <pc:grpChg chg="mod">
          <ac:chgData name="zh frank" userId="f416cd28ba4d9309" providerId="LiveId" clId="{59E8307A-27EE-4FE7-94EA-B8C6F5B80312}" dt="2020-02-11T00:38:06.833" v="2" actId="1076"/>
          <ac:grpSpMkLst>
            <pc:docMk/>
            <pc:sldMk cId="0" sldId="459"/>
            <ac:grpSpMk id="11269" creationId="{8A9B7E20-2EE5-436F-ADEE-196D822FC3D4}"/>
          </ac:grpSpMkLst>
        </pc:grpChg>
      </pc:sldChg>
      <pc:sldChg chg="addSp delSp modSp">
        <pc:chgData name="zh frank" userId="f416cd28ba4d9309" providerId="LiveId" clId="{59E8307A-27EE-4FE7-94EA-B8C6F5B80312}" dt="2020-02-11T00:42:00.873" v="23" actId="1076"/>
        <pc:sldMkLst>
          <pc:docMk/>
          <pc:sldMk cId="0" sldId="475"/>
        </pc:sldMkLst>
        <pc:spChg chg="mod">
          <ac:chgData name="zh frank" userId="f416cd28ba4d9309" providerId="LiveId" clId="{59E8307A-27EE-4FE7-94EA-B8C6F5B80312}" dt="2020-02-11T00:41:49.904" v="21" actId="1076"/>
          <ac:spMkLst>
            <pc:docMk/>
            <pc:sldMk cId="0" sldId="475"/>
            <ac:spMk id="15363" creationId="{F34163D5-0246-4947-BEA2-B9A9BB5C8F7A}"/>
          </ac:spMkLst>
        </pc:spChg>
        <pc:spChg chg="mod">
          <ac:chgData name="zh frank" userId="f416cd28ba4d9309" providerId="LiveId" clId="{59E8307A-27EE-4FE7-94EA-B8C6F5B80312}" dt="2020-02-11T00:40:52.219" v="13" actId="14100"/>
          <ac:spMkLst>
            <pc:docMk/>
            <pc:sldMk cId="0" sldId="475"/>
            <ac:spMk id="15369" creationId="{AB7BBEAF-A47D-4FED-8B09-1146C0541D95}"/>
          </ac:spMkLst>
        </pc:spChg>
        <pc:spChg chg="mod">
          <ac:chgData name="zh frank" userId="f416cd28ba4d9309" providerId="LiveId" clId="{59E8307A-27EE-4FE7-94EA-B8C6F5B80312}" dt="2020-02-11T00:41:03.234" v="15" actId="1076"/>
          <ac:spMkLst>
            <pc:docMk/>
            <pc:sldMk cId="0" sldId="475"/>
            <ac:spMk id="15370" creationId="{5AAC690A-685F-4EFB-8855-19C93A5A55EF}"/>
          </ac:spMkLst>
        </pc:spChg>
        <pc:grpChg chg="add mod">
          <ac:chgData name="zh frank" userId="f416cd28ba4d9309" providerId="LiveId" clId="{59E8307A-27EE-4FE7-94EA-B8C6F5B80312}" dt="2020-02-11T00:41:55.545" v="22" actId="1076"/>
          <ac:grpSpMkLst>
            <pc:docMk/>
            <pc:sldMk cId="0" sldId="475"/>
            <ac:grpSpMk id="10" creationId="{3C60CBDC-4C94-4E18-A3C7-06503BD7232A}"/>
          </ac:grpSpMkLst>
        </pc:grpChg>
        <pc:grpChg chg="mod">
          <ac:chgData name="zh frank" userId="f416cd28ba4d9309" providerId="LiveId" clId="{59E8307A-27EE-4FE7-94EA-B8C6F5B80312}" dt="2020-02-11T00:42:00.873" v="23" actId="1076"/>
          <ac:grpSpMkLst>
            <pc:docMk/>
            <pc:sldMk cId="0" sldId="475"/>
            <ac:grpSpMk id="15365" creationId="{A2D43016-696D-45D1-B3ED-00BA039DF27F}"/>
          </ac:grpSpMkLst>
        </pc:grpChg>
        <pc:grpChg chg="del">
          <ac:chgData name="zh frank" userId="f416cd28ba4d9309" providerId="LiveId" clId="{59E8307A-27EE-4FE7-94EA-B8C6F5B80312}" dt="2020-02-11T00:41:27.921" v="18" actId="478"/>
          <ac:grpSpMkLst>
            <pc:docMk/>
            <pc:sldMk cId="0" sldId="475"/>
            <ac:grpSpMk id="15366" creationId="{01957E39-D481-422E-B227-9052094DF5EE}"/>
          </ac:grpSpMkLst>
        </pc:grpChg>
      </pc:sldChg>
      <pc:sldChg chg="modSp">
        <pc:chgData name="zh frank" userId="f416cd28ba4d9309" providerId="LiveId" clId="{59E8307A-27EE-4FE7-94EA-B8C6F5B80312}" dt="2020-02-11T00:42:23.153" v="26"/>
        <pc:sldMkLst>
          <pc:docMk/>
          <pc:sldMk cId="0" sldId="478"/>
        </pc:sldMkLst>
        <pc:spChg chg="mod">
          <ac:chgData name="zh frank" userId="f416cd28ba4d9309" providerId="LiveId" clId="{59E8307A-27EE-4FE7-94EA-B8C6F5B80312}" dt="2020-02-11T00:42:23.153" v="26"/>
          <ac:spMkLst>
            <pc:docMk/>
            <pc:sldMk cId="0" sldId="478"/>
            <ac:spMk id="634883" creationId="{1A4A64E1-02C5-49BE-8E1B-3BC86C560D97}"/>
          </ac:spMkLst>
        </pc:spChg>
      </pc:sldChg>
      <pc:sldChg chg="modSp">
        <pc:chgData name="zh frank" userId="f416cd28ba4d9309" providerId="LiveId" clId="{59E8307A-27EE-4FE7-94EA-B8C6F5B80312}" dt="2020-02-11T00:44:35.305" v="37" actId="2711"/>
        <pc:sldMkLst>
          <pc:docMk/>
          <pc:sldMk cId="0" sldId="479"/>
        </pc:sldMkLst>
        <pc:spChg chg="mod">
          <ac:chgData name="zh frank" userId="f416cd28ba4d9309" providerId="LiveId" clId="{59E8307A-27EE-4FE7-94EA-B8C6F5B80312}" dt="2020-02-11T00:44:35.305" v="37" actId="2711"/>
          <ac:spMkLst>
            <pc:docMk/>
            <pc:sldMk cId="0" sldId="479"/>
            <ac:spMk id="17420" creationId="{FB9E0E81-2AB6-49E5-9028-04D15CA5D7A3}"/>
          </ac:spMkLst>
        </pc:spChg>
        <pc:spChg chg="mod">
          <ac:chgData name="zh frank" userId="f416cd28ba4d9309" providerId="LiveId" clId="{59E8307A-27EE-4FE7-94EA-B8C6F5B80312}" dt="2020-02-11T00:44:15.743" v="36" actId="2711"/>
          <ac:spMkLst>
            <pc:docMk/>
            <pc:sldMk cId="0" sldId="479"/>
            <ac:spMk id="17421" creationId="{918FB7DF-5FB6-4C04-BB1B-4255F1D9E902}"/>
          </ac:spMkLst>
        </pc:spChg>
        <pc:spChg chg="mod">
          <ac:chgData name="zh frank" userId="f416cd28ba4d9309" providerId="LiveId" clId="{59E8307A-27EE-4FE7-94EA-B8C6F5B80312}" dt="2020-02-11T00:42:35.059" v="27" actId="1076"/>
          <ac:spMkLst>
            <pc:docMk/>
            <pc:sldMk cId="0" sldId="479"/>
            <ac:spMk id="635906" creationId="{B83600E0-C4F1-4D42-9F30-E7734CB45B9A}"/>
          </ac:spMkLst>
        </pc:spChg>
      </pc:sldChg>
      <pc:sldChg chg="addSp delSp modSp">
        <pc:chgData name="zh frank" userId="f416cd28ba4d9309" providerId="LiveId" clId="{59E8307A-27EE-4FE7-94EA-B8C6F5B80312}" dt="2020-02-11T00:45:01.648" v="41" actId="1076"/>
        <pc:sldMkLst>
          <pc:docMk/>
          <pc:sldMk cId="0" sldId="480"/>
        </pc:sldMkLst>
        <pc:spChg chg="mod">
          <ac:chgData name="zh frank" userId="f416cd28ba4d9309" providerId="LiveId" clId="{59E8307A-27EE-4FE7-94EA-B8C6F5B80312}" dt="2020-02-11T00:44:51.149" v="38" actId="1076"/>
          <ac:spMkLst>
            <pc:docMk/>
            <pc:sldMk cId="0" sldId="480"/>
            <ac:spMk id="636930" creationId="{A8B75DAE-3906-4406-85C9-5476DAB36AC1}"/>
          </ac:spMkLst>
        </pc:spChg>
        <pc:grpChg chg="add mod">
          <ac:chgData name="zh frank" userId="f416cd28ba4d9309" providerId="LiveId" clId="{59E8307A-27EE-4FE7-94EA-B8C6F5B80312}" dt="2020-02-11T00:45:01.648" v="41" actId="1076"/>
          <ac:grpSpMkLst>
            <pc:docMk/>
            <pc:sldMk cId="0" sldId="480"/>
            <ac:grpSpMk id="14" creationId="{2103C560-429D-4BD6-8CBC-35882857FFC9}"/>
          </ac:grpSpMkLst>
        </pc:grpChg>
        <pc:grpChg chg="del">
          <ac:chgData name="zh frank" userId="f416cd28ba4d9309" providerId="LiveId" clId="{59E8307A-27EE-4FE7-94EA-B8C6F5B80312}" dt="2020-02-11T00:44:54.164" v="39" actId="478"/>
          <ac:grpSpMkLst>
            <pc:docMk/>
            <pc:sldMk cId="0" sldId="480"/>
            <ac:grpSpMk id="18444" creationId="{FDF0F49E-C21F-46DC-AD7C-B8118F0F253D}"/>
          </ac:grpSpMkLst>
        </pc:grpChg>
      </pc:sldChg>
      <pc:sldChg chg="modSp">
        <pc:chgData name="zh frank" userId="f416cd28ba4d9309" providerId="LiveId" clId="{59E8307A-27EE-4FE7-94EA-B8C6F5B80312}" dt="2020-02-11T00:45:11.336" v="42" actId="1076"/>
        <pc:sldMkLst>
          <pc:docMk/>
          <pc:sldMk cId="0" sldId="481"/>
        </pc:sldMkLst>
        <pc:spChg chg="mod">
          <ac:chgData name="zh frank" userId="f416cd28ba4d9309" providerId="LiveId" clId="{59E8307A-27EE-4FE7-94EA-B8C6F5B80312}" dt="2020-02-11T00:45:11.336" v="42" actId="1076"/>
          <ac:spMkLst>
            <pc:docMk/>
            <pc:sldMk cId="0" sldId="481"/>
            <ac:spMk id="637954" creationId="{EED9BA6C-E339-4130-8E04-A19CC6E374EC}"/>
          </ac:spMkLst>
        </pc:spChg>
      </pc:sldChg>
      <pc:sldChg chg="modSp">
        <pc:chgData name="zh frank" userId="f416cd28ba4d9309" providerId="LiveId" clId="{59E8307A-27EE-4FE7-94EA-B8C6F5B80312}" dt="2020-02-11T00:46:14.553" v="50" actId="692"/>
        <pc:sldMkLst>
          <pc:docMk/>
          <pc:sldMk cId="0" sldId="482"/>
        </pc:sldMkLst>
        <pc:spChg chg="mod">
          <ac:chgData name="zh frank" userId="f416cd28ba4d9309" providerId="LiveId" clId="{59E8307A-27EE-4FE7-94EA-B8C6F5B80312}" dt="2020-02-11T00:45:26.757" v="44" actId="1076"/>
          <ac:spMkLst>
            <pc:docMk/>
            <pc:sldMk cId="0" sldId="482"/>
            <ac:spMk id="20483" creationId="{F8050496-D805-4756-A117-FDC285B02887}"/>
          </ac:spMkLst>
        </pc:spChg>
        <pc:spChg chg="mod">
          <ac:chgData name="zh frank" userId="f416cd28ba4d9309" providerId="LiveId" clId="{59E8307A-27EE-4FE7-94EA-B8C6F5B80312}" dt="2020-02-11T00:45:20.632" v="43" actId="1076"/>
          <ac:spMkLst>
            <pc:docMk/>
            <pc:sldMk cId="0" sldId="482"/>
            <ac:spMk id="638978" creationId="{0761C748-FDA4-4029-9861-9432F9CE3975}"/>
          </ac:spMkLst>
        </pc:spChg>
        <pc:spChg chg="mod">
          <ac:chgData name="zh frank" userId="f416cd28ba4d9309" providerId="LiveId" clId="{59E8307A-27EE-4FE7-94EA-B8C6F5B80312}" dt="2020-02-11T00:45:52.256" v="48"/>
          <ac:spMkLst>
            <pc:docMk/>
            <pc:sldMk cId="0" sldId="482"/>
            <ac:spMk id="638993" creationId="{7EFA1773-9A8E-4E2A-B73E-B9FCC90F7E99}"/>
          </ac:spMkLst>
        </pc:spChg>
        <pc:spChg chg="mod">
          <ac:chgData name="zh frank" userId="f416cd28ba4d9309" providerId="LiveId" clId="{59E8307A-27EE-4FE7-94EA-B8C6F5B80312}" dt="2020-02-11T00:46:14.553" v="50" actId="692"/>
          <ac:spMkLst>
            <pc:docMk/>
            <pc:sldMk cId="0" sldId="482"/>
            <ac:spMk id="638996" creationId="{39BB3BDC-0B9B-48AF-B544-EA561979A26C}"/>
          </ac:spMkLst>
        </pc:spChg>
      </pc:sldChg>
      <pc:sldChg chg="modSp">
        <pc:chgData name="zh frank" userId="f416cd28ba4d9309" providerId="LiveId" clId="{59E8307A-27EE-4FE7-94EA-B8C6F5B80312}" dt="2020-02-11T00:46:31.255" v="51" actId="1076"/>
        <pc:sldMkLst>
          <pc:docMk/>
          <pc:sldMk cId="0" sldId="484"/>
        </pc:sldMkLst>
        <pc:spChg chg="mod">
          <ac:chgData name="zh frank" userId="f416cd28ba4d9309" providerId="LiveId" clId="{59E8307A-27EE-4FE7-94EA-B8C6F5B80312}" dt="2020-02-11T00:46:31.255" v="51" actId="1076"/>
          <ac:spMkLst>
            <pc:docMk/>
            <pc:sldMk cId="0" sldId="484"/>
            <ac:spMk id="642050" creationId="{2BEE2018-75F0-4B0E-98EC-535AE11F4553}"/>
          </ac:spMkLst>
        </pc:spChg>
      </pc:sldChg>
      <pc:sldChg chg="addSp delSp modSp">
        <pc:chgData name="zh frank" userId="f416cd28ba4d9309" providerId="LiveId" clId="{59E8307A-27EE-4FE7-94EA-B8C6F5B80312}" dt="2020-02-11T00:46:52.270" v="55" actId="1076"/>
        <pc:sldMkLst>
          <pc:docMk/>
          <pc:sldMk cId="0" sldId="485"/>
        </pc:sldMkLst>
        <pc:spChg chg="mod">
          <ac:chgData name="zh frank" userId="f416cd28ba4d9309" providerId="LiveId" clId="{59E8307A-27EE-4FE7-94EA-B8C6F5B80312}" dt="2020-02-11T00:46:43.505" v="52" actId="1076"/>
          <ac:spMkLst>
            <pc:docMk/>
            <pc:sldMk cId="0" sldId="485"/>
            <ac:spMk id="643074" creationId="{7FBE4D0C-AFD6-4E97-94AC-23EE1A423196}"/>
          </ac:spMkLst>
        </pc:spChg>
        <pc:grpChg chg="add mod">
          <ac:chgData name="zh frank" userId="f416cd28ba4d9309" providerId="LiveId" clId="{59E8307A-27EE-4FE7-94EA-B8C6F5B80312}" dt="2020-02-11T00:46:52.270" v="55" actId="1076"/>
          <ac:grpSpMkLst>
            <pc:docMk/>
            <pc:sldMk cId="0" sldId="485"/>
            <ac:grpSpMk id="14" creationId="{EA916F8A-945B-4C44-8758-005449D53C67}"/>
          </ac:grpSpMkLst>
        </pc:grpChg>
        <pc:grpChg chg="del">
          <ac:chgData name="zh frank" userId="f416cd28ba4d9309" providerId="LiveId" clId="{59E8307A-27EE-4FE7-94EA-B8C6F5B80312}" dt="2020-02-11T00:46:46.724" v="53" actId="478"/>
          <ac:grpSpMkLst>
            <pc:docMk/>
            <pc:sldMk cId="0" sldId="485"/>
            <ac:grpSpMk id="22540" creationId="{A27111A0-AF5F-4AA0-922B-35746C706840}"/>
          </ac:grpSpMkLst>
        </pc:grpChg>
      </pc:sldChg>
      <pc:sldChg chg="modSp">
        <pc:chgData name="zh frank" userId="f416cd28ba4d9309" providerId="LiveId" clId="{59E8307A-27EE-4FE7-94EA-B8C6F5B80312}" dt="2020-02-11T00:47:06.020" v="56" actId="1076"/>
        <pc:sldMkLst>
          <pc:docMk/>
          <pc:sldMk cId="0" sldId="486"/>
        </pc:sldMkLst>
        <pc:spChg chg="mod">
          <ac:chgData name="zh frank" userId="f416cd28ba4d9309" providerId="LiveId" clId="{59E8307A-27EE-4FE7-94EA-B8C6F5B80312}" dt="2020-02-11T00:47:06.020" v="56" actId="1076"/>
          <ac:spMkLst>
            <pc:docMk/>
            <pc:sldMk cId="0" sldId="486"/>
            <ac:spMk id="644098" creationId="{4C75FE84-15F6-49A0-866A-0BA52E350A5A}"/>
          </ac:spMkLst>
        </pc:spChg>
      </pc:sldChg>
      <pc:sldChg chg="modSp">
        <pc:chgData name="zh frank" userId="f416cd28ba4d9309" providerId="LiveId" clId="{59E8307A-27EE-4FE7-94EA-B8C6F5B80312}" dt="2020-02-11T00:47:13.332" v="57" actId="1076"/>
        <pc:sldMkLst>
          <pc:docMk/>
          <pc:sldMk cId="0" sldId="487"/>
        </pc:sldMkLst>
        <pc:spChg chg="mod">
          <ac:chgData name="zh frank" userId="f416cd28ba4d9309" providerId="LiveId" clId="{59E8307A-27EE-4FE7-94EA-B8C6F5B80312}" dt="2020-02-11T00:47:13.332" v="57" actId="1076"/>
          <ac:spMkLst>
            <pc:docMk/>
            <pc:sldMk cId="0" sldId="487"/>
            <ac:spMk id="645122" creationId="{941AF09E-A8D1-4115-B159-E8D91FC16851}"/>
          </ac:spMkLst>
        </pc:spChg>
      </pc:sldChg>
      <pc:sldChg chg="addSp delSp modSp">
        <pc:chgData name="zh frank" userId="f416cd28ba4d9309" providerId="LiveId" clId="{59E8307A-27EE-4FE7-94EA-B8C6F5B80312}" dt="2020-02-11T00:47:31.332" v="61" actId="1076"/>
        <pc:sldMkLst>
          <pc:docMk/>
          <pc:sldMk cId="0" sldId="488"/>
        </pc:sldMkLst>
        <pc:spChg chg="mod">
          <ac:chgData name="zh frank" userId="f416cd28ba4d9309" providerId="LiveId" clId="{59E8307A-27EE-4FE7-94EA-B8C6F5B80312}" dt="2020-02-11T00:47:22.582" v="58" actId="1076"/>
          <ac:spMkLst>
            <pc:docMk/>
            <pc:sldMk cId="0" sldId="488"/>
            <ac:spMk id="646146" creationId="{E2B2D3F8-DC46-4220-B7B8-8810D04DCCE9}"/>
          </ac:spMkLst>
        </pc:spChg>
        <pc:grpChg chg="add mod">
          <ac:chgData name="zh frank" userId="f416cd28ba4d9309" providerId="LiveId" clId="{59E8307A-27EE-4FE7-94EA-B8C6F5B80312}" dt="2020-02-11T00:47:31.332" v="61" actId="1076"/>
          <ac:grpSpMkLst>
            <pc:docMk/>
            <pc:sldMk cId="0" sldId="488"/>
            <ac:grpSpMk id="14" creationId="{2ED13329-1CB6-404C-BB62-87F6FEA5F42F}"/>
          </ac:grpSpMkLst>
        </pc:grpChg>
        <pc:grpChg chg="del">
          <ac:chgData name="zh frank" userId="f416cd28ba4d9309" providerId="LiveId" clId="{59E8307A-27EE-4FE7-94EA-B8C6F5B80312}" dt="2020-02-11T00:47:25.301" v="59" actId="478"/>
          <ac:grpSpMkLst>
            <pc:docMk/>
            <pc:sldMk cId="0" sldId="488"/>
            <ac:grpSpMk id="25612" creationId="{91E18606-E819-4B7E-B999-2988ECC9A150}"/>
          </ac:grpSpMkLst>
        </pc:grpChg>
      </pc:sldChg>
      <pc:sldChg chg="modSp">
        <pc:chgData name="zh frank" userId="f416cd28ba4d9309" providerId="LiveId" clId="{59E8307A-27EE-4FE7-94EA-B8C6F5B80312}" dt="2020-02-11T00:47:39.925" v="62" actId="1076"/>
        <pc:sldMkLst>
          <pc:docMk/>
          <pc:sldMk cId="0" sldId="489"/>
        </pc:sldMkLst>
        <pc:spChg chg="mod">
          <ac:chgData name="zh frank" userId="f416cd28ba4d9309" providerId="LiveId" clId="{59E8307A-27EE-4FE7-94EA-B8C6F5B80312}" dt="2020-02-11T00:47:39.925" v="62" actId="1076"/>
          <ac:spMkLst>
            <pc:docMk/>
            <pc:sldMk cId="0" sldId="489"/>
            <ac:spMk id="647170" creationId="{96A944FB-FBF2-4012-9F2D-7598E57CAF94}"/>
          </ac:spMkLst>
        </pc:spChg>
      </pc:sldChg>
      <pc:sldChg chg="addSp delSp modSp">
        <pc:chgData name="zh frank" userId="f416cd28ba4d9309" providerId="LiveId" clId="{59E8307A-27EE-4FE7-94EA-B8C6F5B80312}" dt="2020-02-11T00:48:01.237" v="66" actId="1076"/>
        <pc:sldMkLst>
          <pc:docMk/>
          <pc:sldMk cId="0" sldId="491"/>
        </pc:sldMkLst>
        <pc:spChg chg="mod">
          <ac:chgData name="zh frank" userId="f416cd28ba4d9309" providerId="LiveId" clId="{59E8307A-27EE-4FE7-94EA-B8C6F5B80312}" dt="2020-02-11T00:47:49.831" v="63" actId="1076"/>
          <ac:spMkLst>
            <pc:docMk/>
            <pc:sldMk cId="0" sldId="491"/>
            <ac:spMk id="649218" creationId="{022839FD-9FEF-40D3-B040-CA4193E6283C}"/>
          </ac:spMkLst>
        </pc:spChg>
        <pc:grpChg chg="add mod">
          <ac:chgData name="zh frank" userId="f416cd28ba4d9309" providerId="LiveId" clId="{59E8307A-27EE-4FE7-94EA-B8C6F5B80312}" dt="2020-02-11T00:48:01.237" v="66" actId="1076"/>
          <ac:grpSpMkLst>
            <pc:docMk/>
            <pc:sldMk cId="0" sldId="491"/>
            <ac:grpSpMk id="14" creationId="{481ADB5F-838D-452F-BA99-23AB39618008}"/>
          </ac:grpSpMkLst>
        </pc:grpChg>
        <pc:grpChg chg="del">
          <ac:chgData name="zh frank" userId="f416cd28ba4d9309" providerId="LiveId" clId="{59E8307A-27EE-4FE7-94EA-B8C6F5B80312}" dt="2020-02-11T00:47:54.800" v="64" actId="478"/>
          <ac:grpSpMkLst>
            <pc:docMk/>
            <pc:sldMk cId="0" sldId="491"/>
            <ac:grpSpMk id="27660" creationId="{EBDDC951-BCD6-4E5F-9D7C-F3EF1AA68913}"/>
          </ac:grpSpMkLst>
        </pc:grpChg>
      </pc:sldChg>
      <pc:sldChg chg="modSp">
        <pc:chgData name="zh frank" userId="f416cd28ba4d9309" providerId="LiveId" clId="{59E8307A-27EE-4FE7-94EA-B8C6F5B80312}" dt="2020-02-11T00:49:17.742" v="102" actId="207"/>
        <pc:sldMkLst>
          <pc:docMk/>
          <pc:sldMk cId="0" sldId="492"/>
        </pc:sldMkLst>
        <pc:spChg chg="mod">
          <ac:chgData name="zh frank" userId="f416cd28ba4d9309" providerId="LiveId" clId="{59E8307A-27EE-4FE7-94EA-B8C6F5B80312}" dt="2020-02-11T00:48:09.737" v="67" actId="1076"/>
          <ac:spMkLst>
            <pc:docMk/>
            <pc:sldMk cId="0" sldId="492"/>
            <ac:spMk id="650242" creationId="{E7BEEC98-2FA7-4E76-9D1C-656075C62512}"/>
          </ac:spMkLst>
        </pc:spChg>
        <pc:spChg chg="mod">
          <ac:chgData name="zh frank" userId="f416cd28ba4d9309" providerId="LiveId" clId="{59E8307A-27EE-4FE7-94EA-B8C6F5B80312}" dt="2020-02-11T00:48:16.190" v="68" actId="1076"/>
          <ac:spMkLst>
            <pc:docMk/>
            <pc:sldMk cId="0" sldId="492"/>
            <ac:spMk id="650249" creationId="{29F17885-79F3-4A8E-B834-D3EAF87AD922}"/>
          </ac:spMkLst>
        </pc:spChg>
        <pc:spChg chg="mod">
          <ac:chgData name="zh frank" userId="f416cd28ba4d9309" providerId="LiveId" clId="{59E8307A-27EE-4FE7-94EA-B8C6F5B80312}" dt="2020-02-11T00:48:19.721" v="69" actId="1076"/>
          <ac:spMkLst>
            <pc:docMk/>
            <pc:sldMk cId="0" sldId="492"/>
            <ac:spMk id="650250" creationId="{5FCFFD31-F2E9-4913-9766-F678D7D34629}"/>
          </ac:spMkLst>
        </pc:spChg>
        <pc:spChg chg="mod">
          <ac:chgData name="zh frank" userId="f416cd28ba4d9309" providerId="LiveId" clId="{59E8307A-27EE-4FE7-94EA-B8C6F5B80312}" dt="2020-02-11T00:49:17.742" v="102" actId="207"/>
          <ac:spMkLst>
            <pc:docMk/>
            <pc:sldMk cId="0" sldId="492"/>
            <ac:spMk id="650251" creationId="{D123FCD0-C07D-4ABC-82FF-F9389007B8AC}"/>
          </ac:spMkLst>
        </pc:spChg>
      </pc:sldChg>
      <pc:sldChg chg="modSp">
        <pc:chgData name="zh frank" userId="f416cd28ba4d9309" providerId="LiveId" clId="{59E8307A-27EE-4FE7-94EA-B8C6F5B80312}" dt="2020-02-11T00:57:55.727" v="263" actId="2711"/>
        <pc:sldMkLst>
          <pc:docMk/>
          <pc:sldMk cId="0" sldId="496"/>
        </pc:sldMkLst>
        <pc:spChg chg="mod">
          <ac:chgData name="zh frank" userId="f416cd28ba4d9309" providerId="LiveId" clId="{59E8307A-27EE-4FE7-94EA-B8C6F5B80312}" dt="2020-02-11T00:57:27.305" v="259" actId="20577"/>
          <ac:spMkLst>
            <pc:docMk/>
            <pc:sldMk cId="0" sldId="496"/>
            <ac:spMk id="654339" creationId="{28921FCE-85B4-481D-8E28-9E23EB614916}"/>
          </ac:spMkLst>
        </pc:spChg>
        <pc:spChg chg="mod">
          <ac:chgData name="zh frank" userId="f416cd28ba4d9309" providerId="LiveId" clId="{59E8307A-27EE-4FE7-94EA-B8C6F5B80312}" dt="2020-02-11T00:57:43.196" v="261" actId="2711"/>
          <ac:spMkLst>
            <pc:docMk/>
            <pc:sldMk cId="0" sldId="496"/>
            <ac:spMk id="654345" creationId="{E889AC6C-FB57-4643-9717-854B80CE78F0}"/>
          </ac:spMkLst>
        </pc:spChg>
        <pc:spChg chg="mod">
          <ac:chgData name="zh frank" userId="f416cd28ba4d9309" providerId="LiveId" clId="{59E8307A-27EE-4FE7-94EA-B8C6F5B80312}" dt="2020-02-11T00:57:37.368" v="260" actId="2711"/>
          <ac:spMkLst>
            <pc:docMk/>
            <pc:sldMk cId="0" sldId="496"/>
            <ac:spMk id="654346" creationId="{C053303C-FD3F-46F6-90C5-77D96D3F299F}"/>
          </ac:spMkLst>
        </pc:spChg>
        <pc:spChg chg="mod">
          <ac:chgData name="zh frank" userId="f416cd28ba4d9309" providerId="LiveId" clId="{59E8307A-27EE-4FE7-94EA-B8C6F5B80312}" dt="2020-02-11T00:57:49.883" v="262" actId="2711"/>
          <ac:spMkLst>
            <pc:docMk/>
            <pc:sldMk cId="0" sldId="496"/>
            <ac:spMk id="654347" creationId="{86164B8B-34B0-487D-AE7A-ACFA98F16F56}"/>
          </ac:spMkLst>
        </pc:spChg>
        <pc:spChg chg="mod">
          <ac:chgData name="zh frank" userId="f416cd28ba4d9309" providerId="LiveId" clId="{59E8307A-27EE-4FE7-94EA-B8C6F5B80312}" dt="2020-02-11T00:57:55.727" v="263" actId="2711"/>
          <ac:spMkLst>
            <pc:docMk/>
            <pc:sldMk cId="0" sldId="496"/>
            <ac:spMk id="654348" creationId="{ACE5F34D-DC7B-4E8F-BCF1-2843258F5A34}"/>
          </ac:spMkLst>
        </pc:spChg>
      </pc:sldChg>
      <pc:sldChg chg="modSp modAnim">
        <pc:chgData name="zh frank" userId="f416cd28ba4d9309" providerId="LiveId" clId="{59E8307A-27EE-4FE7-94EA-B8C6F5B80312}" dt="2020-02-11T01:08:04.879" v="392"/>
        <pc:sldMkLst>
          <pc:docMk/>
          <pc:sldMk cId="0" sldId="505"/>
        </pc:sldMkLst>
        <pc:spChg chg="mod">
          <ac:chgData name="zh frank" userId="f416cd28ba4d9309" providerId="LiveId" clId="{59E8307A-27EE-4FE7-94EA-B8C6F5B80312}" dt="2020-02-11T01:07:28.427" v="386"/>
          <ac:spMkLst>
            <pc:docMk/>
            <pc:sldMk cId="0" sldId="505"/>
            <ac:spMk id="667652" creationId="{53825DF9-213A-44DD-A407-E07CA3EB47DC}"/>
          </ac:spMkLst>
        </pc:spChg>
        <pc:spChg chg="mod">
          <ac:chgData name="zh frank" userId="f416cd28ba4d9309" providerId="LiveId" clId="{59E8307A-27EE-4FE7-94EA-B8C6F5B80312}" dt="2020-02-11T01:07:45.208" v="388"/>
          <ac:spMkLst>
            <pc:docMk/>
            <pc:sldMk cId="0" sldId="505"/>
            <ac:spMk id="667657" creationId="{B1D0A718-3D31-4F11-A19B-76D6E3ACA752}"/>
          </ac:spMkLst>
        </pc:spChg>
        <pc:spChg chg="mod">
          <ac:chgData name="zh frank" userId="f416cd28ba4d9309" providerId="LiveId" clId="{59E8307A-27EE-4FE7-94EA-B8C6F5B80312}" dt="2020-02-11T01:07:50.864" v="389"/>
          <ac:spMkLst>
            <pc:docMk/>
            <pc:sldMk cId="0" sldId="505"/>
            <ac:spMk id="667658" creationId="{BE4F9AEC-0FB2-468D-9AEF-C43863F962A2}"/>
          </ac:spMkLst>
        </pc:spChg>
        <pc:spChg chg="mod">
          <ac:chgData name="zh frank" userId="f416cd28ba4d9309" providerId="LiveId" clId="{59E8307A-27EE-4FE7-94EA-B8C6F5B80312}" dt="2020-02-11T01:08:04.879" v="392"/>
          <ac:spMkLst>
            <pc:docMk/>
            <pc:sldMk cId="0" sldId="505"/>
            <ac:spMk id="667659" creationId="{4D0FEED3-1049-4F38-B1F0-E67EFF026836}"/>
          </ac:spMkLst>
        </pc:spChg>
      </pc:sldChg>
      <pc:sldChg chg="modSp">
        <pc:chgData name="zh frank" userId="f416cd28ba4d9309" providerId="LiveId" clId="{59E8307A-27EE-4FE7-94EA-B8C6F5B80312}" dt="2020-02-11T01:12:39.792" v="411" actId="2711"/>
        <pc:sldMkLst>
          <pc:docMk/>
          <pc:sldMk cId="0" sldId="508"/>
        </pc:sldMkLst>
        <pc:spChg chg="mod">
          <ac:chgData name="zh frank" userId="f416cd28ba4d9309" providerId="LiveId" clId="{59E8307A-27EE-4FE7-94EA-B8C6F5B80312}" dt="2020-02-11T01:12:39.792" v="411" actId="2711"/>
          <ac:spMkLst>
            <pc:docMk/>
            <pc:sldMk cId="0" sldId="508"/>
            <ac:spMk id="78851" creationId="{401E7FF0-A3AE-4F6A-8233-A89E6CA4EB79}"/>
          </ac:spMkLst>
        </pc:spChg>
      </pc:sldChg>
      <pc:sldChg chg="modSp">
        <pc:chgData name="zh frank" userId="f416cd28ba4d9309" providerId="LiveId" clId="{59E8307A-27EE-4FE7-94EA-B8C6F5B80312}" dt="2020-02-11T01:01:16.626" v="283" actId="2711"/>
        <pc:sldMkLst>
          <pc:docMk/>
          <pc:sldMk cId="0" sldId="510"/>
        </pc:sldMkLst>
        <pc:spChg chg="mod">
          <ac:chgData name="zh frank" userId="f416cd28ba4d9309" providerId="LiveId" clId="{59E8307A-27EE-4FE7-94EA-B8C6F5B80312}" dt="2020-02-11T01:01:16.626" v="283" actId="2711"/>
          <ac:spMkLst>
            <pc:docMk/>
            <pc:sldMk cId="0" sldId="510"/>
            <ac:spMk id="61447" creationId="{E719226A-A55B-4F7D-A1BF-A64DF52439FC}"/>
          </ac:spMkLst>
        </pc:spChg>
      </pc:sldChg>
      <pc:sldChg chg="modSp">
        <pc:chgData name="zh frank" userId="f416cd28ba4d9309" providerId="LiveId" clId="{59E8307A-27EE-4FE7-94EA-B8C6F5B80312}" dt="2020-02-11T01:01:38.345" v="286" actId="14100"/>
        <pc:sldMkLst>
          <pc:docMk/>
          <pc:sldMk cId="0" sldId="511"/>
        </pc:sldMkLst>
        <pc:spChg chg="mod">
          <ac:chgData name="zh frank" userId="f416cd28ba4d9309" providerId="LiveId" clId="{59E8307A-27EE-4FE7-94EA-B8C6F5B80312}" dt="2020-02-11T01:01:38.345" v="286" actId="14100"/>
          <ac:spMkLst>
            <pc:docMk/>
            <pc:sldMk cId="0" sldId="511"/>
            <ac:spMk id="62467" creationId="{5BD3778A-ECB4-4307-B84B-B5D6B2ED0BF9}"/>
          </ac:spMkLst>
        </pc:spChg>
      </pc:sldChg>
      <pc:sldChg chg="modSp">
        <pc:chgData name="zh frank" userId="f416cd28ba4d9309" providerId="LiveId" clId="{59E8307A-27EE-4FE7-94EA-B8C6F5B80312}" dt="2020-02-11T01:11:44.028" v="409" actId="1076"/>
        <pc:sldMkLst>
          <pc:docMk/>
          <pc:sldMk cId="0" sldId="513"/>
        </pc:sldMkLst>
        <pc:spChg chg="mod">
          <ac:chgData name="zh frank" userId="f416cd28ba4d9309" providerId="LiveId" clId="{59E8307A-27EE-4FE7-94EA-B8C6F5B80312}" dt="2020-02-11T01:11:44.028" v="409" actId="1076"/>
          <ac:spMkLst>
            <pc:docMk/>
            <pc:sldMk cId="0" sldId="513"/>
            <ac:spMk id="72707" creationId="{4D960F02-4D3A-4696-B978-8E84C2A581E4}"/>
          </ac:spMkLst>
        </pc:spChg>
      </pc:sldChg>
      <pc:sldChg chg="modSp modAnim">
        <pc:chgData name="zh frank" userId="f416cd28ba4d9309" providerId="LiveId" clId="{59E8307A-27EE-4FE7-94EA-B8C6F5B80312}" dt="2020-02-11T01:03:03.045" v="299" actId="1076"/>
        <pc:sldMkLst>
          <pc:docMk/>
          <pc:sldMk cId="0" sldId="515"/>
        </pc:sldMkLst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493" creationId="{5A1FFA15-A046-425C-8C32-5FFEFEAA9D53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494" creationId="{5D5A787D-A735-4416-99BF-07B588E8438B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495" creationId="{E3B3AD59-BBE1-440D-93C0-0BB0E70C0407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496" creationId="{9D67B268-C60B-4034-A2A2-9E2538C6C310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497" creationId="{095115CA-B87C-42B0-B58D-3A3C9FF1EF8A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498" creationId="{1311C02D-3EC8-47A8-9B1F-7477ACFEDED8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499" creationId="{41D15757-8BBD-4573-85BF-313230D562ED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0" creationId="{2BA6F954-7F62-4A76-B35E-2E65CA0F1C9A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1" creationId="{A40B642B-D7DE-4036-B901-B7350320346F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2" creationId="{A9E58189-6BE2-465A-B855-5B4CD6E98783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3" creationId="{453E7011-08A9-4CDE-99FF-74F2B9AE3D18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4" creationId="{01BF8525-D253-43BA-ABAF-8992A5DFADBE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5" creationId="{9ACCA575-C6EA-44EB-B4ED-F29F93A8289F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6" creationId="{F774AB89-A763-48A6-BCE7-E12BD5D39819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7" creationId="{0068BCF6-A2B9-4115-AF1D-7BA76CB26215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8" creationId="{740C1DE7-BB84-4D19-BD0C-2EBF1D342E1B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09" creationId="{5DC872D9-2101-4871-B63E-80709B556230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10" creationId="{BB6BD9D1-A5ED-4EA8-A647-133DBAD0F351}"/>
          </ac:spMkLst>
        </pc:spChg>
        <pc:spChg chg="mod">
          <ac:chgData name="zh frank" userId="f416cd28ba4d9309" providerId="LiveId" clId="{59E8307A-27EE-4FE7-94EA-B8C6F5B80312}" dt="2020-02-11T01:01:58.688" v="289" actId="1036"/>
          <ac:spMkLst>
            <pc:docMk/>
            <pc:sldMk cId="0" sldId="515"/>
            <ac:spMk id="63511" creationId="{22F2D052-A9BA-43A2-AEE4-B195D10F625B}"/>
          </ac:spMkLst>
        </pc:spChg>
        <pc:spChg chg="mod">
          <ac:chgData name="zh frank" userId="f416cd28ba4d9309" providerId="LiveId" clId="{59E8307A-27EE-4FE7-94EA-B8C6F5B80312}" dt="2020-02-11T01:02:09.500" v="290" actId="255"/>
          <ac:spMkLst>
            <pc:docMk/>
            <pc:sldMk cId="0" sldId="515"/>
            <ac:spMk id="678914" creationId="{D6766919-0B3B-4A39-A611-A973CCCF7AF2}"/>
          </ac:spMkLst>
        </pc:spChg>
        <pc:spChg chg="mod">
          <ac:chgData name="zh frank" userId="f416cd28ba4d9309" providerId="LiveId" clId="{59E8307A-27EE-4FE7-94EA-B8C6F5B80312}" dt="2020-02-11T01:02:52.405" v="298" actId="6549"/>
          <ac:spMkLst>
            <pc:docMk/>
            <pc:sldMk cId="0" sldId="515"/>
            <ac:spMk id="678915" creationId="{ED92AEFE-9A97-4264-9296-605876E5998B}"/>
          </ac:spMkLst>
        </pc:spChg>
        <pc:grpChg chg="mod">
          <ac:chgData name="zh frank" userId="f416cd28ba4d9309" providerId="LiveId" clId="{59E8307A-27EE-4FE7-94EA-B8C6F5B80312}" dt="2020-02-11T01:03:03.045" v="299" actId="1076"/>
          <ac:grpSpMkLst>
            <pc:docMk/>
            <pc:sldMk cId="0" sldId="515"/>
            <ac:grpSpMk id="2" creationId="{BFA38696-F3B5-4C6D-9407-1142FB68E6B8}"/>
          </ac:grpSpMkLst>
        </pc:grpChg>
      </pc:sldChg>
      <pc:sldChg chg="modSp">
        <pc:chgData name="zh frank" userId="f416cd28ba4d9309" providerId="LiveId" clId="{59E8307A-27EE-4FE7-94EA-B8C6F5B80312}" dt="2020-02-11T01:10:18.765" v="404" actId="692"/>
        <pc:sldMkLst>
          <pc:docMk/>
          <pc:sldMk cId="0" sldId="517"/>
        </pc:sldMkLst>
        <pc:spChg chg="mod">
          <ac:chgData name="zh frank" userId="f416cd28ba4d9309" providerId="LiveId" clId="{59E8307A-27EE-4FE7-94EA-B8C6F5B80312}" dt="2020-02-11T01:09:13.393" v="396" actId="1076"/>
          <ac:spMkLst>
            <pc:docMk/>
            <pc:sldMk cId="0" sldId="517"/>
            <ac:spMk id="67587" creationId="{5BEBCA1A-7E54-482F-A5D0-047AA8B4F569}"/>
          </ac:spMkLst>
        </pc:spChg>
        <pc:spChg chg="mod">
          <ac:chgData name="zh frank" userId="f416cd28ba4d9309" providerId="LiveId" clId="{59E8307A-27EE-4FE7-94EA-B8C6F5B80312}" dt="2020-02-11T01:10:07.219" v="402" actId="2711"/>
          <ac:spMkLst>
            <pc:docMk/>
            <pc:sldMk cId="0" sldId="517"/>
            <ac:spMk id="67592" creationId="{07C3BB56-0903-4286-BB65-2D5BA87DA503}"/>
          </ac:spMkLst>
        </pc:spChg>
        <pc:spChg chg="mod">
          <ac:chgData name="zh frank" userId="f416cd28ba4d9309" providerId="LiveId" clId="{59E8307A-27EE-4FE7-94EA-B8C6F5B80312}" dt="2020-02-11T01:09:58.063" v="401" actId="2711"/>
          <ac:spMkLst>
            <pc:docMk/>
            <pc:sldMk cId="0" sldId="517"/>
            <ac:spMk id="67595" creationId="{BFFB3C79-A57E-4F7F-9C9C-5A39569FF61F}"/>
          </ac:spMkLst>
        </pc:spChg>
        <pc:spChg chg="mod">
          <ac:chgData name="zh frank" userId="f416cd28ba4d9309" providerId="LiveId" clId="{59E8307A-27EE-4FE7-94EA-B8C6F5B80312}" dt="2020-02-11T01:09:49.969" v="400" actId="2711"/>
          <ac:spMkLst>
            <pc:docMk/>
            <pc:sldMk cId="0" sldId="517"/>
            <ac:spMk id="67597" creationId="{59E5FDCF-C47D-4C08-8EFE-EE4DAC6512B7}"/>
          </ac:spMkLst>
        </pc:spChg>
        <pc:spChg chg="mod">
          <ac:chgData name="zh frank" userId="f416cd28ba4d9309" providerId="LiveId" clId="{59E8307A-27EE-4FE7-94EA-B8C6F5B80312}" dt="2020-02-11T01:09:38.142" v="399" actId="2711"/>
          <ac:spMkLst>
            <pc:docMk/>
            <pc:sldMk cId="0" sldId="517"/>
            <ac:spMk id="67601" creationId="{1B489A6A-FA0B-45FB-A702-A2223D3A7881}"/>
          </ac:spMkLst>
        </pc:spChg>
        <pc:spChg chg="mod">
          <ac:chgData name="zh frank" userId="f416cd28ba4d9309" providerId="LiveId" clId="{59E8307A-27EE-4FE7-94EA-B8C6F5B80312}" dt="2020-02-11T01:09:30.704" v="398" actId="2711"/>
          <ac:spMkLst>
            <pc:docMk/>
            <pc:sldMk cId="0" sldId="517"/>
            <ac:spMk id="67602" creationId="{7A576920-68BD-4EED-B7A2-0EA71C2C129B}"/>
          </ac:spMkLst>
        </pc:spChg>
        <pc:spChg chg="mod">
          <ac:chgData name="zh frank" userId="f416cd28ba4d9309" providerId="LiveId" clId="{59E8307A-27EE-4FE7-94EA-B8C6F5B80312}" dt="2020-02-11T01:09:24.595" v="397" actId="2711"/>
          <ac:spMkLst>
            <pc:docMk/>
            <pc:sldMk cId="0" sldId="517"/>
            <ac:spMk id="67603" creationId="{A55CEE7D-670D-4AA1-9225-D2A3288A4E9F}"/>
          </ac:spMkLst>
        </pc:spChg>
        <pc:spChg chg="mod">
          <ac:chgData name="zh frank" userId="f416cd28ba4d9309" providerId="LiveId" clId="{59E8307A-27EE-4FE7-94EA-B8C6F5B80312}" dt="2020-02-11T01:10:18.765" v="404" actId="692"/>
          <ac:spMkLst>
            <pc:docMk/>
            <pc:sldMk cId="0" sldId="517"/>
            <ac:spMk id="67614" creationId="{93464D56-29A2-4580-8277-B5EABA030727}"/>
          </ac:spMkLst>
        </pc:spChg>
      </pc:sldChg>
      <pc:sldChg chg="modSp">
        <pc:chgData name="zh frank" userId="f416cd28ba4d9309" providerId="LiveId" clId="{59E8307A-27EE-4FE7-94EA-B8C6F5B80312}" dt="2020-02-11T01:08:37.191" v="394" actId="1076"/>
        <pc:sldMkLst>
          <pc:docMk/>
          <pc:sldMk cId="0" sldId="518"/>
        </pc:sldMkLst>
        <pc:spChg chg="mod">
          <ac:chgData name="zh frank" userId="f416cd28ba4d9309" providerId="LiveId" clId="{59E8307A-27EE-4FE7-94EA-B8C6F5B80312}" dt="2020-02-11T01:08:30.160" v="393" actId="1076"/>
          <ac:spMkLst>
            <pc:docMk/>
            <pc:sldMk cId="0" sldId="518"/>
            <ac:spMk id="65539" creationId="{E6D6D8AD-2FAE-48AC-B992-8AB4DE7C6121}"/>
          </ac:spMkLst>
        </pc:spChg>
        <pc:spChg chg="mod">
          <ac:chgData name="zh frank" userId="f416cd28ba4d9309" providerId="LiveId" clId="{59E8307A-27EE-4FE7-94EA-B8C6F5B80312}" dt="2020-02-11T01:08:37.191" v="394" actId="1076"/>
          <ac:spMkLst>
            <pc:docMk/>
            <pc:sldMk cId="0" sldId="518"/>
            <ac:spMk id="65541" creationId="{CC3FBFF0-58CF-4297-91A7-BE724767A44B}"/>
          </ac:spMkLst>
        </pc:spChg>
      </pc:sldChg>
      <pc:sldChg chg="modSp">
        <pc:chgData name="zh frank" userId="f416cd28ba4d9309" providerId="LiveId" clId="{59E8307A-27EE-4FE7-94EA-B8C6F5B80312}" dt="2020-02-11T01:08:58.284" v="395" actId="1076"/>
        <pc:sldMkLst>
          <pc:docMk/>
          <pc:sldMk cId="0" sldId="519"/>
        </pc:sldMkLst>
        <pc:spChg chg="mod">
          <ac:chgData name="zh frank" userId="f416cd28ba4d9309" providerId="LiveId" clId="{59E8307A-27EE-4FE7-94EA-B8C6F5B80312}" dt="2020-02-11T01:08:58.284" v="395" actId="1076"/>
          <ac:spMkLst>
            <pc:docMk/>
            <pc:sldMk cId="0" sldId="519"/>
            <ac:spMk id="66572" creationId="{9F25E910-95B0-4FA0-A0FF-3791C7DFEE1C}"/>
          </ac:spMkLst>
        </pc:spChg>
      </pc:sldChg>
      <pc:sldChg chg="modSp">
        <pc:chgData name="zh frank" userId="f416cd28ba4d9309" providerId="LiveId" clId="{59E8307A-27EE-4FE7-94EA-B8C6F5B80312}" dt="2020-02-11T01:10:55.701" v="405" actId="1076"/>
        <pc:sldMkLst>
          <pc:docMk/>
          <pc:sldMk cId="0" sldId="520"/>
        </pc:sldMkLst>
        <pc:spChg chg="mod">
          <ac:chgData name="zh frank" userId="f416cd28ba4d9309" providerId="LiveId" clId="{59E8307A-27EE-4FE7-94EA-B8C6F5B80312}" dt="2020-02-11T01:10:55.701" v="405" actId="1076"/>
          <ac:spMkLst>
            <pc:docMk/>
            <pc:sldMk cId="0" sldId="520"/>
            <ac:spMk id="686083" creationId="{E14F8CC7-73C1-44D7-A789-8D0E52710650}"/>
          </ac:spMkLst>
        </pc:spChg>
      </pc:sldChg>
      <pc:sldChg chg="modSp">
        <pc:chgData name="zh frank" userId="f416cd28ba4d9309" providerId="LiveId" clId="{59E8307A-27EE-4FE7-94EA-B8C6F5B80312}" dt="2020-02-11T01:13:27.774" v="418" actId="1076"/>
        <pc:sldMkLst>
          <pc:docMk/>
          <pc:sldMk cId="0" sldId="522"/>
        </pc:sldMkLst>
        <pc:spChg chg="mod">
          <ac:chgData name="zh frank" userId="f416cd28ba4d9309" providerId="LiveId" clId="{59E8307A-27EE-4FE7-94EA-B8C6F5B80312}" dt="2020-02-11T01:13:27.774" v="418" actId="1076"/>
          <ac:spMkLst>
            <pc:docMk/>
            <pc:sldMk cId="0" sldId="522"/>
            <ac:spMk id="82947" creationId="{E967065F-9B1B-4D8B-902F-1C50B077BB13}"/>
          </ac:spMkLst>
        </pc:spChg>
        <pc:spChg chg="mod">
          <ac:chgData name="zh frank" userId="f416cd28ba4d9309" providerId="LiveId" clId="{59E8307A-27EE-4FE7-94EA-B8C6F5B80312}" dt="2020-02-11T01:13:23.931" v="417" actId="1076"/>
          <ac:spMkLst>
            <pc:docMk/>
            <pc:sldMk cId="0" sldId="522"/>
            <ac:spMk id="689154" creationId="{747AED35-C2E0-42F6-8DE9-D29C9074ABFE}"/>
          </ac:spMkLst>
        </pc:spChg>
      </pc:sldChg>
      <pc:sldChg chg="modSp">
        <pc:chgData name="zh frank" userId="f416cd28ba4d9309" providerId="LiveId" clId="{59E8307A-27EE-4FE7-94EA-B8C6F5B80312}" dt="2020-02-11T01:13:12.119" v="416" actId="2711"/>
        <pc:sldMkLst>
          <pc:docMk/>
          <pc:sldMk cId="0" sldId="523"/>
        </pc:sldMkLst>
        <pc:spChg chg="mod">
          <ac:chgData name="zh frank" userId="f416cd28ba4d9309" providerId="LiveId" clId="{59E8307A-27EE-4FE7-94EA-B8C6F5B80312}" dt="2020-02-11T01:13:12.119" v="416" actId="2711"/>
          <ac:spMkLst>
            <pc:docMk/>
            <pc:sldMk cId="0" sldId="523"/>
            <ac:spMk id="79876" creationId="{E771849C-1EDB-4405-B210-5CEA62C6B19A}"/>
          </ac:spMkLst>
        </pc:spChg>
        <pc:spChg chg="mod">
          <ac:chgData name="zh frank" userId="f416cd28ba4d9309" providerId="LiveId" clId="{59E8307A-27EE-4FE7-94EA-B8C6F5B80312}" dt="2020-02-11T01:12:52.151" v="414" actId="1036"/>
          <ac:spMkLst>
            <pc:docMk/>
            <pc:sldMk cId="0" sldId="523"/>
            <ac:spMk id="79877" creationId="{D9C572E2-5AF3-45AE-AE04-94AA701D3B4E}"/>
          </ac:spMkLst>
        </pc:spChg>
        <pc:spChg chg="mod">
          <ac:chgData name="zh frank" userId="f416cd28ba4d9309" providerId="LiveId" clId="{59E8307A-27EE-4FE7-94EA-B8C6F5B80312}" dt="2020-02-11T01:12:52.151" v="414" actId="1036"/>
          <ac:spMkLst>
            <pc:docMk/>
            <pc:sldMk cId="0" sldId="523"/>
            <ac:spMk id="79878" creationId="{B9A38367-4CE2-406E-A53A-B36C62004CF4}"/>
          </ac:spMkLst>
        </pc:spChg>
        <pc:spChg chg="mod">
          <ac:chgData name="zh frank" userId="f416cd28ba4d9309" providerId="LiveId" clId="{59E8307A-27EE-4FE7-94EA-B8C6F5B80312}" dt="2020-02-11T01:12:52.151" v="414" actId="1036"/>
          <ac:spMkLst>
            <pc:docMk/>
            <pc:sldMk cId="0" sldId="523"/>
            <ac:spMk id="79879" creationId="{2888B4AD-16D3-40C9-B629-30571DEA3329}"/>
          </ac:spMkLst>
        </pc:spChg>
      </pc:sldChg>
      <pc:sldChg chg="modSp">
        <pc:chgData name="zh frank" userId="f416cd28ba4d9309" providerId="LiveId" clId="{59E8307A-27EE-4FE7-94EA-B8C6F5B80312}" dt="2020-02-11T01:20:50.181" v="454" actId="1076"/>
        <pc:sldMkLst>
          <pc:docMk/>
          <pc:sldMk cId="0" sldId="527"/>
        </pc:sldMkLst>
        <pc:graphicFrameChg chg="mod">
          <ac:chgData name="zh frank" userId="f416cd28ba4d9309" providerId="LiveId" clId="{59E8307A-27EE-4FE7-94EA-B8C6F5B80312}" dt="2020-02-11T01:20:50.181" v="454" actId="1076"/>
          <ac:graphicFrameMkLst>
            <pc:docMk/>
            <pc:sldMk cId="0" sldId="527"/>
            <ac:graphicFrameMk id="2" creationId="{70933895-047B-4CA7-A7CF-E8898B649BCF}"/>
          </ac:graphicFrameMkLst>
        </pc:graphicFrameChg>
      </pc:sldChg>
      <pc:sldChg chg="modSp">
        <pc:chgData name="zh frank" userId="f416cd28ba4d9309" providerId="LiveId" clId="{59E8307A-27EE-4FE7-94EA-B8C6F5B80312}" dt="2020-02-11T01:22:11.818" v="456" actId="1076"/>
        <pc:sldMkLst>
          <pc:docMk/>
          <pc:sldMk cId="0" sldId="528"/>
        </pc:sldMkLst>
        <pc:cxnChg chg="mod">
          <ac:chgData name="zh frank" userId="f416cd28ba4d9309" providerId="LiveId" clId="{59E8307A-27EE-4FE7-94EA-B8C6F5B80312}" dt="2020-02-11T01:22:11.818" v="456" actId="1076"/>
          <ac:cxnSpMkLst>
            <pc:docMk/>
            <pc:sldMk cId="0" sldId="528"/>
            <ac:cxnSpMk id="6" creationId="{179BED86-1FCF-40C2-BBDC-AEE2BCDF267E}"/>
          </ac:cxnSpMkLst>
        </pc:cxnChg>
      </pc:sldChg>
      <pc:sldChg chg="del">
        <pc:chgData name="zh frank" userId="f416cd28ba4d9309" providerId="LiveId" clId="{59E8307A-27EE-4FE7-94EA-B8C6F5B80312}" dt="2020-02-11T01:24:41.594" v="462" actId="2696"/>
        <pc:sldMkLst>
          <pc:docMk/>
          <pc:sldMk cId="0" sldId="529"/>
        </pc:sldMkLst>
      </pc:sldChg>
      <pc:sldChg chg="modSp">
        <pc:chgData name="zh frank" userId="f416cd28ba4d9309" providerId="LiveId" clId="{59E8307A-27EE-4FE7-94EA-B8C6F5B80312}" dt="2020-02-11T01:25:15.187" v="473" actId="20577"/>
        <pc:sldMkLst>
          <pc:docMk/>
          <pc:sldMk cId="0" sldId="530"/>
        </pc:sldMkLst>
        <pc:spChg chg="mod">
          <ac:chgData name="zh frank" userId="f416cd28ba4d9309" providerId="LiveId" clId="{59E8307A-27EE-4FE7-94EA-B8C6F5B80312}" dt="2020-02-11T01:25:15.187" v="473" actId="20577"/>
          <ac:spMkLst>
            <pc:docMk/>
            <pc:sldMk cId="0" sldId="530"/>
            <ac:spMk id="103427" creationId="{B6680371-CC61-43F0-8244-00F7DE727FB7}"/>
          </ac:spMkLst>
        </pc:spChg>
      </pc:sldChg>
      <pc:sldChg chg="modSp">
        <pc:chgData name="zh frank" userId="f416cd28ba4d9309" providerId="LiveId" clId="{59E8307A-27EE-4FE7-94EA-B8C6F5B80312}" dt="2020-02-11T01:26:20.310" v="491" actId="20577"/>
        <pc:sldMkLst>
          <pc:docMk/>
          <pc:sldMk cId="0" sldId="531"/>
        </pc:sldMkLst>
        <pc:spChg chg="mod">
          <ac:chgData name="zh frank" userId="f416cd28ba4d9309" providerId="LiveId" clId="{59E8307A-27EE-4FE7-94EA-B8C6F5B80312}" dt="2020-02-11T01:26:20.310" v="491" actId="20577"/>
          <ac:spMkLst>
            <pc:docMk/>
            <pc:sldMk cId="0" sldId="531"/>
            <ac:spMk id="702467" creationId="{96964F59-EF6A-4BF3-8842-3637775558DD}"/>
          </ac:spMkLst>
        </pc:spChg>
        <pc:spChg chg="mod">
          <ac:chgData name="zh frank" userId="f416cd28ba4d9309" providerId="LiveId" clId="{59E8307A-27EE-4FE7-94EA-B8C6F5B80312}" dt="2020-02-11T01:25:52.248" v="475" actId="1076"/>
          <ac:spMkLst>
            <pc:docMk/>
            <pc:sldMk cId="0" sldId="531"/>
            <ac:spMk id="702468" creationId="{C15D6A9D-234B-4D25-B7E4-769ED85607C2}"/>
          </ac:spMkLst>
        </pc:spChg>
      </pc:sldChg>
      <pc:sldChg chg="modSp">
        <pc:chgData name="zh frank" userId="f416cd28ba4d9309" providerId="LiveId" clId="{59E8307A-27EE-4FE7-94EA-B8C6F5B80312}" dt="2020-02-11T01:28:14.712" v="514" actId="20577"/>
        <pc:sldMkLst>
          <pc:docMk/>
          <pc:sldMk cId="0" sldId="532"/>
        </pc:sldMkLst>
        <pc:spChg chg="mod">
          <ac:chgData name="zh frank" userId="f416cd28ba4d9309" providerId="LiveId" clId="{59E8307A-27EE-4FE7-94EA-B8C6F5B80312}" dt="2020-02-11T01:28:14.712" v="514" actId="20577"/>
          <ac:spMkLst>
            <pc:docMk/>
            <pc:sldMk cId="0" sldId="532"/>
            <ac:spMk id="703491" creationId="{6A3C79D6-62F7-4393-9584-1B5DD8E635AA}"/>
          </ac:spMkLst>
        </pc:spChg>
        <pc:spChg chg="mod">
          <ac:chgData name="zh frank" userId="f416cd28ba4d9309" providerId="LiveId" clId="{59E8307A-27EE-4FE7-94EA-B8C6F5B80312}" dt="2020-02-11T01:26:29.638" v="492" actId="1076"/>
          <ac:spMkLst>
            <pc:docMk/>
            <pc:sldMk cId="0" sldId="532"/>
            <ac:spMk id="703492" creationId="{FACC9F42-A3FB-404E-A9FA-4CB7B94359B7}"/>
          </ac:spMkLst>
        </pc:spChg>
        <pc:spChg chg="mod">
          <ac:chgData name="zh frank" userId="f416cd28ba4d9309" providerId="LiveId" clId="{59E8307A-27EE-4FE7-94EA-B8C6F5B80312}" dt="2020-02-11T01:27:19.870" v="510" actId="692"/>
          <ac:spMkLst>
            <pc:docMk/>
            <pc:sldMk cId="0" sldId="532"/>
            <ac:spMk id="703495" creationId="{F110DBB2-B6B2-4934-82B3-4804BE9896DC}"/>
          </ac:spMkLst>
        </pc:spChg>
      </pc:sldChg>
      <pc:sldChg chg="modSp">
        <pc:chgData name="zh frank" userId="f416cd28ba4d9309" providerId="LiveId" clId="{59E8307A-27EE-4FE7-94EA-B8C6F5B80312}" dt="2020-02-11T01:27:38.948" v="512" actId="1076"/>
        <pc:sldMkLst>
          <pc:docMk/>
          <pc:sldMk cId="0" sldId="533"/>
        </pc:sldMkLst>
        <pc:spChg chg="mod">
          <ac:chgData name="zh frank" userId="f416cd28ba4d9309" providerId="LiveId" clId="{59E8307A-27EE-4FE7-94EA-B8C6F5B80312}" dt="2020-02-11T01:27:38.948" v="512" actId="1076"/>
          <ac:spMkLst>
            <pc:docMk/>
            <pc:sldMk cId="0" sldId="533"/>
            <ac:spMk id="108549" creationId="{D61F5679-C9B0-43FD-BE92-475334405338}"/>
          </ac:spMkLst>
        </pc:spChg>
        <pc:spChg chg="mod">
          <ac:chgData name="zh frank" userId="f416cd28ba4d9309" providerId="LiveId" clId="{59E8307A-27EE-4FE7-94EA-B8C6F5B80312}" dt="2020-02-11T01:27:33.213" v="511" actId="1076"/>
          <ac:spMkLst>
            <pc:docMk/>
            <pc:sldMk cId="0" sldId="533"/>
            <ac:spMk id="704515" creationId="{160CDA7B-98AE-4C5F-AEFC-8E034D448C99}"/>
          </ac:spMkLst>
        </pc:spChg>
      </pc:sldChg>
      <pc:sldChg chg="modSp">
        <pc:chgData name="zh frank" userId="f416cd28ba4d9309" providerId="LiveId" clId="{59E8307A-27EE-4FE7-94EA-B8C6F5B80312}" dt="2020-02-11T01:32:03.220" v="532" actId="20577"/>
        <pc:sldMkLst>
          <pc:docMk/>
          <pc:sldMk cId="0" sldId="535"/>
        </pc:sldMkLst>
        <pc:spChg chg="mod">
          <ac:chgData name="zh frank" userId="f416cd28ba4d9309" providerId="LiveId" clId="{59E8307A-27EE-4FE7-94EA-B8C6F5B80312}" dt="2020-02-11T01:32:03.220" v="532" actId="20577"/>
          <ac:spMkLst>
            <pc:docMk/>
            <pc:sldMk cId="0" sldId="535"/>
            <ac:spMk id="706563" creationId="{EFE6F652-C96E-4927-BD97-ADA3D0FBC687}"/>
          </ac:spMkLst>
        </pc:spChg>
        <pc:grpChg chg="mod">
          <ac:chgData name="zh frank" userId="f416cd28ba4d9309" providerId="LiveId" clId="{59E8307A-27EE-4FE7-94EA-B8C6F5B80312}" dt="2020-02-11T01:31:54.954" v="530" actId="1076"/>
          <ac:grpSpMkLst>
            <pc:docMk/>
            <pc:sldMk cId="0" sldId="535"/>
            <ac:grpSpMk id="112645" creationId="{74F073B0-897A-4AFA-874F-58BA8BC4B018}"/>
          </ac:grpSpMkLst>
        </pc:grpChg>
        <pc:grpChg chg="mod">
          <ac:chgData name="zh frank" userId="f416cd28ba4d9309" providerId="LiveId" clId="{59E8307A-27EE-4FE7-94EA-B8C6F5B80312}" dt="2020-02-11T01:31:59.173" v="531" actId="1076"/>
          <ac:grpSpMkLst>
            <pc:docMk/>
            <pc:sldMk cId="0" sldId="535"/>
            <ac:grpSpMk id="112646" creationId="{248979BC-3E2A-48A2-954C-D63FFFAE7C5A}"/>
          </ac:grpSpMkLst>
        </pc:grpChg>
      </pc:sldChg>
      <pc:sldChg chg="modSp">
        <pc:chgData name="zh frank" userId="f416cd28ba4d9309" providerId="LiveId" clId="{59E8307A-27EE-4FE7-94EA-B8C6F5B80312}" dt="2020-02-11T01:33:39.326" v="560" actId="255"/>
        <pc:sldMkLst>
          <pc:docMk/>
          <pc:sldMk cId="0" sldId="536"/>
        </pc:sldMkLst>
        <pc:spChg chg="mod">
          <ac:chgData name="zh frank" userId="f416cd28ba4d9309" providerId="LiveId" clId="{59E8307A-27EE-4FE7-94EA-B8C6F5B80312}" dt="2020-02-11T01:33:39.326" v="560" actId="255"/>
          <ac:spMkLst>
            <pc:docMk/>
            <pc:sldMk cId="0" sldId="536"/>
            <ac:spMk id="113670" creationId="{1AF718BA-2300-4F4B-B0A9-B2A1EFD93642}"/>
          </ac:spMkLst>
        </pc:spChg>
        <pc:spChg chg="mod">
          <ac:chgData name="zh frank" userId="f416cd28ba4d9309" providerId="LiveId" clId="{59E8307A-27EE-4FE7-94EA-B8C6F5B80312}" dt="2020-02-11T01:32:50.546" v="545" actId="207"/>
          <ac:spMkLst>
            <pc:docMk/>
            <pc:sldMk cId="0" sldId="536"/>
            <ac:spMk id="707587" creationId="{A5928141-E587-4353-9121-1539D3FFF903}"/>
          </ac:spMkLst>
        </pc:spChg>
        <pc:spChg chg="mod">
          <ac:chgData name="zh frank" userId="f416cd28ba4d9309" providerId="LiveId" clId="{59E8307A-27EE-4FE7-94EA-B8C6F5B80312}" dt="2020-02-11T01:33:02.171" v="546" actId="1076"/>
          <ac:spMkLst>
            <pc:docMk/>
            <pc:sldMk cId="0" sldId="536"/>
            <ac:spMk id="707588" creationId="{921D0965-85FE-46AF-8933-A58170EB4B66}"/>
          </ac:spMkLst>
        </pc:spChg>
      </pc:sldChg>
      <pc:sldChg chg="modSp">
        <pc:chgData name="zh frank" userId="f416cd28ba4d9309" providerId="LiveId" clId="{59E8307A-27EE-4FE7-94EA-B8C6F5B80312}" dt="2020-02-11T01:38:11.394" v="587" actId="1076"/>
        <pc:sldMkLst>
          <pc:docMk/>
          <pc:sldMk cId="0" sldId="543"/>
        </pc:sldMkLst>
        <pc:spChg chg="mod">
          <ac:chgData name="zh frank" userId="f416cd28ba4d9309" providerId="LiveId" clId="{59E8307A-27EE-4FE7-94EA-B8C6F5B80312}" dt="2020-02-11T01:38:11.394" v="587" actId="1076"/>
          <ac:spMkLst>
            <pc:docMk/>
            <pc:sldMk cId="0" sldId="543"/>
            <ac:spMk id="714754" creationId="{A37AFC74-92B3-46A7-8429-7B7C27852399}"/>
          </ac:spMkLst>
        </pc:spChg>
      </pc:sldChg>
      <pc:sldChg chg="modSp">
        <pc:chgData name="zh frank" userId="f416cd28ba4d9309" providerId="LiveId" clId="{59E8307A-27EE-4FE7-94EA-B8C6F5B80312}" dt="2020-02-11T01:38:19.582" v="588" actId="1076"/>
        <pc:sldMkLst>
          <pc:docMk/>
          <pc:sldMk cId="0" sldId="544"/>
        </pc:sldMkLst>
        <pc:spChg chg="mod">
          <ac:chgData name="zh frank" userId="f416cd28ba4d9309" providerId="LiveId" clId="{59E8307A-27EE-4FE7-94EA-B8C6F5B80312}" dt="2020-02-11T01:38:19.582" v="588" actId="1076"/>
          <ac:spMkLst>
            <pc:docMk/>
            <pc:sldMk cId="0" sldId="544"/>
            <ac:spMk id="715778" creationId="{E430270B-01CF-4634-A90D-1ACC9CF47224}"/>
          </ac:spMkLst>
        </pc:spChg>
      </pc:sldChg>
      <pc:sldChg chg="modSp">
        <pc:chgData name="zh frank" userId="f416cd28ba4d9309" providerId="LiveId" clId="{59E8307A-27EE-4FE7-94EA-B8C6F5B80312}" dt="2020-02-11T01:39:14.205" v="594" actId="20577"/>
        <pc:sldMkLst>
          <pc:docMk/>
          <pc:sldMk cId="0" sldId="547"/>
        </pc:sldMkLst>
        <pc:spChg chg="mod">
          <ac:chgData name="zh frank" userId="f416cd28ba4d9309" providerId="LiveId" clId="{59E8307A-27EE-4FE7-94EA-B8C6F5B80312}" dt="2020-02-11T01:39:14.205" v="594" actId="20577"/>
          <ac:spMkLst>
            <pc:docMk/>
            <pc:sldMk cId="0" sldId="547"/>
            <ac:spMk id="120835" creationId="{FD0A4DF1-58A8-4137-B962-7F47AF1ECF8B}"/>
          </ac:spMkLst>
        </pc:spChg>
      </pc:sldChg>
      <pc:sldChg chg="modSp">
        <pc:chgData name="zh frank" userId="f416cd28ba4d9309" providerId="LiveId" clId="{59E8307A-27EE-4FE7-94EA-B8C6F5B80312}" dt="2020-02-11T01:38:51.784" v="592" actId="692"/>
        <pc:sldMkLst>
          <pc:docMk/>
          <pc:sldMk cId="0" sldId="548"/>
        </pc:sldMkLst>
        <pc:spChg chg="mod">
          <ac:chgData name="zh frank" userId="f416cd28ba4d9309" providerId="LiveId" clId="{59E8307A-27EE-4FE7-94EA-B8C6F5B80312}" dt="2020-02-11T01:38:51.784" v="592" actId="692"/>
          <ac:spMkLst>
            <pc:docMk/>
            <pc:sldMk cId="0" sldId="548"/>
            <ac:spMk id="119817" creationId="{703E4F12-811D-4CB7-8C81-05E48D53004D}"/>
          </ac:spMkLst>
        </pc:spChg>
      </pc:sldChg>
      <pc:sldChg chg="modSp">
        <pc:chgData name="zh frank" userId="f416cd28ba4d9309" providerId="LiveId" clId="{59E8307A-27EE-4FE7-94EA-B8C6F5B80312}" dt="2020-02-11T00:50:05.772" v="108" actId="1076"/>
        <pc:sldMkLst>
          <pc:docMk/>
          <pc:sldMk cId="0" sldId="549"/>
        </pc:sldMkLst>
        <pc:spChg chg="mod">
          <ac:chgData name="zh frank" userId="f416cd28ba4d9309" providerId="LiveId" clId="{59E8307A-27EE-4FE7-94EA-B8C6F5B80312}" dt="2020-02-11T00:50:05.772" v="108" actId="1076"/>
          <ac:spMkLst>
            <pc:docMk/>
            <pc:sldMk cId="0" sldId="549"/>
            <ac:spMk id="30723" creationId="{CDB74C54-3E1B-45DD-9F58-394D61998790}"/>
          </ac:spMkLst>
        </pc:spChg>
      </pc:sldChg>
      <pc:sldChg chg="modSp">
        <pc:chgData name="zh frank" userId="f416cd28ba4d9309" providerId="LiveId" clId="{59E8307A-27EE-4FE7-94EA-B8C6F5B80312}" dt="2020-02-11T00:50:33.272" v="110" actId="20577"/>
        <pc:sldMkLst>
          <pc:docMk/>
          <pc:sldMk cId="0" sldId="550"/>
        </pc:sldMkLst>
        <pc:spChg chg="mod">
          <ac:chgData name="zh frank" userId="f416cd28ba4d9309" providerId="LiveId" clId="{59E8307A-27EE-4FE7-94EA-B8C6F5B80312}" dt="2020-02-11T00:50:17.991" v="109" actId="1076"/>
          <ac:spMkLst>
            <pc:docMk/>
            <pc:sldMk cId="0" sldId="550"/>
            <ac:spMk id="32771" creationId="{D64AA259-9012-4184-840D-E8DF217BE813}"/>
          </ac:spMkLst>
        </pc:spChg>
        <pc:spChg chg="mod">
          <ac:chgData name="zh frank" userId="f416cd28ba4d9309" providerId="LiveId" clId="{59E8307A-27EE-4FE7-94EA-B8C6F5B80312}" dt="2020-02-11T00:50:33.272" v="110" actId="20577"/>
          <ac:spMkLst>
            <pc:docMk/>
            <pc:sldMk cId="0" sldId="550"/>
            <ac:spMk id="723970" creationId="{05BF26CF-66CC-4306-B80B-22ECA51D9D57}"/>
          </ac:spMkLst>
        </pc:spChg>
      </pc:sldChg>
      <pc:sldChg chg="modSp">
        <pc:chgData name="zh frank" userId="f416cd28ba4d9309" providerId="LiveId" clId="{59E8307A-27EE-4FE7-94EA-B8C6F5B80312}" dt="2020-02-11T01:42:28.135" v="621" actId="1076"/>
        <pc:sldMkLst>
          <pc:docMk/>
          <pc:sldMk cId="0" sldId="552"/>
        </pc:sldMkLst>
        <pc:spChg chg="mod">
          <ac:chgData name="zh frank" userId="f416cd28ba4d9309" providerId="LiveId" clId="{59E8307A-27EE-4FE7-94EA-B8C6F5B80312}" dt="2020-02-11T01:40:52.982" v="607" actId="2711"/>
          <ac:spMkLst>
            <pc:docMk/>
            <pc:sldMk cId="0" sldId="552"/>
            <ac:spMk id="121926" creationId="{D8369091-924E-4866-AC74-69A72181F44F}"/>
          </ac:spMkLst>
        </pc:spChg>
        <pc:spChg chg="mod">
          <ac:chgData name="zh frank" userId="f416cd28ba4d9309" providerId="LiveId" clId="{59E8307A-27EE-4FE7-94EA-B8C6F5B80312}" dt="2020-02-11T01:41:10.326" v="609" actId="2711"/>
          <ac:spMkLst>
            <pc:docMk/>
            <pc:sldMk cId="0" sldId="552"/>
            <ac:spMk id="730114" creationId="{FD591DED-C847-4806-B642-82C4C0C59DB4}"/>
          </ac:spMkLst>
        </pc:spChg>
        <pc:spChg chg="mod">
          <ac:chgData name="zh frank" userId="f416cd28ba4d9309" providerId="LiveId" clId="{59E8307A-27EE-4FE7-94EA-B8C6F5B80312}" dt="2020-02-11T01:41:46.371" v="612" actId="1076"/>
          <ac:spMkLst>
            <pc:docMk/>
            <pc:sldMk cId="0" sldId="552"/>
            <ac:spMk id="730115" creationId="{5242FDCC-24AE-4385-AB49-40769C36D655}"/>
          </ac:spMkLst>
        </pc:spChg>
        <pc:graphicFrameChg chg="mod">
          <ac:chgData name="zh frank" userId="f416cd28ba4d9309" providerId="LiveId" clId="{59E8307A-27EE-4FE7-94EA-B8C6F5B80312}" dt="2020-02-11T01:41:55.590" v="614" actId="1076"/>
          <ac:graphicFrameMkLst>
            <pc:docMk/>
            <pc:sldMk cId="0" sldId="552"/>
            <ac:graphicFrameMk id="2" creationId="{1AAB25DA-D63E-4CBD-9184-F7A1A748D266}"/>
          </ac:graphicFrameMkLst>
        </pc:graphicFrameChg>
        <pc:graphicFrameChg chg="mod">
          <ac:chgData name="zh frank" userId="f416cd28ba4d9309" providerId="LiveId" clId="{59E8307A-27EE-4FE7-94EA-B8C6F5B80312}" dt="2020-02-11T01:41:50.762" v="613" actId="1076"/>
          <ac:graphicFrameMkLst>
            <pc:docMk/>
            <pc:sldMk cId="0" sldId="552"/>
            <ac:graphicFrameMk id="3" creationId="{8D302135-986E-43EA-8920-BDA2715A1284}"/>
          </ac:graphicFrameMkLst>
        </pc:graphicFrameChg>
        <pc:graphicFrameChg chg="mod">
          <ac:chgData name="zh frank" userId="f416cd28ba4d9309" providerId="LiveId" clId="{59E8307A-27EE-4FE7-94EA-B8C6F5B80312}" dt="2020-02-11T01:42:02.777" v="616" actId="1076"/>
          <ac:graphicFrameMkLst>
            <pc:docMk/>
            <pc:sldMk cId="0" sldId="552"/>
            <ac:graphicFrameMk id="4" creationId="{083A8BE1-41F6-4245-9E2C-35CC88BB8089}"/>
          </ac:graphicFrameMkLst>
        </pc:graphicFrameChg>
        <pc:graphicFrameChg chg="mod">
          <ac:chgData name="zh frank" userId="f416cd28ba4d9309" providerId="LiveId" clId="{59E8307A-27EE-4FE7-94EA-B8C6F5B80312}" dt="2020-02-11T01:42:12.917" v="618" actId="1076"/>
          <ac:graphicFrameMkLst>
            <pc:docMk/>
            <pc:sldMk cId="0" sldId="552"/>
            <ac:graphicFrameMk id="5" creationId="{5F051950-BFB1-4CFF-8851-07EA56199DD5}"/>
          </ac:graphicFrameMkLst>
        </pc:graphicFrameChg>
        <pc:graphicFrameChg chg="modGraphic">
          <ac:chgData name="zh frank" userId="f416cd28ba4d9309" providerId="LiveId" clId="{59E8307A-27EE-4FE7-94EA-B8C6F5B80312}" dt="2020-02-11T01:41:30.247" v="611" actId="2711"/>
          <ac:graphicFrameMkLst>
            <pc:docMk/>
            <pc:sldMk cId="0" sldId="552"/>
            <ac:graphicFrameMk id="730280" creationId="{7CBBEEE3-537E-4E7E-87DF-00F45CE60178}"/>
          </ac:graphicFrameMkLst>
        </pc:graphicFrameChg>
        <pc:picChg chg="mod">
          <ac:chgData name="zh frank" userId="f416cd28ba4d9309" providerId="LiveId" clId="{59E8307A-27EE-4FE7-94EA-B8C6F5B80312}" dt="2020-02-11T01:42:28.135" v="621" actId="1076"/>
          <ac:picMkLst>
            <pc:docMk/>
            <pc:sldMk cId="0" sldId="552"/>
            <ac:picMk id="121927" creationId="{6B5A479C-1D3D-4330-9614-ED9EB03375E9}"/>
          </ac:picMkLst>
        </pc:picChg>
      </pc:sldChg>
      <pc:sldChg chg="modSp">
        <pc:chgData name="zh frank" userId="f416cd28ba4d9309" providerId="LiveId" clId="{59E8307A-27EE-4FE7-94EA-B8C6F5B80312}" dt="2020-02-11T01:47:38.625" v="652" actId="1076"/>
        <pc:sldMkLst>
          <pc:docMk/>
          <pc:sldMk cId="0" sldId="554"/>
        </pc:sldMkLst>
        <pc:spChg chg="mod">
          <ac:chgData name="zh frank" userId="f416cd28ba4d9309" providerId="LiveId" clId="{59E8307A-27EE-4FE7-94EA-B8C6F5B80312}" dt="2020-02-11T01:47:38.625" v="652" actId="1076"/>
          <ac:spMkLst>
            <pc:docMk/>
            <pc:sldMk cId="0" sldId="554"/>
            <ac:spMk id="125956" creationId="{42369170-26B8-4F6D-BC95-6E7ECAF68B63}"/>
          </ac:spMkLst>
        </pc:spChg>
        <pc:spChg chg="mod">
          <ac:chgData name="zh frank" userId="f416cd28ba4d9309" providerId="LiveId" clId="{59E8307A-27EE-4FE7-94EA-B8C6F5B80312}" dt="2020-02-11T01:47:04.407" v="645" actId="2711"/>
          <ac:spMkLst>
            <pc:docMk/>
            <pc:sldMk cId="0" sldId="554"/>
            <ac:spMk id="125959" creationId="{4165A2A9-94C0-4926-9AD7-6F06EC6E5905}"/>
          </ac:spMkLst>
        </pc:spChg>
        <pc:spChg chg="mod">
          <ac:chgData name="zh frank" userId="f416cd28ba4d9309" providerId="LiveId" clId="{59E8307A-27EE-4FE7-94EA-B8C6F5B80312}" dt="2020-02-11T01:46:41.377" v="642" actId="207"/>
          <ac:spMkLst>
            <pc:docMk/>
            <pc:sldMk cId="0" sldId="554"/>
            <ac:spMk id="732162" creationId="{BF8BA94F-3B16-4CE9-B87B-5732C5499BA2}"/>
          </ac:spMkLst>
        </pc:spChg>
        <pc:grpChg chg="mod">
          <ac:chgData name="zh frank" userId="f416cd28ba4d9309" providerId="LiveId" clId="{59E8307A-27EE-4FE7-94EA-B8C6F5B80312}" dt="2020-02-11T01:46:52.642" v="643" actId="1076"/>
          <ac:grpSpMkLst>
            <pc:docMk/>
            <pc:sldMk cId="0" sldId="554"/>
            <ac:grpSpMk id="125957" creationId="{C8FD9619-8362-41FD-AB17-416BED0E454D}"/>
          </ac:grpSpMkLst>
        </pc:grpChg>
        <pc:picChg chg="mod">
          <ac:chgData name="zh frank" userId="f416cd28ba4d9309" providerId="LiveId" clId="{59E8307A-27EE-4FE7-94EA-B8C6F5B80312}" dt="2020-02-11T01:47:11.266" v="646" actId="1076"/>
          <ac:picMkLst>
            <pc:docMk/>
            <pc:sldMk cId="0" sldId="554"/>
            <ac:picMk id="125958" creationId="{48D09818-904B-4594-96E8-7579F5A84FCD}"/>
          </ac:picMkLst>
        </pc:picChg>
      </pc:sldChg>
      <pc:sldChg chg="modSp">
        <pc:chgData name="zh frank" userId="f416cd28ba4d9309" providerId="LiveId" clId="{59E8307A-27EE-4FE7-94EA-B8C6F5B80312}" dt="2020-02-11T01:48:31.638" v="655" actId="2711"/>
        <pc:sldMkLst>
          <pc:docMk/>
          <pc:sldMk cId="0" sldId="555"/>
        </pc:sldMkLst>
        <pc:spChg chg="mod">
          <ac:chgData name="zh frank" userId="f416cd28ba4d9309" providerId="LiveId" clId="{59E8307A-27EE-4FE7-94EA-B8C6F5B80312}" dt="2020-02-11T01:47:58.327" v="654" actId="255"/>
          <ac:spMkLst>
            <pc:docMk/>
            <pc:sldMk cId="0" sldId="555"/>
            <ac:spMk id="733186" creationId="{D462C5E6-4A96-43F9-88A8-744099B6108A}"/>
          </ac:spMkLst>
        </pc:spChg>
        <pc:spChg chg="mod">
          <ac:chgData name="zh frank" userId="f416cd28ba4d9309" providerId="LiveId" clId="{59E8307A-27EE-4FE7-94EA-B8C6F5B80312}" dt="2020-02-11T01:48:31.638" v="655" actId="2711"/>
          <ac:spMkLst>
            <pc:docMk/>
            <pc:sldMk cId="0" sldId="555"/>
            <ac:spMk id="733187" creationId="{AEB93757-90D0-474D-A14C-769D9F0770C8}"/>
          </ac:spMkLst>
        </pc:spChg>
      </pc:sldChg>
      <pc:sldChg chg="modSp">
        <pc:chgData name="zh frank" userId="f416cd28ba4d9309" providerId="LiveId" clId="{59E8307A-27EE-4FE7-94EA-B8C6F5B80312}" dt="2020-02-11T01:36:23.148" v="577" actId="255"/>
        <pc:sldMkLst>
          <pc:docMk/>
          <pc:sldMk cId="0" sldId="562"/>
        </pc:sldMkLst>
        <pc:spChg chg="mod">
          <ac:chgData name="zh frank" userId="f416cd28ba4d9309" providerId="LiveId" clId="{59E8307A-27EE-4FE7-94EA-B8C6F5B80312}" dt="2020-02-11T01:35:29.728" v="570" actId="2711"/>
          <ac:spMkLst>
            <pc:docMk/>
            <pc:sldMk cId="0" sldId="562"/>
            <ac:spMk id="114696" creationId="{473F94D5-FF81-4AAC-944C-0EB0FBA94D99}"/>
          </ac:spMkLst>
        </pc:spChg>
        <pc:spChg chg="mod">
          <ac:chgData name="zh frank" userId="f416cd28ba4d9309" providerId="LiveId" clId="{59E8307A-27EE-4FE7-94EA-B8C6F5B80312}" dt="2020-02-11T01:35:04.495" v="566" actId="2711"/>
          <ac:spMkLst>
            <pc:docMk/>
            <pc:sldMk cId="0" sldId="562"/>
            <ac:spMk id="114698" creationId="{1DDD5809-6561-4B42-9482-9B1EF3B4A5C7}"/>
          </ac:spMkLst>
        </pc:spChg>
        <pc:spChg chg="mod">
          <ac:chgData name="zh frank" userId="f416cd28ba4d9309" providerId="LiveId" clId="{59E8307A-27EE-4FE7-94EA-B8C6F5B80312}" dt="2020-02-11T01:35:12.526" v="567" actId="2711"/>
          <ac:spMkLst>
            <pc:docMk/>
            <pc:sldMk cId="0" sldId="562"/>
            <ac:spMk id="114700" creationId="{36B1B73A-6C85-4BAC-A540-49C84CAC32EF}"/>
          </ac:spMkLst>
        </pc:spChg>
        <pc:spChg chg="mod">
          <ac:chgData name="zh frank" userId="f416cd28ba4d9309" providerId="LiveId" clId="{59E8307A-27EE-4FE7-94EA-B8C6F5B80312}" dt="2020-02-11T01:35:22.541" v="569" actId="2711"/>
          <ac:spMkLst>
            <pc:docMk/>
            <pc:sldMk cId="0" sldId="562"/>
            <ac:spMk id="114702" creationId="{361067DA-97B6-4C07-8B4D-25CE1157D51C}"/>
          </ac:spMkLst>
        </pc:spChg>
        <pc:spChg chg="mod">
          <ac:chgData name="zh frank" userId="f416cd28ba4d9309" providerId="LiveId" clId="{59E8307A-27EE-4FE7-94EA-B8C6F5B80312}" dt="2020-02-11T01:35:36.572" v="571" actId="2711"/>
          <ac:spMkLst>
            <pc:docMk/>
            <pc:sldMk cId="0" sldId="562"/>
            <ac:spMk id="114712" creationId="{56AD8419-23B8-4B60-B2B9-FA76A4B4B5B6}"/>
          </ac:spMkLst>
        </pc:spChg>
        <pc:spChg chg="mod">
          <ac:chgData name="zh frank" userId="f416cd28ba4d9309" providerId="LiveId" clId="{59E8307A-27EE-4FE7-94EA-B8C6F5B80312}" dt="2020-02-11T01:35:43.337" v="572" actId="2711"/>
          <ac:spMkLst>
            <pc:docMk/>
            <pc:sldMk cId="0" sldId="562"/>
            <ac:spMk id="114714" creationId="{1BACB17F-E47C-46EF-8153-6EAA65E84172}"/>
          </ac:spMkLst>
        </pc:spChg>
        <pc:spChg chg="mod">
          <ac:chgData name="zh frank" userId="f416cd28ba4d9309" providerId="LiveId" clId="{59E8307A-27EE-4FE7-94EA-B8C6F5B80312}" dt="2020-02-11T01:36:23.148" v="577" actId="255"/>
          <ac:spMkLst>
            <pc:docMk/>
            <pc:sldMk cId="0" sldId="562"/>
            <ac:spMk id="114716" creationId="{23DED307-DCB3-41FE-B689-8AB845455B94}"/>
          </ac:spMkLst>
        </pc:spChg>
        <pc:spChg chg="mod">
          <ac:chgData name="zh frank" userId="f416cd28ba4d9309" providerId="LiveId" clId="{59E8307A-27EE-4FE7-94EA-B8C6F5B80312}" dt="2020-02-11T01:35:57.587" v="573" actId="1076"/>
          <ac:spMkLst>
            <pc:docMk/>
            <pc:sldMk cId="0" sldId="562"/>
            <ac:spMk id="741411" creationId="{DEEBEEBE-4BAB-4601-BA15-EF02F3974C6F}"/>
          </ac:spMkLst>
        </pc:spChg>
        <pc:grpChg chg="mod">
          <ac:chgData name="zh frank" userId="f416cd28ba4d9309" providerId="LiveId" clId="{59E8307A-27EE-4FE7-94EA-B8C6F5B80312}" dt="2020-02-11T01:36:14.133" v="576" actId="1076"/>
          <ac:grpSpMkLst>
            <pc:docMk/>
            <pc:sldMk cId="0" sldId="562"/>
            <ac:grpSpMk id="114692" creationId="{04D44411-AF6B-49A3-9A78-CA4F2647258E}"/>
          </ac:grpSpMkLst>
        </pc:grpChg>
      </pc:sldChg>
      <pc:sldChg chg="modSp">
        <pc:chgData name="zh frank" userId="f416cd28ba4d9309" providerId="LiveId" clId="{59E8307A-27EE-4FE7-94EA-B8C6F5B80312}" dt="2020-02-11T01:37:58.129" v="586" actId="207"/>
        <pc:sldMkLst>
          <pc:docMk/>
          <pc:sldMk cId="0" sldId="563"/>
        </pc:sldMkLst>
        <pc:spChg chg="mod">
          <ac:chgData name="zh frank" userId="f416cd28ba4d9309" providerId="LiveId" clId="{59E8307A-27EE-4FE7-94EA-B8C6F5B80312}" dt="2020-02-11T01:37:58.129" v="586" actId="207"/>
          <ac:spMkLst>
            <pc:docMk/>
            <pc:sldMk cId="0" sldId="563"/>
            <ac:spMk id="115715" creationId="{0807F9DB-53E5-49F0-8B24-01914E6EDA27}"/>
          </ac:spMkLst>
        </pc:spChg>
        <pc:spChg chg="mod">
          <ac:chgData name="zh frank" userId="f416cd28ba4d9309" providerId="LiveId" clId="{59E8307A-27EE-4FE7-94EA-B8C6F5B80312}" dt="2020-02-11T01:37:51.708" v="585" actId="207"/>
          <ac:spMkLst>
            <pc:docMk/>
            <pc:sldMk cId="0" sldId="563"/>
            <ac:spMk id="115716" creationId="{8A4E81C9-BE80-4444-AEDC-5F77D1DE489B}"/>
          </ac:spMkLst>
        </pc:spChg>
        <pc:spChg chg="mod">
          <ac:chgData name="zh frank" userId="f416cd28ba4d9309" providerId="LiveId" clId="{59E8307A-27EE-4FE7-94EA-B8C6F5B80312}" dt="2020-02-11T01:37:05.990" v="580" actId="1076"/>
          <ac:spMkLst>
            <pc:docMk/>
            <pc:sldMk cId="0" sldId="563"/>
            <ac:spMk id="115718" creationId="{F55BA74C-58B7-42D0-A0B6-BA8EADBB81C2}"/>
          </ac:spMkLst>
        </pc:spChg>
        <pc:spChg chg="mod">
          <ac:chgData name="zh frank" userId="f416cd28ba4d9309" providerId="LiveId" clId="{59E8307A-27EE-4FE7-94EA-B8C6F5B80312}" dt="2020-02-11T01:37:11.443" v="581" actId="1076"/>
          <ac:spMkLst>
            <pc:docMk/>
            <pc:sldMk cId="0" sldId="563"/>
            <ac:spMk id="115719" creationId="{B50912A2-C7F4-4300-91DB-4D10C4516D3E}"/>
          </ac:spMkLst>
        </pc:spChg>
      </pc:sldChg>
      <pc:sldChg chg="modSp">
        <pc:chgData name="zh frank" userId="f416cd28ba4d9309" providerId="LiveId" clId="{59E8307A-27EE-4FE7-94EA-B8C6F5B80312}" dt="2020-02-11T01:42:43.400" v="623" actId="2711"/>
        <pc:sldMkLst>
          <pc:docMk/>
          <pc:sldMk cId="0" sldId="571"/>
        </pc:sldMkLst>
        <pc:spChg chg="mod">
          <ac:chgData name="zh frank" userId="f416cd28ba4d9309" providerId="LiveId" clId="{59E8307A-27EE-4FE7-94EA-B8C6F5B80312}" dt="2020-02-11T01:42:43.400" v="623" actId="2711"/>
          <ac:spMkLst>
            <pc:docMk/>
            <pc:sldMk cId="0" sldId="571"/>
            <ac:spMk id="763906" creationId="{B95BD192-2B92-4E83-B793-D47412F958F5}"/>
          </ac:spMkLst>
        </pc:spChg>
      </pc:sldChg>
      <pc:sldChg chg="modSp">
        <pc:chgData name="zh frank" userId="f416cd28ba4d9309" providerId="LiveId" clId="{59E8307A-27EE-4FE7-94EA-B8C6F5B80312}" dt="2020-02-11T01:46:23.221" v="640" actId="1076"/>
        <pc:sldMkLst>
          <pc:docMk/>
          <pc:sldMk cId="0" sldId="572"/>
        </pc:sldMkLst>
        <pc:spChg chg="mod">
          <ac:chgData name="zh frank" userId="f416cd28ba4d9309" providerId="LiveId" clId="{59E8307A-27EE-4FE7-94EA-B8C6F5B80312}" dt="2020-02-11T01:45:15.817" v="630" actId="14861"/>
          <ac:spMkLst>
            <pc:docMk/>
            <pc:sldMk cId="0" sldId="572"/>
            <ac:spMk id="123908" creationId="{D3FB5426-74FA-4D71-B90C-119618FE9C66}"/>
          </ac:spMkLst>
        </pc:spChg>
        <pc:spChg chg="mod">
          <ac:chgData name="zh frank" userId="f416cd28ba4d9309" providerId="LiveId" clId="{59E8307A-27EE-4FE7-94EA-B8C6F5B80312}" dt="2020-02-11T01:45:08.552" v="629" actId="14861"/>
          <ac:spMkLst>
            <pc:docMk/>
            <pc:sldMk cId="0" sldId="572"/>
            <ac:spMk id="123915" creationId="{64AFA010-56AF-4090-95CC-9488F45155AD}"/>
          </ac:spMkLst>
        </pc:spChg>
        <pc:spChg chg="mod">
          <ac:chgData name="zh frank" userId="f416cd28ba4d9309" providerId="LiveId" clId="{59E8307A-27EE-4FE7-94EA-B8C6F5B80312}" dt="2020-02-11T01:44:47.943" v="628" actId="14861"/>
          <ac:spMkLst>
            <pc:docMk/>
            <pc:sldMk cId="0" sldId="572"/>
            <ac:spMk id="123921" creationId="{1666B4D3-E482-4AC7-8EDE-8F6A8E464C9E}"/>
          </ac:spMkLst>
        </pc:spChg>
        <pc:spChg chg="mod">
          <ac:chgData name="zh frank" userId="f416cd28ba4d9309" providerId="LiveId" clId="{59E8307A-27EE-4FE7-94EA-B8C6F5B80312}" dt="2020-02-11T01:44:19.803" v="627" actId="14861"/>
          <ac:spMkLst>
            <pc:docMk/>
            <pc:sldMk cId="0" sldId="572"/>
            <ac:spMk id="123927" creationId="{FE9DA01E-1954-4541-82F8-304B3A2DDDE8}"/>
          </ac:spMkLst>
        </pc:spChg>
        <pc:spChg chg="mod">
          <ac:chgData name="zh frank" userId="f416cd28ba4d9309" providerId="LiveId" clId="{59E8307A-27EE-4FE7-94EA-B8C6F5B80312}" dt="2020-02-11T01:45:27.895" v="631" actId="1076"/>
          <ac:spMkLst>
            <pc:docMk/>
            <pc:sldMk cId="0" sldId="572"/>
            <ac:spMk id="123934" creationId="{F065F019-753D-4203-90F3-4A8DD244BEF0}"/>
          </ac:spMkLst>
        </pc:spChg>
        <pc:spChg chg="mod">
          <ac:chgData name="zh frank" userId="f416cd28ba4d9309" providerId="LiveId" clId="{59E8307A-27EE-4FE7-94EA-B8C6F5B80312}" dt="2020-02-11T01:45:32.957" v="632" actId="1076"/>
          <ac:spMkLst>
            <pc:docMk/>
            <pc:sldMk cId="0" sldId="572"/>
            <ac:spMk id="123936" creationId="{EA4959D6-EC44-4426-A289-568EED813959}"/>
          </ac:spMkLst>
        </pc:spChg>
        <pc:spChg chg="mod">
          <ac:chgData name="zh frank" userId="f416cd28ba4d9309" providerId="LiveId" clId="{59E8307A-27EE-4FE7-94EA-B8C6F5B80312}" dt="2020-02-11T01:45:38.597" v="633" actId="1076"/>
          <ac:spMkLst>
            <pc:docMk/>
            <pc:sldMk cId="0" sldId="572"/>
            <ac:spMk id="123938" creationId="{6273EB1A-908E-4016-9EC8-2F6E5CD49421}"/>
          </ac:spMkLst>
        </pc:spChg>
        <pc:spChg chg="mod">
          <ac:chgData name="zh frank" userId="f416cd28ba4d9309" providerId="LiveId" clId="{59E8307A-27EE-4FE7-94EA-B8C6F5B80312}" dt="2020-02-11T01:45:45.488" v="634" actId="1076"/>
          <ac:spMkLst>
            <pc:docMk/>
            <pc:sldMk cId="0" sldId="572"/>
            <ac:spMk id="123940" creationId="{480AA16A-F4CA-4767-9AE0-728A165964A1}"/>
          </ac:spMkLst>
        </pc:spChg>
        <pc:spChg chg="mod">
          <ac:chgData name="zh frank" userId="f416cd28ba4d9309" providerId="LiveId" clId="{59E8307A-27EE-4FE7-94EA-B8C6F5B80312}" dt="2020-02-11T01:46:23.221" v="640" actId="1076"/>
          <ac:spMkLst>
            <pc:docMk/>
            <pc:sldMk cId="0" sldId="572"/>
            <ac:spMk id="123951" creationId="{0C39EB2D-27B3-4D8A-B3C0-9A37489F31DE}"/>
          </ac:spMkLst>
        </pc:spChg>
        <pc:spChg chg="mod">
          <ac:chgData name="zh frank" userId="f416cd28ba4d9309" providerId="LiveId" clId="{59E8307A-27EE-4FE7-94EA-B8C6F5B80312}" dt="2020-02-11T01:46:20.002" v="639" actId="1076"/>
          <ac:spMkLst>
            <pc:docMk/>
            <pc:sldMk cId="0" sldId="572"/>
            <ac:spMk id="123953" creationId="{87E31472-FCCF-4BBE-BAAA-62BE7E6DFE3F}"/>
          </ac:spMkLst>
        </pc:spChg>
        <pc:spChg chg="mod">
          <ac:chgData name="zh frank" userId="f416cd28ba4d9309" providerId="LiveId" clId="{59E8307A-27EE-4FE7-94EA-B8C6F5B80312}" dt="2020-02-11T01:43:02.228" v="624" actId="1076"/>
          <ac:spMkLst>
            <pc:docMk/>
            <pc:sldMk cId="0" sldId="572"/>
            <ac:spMk id="766978" creationId="{0AEFB058-3161-4A17-9C62-2C8F13ADF25C}"/>
          </ac:spMkLst>
        </pc:spChg>
      </pc:sldChg>
      <pc:sldChg chg="modSp">
        <pc:chgData name="zh frank" userId="f416cd28ba4d9309" providerId="LiveId" clId="{59E8307A-27EE-4FE7-94EA-B8C6F5B80312}" dt="2020-02-11T01:29:02.070" v="515" actId="1076"/>
        <pc:sldMkLst>
          <pc:docMk/>
          <pc:sldMk cId="0" sldId="586"/>
        </pc:sldMkLst>
        <pc:spChg chg="mod">
          <ac:chgData name="zh frank" userId="f416cd28ba4d9309" providerId="LiveId" clId="{59E8307A-27EE-4FE7-94EA-B8C6F5B80312}" dt="2020-02-11T01:29:02.070" v="515" actId="1076"/>
          <ac:spMkLst>
            <pc:docMk/>
            <pc:sldMk cId="0" sldId="586"/>
            <ac:spMk id="109571" creationId="{197175D2-3D66-49D2-B038-C5331681CCA2}"/>
          </ac:spMkLst>
        </pc:spChg>
      </pc:sldChg>
      <pc:sldChg chg="modSp">
        <pc:chgData name="zh frank" userId="f416cd28ba4d9309" providerId="LiveId" clId="{59E8307A-27EE-4FE7-94EA-B8C6F5B80312}" dt="2020-02-11T01:25:27.015" v="474" actId="1076"/>
        <pc:sldMkLst>
          <pc:docMk/>
          <pc:sldMk cId="0" sldId="594"/>
        </pc:sldMkLst>
        <pc:spChg chg="mod">
          <ac:chgData name="zh frank" userId="f416cd28ba4d9309" providerId="LiveId" clId="{59E8307A-27EE-4FE7-94EA-B8C6F5B80312}" dt="2020-02-11T01:25:27.015" v="474" actId="1076"/>
          <ac:spMkLst>
            <pc:docMk/>
            <pc:sldMk cId="0" sldId="594"/>
            <ac:spMk id="104451" creationId="{DE356120-DD4A-411E-8B3C-10B7664E1C2E}"/>
          </ac:spMkLst>
        </pc:spChg>
      </pc:sldChg>
      <pc:sldChg chg="addSp delSp modSp">
        <pc:chgData name="zh frank" userId="f416cd28ba4d9309" providerId="LiveId" clId="{59E8307A-27EE-4FE7-94EA-B8C6F5B80312}" dt="2020-02-11T01:30:54.769" v="526" actId="1076"/>
        <pc:sldMkLst>
          <pc:docMk/>
          <pc:sldMk cId="0" sldId="596"/>
        </pc:sldMkLst>
        <pc:spChg chg="mod">
          <ac:chgData name="zh frank" userId="f416cd28ba4d9309" providerId="LiveId" clId="{59E8307A-27EE-4FE7-94EA-B8C6F5B80312}" dt="2020-02-11T01:29:23.335" v="516" actId="1076"/>
          <ac:spMkLst>
            <pc:docMk/>
            <pc:sldMk cId="0" sldId="596"/>
            <ac:spMk id="111619" creationId="{E0E5B09A-F89D-4448-A268-7B3121778A95}"/>
          </ac:spMkLst>
        </pc:spChg>
        <pc:spChg chg="del mod">
          <ac:chgData name="zh frank" userId="f416cd28ba4d9309" providerId="LiveId" clId="{59E8307A-27EE-4FE7-94EA-B8C6F5B80312}" dt="2020-02-11T01:30:49.800" v="525" actId="478"/>
          <ac:spMkLst>
            <pc:docMk/>
            <pc:sldMk cId="0" sldId="596"/>
            <ac:spMk id="111622" creationId="{7C948BCF-5F7C-458E-9397-38E4C64AA2DA}"/>
          </ac:spMkLst>
        </pc:spChg>
        <pc:spChg chg="del mod">
          <ac:chgData name="zh frank" userId="f416cd28ba4d9309" providerId="LiveId" clId="{59E8307A-27EE-4FE7-94EA-B8C6F5B80312}" dt="2020-02-11T01:30:46.160" v="524" actId="478"/>
          <ac:spMkLst>
            <pc:docMk/>
            <pc:sldMk cId="0" sldId="596"/>
            <ac:spMk id="111623" creationId="{E8C85581-8C29-4D71-B8EC-E70242EE3935}"/>
          </ac:spMkLst>
        </pc:spChg>
        <pc:grpChg chg="add mod">
          <ac:chgData name="zh frank" userId="f416cd28ba4d9309" providerId="LiveId" clId="{59E8307A-27EE-4FE7-94EA-B8C6F5B80312}" dt="2020-02-11T01:30:54.769" v="526" actId="1076"/>
          <ac:grpSpMkLst>
            <pc:docMk/>
            <pc:sldMk cId="0" sldId="596"/>
            <ac:grpSpMk id="9" creationId="{35C810C4-D5D1-438A-B91D-3484BA65199E}"/>
          </ac:grpSpMkLst>
        </pc:grpChg>
        <pc:grpChg chg="mod">
          <ac:chgData name="zh frank" userId="f416cd28ba4d9309" providerId="LiveId" clId="{59E8307A-27EE-4FE7-94EA-B8C6F5B80312}" dt="2020-02-11T01:30:34.629" v="521" actId="1076"/>
          <ac:grpSpMkLst>
            <pc:docMk/>
            <pc:sldMk cId="0" sldId="596"/>
            <ac:grpSpMk id="111621" creationId="{6C284DCC-AD14-4EF3-8581-E7C2B370F7B3}"/>
          </ac:grpSpMkLst>
        </pc:grpChg>
      </pc:sldChg>
      <pc:sldChg chg="modSp">
        <pc:chgData name="zh frank" userId="f416cd28ba4d9309" providerId="LiveId" clId="{59E8307A-27EE-4FE7-94EA-B8C6F5B80312}" dt="2020-02-11T01:20:32.853" v="453" actId="1076"/>
        <pc:sldMkLst>
          <pc:docMk/>
          <pc:sldMk cId="0" sldId="597"/>
        </pc:sldMkLst>
        <pc:spChg chg="mod">
          <ac:chgData name="zh frank" userId="f416cd28ba4d9309" providerId="LiveId" clId="{59E8307A-27EE-4FE7-94EA-B8C6F5B80312}" dt="2020-02-11T01:20:26.228" v="452" actId="6549"/>
          <ac:spMkLst>
            <pc:docMk/>
            <pc:sldMk cId="0" sldId="597"/>
            <ac:spMk id="92163" creationId="{4DD12BEC-5B21-4C81-906E-3FE0D42ABACB}"/>
          </ac:spMkLst>
        </pc:spChg>
        <pc:picChg chg="mod">
          <ac:chgData name="zh frank" userId="f416cd28ba4d9309" providerId="LiveId" clId="{59E8307A-27EE-4FE7-94EA-B8C6F5B80312}" dt="2020-02-11T01:20:32.853" v="453" actId="1076"/>
          <ac:picMkLst>
            <pc:docMk/>
            <pc:sldMk cId="0" sldId="597"/>
            <ac:picMk id="92165" creationId="{4369ADAE-7C36-4994-ADB7-443E799BA22B}"/>
          </ac:picMkLst>
        </pc:picChg>
      </pc:sldChg>
      <pc:sldChg chg="modSp">
        <pc:chgData name="zh frank" userId="f416cd28ba4d9309" providerId="LiveId" clId="{59E8307A-27EE-4FE7-94EA-B8C6F5B80312}" dt="2020-02-11T00:55:53.387" v="250" actId="1076"/>
        <pc:sldMkLst>
          <pc:docMk/>
          <pc:sldMk cId="0" sldId="598"/>
        </pc:sldMkLst>
        <pc:spChg chg="mod">
          <ac:chgData name="zh frank" userId="f416cd28ba4d9309" providerId="LiveId" clId="{59E8307A-27EE-4FE7-94EA-B8C6F5B80312}" dt="2020-02-11T00:55:53.387" v="250" actId="1076"/>
          <ac:spMkLst>
            <pc:docMk/>
            <pc:sldMk cId="0" sldId="598"/>
            <ac:spMk id="45059" creationId="{F39C02C3-A0E5-48C3-884F-679F5D3E1BE5}"/>
          </ac:spMkLst>
        </pc:spChg>
      </pc:sldChg>
      <pc:sldChg chg="modSp">
        <pc:chgData name="zh frank" userId="f416cd28ba4d9309" providerId="LiveId" clId="{59E8307A-27EE-4FE7-94EA-B8C6F5B80312}" dt="2020-02-11T00:58:06.820" v="264" actId="1076"/>
        <pc:sldMkLst>
          <pc:docMk/>
          <pc:sldMk cId="0" sldId="601"/>
        </pc:sldMkLst>
        <pc:spChg chg="mod">
          <ac:chgData name="zh frank" userId="f416cd28ba4d9309" providerId="LiveId" clId="{59E8307A-27EE-4FE7-94EA-B8C6F5B80312}" dt="2020-02-11T00:58:06.820" v="264" actId="1076"/>
          <ac:spMkLst>
            <pc:docMk/>
            <pc:sldMk cId="0" sldId="601"/>
            <ac:spMk id="54275" creationId="{E61DAF94-6CCA-4648-B224-47AD37A51E17}"/>
          </ac:spMkLst>
        </pc:spChg>
      </pc:sldChg>
      <pc:sldChg chg="modSp">
        <pc:chgData name="zh frank" userId="f416cd28ba4d9309" providerId="LiveId" clId="{59E8307A-27EE-4FE7-94EA-B8C6F5B80312}" dt="2020-02-11T00:59:20.302" v="274" actId="1076"/>
        <pc:sldMkLst>
          <pc:docMk/>
          <pc:sldMk cId="0" sldId="603"/>
        </pc:sldMkLst>
        <pc:spChg chg="mod">
          <ac:chgData name="zh frank" userId="f416cd28ba4d9309" providerId="LiveId" clId="{59E8307A-27EE-4FE7-94EA-B8C6F5B80312}" dt="2020-02-11T00:59:11.162" v="273" actId="20577"/>
          <ac:spMkLst>
            <pc:docMk/>
            <pc:sldMk cId="0" sldId="603"/>
            <ac:spMk id="56323" creationId="{D618E958-E217-432E-A072-D3D68F54A033}"/>
          </ac:spMkLst>
        </pc:spChg>
        <pc:graphicFrameChg chg="mod modGraphic">
          <ac:chgData name="zh frank" userId="f416cd28ba4d9309" providerId="LiveId" clId="{59E8307A-27EE-4FE7-94EA-B8C6F5B80312}" dt="2020-02-11T00:59:20.302" v="274" actId="1076"/>
          <ac:graphicFrameMkLst>
            <pc:docMk/>
            <pc:sldMk cId="0" sldId="603"/>
            <ac:graphicFrameMk id="5" creationId="{FE0CC37D-2A0B-4AAC-803D-EE7B3DFD7CCA}"/>
          </ac:graphicFrameMkLst>
        </pc:graphicFrameChg>
      </pc:sldChg>
      <pc:sldChg chg="modSp">
        <pc:chgData name="zh frank" userId="f416cd28ba4d9309" providerId="LiveId" clId="{59E8307A-27EE-4FE7-94EA-B8C6F5B80312}" dt="2020-02-11T00:40:02.720" v="8" actId="692"/>
        <pc:sldMkLst>
          <pc:docMk/>
          <pc:sldMk cId="0" sldId="606"/>
        </pc:sldMkLst>
        <pc:spChg chg="mod">
          <ac:chgData name="zh frank" userId="f416cd28ba4d9309" providerId="LiveId" clId="{59E8307A-27EE-4FE7-94EA-B8C6F5B80312}" dt="2020-02-11T00:40:02.720" v="8" actId="692"/>
          <ac:spMkLst>
            <pc:docMk/>
            <pc:sldMk cId="0" sldId="606"/>
            <ac:spMk id="5" creationId="{6E1609EA-FA1D-457A-ABF3-13E92DBB301B}"/>
          </ac:spMkLst>
        </pc:spChg>
      </pc:sldChg>
      <pc:sldChg chg="modSp">
        <pc:chgData name="zh frank" userId="f416cd28ba4d9309" providerId="LiveId" clId="{59E8307A-27EE-4FE7-94EA-B8C6F5B80312}" dt="2020-02-11T00:49:50.851" v="107" actId="1036"/>
        <pc:sldMkLst>
          <pc:docMk/>
          <pc:sldMk cId="0" sldId="607"/>
        </pc:sldMkLst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47" creationId="{647956E3-1A50-4AF9-899F-20CAEE8072DE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48" creationId="{D20A55BD-E690-41DF-9F25-856047DE63C4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2" creationId="{F547C370-CBD2-4DD7-AC02-30CFC166FC44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3" creationId="{B051FF03-70C7-4EC3-BC37-0AB9AD2DF517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4" creationId="{7302950F-2A10-4467-B7ED-44A16A6E5FBC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5" creationId="{D6A260A2-0998-4A78-B4D8-293E3ECD361F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6" creationId="{A8415F03-52BC-4FA0-ADB5-6231D483E457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7" creationId="{A06482FC-1FB3-4ABF-BFAD-9D9EBDD6A1CC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8" creationId="{2DAD0002-9377-49AE-9DC9-EC433FC7D92D}"/>
          </ac:spMkLst>
        </pc:spChg>
        <pc:spChg chg="mod">
          <ac:chgData name="zh frank" userId="f416cd28ba4d9309" providerId="LiveId" clId="{59E8307A-27EE-4FE7-94EA-B8C6F5B80312}" dt="2020-02-11T00:49:50.851" v="107" actId="1036"/>
          <ac:spMkLst>
            <pc:docMk/>
            <pc:sldMk cId="0" sldId="607"/>
            <ac:spMk id="69" creationId="{69CE9790-5162-41AF-8A69-274DC7F69DC3}"/>
          </ac:spMkLst>
        </pc:spChg>
        <pc:grpChg chg="mod">
          <ac:chgData name="zh frank" userId="f416cd28ba4d9309" providerId="LiveId" clId="{59E8307A-27EE-4FE7-94EA-B8C6F5B80312}" dt="2020-02-11T00:49:35.336" v="104" actId="1036"/>
          <ac:grpSpMkLst>
            <pc:docMk/>
            <pc:sldMk cId="0" sldId="607"/>
            <ac:grpSpMk id="5" creationId="{45373AAE-5D24-468A-9282-2D56D81ACE41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19" creationId="{F6CCABA1-498A-493D-AAB3-C4D56CB1F395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31" creationId="{0DC4D49C-314C-4940-A842-866F884B31C7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34" creationId="{80371712-446C-444A-9A58-A7C4A4C1794C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41" creationId="{AE526B65-AD30-49E0-821C-E8AC7F7AE489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49" creationId="{2E538B70-7D77-4148-BE44-8F2C36E1F264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55" creationId="{7EB8E4F0-58C7-4C09-8BCF-C6B297A05B86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70" creationId="{22B7E247-3D35-4428-9933-15D5823C56D0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76" creationId="{CCDC8D91-E932-4B09-AAA3-229DBC529620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83" creationId="{03BA36A7-B0C4-4F6F-81AD-9CEB64D7CA91}"/>
          </ac:grpSpMkLst>
        </pc:grpChg>
        <pc:grpChg chg="mod">
          <ac:chgData name="zh frank" userId="f416cd28ba4d9309" providerId="LiveId" clId="{59E8307A-27EE-4FE7-94EA-B8C6F5B80312}" dt="2020-02-11T00:49:50.851" v="107" actId="1036"/>
          <ac:grpSpMkLst>
            <pc:docMk/>
            <pc:sldMk cId="0" sldId="607"/>
            <ac:grpSpMk id="90" creationId="{39109967-FD81-48A9-B108-25D6FC87CF2A}"/>
          </ac:grpSpMkLst>
        </pc:grpChg>
      </pc:sldChg>
      <pc:sldChg chg="modSp">
        <pc:chgData name="zh frank" userId="f416cd28ba4d9309" providerId="LiveId" clId="{59E8307A-27EE-4FE7-94EA-B8C6F5B80312}" dt="2020-02-11T00:55:06.325" v="247" actId="20577"/>
        <pc:sldMkLst>
          <pc:docMk/>
          <pc:sldMk cId="0" sldId="610"/>
        </pc:sldMkLst>
        <pc:spChg chg="mod">
          <ac:chgData name="zh frank" userId="f416cd28ba4d9309" providerId="LiveId" clId="{59E8307A-27EE-4FE7-94EA-B8C6F5B80312}" dt="2020-02-11T00:51:52.722" v="159" actId="14100"/>
          <ac:spMkLst>
            <pc:docMk/>
            <pc:sldMk cId="0" sldId="610"/>
            <ac:spMk id="6" creationId="{BEFC5953-227A-40B2-BCC2-CA84DB3EAD37}"/>
          </ac:spMkLst>
        </pc:spChg>
        <pc:spChg chg="mod">
          <ac:chgData name="zh frank" userId="f416cd28ba4d9309" providerId="LiveId" clId="{59E8307A-27EE-4FE7-94EA-B8C6F5B80312}" dt="2020-02-11T00:54:46.451" v="203" actId="113"/>
          <ac:spMkLst>
            <pc:docMk/>
            <pc:sldMk cId="0" sldId="610"/>
            <ac:spMk id="7" creationId="{7720BCF5-D3F3-4C99-AEBE-131DFECA4BEF}"/>
          </ac:spMkLst>
        </pc:spChg>
        <pc:spChg chg="mod">
          <ac:chgData name="zh frank" userId="f416cd28ba4d9309" providerId="LiveId" clId="{59E8307A-27EE-4FE7-94EA-B8C6F5B80312}" dt="2020-02-11T00:52:10.018" v="165" actId="14100"/>
          <ac:spMkLst>
            <pc:docMk/>
            <pc:sldMk cId="0" sldId="610"/>
            <ac:spMk id="8" creationId="{FD143025-65DB-48F1-888A-4A53867E9413}"/>
          </ac:spMkLst>
        </pc:spChg>
        <pc:spChg chg="mod">
          <ac:chgData name="zh frank" userId="f416cd28ba4d9309" providerId="LiveId" clId="{59E8307A-27EE-4FE7-94EA-B8C6F5B80312}" dt="2020-02-11T00:54:47.435" v="204" actId="1076"/>
          <ac:spMkLst>
            <pc:docMk/>
            <pc:sldMk cId="0" sldId="610"/>
            <ac:spMk id="9" creationId="{4D9AAB50-5B8C-4FC4-B58D-D5715202134F}"/>
          </ac:spMkLst>
        </pc:spChg>
        <pc:spChg chg="mod">
          <ac:chgData name="zh frank" userId="f416cd28ba4d9309" providerId="LiveId" clId="{59E8307A-27EE-4FE7-94EA-B8C6F5B80312}" dt="2020-02-11T00:55:06.325" v="247" actId="20577"/>
          <ac:spMkLst>
            <pc:docMk/>
            <pc:sldMk cId="0" sldId="610"/>
            <ac:spMk id="35843" creationId="{BDA10D81-6364-4160-A296-D3BD0973DD2B}"/>
          </ac:spMkLst>
        </pc:spChg>
      </pc:sldChg>
      <pc:sldChg chg="modSp">
        <pc:chgData name="zh frank" userId="f416cd28ba4d9309" providerId="LiveId" clId="{59E8307A-27EE-4FE7-94EA-B8C6F5B80312}" dt="2020-02-11T00:50:40.443" v="111" actId="1076"/>
        <pc:sldMkLst>
          <pc:docMk/>
          <pc:sldMk cId="0" sldId="614"/>
        </pc:sldMkLst>
        <pc:spChg chg="mod">
          <ac:chgData name="zh frank" userId="f416cd28ba4d9309" providerId="LiveId" clId="{59E8307A-27EE-4FE7-94EA-B8C6F5B80312}" dt="2020-02-11T00:50:40.443" v="111" actId="1076"/>
          <ac:spMkLst>
            <pc:docMk/>
            <pc:sldMk cId="0" sldId="614"/>
            <ac:spMk id="908290" creationId="{391D295E-8ECE-42EA-9B4A-DDB3CA0DB32A}"/>
          </ac:spMkLst>
        </pc:spChg>
      </pc:sldChg>
      <pc:sldChg chg="modSp">
        <pc:chgData name="zh frank" userId="f416cd28ba4d9309" providerId="LiveId" clId="{59E8307A-27EE-4FE7-94EA-B8C6F5B80312}" dt="2020-02-11T01:48:50.434" v="660" actId="20577"/>
        <pc:sldMkLst>
          <pc:docMk/>
          <pc:sldMk cId="0" sldId="616"/>
        </pc:sldMkLst>
        <pc:spChg chg="mod">
          <ac:chgData name="zh frank" userId="f416cd28ba4d9309" providerId="LiveId" clId="{59E8307A-27EE-4FE7-94EA-B8C6F5B80312}" dt="2020-02-11T01:48:50.434" v="660" actId="20577"/>
          <ac:spMkLst>
            <pc:docMk/>
            <pc:sldMk cId="0" sldId="616"/>
            <ac:spMk id="2" creationId="{F4A91244-7ED9-4027-A853-4B0EFD57D65A}"/>
          </ac:spMkLst>
        </pc:spChg>
      </pc:sldChg>
      <pc:sldChg chg="modSp">
        <pc:chgData name="zh frank" userId="f416cd28ba4d9309" providerId="LiveId" clId="{59E8307A-27EE-4FE7-94EA-B8C6F5B80312}" dt="2020-02-11T01:50:18.119" v="669" actId="1076"/>
        <pc:sldMkLst>
          <pc:docMk/>
          <pc:sldMk cId="0" sldId="618"/>
        </pc:sldMkLst>
        <pc:spChg chg="mod">
          <ac:chgData name="zh frank" userId="f416cd28ba4d9309" providerId="LiveId" clId="{59E8307A-27EE-4FE7-94EA-B8C6F5B80312}" dt="2020-02-11T01:49:52.682" v="663" actId="20577"/>
          <ac:spMkLst>
            <pc:docMk/>
            <pc:sldMk cId="0" sldId="618"/>
            <ac:spMk id="132099" creationId="{A6018077-1898-4C8A-9251-42EE9C99E36C}"/>
          </ac:spMkLst>
        </pc:spChg>
        <pc:spChg chg="mod">
          <ac:chgData name="zh frank" userId="f416cd28ba4d9309" providerId="LiveId" clId="{59E8307A-27EE-4FE7-94EA-B8C6F5B80312}" dt="2020-02-11T01:50:18.119" v="669" actId="1076"/>
          <ac:spMkLst>
            <pc:docMk/>
            <pc:sldMk cId="0" sldId="618"/>
            <ac:spMk id="132101" creationId="{6F69935C-69DC-4C82-A117-2255C2D6F620}"/>
          </ac:spMkLst>
        </pc:spChg>
      </pc:sldChg>
      <pc:sldChg chg="modSp">
        <pc:chgData name="zh frank" userId="f416cd28ba4d9309" providerId="LiveId" clId="{59E8307A-27EE-4FE7-94EA-B8C6F5B80312}" dt="2020-02-11T01:51:01.774" v="676" actId="2711"/>
        <pc:sldMkLst>
          <pc:docMk/>
          <pc:sldMk cId="0" sldId="619"/>
        </pc:sldMkLst>
        <pc:spChg chg="mod">
          <ac:chgData name="zh frank" userId="f416cd28ba4d9309" providerId="LiveId" clId="{59E8307A-27EE-4FE7-94EA-B8C6F5B80312}" dt="2020-02-11T01:50:41.290" v="674" actId="1036"/>
          <ac:spMkLst>
            <pc:docMk/>
            <pc:sldMk cId="0" sldId="619"/>
            <ac:spMk id="134152" creationId="{E2430A1B-1AAE-4FF1-B5BA-90BC1C207A04}"/>
          </ac:spMkLst>
        </pc:spChg>
        <pc:spChg chg="mod">
          <ac:chgData name="zh frank" userId="f416cd28ba4d9309" providerId="LiveId" clId="{59E8307A-27EE-4FE7-94EA-B8C6F5B80312}" dt="2020-02-11T01:50:32.478" v="671" actId="1076"/>
          <ac:spMkLst>
            <pc:docMk/>
            <pc:sldMk cId="0" sldId="619"/>
            <ac:spMk id="750594" creationId="{B2C2012D-B0B7-434F-8F9E-FDF69C30C4ED}"/>
          </ac:spMkLst>
        </pc:spChg>
        <pc:spChg chg="mod">
          <ac:chgData name="zh frank" userId="f416cd28ba4d9309" providerId="LiveId" clId="{59E8307A-27EE-4FE7-94EA-B8C6F5B80312}" dt="2020-02-11T01:51:01.774" v="676" actId="2711"/>
          <ac:spMkLst>
            <pc:docMk/>
            <pc:sldMk cId="0" sldId="619"/>
            <ac:spMk id="750598" creationId="{41BB5E10-7130-4019-A4CA-C37CC9F4791E}"/>
          </ac:spMkLst>
        </pc:spChg>
        <pc:graphicFrameChg chg="mod">
          <ac:chgData name="zh frank" userId="f416cd28ba4d9309" providerId="LiveId" clId="{59E8307A-27EE-4FE7-94EA-B8C6F5B80312}" dt="2020-02-11T01:50:41.290" v="674" actId="1036"/>
          <ac:graphicFrameMkLst>
            <pc:docMk/>
            <pc:sldMk cId="0" sldId="619"/>
            <ac:graphicFrameMk id="134148" creationId="{DE64731A-4420-426C-A2D3-6444CEBBD200}"/>
          </ac:graphicFrameMkLst>
        </pc:graphicFrameChg>
        <pc:graphicFrameChg chg="mod">
          <ac:chgData name="zh frank" userId="f416cd28ba4d9309" providerId="LiveId" clId="{59E8307A-27EE-4FE7-94EA-B8C6F5B80312}" dt="2020-02-11T01:50:41.290" v="674" actId="1036"/>
          <ac:graphicFrameMkLst>
            <pc:docMk/>
            <pc:sldMk cId="0" sldId="619"/>
            <ac:graphicFrameMk id="750596" creationId="{EC6C863D-5420-46B6-8772-EAAC12F4EE2C}"/>
          </ac:graphicFrameMkLst>
        </pc:graphicFrameChg>
        <pc:graphicFrameChg chg="mod">
          <ac:chgData name="zh frank" userId="f416cd28ba4d9309" providerId="LiveId" clId="{59E8307A-27EE-4FE7-94EA-B8C6F5B80312}" dt="2020-02-11T01:50:41.290" v="674" actId="1036"/>
          <ac:graphicFrameMkLst>
            <pc:docMk/>
            <pc:sldMk cId="0" sldId="619"/>
            <ac:graphicFrameMk id="750597" creationId="{504786AA-49D4-4FA7-A284-348031E54CC4}"/>
          </ac:graphicFrameMkLst>
        </pc:graphicFrameChg>
        <pc:cxnChg chg="mod">
          <ac:chgData name="zh frank" userId="f416cd28ba4d9309" providerId="LiveId" clId="{59E8307A-27EE-4FE7-94EA-B8C6F5B80312}" dt="2020-02-11T01:50:41.290" v="674" actId="1036"/>
          <ac:cxnSpMkLst>
            <pc:docMk/>
            <pc:sldMk cId="0" sldId="619"/>
            <ac:cxnSpMk id="134153" creationId="{A3DD8A22-82C4-4DC7-8B20-E850C61FA340}"/>
          </ac:cxnSpMkLst>
        </pc:cxnChg>
      </pc:sldChg>
      <pc:sldChg chg="modSp">
        <pc:chgData name="zh frank" userId="f416cd28ba4d9309" providerId="LiveId" clId="{59E8307A-27EE-4FE7-94EA-B8C6F5B80312}" dt="2020-02-11T00:55:24.559" v="248" actId="1076"/>
        <pc:sldMkLst>
          <pc:docMk/>
          <pc:sldMk cId="0" sldId="623"/>
        </pc:sldMkLst>
        <pc:graphicFrameChg chg="mod">
          <ac:chgData name="zh frank" userId="f416cd28ba4d9309" providerId="LiveId" clId="{59E8307A-27EE-4FE7-94EA-B8C6F5B80312}" dt="2020-02-11T00:55:24.559" v="248" actId="1076"/>
          <ac:graphicFrameMkLst>
            <pc:docMk/>
            <pc:sldMk cId="0" sldId="623"/>
            <ac:graphicFrameMk id="5" creationId="{9F370032-7E65-4CF7-AA3A-7294212634DB}"/>
          </ac:graphicFrameMkLst>
        </pc:graphicFrameChg>
      </pc:sldChg>
      <pc:sldChg chg="modSp">
        <pc:chgData name="zh frank" userId="f416cd28ba4d9309" providerId="LiveId" clId="{59E8307A-27EE-4FE7-94EA-B8C6F5B80312}" dt="2020-02-11T00:55:38.809" v="249" actId="1076"/>
        <pc:sldMkLst>
          <pc:docMk/>
          <pc:sldMk cId="0" sldId="625"/>
        </pc:sldMkLst>
        <pc:picChg chg="mod">
          <ac:chgData name="zh frank" userId="f416cd28ba4d9309" providerId="LiveId" clId="{59E8307A-27EE-4FE7-94EA-B8C6F5B80312}" dt="2020-02-11T00:55:38.809" v="249" actId="1076"/>
          <ac:picMkLst>
            <pc:docMk/>
            <pc:sldMk cId="0" sldId="625"/>
            <ac:picMk id="40965" creationId="{7B50022D-3A93-484D-A471-F661736C8F4C}"/>
          </ac:picMkLst>
        </pc:picChg>
      </pc:sldChg>
      <pc:sldChg chg="modSp">
        <pc:chgData name="zh frank" userId="f416cd28ba4d9309" providerId="LiveId" clId="{59E8307A-27EE-4FE7-94EA-B8C6F5B80312}" dt="2020-02-11T01:11:34.669" v="408" actId="207"/>
        <pc:sldMkLst>
          <pc:docMk/>
          <pc:sldMk cId="0" sldId="627"/>
        </pc:sldMkLst>
        <pc:spChg chg="mod">
          <ac:chgData name="zh frank" userId="f416cd28ba4d9309" providerId="LiveId" clId="{59E8307A-27EE-4FE7-94EA-B8C6F5B80312}" dt="2020-02-11T01:11:22.044" v="407" actId="2711"/>
          <ac:spMkLst>
            <pc:docMk/>
            <pc:sldMk cId="0" sldId="627"/>
            <ac:spMk id="71694" creationId="{03492E8F-470C-4955-AC47-1926496BAC2E}"/>
          </ac:spMkLst>
        </pc:spChg>
        <pc:spChg chg="mod">
          <ac:chgData name="zh frank" userId="f416cd28ba4d9309" providerId="LiveId" clId="{59E8307A-27EE-4FE7-94EA-B8C6F5B80312}" dt="2020-02-11T01:11:15.451" v="406" actId="2711"/>
          <ac:spMkLst>
            <pc:docMk/>
            <pc:sldMk cId="0" sldId="627"/>
            <ac:spMk id="71695" creationId="{1AD0E384-1D00-4178-860C-0326A703BF8B}"/>
          </ac:spMkLst>
        </pc:spChg>
        <pc:spChg chg="mod">
          <ac:chgData name="zh frank" userId="f416cd28ba4d9309" providerId="LiveId" clId="{59E8307A-27EE-4FE7-94EA-B8C6F5B80312}" dt="2020-02-11T01:11:34.669" v="408" actId="207"/>
          <ac:spMkLst>
            <pc:docMk/>
            <pc:sldMk cId="0" sldId="627"/>
            <ac:spMk id="678914" creationId="{5ED90406-F358-437E-B2BD-C06911BD77DA}"/>
          </ac:spMkLst>
        </pc:spChg>
      </pc:sldChg>
      <pc:sldChg chg="modSp">
        <pc:chgData name="zh frank" userId="f416cd28ba4d9309" providerId="LiveId" clId="{59E8307A-27EE-4FE7-94EA-B8C6F5B80312}" dt="2020-02-11T00:57:06.228" v="257" actId="2711"/>
        <pc:sldMkLst>
          <pc:docMk/>
          <pc:sldMk cId="0" sldId="630"/>
        </pc:sldMkLst>
        <pc:spChg chg="mod">
          <ac:chgData name="zh frank" userId="f416cd28ba4d9309" providerId="LiveId" clId="{59E8307A-27EE-4FE7-94EA-B8C6F5B80312}" dt="2020-02-11T00:56:38.698" v="254" actId="2711"/>
          <ac:spMkLst>
            <pc:docMk/>
            <pc:sldMk cId="0" sldId="630"/>
            <ac:spMk id="51210" creationId="{AA7DBA04-E1DA-4A2E-9C61-8DD6608EA589}"/>
          </ac:spMkLst>
        </pc:spChg>
        <pc:spChg chg="mod">
          <ac:chgData name="zh frank" userId="f416cd28ba4d9309" providerId="LiveId" clId="{59E8307A-27EE-4FE7-94EA-B8C6F5B80312}" dt="2020-02-11T00:57:06.228" v="257" actId="2711"/>
          <ac:spMkLst>
            <pc:docMk/>
            <pc:sldMk cId="0" sldId="630"/>
            <ac:spMk id="51216" creationId="{ADCA3F7C-66EE-4464-97FD-C65607B703DA}"/>
          </ac:spMkLst>
        </pc:spChg>
        <pc:spChg chg="mod">
          <ac:chgData name="zh frank" userId="f416cd28ba4d9309" providerId="LiveId" clId="{59E8307A-27EE-4FE7-94EA-B8C6F5B80312}" dt="2020-02-11T00:56:50.588" v="255" actId="2711"/>
          <ac:spMkLst>
            <pc:docMk/>
            <pc:sldMk cId="0" sldId="630"/>
            <ac:spMk id="51218" creationId="{6B6FC3EC-9404-4450-AAAA-7E849F24028A}"/>
          </ac:spMkLst>
        </pc:spChg>
        <pc:spChg chg="mod">
          <ac:chgData name="zh frank" userId="f416cd28ba4d9309" providerId="LiveId" clId="{59E8307A-27EE-4FE7-94EA-B8C6F5B80312}" dt="2020-02-11T00:56:59.010" v="256" actId="2711"/>
          <ac:spMkLst>
            <pc:docMk/>
            <pc:sldMk cId="0" sldId="630"/>
            <ac:spMk id="51220" creationId="{1C3E7D1E-3364-46C5-9780-7B9BECF6F7CF}"/>
          </ac:spMkLst>
        </pc:spChg>
        <pc:spChg chg="mod">
          <ac:chgData name="zh frank" userId="f416cd28ba4d9309" providerId="LiveId" clId="{59E8307A-27EE-4FE7-94EA-B8C6F5B80312}" dt="2020-02-11T00:56:07.074" v="251" actId="1076"/>
          <ac:spMkLst>
            <pc:docMk/>
            <pc:sldMk cId="0" sldId="630"/>
            <ac:spMk id="653314" creationId="{A5BE1475-40B0-495C-B7F7-AD7D19D389CB}"/>
          </ac:spMkLst>
        </pc:spChg>
        <pc:spChg chg="mod">
          <ac:chgData name="zh frank" userId="f416cd28ba4d9309" providerId="LiveId" clId="{59E8307A-27EE-4FE7-94EA-B8C6F5B80312}" dt="2020-02-11T00:56:11.277" v="252" actId="1076"/>
          <ac:spMkLst>
            <pc:docMk/>
            <pc:sldMk cId="0" sldId="630"/>
            <ac:spMk id="653315" creationId="{D45CC7BD-7EC1-47F6-ACF1-2DF756D10A57}"/>
          </ac:spMkLst>
        </pc:spChg>
        <pc:graphicFrameChg chg="mod">
          <ac:chgData name="zh frank" userId="f416cd28ba4d9309" providerId="LiveId" clId="{59E8307A-27EE-4FE7-94EA-B8C6F5B80312}" dt="2020-02-11T00:56:18.495" v="253" actId="1076"/>
          <ac:graphicFrameMkLst>
            <pc:docMk/>
            <pc:sldMk cId="0" sldId="630"/>
            <ac:graphicFrameMk id="51206" creationId="{76B66B9A-3362-4D6C-A0DF-D0E11FB0085A}"/>
          </ac:graphicFrameMkLst>
        </pc:graphicFrameChg>
      </pc:sldChg>
      <pc:sldChg chg="modSp">
        <pc:chgData name="zh frank" userId="f416cd28ba4d9309" providerId="LiveId" clId="{59E8307A-27EE-4FE7-94EA-B8C6F5B80312}" dt="2020-02-11T01:00:59.783" v="282" actId="20577"/>
        <pc:sldMkLst>
          <pc:docMk/>
          <pc:sldMk cId="0" sldId="631"/>
        </pc:sldMkLst>
        <pc:spChg chg="mod">
          <ac:chgData name="zh frank" userId="f416cd28ba4d9309" providerId="LiveId" clId="{59E8307A-27EE-4FE7-94EA-B8C6F5B80312}" dt="2020-02-11T01:00:45.627" v="281" actId="1076"/>
          <ac:spMkLst>
            <pc:docMk/>
            <pc:sldMk cId="0" sldId="631"/>
            <ac:spMk id="59401" creationId="{E584F7D2-E894-4A68-8155-948C547CC98C}"/>
          </ac:spMkLst>
        </pc:spChg>
        <pc:spChg chg="mod">
          <ac:chgData name="zh frank" userId="f416cd28ba4d9309" providerId="LiveId" clId="{59E8307A-27EE-4FE7-94EA-B8C6F5B80312}" dt="2020-02-11T01:00:59.783" v="282" actId="20577"/>
          <ac:spMkLst>
            <pc:docMk/>
            <pc:sldMk cId="0" sldId="631"/>
            <ac:spMk id="59402" creationId="{3AE17DE7-050D-4F3F-B3DD-84EC1069EE74}"/>
          </ac:spMkLst>
        </pc:spChg>
        <pc:spChg chg="mod">
          <ac:chgData name="zh frank" userId="f416cd28ba4d9309" providerId="LiveId" clId="{59E8307A-27EE-4FE7-94EA-B8C6F5B80312}" dt="2020-02-11T00:59:44.176" v="276" actId="120"/>
          <ac:spMkLst>
            <pc:docMk/>
            <pc:sldMk cId="0" sldId="631"/>
            <ac:spMk id="655384" creationId="{518ED558-D7A7-4BF5-B910-8D27A6690C94}"/>
          </ac:spMkLst>
        </pc:spChg>
        <pc:grpChg chg="mod">
          <ac:chgData name="zh frank" userId="f416cd28ba4d9309" providerId="LiveId" clId="{59E8307A-27EE-4FE7-94EA-B8C6F5B80312}" dt="2020-02-11T01:00:38.081" v="280" actId="14100"/>
          <ac:grpSpMkLst>
            <pc:docMk/>
            <pc:sldMk cId="0" sldId="631"/>
            <ac:grpSpMk id="59400" creationId="{A65A5899-2D78-4950-A05C-A3B4E89CCC80}"/>
          </ac:grpSpMkLst>
        </pc:grpChg>
      </pc:sldChg>
      <pc:sldChg chg="modSp">
        <pc:chgData name="zh frank" userId="f416cd28ba4d9309" providerId="LiveId" clId="{59E8307A-27EE-4FE7-94EA-B8C6F5B80312}" dt="2020-02-11T01:12:14.449" v="410" actId="2711"/>
        <pc:sldMkLst>
          <pc:docMk/>
          <pc:sldMk cId="0" sldId="632"/>
        </pc:sldMkLst>
        <pc:spChg chg="mod">
          <ac:chgData name="zh frank" userId="f416cd28ba4d9309" providerId="LiveId" clId="{59E8307A-27EE-4FE7-94EA-B8C6F5B80312}" dt="2020-02-11T01:12:14.449" v="410" actId="2711"/>
          <ac:spMkLst>
            <pc:docMk/>
            <pc:sldMk cId="0" sldId="632"/>
            <ac:spMk id="76803" creationId="{4DDD2CE7-EBED-4807-86AC-2497F67DDE0D}"/>
          </ac:spMkLst>
        </pc:spChg>
      </pc:sldChg>
      <pc:sldChg chg="modSp">
        <pc:chgData name="zh frank" userId="f416cd28ba4d9309" providerId="LiveId" clId="{59E8307A-27EE-4FE7-94EA-B8C6F5B80312}" dt="2020-02-11T01:14:25.382" v="423"/>
        <pc:sldMkLst>
          <pc:docMk/>
          <pc:sldMk cId="0" sldId="633"/>
        </pc:sldMkLst>
        <pc:graphicFrameChg chg="modGraphic">
          <ac:chgData name="zh frank" userId="f416cd28ba4d9309" providerId="LiveId" clId="{59E8307A-27EE-4FE7-94EA-B8C6F5B80312}" dt="2020-02-11T01:14:25.382" v="423"/>
          <ac:graphicFrameMkLst>
            <pc:docMk/>
            <pc:sldMk cId="0" sldId="633"/>
            <ac:graphicFrameMk id="5" creationId="{F5577E60-C196-48A6-A762-0F0AEE11B4B8}"/>
          </ac:graphicFrameMkLst>
        </pc:graphicFrameChg>
      </pc:sldChg>
      <pc:sldChg chg="modSp">
        <pc:chgData name="zh frank" userId="f416cd28ba4d9309" providerId="LiveId" clId="{59E8307A-27EE-4FE7-94EA-B8C6F5B80312}" dt="2020-02-11T01:23:26.269" v="458" actId="1036"/>
        <pc:sldMkLst>
          <pc:docMk/>
          <pc:sldMk cId="0" sldId="634"/>
        </pc:sldMkLst>
        <pc:spChg chg="mod">
          <ac:chgData name="zh frank" userId="f416cd28ba4d9309" providerId="LiveId" clId="{59E8307A-27EE-4FE7-94EA-B8C6F5B80312}" dt="2020-02-11T01:23:20.285" v="457" actId="1076"/>
          <ac:spMkLst>
            <pc:docMk/>
            <pc:sldMk cId="0" sldId="634"/>
            <ac:spMk id="98307" creationId="{54447F26-0991-4C99-8DD3-D59A6C965EB5}"/>
          </ac:spMkLst>
        </pc:spChg>
        <pc:spChg chg="mod">
          <ac:chgData name="zh frank" userId="f416cd28ba4d9309" providerId="LiveId" clId="{59E8307A-27EE-4FE7-94EA-B8C6F5B80312}" dt="2020-02-11T01:23:26.269" v="458" actId="1036"/>
          <ac:spMkLst>
            <pc:docMk/>
            <pc:sldMk cId="0" sldId="634"/>
            <ac:spMk id="98310" creationId="{22D4D433-0B52-4E45-8B7C-4A0911F14BF5}"/>
          </ac:spMkLst>
        </pc:spChg>
        <pc:spChg chg="mod">
          <ac:chgData name="zh frank" userId="f416cd28ba4d9309" providerId="LiveId" clId="{59E8307A-27EE-4FE7-94EA-B8C6F5B80312}" dt="2020-02-11T01:23:26.269" v="458" actId="1036"/>
          <ac:spMkLst>
            <pc:docMk/>
            <pc:sldMk cId="0" sldId="634"/>
            <ac:spMk id="98311" creationId="{58282129-B019-43C4-9603-C0EE3242DE31}"/>
          </ac:spMkLst>
        </pc:spChg>
        <pc:spChg chg="mod">
          <ac:chgData name="zh frank" userId="f416cd28ba4d9309" providerId="LiveId" clId="{59E8307A-27EE-4FE7-94EA-B8C6F5B80312}" dt="2020-02-11T01:23:26.269" v="458" actId="1036"/>
          <ac:spMkLst>
            <pc:docMk/>
            <pc:sldMk cId="0" sldId="634"/>
            <ac:spMk id="98312" creationId="{7BB5E181-6889-40DD-B524-F36235306432}"/>
          </ac:spMkLst>
        </pc:spChg>
        <pc:spChg chg="mod">
          <ac:chgData name="zh frank" userId="f416cd28ba4d9309" providerId="LiveId" clId="{59E8307A-27EE-4FE7-94EA-B8C6F5B80312}" dt="2020-02-11T01:23:26.269" v="458" actId="1036"/>
          <ac:spMkLst>
            <pc:docMk/>
            <pc:sldMk cId="0" sldId="634"/>
            <ac:spMk id="98313" creationId="{41D347A7-CE81-4579-BEE3-67A33314F9FB}"/>
          </ac:spMkLst>
        </pc:spChg>
        <pc:spChg chg="mod">
          <ac:chgData name="zh frank" userId="f416cd28ba4d9309" providerId="LiveId" clId="{59E8307A-27EE-4FE7-94EA-B8C6F5B80312}" dt="2020-02-11T01:23:26.269" v="458" actId="1036"/>
          <ac:spMkLst>
            <pc:docMk/>
            <pc:sldMk cId="0" sldId="634"/>
            <ac:spMk id="98314" creationId="{612CC598-318C-495B-93B0-6D9A0B55FEAF}"/>
          </ac:spMkLst>
        </pc:spChg>
        <pc:spChg chg="mod">
          <ac:chgData name="zh frank" userId="f416cd28ba4d9309" providerId="LiveId" clId="{59E8307A-27EE-4FE7-94EA-B8C6F5B80312}" dt="2020-02-11T01:23:26.269" v="458" actId="1036"/>
          <ac:spMkLst>
            <pc:docMk/>
            <pc:sldMk cId="0" sldId="634"/>
            <ac:spMk id="98315" creationId="{5B85522C-1772-4929-BDB9-5750FD0A7935}"/>
          </ac:spMkLst>
        </pc:spChg>
        <pc:grpChg chg="mod">
          <ac:chgData name="zh frank" userId="f416cd28ba4d9309" providerId="LiveId" clId="{59E8307A-27EE-4FE7-94EA-B8C6F5B80312}" dt="2020-02-11T01:23:26.269" v="458" actId="1036"/>
          <ac:grpSpMkLst>
            <pc:docMk/>
            <pc:sldMk cId="0" sldId="634"/>
            <ac:grpSpMk id="98309" creationId="{8C9EA29B-03BB-4D29-8D9F-F0FC2BA56D43}"/>
          </ac:grpSpMkLst>
        </pc:grpChg>
      </pc:sldChg>
      <pc:sldChg chg="modSp">
        <pc:chgData name="zh frank" userId="f416cd28ba4d9309" providerId="LiveId" clId="{59E8307A-27EE-4FE7-94EA-B8C6F5B80312}" dt="2020-02-11T01:23:38.706" v="459" actId="1076"/>
        <pc:sldMkLst>
          <pc:docMk/>
          <pc:sldMk cId="0" sldId="636"/>
        </pc:sldMkLst>
        <pc:spChg chg="mod">
          <ac:chgData name="zh frank" userId="f416cd28ba4d9309" providerId="LiveId" clId="{59E8307A-27EE-4FE7-94EA-B8C6F5B80312}" dt="2020-02-11T01:23:38.706" v="459" actId="1076"/>
          <ac:spMkLst>
            <pc:docMk/>
            <pc:sldMk cId="0" sldId="636"/>
            <ac:spMk id="151" creationId="{F37A47CA-6A52-4752-A108-1DE10280C93C}"/>
          </ac:spMkLst>
        </pc:spChg>
      </pc:sldChg>
      <pc:sldChg chg="modSp add">
        <pc:chgData name="zh frank" userId="f416cd28ba4d9309" providerId="LiveId" clId="{59E8307A-27EE-4FE7-94EA-B8C6F5B80312}" dt="2020-02-11T01:17:29.203" v="432" actId="207"/>
        <pc:sldMkLst>
          <pc:docMk/>
          <pc:sldMk cId="4172957052" sldId="637"/>
        </pc:sldMkLst>
        <pc:spChg chg="mod">
          <ac:chgData name="zh frank" userId="f416cd28ba4d9309" providerId="LiveId" clId="{59E8307A-27EE-4FE7-94EA-B8C6F5B80312}" dt="2020-02-11T01:17:29.203" v="432" actId="207"/>
          <ac:spMkLst>
            <pc:docMk/>
            <pc:sldMk cId="4172957052" sldId="637"/>
            <ac:spMk id="2" creationId="{3BCB59A9-0B7D-4E75-AAB1-D3FF36A7CF3F}"/>
          </ac:spMkLst>
        </pc:spChg>
        <pc:spChg chg="mod">
          <ac:chgData name="zh frank" userId="f416cd28ba4d9309" providerId="LiveId" clId="{59E8307A-27EE-4FE7-94EA-B8C6F5B80312}" dt="2020-02-11T01:16:50.502" v="429"/>
          <ac:spMkLst>
            <pc:docMk/>
            <pc:sldMk cId="4172957052" sldId="637"/>
            <ac:spMk id="3" creationId="{C5CFC982-9726-401F-83D6-F8BC0C433C2B}"/>
          </ac:spMkLst>
        </pc:spChg>
      </pc:sldChg>
      <pc:sldChg chg="modSp add">
        <pc:chgData name="zh frank" userId="f416cd28ba4d9309" providerId="LiveId" clId="{59E8307A-27EE-4FE7-94EA-B8C6F5B80312}" dt="2020-02-11T01:18:20.889" v="438"/>
        <pc:sldMkLst>
          <pc:docMk/>
          <pc:sldMk cId="673962438" sldId="638"/>
        </pc:sldMkLst>
        <pc:spChg chg="mod">
          <ac:chgData name="zh frank" userId="f416cd28ba4d9309" providerId="LiveId" clId="{59E8307A-27EE-4FE7-94EA-B8C6F5B80312}" dt="2020-02-11T01:18:20.889" v="438"/>
          <ac:spMkLst>
            <pc:docMk/>
            <pc:sldMk cId="673962438" sldId="638"/>
            <ac:spMk id="2" creationId="{55E08D54-63E9-4EC8-9787-70934C41C463}"/>
          </ac:spMkLst>
        </pc:spChg>
        <pc:spChg chg="mod">
          <ac:chgData name="zh frank" userId="f416cd28ba4d9309" providerId="LiveId" clId="{59E8307A-27EE-4FE7-94EA-B8C6F5B80312}" dt="2020-02-11T01:18:04.671" v="437" actId="15"/>
          <ac:spMkLst>
            <pc:docMk/>
            <pc:sldMk cId="673962438" sldId="638"/>
            <ac:spMk id="3" creationId="{56AFD07E-4F4E-4C7C-83D6-A1EBED29868E}"/>
          </ac:spMkLst>
        </pc:spChg>
      </pc:sldChg>
      <pc:sldChg chg="modSp add">
        <pc:chgData name="zh frank" userId="f416cd28ba4d9309" providerId="LiveId" clId="{59E8307A-27EE-4FE7-94EA-B8C6F5B80312}" dt="2020-02-11T01:24:33.642" v="461"/>
        <pc:sldMkLst>
          <pc:docMk/>
          <pc:sldMk cId="3120872594" sldId="639"/>
        </pc:sldMkLst>
        <pc:spChg chg="mod">
          <ac:chgData name="zh frank" userId="f416cd28ba4d9309" providerId="LiveId" clId="{59E8307A-27EE-4FE7-94EA-B8C6F5B80312}" dt="2020-02-11T01:24:33.642" v="461"/>
          <ac:spMkLst>
            <pc:docMk/>
            <pc:sldMk cId="3120872594" sldId="639"/>
            <ac:spMk id="3" creationId="{D1D9BE91-EFF0-4860-AA3F-CFA1A85EBDE0}"/>
          </ac:spMkLst>
        </pc:spChg>
      </pc:sldChg>
      <pc:sldMasterChg chg="delSldLayout">
        <pc:chgData name="zh frank" userId="f416cd28ba4d9309" providerId="LiveId" clId="{59E8307A-27EE-4FE7-94EA-B8C6F5B80312}" dt="2020-02-11T01:24:41.657" v="463" actId="2696"/>
        <pc:sldMasterMkLst>
          <pc:docMk/>
          <pc:sldMasterMk cId="0" sldId="2147483649"/>
        </pc:sldMasterMkLst>
        <pc:sldLayoutChg chg="del">
          <pc:chgData name="zh frank" userId="f416cd28ba4d9309" providerId="LiveId" clId="{59E8307A-27EE-4FE7-94EA-B8C6F5B80312}" dt="2020-02-11T01:24:41.657" v="463" actId="2696"/>
          <pc:sldLayoutMkLst>
            <pc:docMk/>
            <pc:sldMasterMk cId="0" sldId="2147483649"/>
            <pc:sldLayoutMk cId="93622105" sldId="2147483710"/>
          </pc:sldLayoutMkLst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4" Type="http://schemas.openxmlformats.org/officeDocument/2006/relationships/image" Target="../media/image17.wmf"/><Relationship Id="rId1" Type="http://schemas.openxmlformats.org/officeDocument/2006/relationships/image" Target="../media/image14.wmf"/><Relationship Id="rId2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Relationship Id="rId2" Type="http://schemas.openxmlformats.org/officeDocument/2006/relationships/image" Target="../media/image24.wmf"/><Relationship Id="rId3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79C02A0-2CB8-F64C-87A7-A5563D28AA9B}" type="datetimeFigureOut">
              <a:rPr lang="en-US" smtClean="0"/>
              <a:pPr/>
              <a:t>3/2/21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8885E4B-77DA-1E4C-9EDA-713D746B90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2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5363" y="768350"/>
            <a:ext cx="5113337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4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710407" y="4861441"/>
            <a:ext cx="568325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75" tIns="49538" rIns="99075" bIns="495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18722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40876E7A-BB93-470D-B924-47CB6C4703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3885A02-3C4A-489D-BC7A-D81CADC17ED3}" type="slidenum">
              <a:rPr lang="en-US" altLang="zh-CN" sz="1300" smtClean="0"/>
              <a:pPr>
                <a:spcBef>
                  <a:spcPct val="0"/>
                </a:spcBef>
              </a:pPr>
              <a:t>3</a:t>
            </a:fld>
            <a:endParaRPr lang="en-US" altLang="zh-CN" sz="13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4B84FE67-7793-4345-B36B-320BA0199B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4EA8F93F-E565-4EDD-A3C8-8041E0BE2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xmlns="" id="{F7695D1D-DAF2-4AE8-82C5-24083E3F5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F1CDD3-CA26-4347-B569-A93A6E27AF7A}" type="slidenum">
              <a:rPr lang="en-US" altLang="zh-CN" sz="1300" smtClean="0"/>
              <a:pPr>
                <a:spcBef>
                  <a:spcPct val="0"/>
                </a:spcBef>
              </a:pPr>
              <a:t>21</a:t>
            </a:fld>
            <a:endParaRPr lang="en-US" altLang="zh-CN" sz="13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xmlns="" id="{796FCCAC-AFCE-4E1A-817C-413494ABE7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xmlns="" id="{502E0583-FD39-4813-812F-FAEB4CE350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xmlns="" id="{D0EC8138-6CE1-4283-A6B9-4452571789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5394A3-0FF9-4D98-8269-C922E0FCE5F8}" type="slidenum">
              <a:rPr lang="en-US" altLang="zh-CN" sz="1300" smtClean="0"/>
              <a:pPr>
                <a:spcBef>
                  <a:spcPct val="0"/>
                </a:spcBef>
              </a:pPr>
              <a:t>22</a:t>
            </a:fld>
            <a:endParaRPr lang="en-US" altLang="zh-CN" sz="13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xmlns="" id="{68485876-00AF-4204-BF1F-AC1F1D373B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xmlns="" id="{17196322-FBBB-414E-8CF1-83E5C696A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xmlns="" id="{1D77AFF9-B915-4C5C-BF37-EF6ED0292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xmlns="" id="{22723B9A-333F-4FF4-894D-612530A28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xmlns="" id="{661BFCBE-1BA0-421F-8326-A712920F5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CC161C3F-DB1F-48D3-AEE4-FDFD238DB096}" type="slidenum">
              <a:rPr lang="en-US" altLang="zh-CN" sz="1300" smtClean="0">
                <a:ea typeface="宋体" panose="02010600030101010101" pitchFamily="2" charset="-122"/>
              </a:rPr>
              <a:pPr/>
              <a:t>27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xmlns="" id="{EC8FC902-E442-48D2-B0AF-D506A0BFEC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xmlns="" id="{2FDB1952-D44C-4705-A5E8-DE19DB6AB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xmlns="" id="{F76511A2-92B4-43FE-8896-A88C201D8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F768BC02-F490-406C-B013-E79B8D85C85C}" type="slidenum">
              <a:rPr lang="en-US" altLang="zh-CN" sz="1300" smtClean="0">
                <a:ea typeface="宋体" panose="02010600030101010101" pitchFamily="2" charset="-122"/>
              </a:rPr>
              <a:pPr/>
              <a:t>28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xmlns="" id="{8527AD9B-4C3B-4B34-8446-D782974C8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xmlns="" id="{8ADF53B9-9198-4183-9ACE-394112BC9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xmlns="" id="{5469261B-78D9-4B20-B978-86F9E2302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CE06387C-D23B-4490-8DBD-60BAD9BB7181}" type="slidenum">
              <a:rPr lang="zh-CN" altLang="en-US" sz="1200" smtClean="0"/>
              <a:pPr/>
              <a:t>29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xmlns="" id="{D24E935D-1F55-4267-A600-E81FBB163D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2F7ED29-DF8F-4B84-97D6-D9EDFE9EE2A4}" type="slidenum">
              <a:rPr lang="en-US" altLang="zh-CN" sz="1300" smtClean="0"/>
              <a:pPr>
                <a:spcBef>
                  <a:spcPct val="0"/>
                </a:spcBef>
              </a:pPr>
              <a:t>30</a:t>
            </a:fld>
            <a:endParaRPr lang="en-US" altLang="zh-CN" sz="13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xmlns="" id="{2D3B42DC-BE7D-4AA6-8938-1B6B2E1AEA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xmlns="" id="{6D455ED8-C9E1-4001-9D10-E42DD1C47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xmlns="" id="{5BC5F854-AE53-4ACD-8E7A-B08D464C5F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xmlns="" id="{DF432688-174F-4D19-84E5-79BAC516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xmlns="" id="{F866B0CC-8780-4891-9120-BB40267B9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D47325A7-C8AF-43A7-B9E5-7A0B3D41C798}" type="slidenum">
              <a:rPr lang="en-US" altLang="zh-CN" sz="1300" smtClean="0">
                <a:ea typeface="宋体" panose="02010600030101010101" pitchFamily="2" charset="-122"/>
              </a:rPr>
              <a:pPr/>
              <a:t>33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xmlns="" id="{7942F05B-C21F-4D0F-84E7-236DA4995B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xmlns="" id="{37BEFC47-E106-4DA8-9824-1DC2BF373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xmlns="" id="{E54BF848-04AB-4507-A7EB-142DEF9F76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942A83CC-EB02-4238-B068-273AF1ECC42B}" type="slidenum">
              <a:rPr lang="en-US" altLang="zh-CN" sz="1300" smtClean="0">
                <a:ea typeface="宋体" panose="02010600030101010101" pitchFamily="2" charset="-122"/>
              </a:rPr>
              <a:pPr/>
              <a:t>34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xmlns="" id="{0810DB8A-780D-4700-B0FF-A675D69DFA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xmlns="" id="{00A2A36E-EA81-43BB-8512-9DC00C0D9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xmlns="" id="{F7BAB858-7BAB-48DA-86D2-A544D5404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A254080C-3CBB-4FE1-A443-CFC3124C749A}" type="slidenum">
              <a:rPr lang="en-US" altLang="zh-CN" sz="1300" smtClean="0">
                <a:ea typeface="宋体" panose="02010600030101010101" pitchFamily="2" charset="-122"/>
              </a:rPr>
              <a:pPr/>
              <a:t>36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xmlns="" id="{1D4A068B-C1EE-40CD-9606-D16AF7F169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xmlns="" id="{8A4B287C-D935-4DCD-89BA-FB6415DCB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xmlns="" id="{B16B91E5-BFC8-4BE2-A82D-2C731EC7E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131B238E-D3C7-4654-B454-18357D933A79}" type="slidenum">
              <a:rPr lang="en-US" altLang="zh-CN" sz="1300" smtClean="0">
                <a:ea typeface="宋体" panose="02010600030101010101" pitchFamily="2" charset="-122"/>
              </a:rPr>
              <a:pPr/>
              <a:t>37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xmlns="" id="{55A81E30-AFA7-4577-96F3-2DCDC84EC3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xmlns="" id="{AE4F8281-A46F-413B-B8CA-D14CF91D3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xmlns="" id="{455FF9AC-DFC6-4D69-9373-4B3BDB092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FABE6202-3DFA-4F3F-86F3-AFE089AFF446}" type="slidenum">
              <a:rPr lang="en-US" altLang="zh-CN" sz="1300" smtClean="0">
                <a:ea typeface="宋体" panose="02010600030101010101" pitchFamily="2" charset="-122"/>
              </a:rPr>
              <a:pPr/>
              <a:t>39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xmlns="" id="{80358BFF-0BE5-4127-A72E-692A1859CF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xmlns="" id="{2BFC0273-E109-4B5D-A2D7-442A437B8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xmlns="" id="{72731FD5-E5E0-4F5C-97DE-563C2DF6D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03938C14-FFAE-48C1-9A5F-8170E7ADBC4B}" type="slidenum">
              <a:rPr lang="en-US" altLang="zh-CN" sz="1300" smtClean="0">
                <a:ea typeface="宋体" panose="02010600030101010101" pitchFamily="2" charset="-122"/>
              </a:rPr>
              <a:pPr/>
              <a:t>46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xmlns="" id="{2281FED6-1035-4FAD-927E-3EB435FFA8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xmlns="" id="{A99D290F-E5F5-4E81-8237-A7AA12601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xmlns="" id="{1FCBA58C-30C0-48A4-877C-33E91D296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0F2FA06E-858D-41C8-A654-00EF0CD5C1B5}" type="slidenum">
              <a:rPr lang="en-US" altLang="zh-CN" sz="1300" smtClean="0">
                <a:ea typeface="宋体" panose="02010600030101010101" pitchFamily="2" charset="-122"/>
              </a:rPr>
              <a:pPr/>
              <a:t>47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xmlns="" id="{4707CC7A-6B74-4141-BE8B-1E027253BC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xmlns="" id="{0C087422-4F4B-4A7C-B097-7378DDD17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xmlns="" id="{95C1D485-C9EF-48AE-A346-55EF30EAB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1741A6E9-330B-4DB2-A60B-6E7D67E3C4DE}" type="slidenum">
              <a:rPr lang="en-US" altLang="zh-CN" sz="1300" smtClean="0">
                <a:ea typeface="宋体" panose="02010600030101010101" pitchFamily="2" charset="-122"/>
              </a:rPr>
              <a:pPr/>
              <a:t>50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xmlns="" id="{8DD1E71D-88F9-428C-BD75-268AE39372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xmlns="" id="{5A792E22-F322-4358-93D2-F312E8E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xmlns="" id="{38C0BBF9-61D9-47D9-A39C-38EE920A8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CDD5D9B8-02B5-49DB-9986-02CFC3E62401}" type="slidenum">
              <a:rPr lang="zh-CN" altLang="en-US" sz="1200" smtClean="0"/>
              <a:pPr/>
              <a:t>52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xmlns="" id="{562E6D2C-625A-4393-AC0E-96CE08787D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1D27DF-D79C-4ED2-A433-4A55596BD705}" type="slidenum">
              <a:rPr lang="en-US" altLang="zh-CN" sz="1300" smtClean="0"/>
              <a:pPr>
                <a:spcBef>
                  <a:spcPct val="0"/>
                </a:spcBef>
              </a:pPr>
              <a:t>54</a:t>
            </a:fld>
            <a:endParaRPr lang="en-US" altLang="zh-CN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xmlns="" id="{44DD6A3E-0D25-40FC-9810-A8148A4689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xmlns="" id="{A1D17E13-EA4C-4A6C-AF76-8E0E1BD99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xmlns="" id="{DB93BCB9-6F31-431F-82F9-9BA9188BB7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87BD631-203E-4D0F-BAD1-78E966396E93}" type="slidenum">
              <a:rPr lang="en-US" altLang="zh-CN" sz="1300" smtClean="0"/>
              <a:pPr>
                <a:spcBef>
                  <a:spcPct val="0"/>
                </a:spcBef>
              </a:pPr>
              <a:t>56</a:t>
            </a:fld>
            <a:endParaRPr lang="en-US" altLang="zh-CN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xmlns="" id="{61B18297-E85E-42A6-A52C-D6149793D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xmlns="" id="{65B0BEF8-B379-4ADA-A7EC-DF1709F6E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>
            <a:extLst>
              <a:ext uri="{FF2B5EF4-FFF2-40B4-BE49-F238E27FC236}">
                <a16:creationId xmlns:a16="http://schemas.microsoft.com/office/drawing/2014/main" xmlns="" id="{513BAFA5-A7C9-4335-8426-C0D4155CC5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6019" name="备注占位符 2">
            <a:extLst>
              <a:ext uri="{FF2B5EF4-FFF2-40B4-BE49-F238E27FC236}">
                <a16:creationId xmlns:a16="http://schemas.microsoft.com/office/drawing/2014/main" xmlns="" id="{28841624-AE2C-4D3C-88FD-EF281A363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0" name="灯片编号占位符 3">
            <a:extLst>
              <a:ext uri="{FF2B5EF4-FFF2-40B4-BE49-F238E27FC236}">
                <a16:creationId xmlns:a16="http://schemas.microsoft.com/office/drawing/2014/main" xmlns="" id="{BBA8E734-88FD-430F-BC0B-79BAFDFAC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B1227A2D-947B-4DFD-99EB-91D45F37E719}" type="slidenum">
              <a:rPr lang="en-US" altLang="zh-CN" sz="1300" smtClean="0">
                <a:ea typeface="宋体" panose="02010600030101010101" pitchFamily="2" charset="-122"/>
              </a:rPr>
              <a:pPr/>
              <a:t>57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>
            <a:extLst>
              <a:ext uri="{FF2B5EF4-FFF2-40B4-BE49-F238E27FC236}">
                <a16:creationId xmlns:a16="http://schemas.microsoft.com/office/drawing/2014/main" xmlns="" id="{027432B6-24DA-4DB1-93C7-E0CF7A9DB9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4211" name="备注占位符 2">
            <a:extLst>
              <a:ext uri="{FF2B5EF4-FFF2-40B4-BE49-F238E27FC236}">
                <a16:creationId xmlns:a16="http://schemas.microsoft.com/office/drawing/2014/main" xmlns="" id="{576E5D38-FE24-4624-81DB-73E9B2189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2" name="灯片编号占位符 3">
            <a:extLst>
              <a:ext uri="{FF2B5EF4-FFF2-40B4-BE49-F238E27FC236}">
                <a16:creationId xmlns:a16="http://schemas.microsoft.com/office/drawing/2014/main" xmlns="" id="{451EC8B5-3EA3-4C5D-B0B8-AA71BEEFDD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88134CBA-8D1B-4A0C-A1A9-3F7B71084C69}" type="slidenum">
              <a:rPr lang="en-US" altLang="zh-CN" sz="1300" smtClean="0">
                <a:ea typeface="宋体" panose="02010600030101010101" pitchFamily="2" charset="-122"/>
              </a:rPr>
              <a:pPr/>
              <a:t>63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xmlns="" id="{FFAE9F00-0198-4CDE-801A-2EB2CEFA7A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67B51D7-D431-4961-B528-EB68A955ECF2}" type="slidenum">
              <a:rPr lang="en-US" altLang="zh-CN" sz="1300" smtClean="0"/>
              <a:pPr>
                <a:spcBef>
                  <a:spcPct val="0"/>
                </a:spcBef>
              </a:pPr>
              <a:t>77</a:t>
            </a:fld>
            <a:endParaRPr lang="en-US" altLang="zh-CN" sz="13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xmlns="" id="{F89822E3-4EF5-4856-BF2E-FDDE297775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xmlns="" id="{8941CB82-B45E-47E5-B080-40AA5AA54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xmlns="" id="{5761AB2A-CE08-41F9-8ACF-C01DD43159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20D258A-CE43-446B-9DEE-C185B7310B7C}" type="slidenum">
              <a:rPr lang="en-US" altLang="zh-CN" sz="1300" smtClean="0"/>
              <a:pPr>
                <a:spcBef>
                  <a:spcPct val="0"/>
                </a:spcBef>
              </a:pPr>
              <a:t>90</a:t>
            </a:fld>
            <a:endParaRPr lang="en-US" altLang="zh-CN" sz="1300"/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xmlns="" id="{78444676-64F6-40EC-AA62-0E0150BA71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xmlns="" id="{69100B58-14DD-42D1-AB6E-3EA2EBDB1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>
            <a:extLst>
              <a:ext uri="{FF2B5EF4-FFF2-40B4-BE49-F238E27FC236}">
                <a16:creationId xmlns:a16="http://schemas.microsoft.com/office/drawing/2014/main" xmlns="" id="{1B62EFBF-8906-4888-90CF-C0C258051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6979" name="备注占位符 2">
            <a:extLst>
              <a:ext uri="{FF2B5EF4-FFF2-40B4-BE49-F238E27FC236}">
                <a16:creationId xmlns:a16="http://schemas.microsoft.com/office/drawing/2014/main" xmlns="" id="{1A66566C-E49B-4AA9-B012-CF55845DA7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0" name="灯片编号占位符 3">
            <a:extLst>
              <a:ext uri="{FF2B5EF4-FFF2-40B4-BE49-F238E27FC236}">
                <a16:creationId xmlns:a16="http://schemas.microsoft.com/office/drawing/2014/main" xmlns="" id="{0325DCE9-6D37-40F2-97B0-7418023D12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1FF6CDFB-DD83-4448-8FAA-F24D33F3BAB4}" type="slidenum">
              <a:rPr lang="en-US" altLang="zh-CN" sz="1300" smtClean="0">
                <a:ea typeface="宋体" panose="02010600030101010101" pitchFamily="2" charset="-122"/>
              </a:rPr>
              <a:pPr/>
              <a:t>91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>
            <a:extLst>
              <a:ext uri="{FF2B5EF4-FFF2-40B4-BE49-F238E27FC236}">
                <a16:creationId xmlns:a16="http://schemas.microsoft.com/office/drawing/2014/main" xmlns="" id="{30EAB781-9B24-4EAD-A416-0E2B0BEDCE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1075" name="备注占位符 2">
            <a:extLst>
              <a:ext uri="{FF2B5EF4-FFF2-40B4-BE49-F238E27FC236}">
                <a16:creationId xmlns:a16="http://schemas.microsoft.com/office/drawing/2014/main" xmlns="" id="{2CECE650-63F8-46A6-94C3-EABA932DF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076" name="灯片编号占位符 3">
            <a:extLst>
              <a:ext uri="{FF2B5EF4-FFF2-40B4-BE49-F238E27FC236}">
                <a16:creationId xmlns:a16="http://schemas.microsoft.com/office/drawing/2014/main" xmlns="" id="{F22CB24C-7935-4109-A08F-AD7D24C8D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defTabSz="990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fld id="{F470D523-9F30-4518-A319-83558351D8D1}" type="slidenum">
              <a:rPr lang="en-US" altLang="zh-CN" sz="1300" smtClean="0">
                <a:ea typeface="宋体" panose="02010600030101010101" pitchFamily="2" charset="-122"/>
              </a:rPr>
              <a:pPr/>
              <a:t>94</a:t>
            </a:fld>
            <a:endParaRPr lang="en-US" altLang="zh-CN" sz="130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xmlns="" id="{FD589F82-ACEB-4E2F-9DB8-22428B011E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821001D-56FF-4665-94A8-2133934D0DAC}" type="slidenum">
              <a:rPr lang="en-US" altLang="zh-CN" sz="1300" smtClean="0"/>
              <a:pPr>
                <a:spcBef>
                  <a:spcPct val="0"/>
                </a:spcBef>
              </a:pPr>
              <a:t>95</a:t>
            </a:fld>
            <a:endParaRPr lang="en-US" altLang="zh-CN" sz="1300"/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xmlns="" id="{ECE14A10-9F40-4ECE-8833-C267B79A67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xmlns="" id="{96F5442E-6CD9-45AE-BC6A-658B3540B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xmlns="" id="{AE1586C2-7CC5-499E-A605-E077924410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54E3A61-49F2-45CB-8A50-FC2A959D89B2}" type="slidenum">
              <a:rPr lang="en-US" altLang="zh-CN" sz="1300" smtClean="0"/>
              <a:pPr>
                <a:spcBef>
                  <a:spcPct val="0"/>
                </a:spcBef>
              </a:pPr>
              <a:t>96</a:t>
            </a:fld>
            <a:endParaRPr lang="en-US" altLang="zh-CN" sz="1300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xmlns="" id="{73857D44-AE33-41B7-B3BF-24CEB91EBE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xmlns="" id="{D3A8096B-A04C-46B5-9430-DFF38575E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819400"/>
            <a:ext cx="6400800" cy="20574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90F341F0-C5D0-4113-A763-7745C10E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95400"/>
            <a:ext cx="7315200" cy="812800"/>
          </a:xfrm>
        </p:spPr>
        <p:txBody>
          <a:bodyPr/>
          <a:lstStyle>
            <a:lvl1pPr algn="l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176215"/>
            <a:ext cx="8382000" cy="5435600"/>
          </a:xfrm>
        </p:spPr>
        <p:txBody>
          <a:bodyPr/>
          <a:lstStyle>
            <a:lvl1pPr marL="254000" indent="-254000">
              <a:buClr>
                <a:srgbClr val="CC3300"/>
              </a:buClr>
              <a:buSzPct val="70000"/>
              <a:buFont typeface="Wingdings" panose="05000000000000000000" pitchFamily="2" charset="2"/>
              <a:buChar char="n"/>
              <a:def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8000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800100" indent="-203200">
              <a:buClr>
                <a:srgbClr val="9900CC"/>
              </a:buClr>
              <a:buSzPct val="70000"/>
              <a:buFont typeface="Wingdings" panose="05000000000000000000" pitchFamily="2" charset="2"/>
              <a:buChar char="p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7FEBFC5E-9E13-46F0-8633-BDB31713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168400"/>
            <a:ext cx="4114800" cy="5435600"/>
          </a:xfrm>
        </p:spPr>
        <p:txBody>
          <a:bodyPr/>
          <a:lstStyle>
            <a:lvl1pPr marL="254000" indent="-254000">
              <a:buClr>
                <a:srgbClr val="CC3300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8000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9597F0C3-A318-4553-B8BD-ED7E6FB9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B944CF63-DA67-46B4-8F87-CA4DEAD3C48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648202" y="1168400"/>
            <a:ext cx="4114800" cy="5435600"/>
          </a:xfrm>
        </p:spPr>
        <p:txBody>
          <a:bodyPr/>
          <a:lstStyle>
            <a:lvl1pPr marL="254000" indent="-254000">
              <a:buClr>
                <a:srgbClr val="CC3300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8000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0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814961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410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5" y="1814961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xmlns="" id="{DB40FF33-5231-42C5-90B8-C122EBA1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DEF578A-1D69-45F6-BF33-CD682E4B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5pPr marL="1971675" indent="-269875"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06799473"/>
      </p:ext>
    </p:extLst>
  </p:cSld>
  <p:clrMapOvr>
    <a:masterClrMapping/>
  </p:clrMapOvr>
  <p:transition spd="med"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25" y="3175"/>
            <a:ext cx="91090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16412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316413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7770369"/>
      </p:ext>
    </p:extLst>
  </p:cSld>
  <p:clrMapOvr>
    <a:masterClrMapping/>
  </p:clrMapOvr>
  <p:transition spd="med">
    <p:pull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16412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316413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07556060"/>
      </p:ext>
    </p:extLst>
  </p:cSld>
  <p:clrMapOvr>
    <a:masterClrMapping/>
  </p:clrMapOvr>
  <p:transition spd="med">
    <p:pull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819400"/>
            <a:ext cx="6400800" cy="20574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90F341F0-C5D0-4113-A763-7745C10E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295400"/>
            <a:ext cx="7315200" cy="812800"/>
          </a:xfrm>
        </p:spPr>
        <p:txBody>
          <a:bodyPr/>
          <a:lstStyle>
            <a:lvl1pPr algn="l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59619884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176215"/>
            <a:ext cx="8382000" cy="5435600"/>
          </a:xfrm>
        </p:spPr>
        <p:txBody>
          <a:bodyPr/>
          <a:lstStyle>
            <a:lvl1pPr marL="254000" indent="-254000">
              <a:buClr>
                <a:srgbClr val="003399"/>
              </a:buClr>
              <a:buSzPct val="70000"/>
              <a:buFont typeface="Wingdings" panose="05000000000000000000" pitchFamily="2" charset="2"/>
              <a:buChar char="n"/>
              <a:defRPr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3399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800100" indent="-203200">
              <a:buClr>
                <a:srgbClr val="003399"/>
              </a:buClr>
              <a:buSzPct val="70000"/>
              <a:buFont typeface="Wingdings" panose="05000000000000000000" pitchFamily="2" charset="2"/>
              <a:buChar char="p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7FEBFC5E-9E13-46F0-8633-BDB31713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2278339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00903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168400"/>
            <a:ext cx="4114800" cy="5435600"/>
          </a:xfrm>
        </p:spPr>
        <p:txBody>
          <a:bodyPr/>
          <a:lstStyle>
            <a:lvl1pPr marL="254000" indent="-254000">
              <a:buClr>
                <a:srgbClr val="003399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3399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xmlns="" id="{9597F0C3-A318-4553-B8BD-ED7E6FB91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902AEB10-BE87-4EE6-8A34-2BDAC8542DF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648202" y="1168400"/>
            <a:ext cx="4114800" cy="5435600"/>
          </a:xfrm>
        </p:spPr>
        <p:txBody>
          <a:bodyPr/>
          <a:lstStyle>
            <a:lvl1pPr marL="254000" indent="-254000">
              <a:buClr>
                <a:srgbClr val="003399"/>
              </a:buClr>
              <a:buSzPct val="70000"/>
              <a:buFont typeface="Wingdings" panose="05000000000000000000" pitchFamily="2" charset="2"/>
              <a:buChar char="n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514350" indent="-234950">
              <a:buClr>
                <a:srgbClr val="003399"/>
              </a:buClr>
              <a:buSzPct val="70000"/>
              <a:buFont typeface="Wingdings" panose="05000000000000000000" pitchFamily="2" charset="2"/>
              <a:buChar char="u"/>
              <a:defRPr sz="24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67698716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523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854994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1523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5" y="1854994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xmlns="" id="{DB40FF33-5231-42C5-90B8-C122EBA1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8841507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DEF578A-1D69-45F6-BF33-CD682E4B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812800"/>
          </a:xfrm>
        </p:spPr>
        <p:txBody>
          <a:bodyPr/>
          <a:lstStyle>
            <a:lvl1pPr>
              <a:defRPr sz="4400">
                <a:solidFill>
                  <a:srgbClr val="00006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05069052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91684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985102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732816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5pPr marL="1971675" indent="-269875"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73490032"/>
      </p:ext>
    </p:extLst>
  </p:cSld>
  <p:clrMapOvr>
    <a:masterClrMapping/>
  </p:clrMapOvr>
  <p:transition spd="med"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theme" Target="../theme/theme3.xml"/><Relationship Id="rId12" Type="http://schemas.openxmlformats.org/officeDocument/2006/relationships/image" Target="../media/image1.jpeg"/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97614"/>
            <a:ext cx="8382000" cy="52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+mj-lt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003399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111399" y="-22999"/>
            <a:ext cx="20253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School of Computer Science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6C066EF-FA58-4E12-8EDB-8814C5AA69E9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640" y="277976"/>
            <a:ext cx="716790" cy="7167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1B3B2342-1FE3-4F59-8CA3-7F4B24967CD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0014"/>
            <a:ext cx="503426" cy="520207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xmlns="" id="{C9EFAE65-0CCB-4027-B00E-28603B0872C4}"/>
              </a:ext>
            </a:extLst>
          </p:cNvPr>
          <p:cNvSpPr txBox="1"/>
          <p:nvPr userDrawn="1"/>
        </p:nvSpPr>
        <p:spPr>
          <a:xfrm>
            <a:off x="503426" y="6585945"/>
            <a:ext cx="23407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0" dirty="0">
                <a:solidFill>
                  <a:srgbClr val="326AC6"/>
                </a:solidFill>
                <a:effectLst/>
                <a:latin typeface="Calibri" pitchFamily="34" charset="0"/>
              </a:rPr>
              <a:t>Principles of Computer Organization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98" r:id="rId10"/>
    <p:sldLayoutId id="2147483711" r:id="rId11"/>
    <p:sldLayoutId id="2147483712" r:id="rId12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000066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CC3300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008000"/>
        </a:buClr>
        <a:buSzPct val="70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9900CC"/>
        </a:buClr>
        <a:buSzPct val="70000"/>
        <a:buFont typeface="Wingdings" panose="05000000000000000000" pitchFamily="2" charset="2"/>
        <a:buChar char="p"/>
        <a:defRPr sz="20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231900" indent="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None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611779"/>
            <a:ext cx="2959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Principles and Interface Technique of Microcomputer</a:t>
            </a: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003399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163575" y="-39607"/>
            <a:ext cx="20253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School of Computer Science</a:t>
            </a:r>
            <a:endParaRPr lang="en-US" altLang="en-US" sz="1200" b="1" dirty="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81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097614"/>
            <a:ext cx="8382000" cy="52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Bold"/>
                <a:ea typeface="ＭＳ Ｐゴシック" pitchFamily="-96" charset="-128"/>
                <a:cs typeface="ＭＳ Ｐゴシック" pitchFamily="-96" charset="-128"/>
                <a:sym typeface="Gill Sans" charset="0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Bold"/>
              <a:sym typeface="Gill Sans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604000"/>
            <a:ext cx="29594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sym typeface="Gill Sans" charset="0"/>
              </a:rPr>
              <a:t>Principles and Interface Technique of Microcomputer</a:t>
            </a: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003399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111399" y="-22999"/>
            <a:ext cx="202536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sym typeface="Gill Sans" charset="0"/>
              </a:rPr>
              <a:t>School of Computer Science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6C066EF-FA58-4E12-8EDB-8814C5AA69E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640" y="277976"/>
            <a:ext cx="716790" cy="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7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000066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003399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003399"/>
        </a:buClr>
        <a:buSzPct val="70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3399"/>
        </a:buClr>
        <a:buSzPct val="70000"/>
        <a:buFont typeface="Wingdings" panose="05000000000000000000" pitchFamily="2" charset="2"/>
        <a:buChar char="p"/>
        <a:defRPr sz="20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231900" indent="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None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7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8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0.wmf"/><Relationship Id="rId6" Type="http://schemas.openxmlformats.org/officeDocument/2006/relationships/oleObject" Target="../embeddings/oleObject8.bin"/><Relationship Id="rId7" Type="http://schemas.openxmlformats.org/officeDocument/2006/relationships/image" Target="../media/image11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13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11.xml"/><Relationship Id="rId3" Type="http://schemas.openxmlformats.org/officeDocument/2006/relationships/image" Target="../media/image18.jpeg"/><Relationship Id="rId4" Type="http://schemas.openxmlformats.org/officeDocument/2006/relationships/image" Target="/D:/jinerwork/&#32452;&#25104;/&#30333;&#20013;&#33521;&#29256;&#25913;&#32534;/visio/2.2_3.jpg" TargetMode="External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4.wmf"/><Relationship Id="rId7" Type="http://schemas.openxmlformats.org/officeDocument/2006/relationships/oleObject" Target="../embeddings/oleObject11.bin"/><Relationship Id="rId8" Type="http://schemas.openxmlformats.org/officeDocument/2006/relationships/image" Target="../media/image15.wmf"/><Relationship Id="rId9" Type="http://schemas.openxmlformats.org/officeDocument/2006/relationships/oleObject" Target="../embeddings/oleObject12.bin"/><Relationship Id="rId10" Type="http://schemas.openxmlformats.org/officeDocument/2006/relationships/image" Target="../media/image16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18.jpeg"/><Relationship Id="rId5" Type="http://schemas.openxmlformats.org/officeDocument/2006/relationships/image" Target="/D:/jinerwork/&#32452;&#25104;/&#30333;&#20013;&#33521;&#29256;&#25913;&#32534;/visio/2.2_3.jpg" TargetMode="External"/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23.wmf"/><Relationship Id="rId6" Type="http://schemas.openxmlformats.org/officeDocument/2006/relationships/oleObject" Target="../embeddings/oleObject15.bin"/><Relationship Id="rId7" Type="http://schemas.openxmlformats.org/officeDocument/2006/relationships/image" Target="../media/image24.wmf"/><Relationship Id="rId8" Type="http://schemas.openxmlformats.org/officeDocument/2006/relationships/oleObject" Target="../embeddings/oleObject16.bin"/><Relationship Id="rId9" Type="http://schemas.openxmlformats.org/officeDocument/2006/relationships/image" Target="../media/image25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8DDBA51A-6088-4B78-A5C1-9C5BA0957F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A3E51F79-AF6D-45D2-9C81-5ECFDBDF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运算方法和运算器</a:t>
            </a:r>
            <a:r>
              <a:rPr lang="en-US" altLang="zh-CN" dirty="0"/>
              <a:t>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03027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ABAAD32B-BC5C-4789-9566-2169593B5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D1D9BE91-EFF0-4860-AA3F-CFA1A85E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数据与文字的表示方法</a:t>
            </a:r>
          </a:p>
        </p:txBody>
      </p:sp>
    </p:spTree>
    <p:extLst>
      <p:ext uri="{BB962C8B-B14F-4D97-AF65-F5344CB8AC3E}">
        <p14:creationId xmlns:p14="http://schemas.microsoft.com/office/powerpoint/2010/main" val="2487653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>
            <a:extLst>
              <a:ext uri="{FF2B5EF4-FFF2-40B4-BE49-F238E27FC236}">
                <a16:creationId xmlns:a16="http://schemas.microsoft.com/office/drawing/2014/main" xmlns="" id="{536AE815-7EB8-499D-9193-F5FFC38A1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542" y="240505"/>
            <a:ext cx="7742237" cy="76041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数据编码与表示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xmlns="" id="{055AC3DA-B4E5-4E4D-818E-9F3C650FC6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9235" y="1086561"/>
            <a:ext cx="8493940" cy="5338763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计算机中的数据</a:t>
            </a:r>
          </a:p>
          <a:p>
            <a:pPr lvl="1" eaLnBrk="1" hangingPunct="1"/>
            <a:r>
              <a:rPr lang="zh-CN" altLang="en-US" sz="2400" dirty="0"/>
              <a:t>整数、浮点数、字符（串）、逻辑值</a:t>
            </a:r>
          </a:p>
          <a:p>
            <a:pPr lvl="1" eaLnBrk="1" hangingPunct="1"/>
            <a:r>
              <a:rPr lang="zh-CN" altLang="en-US" sz="2400" dirty="0"/>
              <a:t>需要编码进行表示</a:t>
            </a:r>
          </a:p>
          <a:p>
            <a:pPr eaLnBrk="1" hangingPunct="1"/>
            <a:r>
              <a:rPr lang="zh-CN" altLang="en-US" sz="2800" dirty="0"/>
              <a:t>编码原则</a:t>
            </a:r>
          </a:p>
          <a:p>
            <a:pPr lvl="1" eaLnBrk="1" hangingPunct="1"/>
            <a:r>
              <a:rPr lang="zh-CN" altLang="en-US" sz="2400" dirty="0"/>
              <a:t>使用少量简单的基本符号</a:t>
            </a:r>
          </a:p>
          <a:p>
            <a:pPr lvl="1" eaLnBrk="1" hangingPunct="1"/>
            <a:r>
              <a:rPr lang="zh-CN" altLang="en-US" sz="2400" dirty="0"/>
              <a:t>一定的规则</a:t>
            </a:r>
          </a:p>
          <a:p>
            <a:pPr lvl="1" eaLnBrk="1" hangingPunct="1"/>
            <a:r>
              <a:rPr lang="zh-CN" altLang="en-US" sz="2400" dirty="0"/>
              <a:t>表示大量复杂的信息</a:t>
            </a:r>
          </a:p>
          <a:p>
            <a:pPr eaLnBrk="1" hangingPunct="1"/>
            <a:r>
              <a:rPr lang="zh-CN" altLang="en-US" sz="2800" dirty="0"/>
              <a:t>二进制码</a:t>
            </a:r>
            <a:r>
              <a:rPr lang="en-US" altLang="zh-CN" sz="2800" dirty="0"/>
              <a:t>0</a:t>
            </a:r>
            <a:r>
              <a:rPr lang="zh-CN" altLang="en-US" sz="2800" dirty="0"/>
              <a:t>、</a:t>
            </a:r>
            <a:r>
              <a:rPr lang="en-US" altLang="zh-CN" sz="2800" dirty="0"/>
              <a:t>1</a:t>
            </a:r>
          </a:p>
          <a:p>
            <a:pPr lvl="1" eaLnBrk="1" hangingPunct="1"/>
            <a:r>
              <a:rPr lang="zh-CN" altLang="en-US" dirty="0"/>
              <a:t>符号个数最少，物理上容易实现</a:t>
            </a:r>
          </a:p>
          <a:p>
            <a:pPr lvl="1" eaLnBrk="1" hangingPunct="1"/>
            <a:r>
              <a:rPr lang="zh-CN" altLang="en-US" dirty="0"/>
              <a:t>与二值逻辑的“真”  “假” 两个值对应</a:t>
            </a:r>
          </a:p>
          <a:p>
            <a:pPr lvl="1" eaLnBrk="1" hangingPunct="1"/>
            <a:r>
              <a:rPr lang="zh-CN" altLang="en-US" dirty="0"/>
              <a:t>用二进制码表示数值数据运算规则简单</a:t>
            </a:r>
          </a:p>
        </p:txBody>
      </p:sp>
      <p:grpSp>
        <p:nvGrpSpPr>
          <p:cNvPr id="11269" name="Group 4">
            <a:extLst>
              <a:ext uri="{FF2B5EF4-FFF2-40B4-BE49-F238E27FC236}">
                <a16:creationId xmlns:a16="http://schemas.microsoft.com/office/drawing/2014/main" xmlns="" id="{8A9B7E20-2EE5-436F-ADEE-196D822FC3D4}"/>
              </a:ext>
            </a:extLst>
          </p:cNvPr>
          <p:cNvGrpSpPr>
            <a:grpSpLocks/>
          </p:cNvGrpSpPr>
          <p:nvPr/>
        </p:nvGrpSpPr>
        <p:grpSpPr bwMode="auto">
          <a:xfrm>
            <a:off x="4552177" y="3018468"/>
            <a:ext cx="4192588" cy="1219200"/>
            <a:chOff x="0" y="0"/>
            <a:chExt cx="4320" cy="1392"/>
          </a:xfrm>
        </p:grpSpPr>
        <p:sp>
          <p:nvSpPr>
            <p:cNvPr id="11270" name="Rectangle 5">
              <a:extLst>
                <a:ext uri="{FF2B5EF4-FFF2-40B4-BE49-F238E27FC236}">
                  <a16:creationId xmlns:a16="http://schemas.microsoft.com/office/drawing/2014/main" xmlns="" id="{302385BD-29D8-437C-8C04-CFD83D00E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" y="1008"/>
              <a:ext cx="3745" cy="240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11271" name="Rectangle 6">
              <a:extLst>
                <a:ext uri="{FF2B5EF4-FFF2-40B4-BE49-F238E27FC236}">
                  <a16:creationId xmlns:a16="http://schemas.microsoft.com/office/drawing/2014/main" xmlns="" id="{5AFFBF14-580C-47AC-940F-B8F57EB55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" y="384"/>
              <a:ext cx="3745" cy="240"/>
            </a:xfrm>
            <a:prstGeom prst="rect">
              <a:avLst/>
            </a:prstGeom>
            <a:solidFill>
              <a:srgbClr val="00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11272" name="Freeform 7">
              <a:extLst>
                <a:ext uri="{FF2B5EF4-FFF2-40B4-BE49-F238E27FC236}">
                  <a16:creationId xmlns:a16="http://schemas.microsoft.com/office/drawing/2014/main" xmlns="" id="{22168CC1-969F-4929-B19B-25270D1A2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484"/>
              <a:ext cx="3732" cy="7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w 21600"/>
                <a:gd name="T29" fmla="*/ 0 h 21600"/>
                <a:gd name="T30" fmla="*/ 0 w 21600"/>
                <a:gd name="T31" fmla="*/ 0 h 21600"/>
                <a:gd name="T32" fmla="*/ 0 w 21600"/>
                <a:gd name="T33" fmla="*/ 0 h 21600"/>
                <a:gd name="T34" fmla="*/ 0 w 21600"/>
                <a:gd name="T35" fmla="*/ 0 h 21600"/>
                <a:gd name="T36" fmla="*/ 0 w 21600"/>
                <a:gd name="T37" fmla="*/ 0 h 21600"/>
                <a:gd name="T38" fmla="*/ 0 w 21600"/>
                <a:gd name="T39" fmla="*/ 0 h 21600"/>
                <a:gd name="T40" fmla="*/ 0 w 21600"/>
                <a:gd name="T41" fmla="*/ 0 h 21600"/>
                <a:gd name="T42" fmla="*/ 0 w 21600"/>
                <a:gd name="T43" fmla="*/ 0 h 21600"/>
                <a:gd name="T44" fmla="*/ 0 w 21600"/>
                <a:gd name="T45" fmla="*/ 0 h 21600"/>
                <a:gd name="T46" fmla="*/ 0 w 21600"/>
                <a:gd name="T47" fmla="*/ 0 h 21600"/>
                <a:gd name="T48" fmla="*/ 0 w 21600"/>
                <a:gd name="T49" fmla="*/ 0 h 21600"/>
                <a:gd name="T50" fmla="*/ 0 w 21600"/>
                <a:gd name="T51" fmla="*/ 0 h 21600"/>
                <a:gd name="T52" fmla="*/ 0 w 21600"/>
                <a:gd name="T53" fmla="*/ 0 h 21600"/>
                <a:gd name="T54" fmla="*/ 0 w 21600"/>
                <a:gd name="T55" fmla="*/ 0 h 21600"/>
                <a:gd name="T56" fmla="*/ 0 w 21600"/>
                <a:gd name="T57" fmla="*/ 0 h 21600"/>
                <a:gd name="T58" fmla="*/ 0 w 21600"/>
                <a:gd name="T59" fmla="*/ 0 h 216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1600"/>
                <a:gd name="T91" fmla="*/ 0 h 21600"/>
                <a:gd name="T92" fmla="*/ 21600 w 21600"/>
                <a:gd name="T93" fmla="*/ 21600 h 216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1600" h="21600">
                  <a:moveTo>
                    <a:pt x="0" y="21298"/>
                  </a:moveTo>
                  <a:cubicBezTo>
                    <a:pt x="326" y="20936"/>
                    <a:pt x="610" y="19820"/>
                    <a:pt x="948" y="19699"/>
                  </a:cubicBezTo>
                  <a:cubicBezTo>
                    <a:pt x="1219" y="19579"/>
                    <a:pt x="1497" y="19488"/>
                    <a:pt x="1775" y="19398"/>
                  </a:cubicBezTo>
                  <a:cubicBezTo>
                    <a:pt x="2276" y="19850"/>
                    <a:pt x="2789" y="20212"/>
                    <a:pt x="3302" y="20665"/>
                  </a:cubicBezTo>
                  <a:cubicBezTo>
                    <a:pt x="3791" y="19760"/>
                    <a:pt x="3984" y="19911"/>
                    <a:pt x="4636" y="19699"/>
                  </a:cubicBezTo>
                  <a:cubicBezTo>
                    <a:pt x="4781" y="19549"/>
                    <a:pt x="5282" y="19066"/>
                    <a:pt x="5397" y="19066"/>
                  </a:cubicBezTo>
                  <a:cubicBezTo>
                    <a:pt x="5663" y="19066"/>
                    <a:pt x="5898" y="19880"/>
                    <a:pt x="6164" y="20031"/>
                  </a:cubicBezTo>
                  <a:cubicBezTo>
                    <a:pt x="6478" y="20182"/>
                    <a:pt x="6792" y="20212"/>
                    <a:pt x="7111" y="20333"/>
                  </a:cubicBezTo>
                  <a:cubicBezTo>
                    <a:pt x="7299" y="20212"/>
                    <a:pt x="7492" y="20182"/>
                    <a:pt x="7685" y="20031"/>
                  </a:cubicBezTo>
                  <a:cubicBezTo>
                    <a:pt x="7751" y="19971"/>
                    <a:pt x="7836" y="19941"/>
                    <a:pt x="7878" y="19699"/>
                  </a:cubicBezTo>
                  <a:cubicBezTo>
                    <a:pt x="7993" y="18945"/>
                    <a:pt x="8023" y="17950"/>
                    <a:pt x="8132" y="17165"/>
                  </a:cubicBezTo>
                  <a:cubicBezTo>
                    <a:pt x="8548" y="13937"/>
                    <a:pt x="8566" y="10921"/>
                    <a:pt x="8832" y="7632"/>
                  </a:cubicBezTo>
                  <a:cubicBezTo>
                    <a:pt x="8935" y="6305"/>
                    <a:pt x="9176" y="4616"/>
                    <a:pt x="9339" y="3499"/>
                  </a:cubicBezTo>
                  <a:cubicBezTo>
                    <a:pt x="9466" y="2594"/>
                    <a:pt x="9689" y="1810"/>
                    <a:pt x="9913" y="1599"/>
                  </a:cubicBezTo>
                  <a:cubicBezTo>
                    <a:pt x="10287" y="1207"/>
                    <a:pt x="11054" y="634"/>
                    <a:pt x="11054" y="634"/>
                  </a:cubicBezTo>
                  <a:cubicBezTo>
                    <a:pt x="11452" y="724"/>
                    <a:pt x="11856" y="784"/>
                    <a:pt x="12261" y="965"/>
                  </a:cubicBezTo>
                  <a:cubicBezTo>
                    <a:pt x="12345" y="996"/>
                    <a:pt x="12424" y="1267"/>
                    <a:pt x="12514" y="1267"/>
                  </a:cubicBezTo>
                  <a:cubicBezTo>
                    <a:pt x="12859" y="1267"/>
                    <a:pt x="13245" y="603"/>
                    <a:pt x="13595" y="332"/>
                  </a:cubicBezTo>
                  <a:cubicBezTo>
                    <a:pt x="13728" y="513"/>
                    <a:pt x="13837" y="1056"/>
                    <a:pt x="13975" y="1267"/>
                  </a:cubicBezTo>
                  <a:cubicBezTo>
                    <a:pt x="14114" y="1478"/>
                    <a:pt x="14271" y="1478"/>
                    <a:pt x="14422" y="1599"/>
                  </a:cubicBezTo>
                  <a:cubicBezTo>
                    <a:pt x="14790" y="1086"/>
                    <a:pt x="15050" y="935"/>
                    <a:pt x="15436" y="1267"/>
                  </a:cubicBezTo>
                  <a:cubicBezTo>
                    <a:pt x="15563" y="1478"/>
                    <a:pt x="15684" y="2142"/>
                    <a:pt x="15817" y="1931"/>
                  </a:cubicBezTo>
                  <a:cubicBezTo>
                    <a:pt x="16022" y="1569"/>
                    <a:pt x="16173" y="543"/>
                    <a:pt x="16390" y="332"/>
                  </a:cubicBezTo>
                  <a:cubicBezTo>
                    <a:pt x="16493" y="211"/>
                    <a:pt x="16601" y="91"/>
                    <a:pt x="16710" y="0"/>
                  </a:cubicBezTo>
                  <a:cubicBezTo>
                    <a:pt x="17682" y="4857"/>
                    <a:pt x="17851" y="5038"/>
                    <a:pt x="18358" y="12399"/>
                  </a:cubicBezTo>
                  <a:cubicBezTo>
                    <a:pt x="18539" y="15023"/>
                    <a:pt x="18527" y="18010"/>
                    <a:pt x="19058" y="19398"/>
                  </a:cubicBezTo>
                  <a:cubicBezTo>
                    <a:pt x="19855" y="18674"/>
                    <a:pt x="19445" y="17799"/>
                    <a:pt x="20205" y="21600"/>
                  </a:cubicBezTo>
                  <a:cubicBezTo>
                    <a:pt x="20393" y="21479"/>
                    <a:pt x="20592" y="21600"/>
                    <a:pt x="20773" y="21298"/>
                  </a:cubicBezTo>
                  <a:cubicBezTo>
                    <a:pt x="20839" y="21147"/>
                    <a:pt x="20839" y="20544"/>
                    <a:pt x="20900" y="20333"/>
                  </a:cubicBezTo>
                  <a:cubicBezTo>
                    <a:pt x="21063" y="19669"/>
                    <a:pt x="21401" y="19699"/>
                    <a:pt x="21600" y="19699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73" name="Line 8">
              <a:extLst>
                <a:ext uri="{FF2B5EF4-FFF2-40B4-BE49-F238E27FC236}">
                  <a16:creationId xmlns:a16="http://schemas.microsoft.com/office/drawing/2014/main" xmlns="" id="{E1DB928E-4978-46C3-A1F2-D144911CE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124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74" name="Line 9">
              <a:extLst>
                <a:ext uri="{FF2B5EF4-FFF2-40B4-BE49-F238E27FC236}">
                  <a16:creationId xmlns:a16="http://schemas.microsoft.com/office/drawing/2014/main" xmlns="" id="{DE1EB704-2047-460B-8E84-78F921A48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38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75" name="Rectangle 10">
              <a:extLst>
                <a:ext uri="{FF2B5EF4-FFF2-40B4-BE49-F238E27FC236}">
                  <a16:creationId xmlns:a16="http://schemas.microsoft.com/office/drawing/2014/main" xmlns="" id="{A54CD699-D088-49FF-80AC-73104B7CB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152"/>
              <a:ext cx="39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0.0V</a:t>
              </a:r>
            </a:p>
          </p:txBody>
        </p:sp>
        <p:sp>
          <p:nvSpPr>
            <p:cNvPr id="11276" name="Rectangle 11">
              <a:extLst>
                <a:ext uri="{FF2B5EF4-FFF2-40B4-BE49-F238E27FC236}">
                  <a16:creationId xmlns:a16="http://schemas.microsoft.com/office/drawing/2014/main" xmlns="" id="{30C6CB65-9E41-4A56-9452-16EC451F3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912"/>
              <a:ext cx="39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0.5V</a:t>
              </a:r>
            </a:p>
          </p:txBody>
        </p:sp>
        <p:sp>
          <p:nvSpPr>
            <p:cNvPr id="11277" name="Rectangle 12">
              <a:extLst>
                <a:ext uri="{FF2B5EF4-FFF2-40B4-BE49-F238E27FC236}">
                  <a16:creationId xmlns:a16="http://schemas.microsoft.com/office/drawing/2014/main" xmlns="" id="{545FA055-317B-46F8-8997-6A6A96387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528"/>
              <a:ext cx="39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2.8V</a:t>
              </a:r>
            </a:p>
          </p:txBody>
        </p:sp>
        <p:sp>
          <p:nvSpPr>
            <p:cNvPr id="11278" name="Rectangle 13">
              <a:extLst>
                <a:ext uri="{FF2B5EF4-FFF2-40B4-BE49-F238E27FC236}">
                  <a16:creationId xmlns:a16="http://schemas.microsoft.com/office/drawing/2014/main" xmlns="" id="{0EB3FE97-BD7D-43EF-8421-25E5C8D06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88"/>
              <a:ext cx="393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3.3V</a:t>
              </a:r>
            </a:p>
          </p:txBody>
        </p:sp>
        <p:sp>
          <p:nvSpPr>
            <p:cNvPr id="11279" name="Line 14">
              <a:extLst>
                <a:ext uri="{FF2B5EF4-FFF2-40B4-BE49-F238E27FC236}">
                  <a16:creationId xmlns:a16="http://schemas.microsoft.com/office/drawing/2014/main" xmlns="" id="{5B3925AF-65D3-4F2B-B4C9-B19F53326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13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80" name="Line 15">
              <a:extLst>
                <a:ext uri="{FF2B5EF4-FFF2-40B4-BE49-F238E27FC236}">
                  <a16:creationId xmlns:a16="http://schemas.microsoft.com/office/drawing/2014/main" xmlns="" id="{72EF4ECB-5DA2-4934-9651-7008E7E36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96"/>
              <a:ext cx="144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81" name="Line 16">
              <a:extLst>
                <a:ext uri="{FF2B5EF4-FFF2-40B4-BE49-F238E27FC236}">
                  <a16:creationId xmlns:a16="http://schemas.microsoft.com/office/drawing/2014/main" xmlns="" id="{877EE6BF-BE40-488F-836A-50932AF9A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96"/>
              <a:ext cx="48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82" name="Line 17">
              <a:extLst>
                <a:ext uri="{FF2B5EF4-FFF2-40B4-BE49-F238E27FC236}">
                  <a16:creationId xmlns:a16="http://schemas.microsoft.com/office/drawing/2014/main" xmlns="" id="{CBAA745A-5486-49F6-9354-D62E050CE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48"/>
              <a:ext cx="1" cy="100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83" name="Line 18">
              <a:extLst>
                <a:ext uri="{FF2B5EF4-FFF2-40B4-BE49-F238E27FC236}">
                  <a16:creationId xmlns:a16="http://schemas.microsoft.com/office/drawing/2014/main" xmlns="" id="{EBF6F40B-B616-430D-91E7-B3A8BDCD9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84" name="Line 19">
              <a:extLst>
                <a:ext uri="{FF2B5EF4-FFF2-40B4-BE49-F238E27FC236}">
                  <a16:creationId xmlns:a16="http://schemas.microsoft.com/office/drawing/2014/main" xmlns="" id="{CAFD6311-2C46-4079-A3FB-335A7EFFD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85" name="Line 20">
              <a:extLst>
                <a:ext uri="{FF2B5EF4-FFF2-40B4-BE49-F238E27FC236}">
                  <a16:creationId xmlns:a16="http://schemas.microsoft.com/office/drawing/2014/main" xmlns="" id="{028CFF94-F1C8-411A-AB0D-785D1EAD4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48"/>
              <a:ext cx="1" cy="96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86" name="Rectangle 21">
              <a:extLst>
                <a:ext uri="{FF2B5EF4-FFF2-40B4-BE49-F238E27FC236}">
                  <a16:creationId xmlns:a16="http://schemas.microsoft.com/office/drawing/2014/main" xmlns="" id="{E8AD0D53-034F-40E2-9B0B-E6F9FD81B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" y="0"/>
              <a:ext cx="304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800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0</a:t>
              </a:r>
            </a:p>
          </p:txBody>
        </p:sp>
        <p:sp>
          <p:nvSpPr>
            <p:cNvPr id="11287" name="Rectangle 22">
              <a:extLst>
                <a:ext uri="{FF2B5EF4-FFF2-40B4-BE49-F238E27FC236}">
                  <a16:creationId xmlns:a16="http://schemas.microsoft.com/office/drawing/2014/main" xmlns="" id="{8A6192A0-2663-4237-BA35-A3C6031F7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0"/>
              <a:ext cx="304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800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1</a:t>
              </a:r>
            </a:p>
          </p:txBody>
        </p:sp>
        <p:sp>
          <p:nvSpPr>
            <p:cNvPr id="11288" name="Rectangle 23">
              <a:extLst>
                <a:ext uri="{FF2B5EF4-FFF2-40B4-BE49-F238E27FC236}">
                  <a16:creationId xmlns:a16="http://schemas.microsoft.com/office/drawing/2014/main" xmlns="" id="{3B04BA12-7F88-499E-BD23-42B30137F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0"/>
              <a:ext cx="200" cy="2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800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0</a:t>
              </a:r>
            </a:p>
          </p:txBody>
        </p:sp>
        <p:sp>
          <p:nvSpPr>
            <p:cNvPr id="11289" name="Line 24">
              <a:extLst>
                <a:ext uri="{FF2B5EF4-FFF2-40B4-BE49-F238E27FC236}">
                  <a16:creationId xmlns:a16="http://schemas.microsoft.com/office/drawing/2014/main" xmlns="" id="{161E0B14-A996-449F-9F56-CA6116EAD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100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290" name="Line 25">
              <a:extLst>
                <a:ext uri="{FF2B5EF4-FFF2-40B4-BE49-F238E27FC236}">
                  <a16:creationId xmlns:a16="http://schemas.microsoft.com/office/drawing/2014/main" xmlns="" id="{4835064A-217D-4BAA-84D4-54F3BE00C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62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6D7A77A-4F86-4974-B07B-0394B3C6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无符号数和有符号数</a:t>
            </a:r>
          </a:p>
        </p:txBody>
      </p:sp>
      <p:sp>
        <p:nvSpPr>
          <p:cNvPr id="13315" name="内容占位符 2">
            <a:extLst>
              <a:ext uri="{FF2B5EF4-FFF2-40B4-BE49-F238E27FC236}">
                <a16:creationId xmlns:a16="http://schemas.microsoft.com/office/drawing/2014/main" xmlns="" id="{B7CFA84B-152E-4FA1-94F1-8B4086132C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000"/>
              <a:t>无符号数指的是不带符号位的数，例如：</a:t>
            </a:r>
            <a:endParaRPr lang="en-US" altLang="zh-CN" sz="300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3000"/>
              <a:t>   1</a:t>
            </a:r>
            <a:r>
              <a:rPr lang="zh-CN" altLang="en-US" sz="3000"/>
              <a:t>个</a:t>
            </a:r>
            <a:r>
              <a:rPr lang="en-US" altLang="zh-CN" sz="3000"/>
              <a:t>16</a:t>
            </a:r>
            <a:r>
              <a:rPr lang="zh-CN" altLang="en-US" sz="3000"/>
              <a:t>位二进制数，表示范围为</a:t>
            </a:r>
            <a:r>
              <a:rPr lang="en-US" altLang="zh-CN" sz="3000"/>
              <a:t>0 </a:t>
            </a:r>
            <a:r>
              <a:rPr lang="en-US" altLang="zh-CN" sz="3000">
                <a:sym typeface="Symbol" panose="05050102010706020507" pitchFamily="18" charset="2"/>
              </a:rPr>
              <a:t> 65535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3000">
                <a:sym typeface="Symbol" panose="05050102010706020507" pitchFamily="18" charset="2"/>
              </a:rPr>
              <a:t>   </a:t>
            </a:r>
            <a:r>
              <a:rPr lang="zh-CN" altLang="en-US" sz="3000">
                <a:sym typeface="Symbol" panose="05050102010706020507" pitchFamily="18" charset="2"/>
              </a:rPr>
              <a:t>在</a:t>
            </a:r>
            <a:r>
              <a:rPr lang="en-US" altLang="zh-CN" sz="3000">
                <a:sym typeface="Symbol" panose="05050102010706020507" pitchFamily="18" charset="2"/>
              </a:rPr>
              <a:t>C</a:t>
            </a:r>
            <a:r>
              <a:rPr lang="zh-CN" altLang="en-US" sz="3000">
                <a:sym typeface="Symbol" panose="05050102010706020507" pitchFamily="18" charset="2"/>
              </a:rPr>
              <a:t>语言中，用</a:t>
            </a:r>
            <a:r>
              <a:rPr lang="en-US" altLang="zh-CN" sz="3000">
                <a:sym typeface="Symbol" panose="05050102010706020507" pitchFamily="18" charset="2"/>
              </a:rPr>
              <a:t>unsigned short int</a:t>
            </a:r>
            <a:r>
              <a:rPr lang="zh-CN" altLang="en-US" sz="3000">
                <a:sym typeface="Symbol" panose="05050102010706020507" pitchFamily="18" charset="2"/>
              </a:rPr>
              <a:t>类型进行声明</a:t>
            </a:r>
            <a:endParaRPr lang="en-US" altLang="zh-CN" sz="3000">
              <a:sym typeface="Symbol" panose="05050102010706020507" pitchFamily="18" charset="2"/>
            </a:endParaRPr>
          </a:p>
          <a:p>
            <a:r>
              <a:rPr lang="zh-CN" altLang="en-US" sz="3000"/>
              <a:t>有符号数指的是带符号位的数，最左边的位用作符号位，用“</a:t>
            </a:r>
            <a:r>
              <a:rPr lang="en-US" altLang="zh-CN" sz="3000"/>
              <a:t>0</a:t>
            </a:r>
            <a:r>
              <a:rPr lang="zh-CN" altLang="en-US" sz="3000"/>
              <a:t>”表示正</a:t>
            </a:r>
            <a:r>
              <a:rPr lang="en-US" altLang="zh-CN" sz="3000"/>
              <a:t>,</a:t>
            </a:r>
            <a:r>
              <a:rPr lang="zh-CN" altLang="en-US" sz="3000"/>
              <a:t>“</a:t>
            </a:r>
            <a:r>
              <a:rPr lang="en-US" altLang="zh-CN" sz="3000"/>
              <a:t>1</a:t>
            </a:r>
            <a:r>
              <a:rPr lang="zh-CN" altLang="en-US" sz="3000"/>
              <a:t>”表示负，例如 </a:t>
            </a:r>
            <a:endParaRPr lang="en-US" altLang="zh-CN" sz="300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3000"/>
              <a:t>   </a:t>
            </a:r>
            <a:r>
              <a:rPr lang="zh-CN" altLang="en-US" sz="3000"/>
              <a:t>有符号数</a:t>
            </a:r>
            <a:r>
              <a:rPr lang="en-US" altLang="zh-CN" sz="3000"/>
              <a:t>+0001001 00000000</a:t>
            </a:r>
            <a:r>
              <a:rPr lang="zh-CN" altLang="en-US" sz="3000"/>
              <a:t>，表示为</a:t>
            </a:r>
            <a:r>
              <a:rPr lang="en-US" altLang="zh-CN" sz="3000"/>
              <a:t>0x0900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3000"/>
              <a:t>   有符号数</a:t>
            </a:r>
            <a:r>
              <a:rPr lang="en-US" altLang="zh-CN" sz="3000"/>
              <a:t>-0001001 00000000</a:t>
            </a:r>
            <a:r>
              <a:rPr lang="zh-CN" altLang="en-US" sz="3000"/>
              <a:t>，表示为</a:t>
            </a:r>
            <a:r>
              <a:rPr lang="en-US" altLang="zh-CN" sz="3000"/>
              <a:t>0x8900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 sz="3000">
                <a:sym typeface="Symbol" panose="05050102010706020507" pitchFamily="18" charset="2"/>
              </a:rPr>
              <a:t>   在</a:t>
            </a:r>
            <a:r>
              <a:rPr lang="en-US" altLang="zh-CN" sz="3000">
                <a:sym typeface="Symbol" panose="05050102010706020507" pitchFamily="18" charset="2"/>
              </a:rPr>
              <a:t>C</a:t>
            </a:r>
            <a:r>
              <a:rPr lang="zh-CN" altLang="en-US" sz="3000">
                <a:sym typeface="Symbol" panose="05050102010706020507" pitchFamily="18" charset="2"/>
              </a:rPr>
              <a:t>语言中，用</a:t>
            </a:r>
            <a:r>
              <a:rPr lang="en-US" altLang="zh-CN" sz="3000">
                <a:sym typeface="Symbol" panose="05050102010706020507" pitchFamily="18" charset="2"/>
              </a:rPr>
              <a:t>short int</a:t>
            </a:r>
            <a:r>
              <a:rPr lang="zh-CN" altLang="en-US" sz="3000">
                <a:sym typeface="Symbol" panose="05050102010706020507" pitchFamily="18" charset="2"/>
              </a:rPr>
              <a:t>类型进行声明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zh-CN" sz="3000">
              <a:sym typeface="Symbol" panose="05050102010706020507" pitchFamily="18" charset="2"/>
            </a:endParaRPr>
          </a:p>
          <a:p>
            <a:endParaRPr lang="en-US" altLang="zh-CN"/>
          </a:p>
          <a:p>
            <a:pPr>
              <a:buFont typeface="Wingdings 2" panose="05020102010507070707" pitchFamily="18" charset="2"/>
              <a:buNone/>
            </a:pPr>
            <a:endParaRPr lang="en-US" altLang="zh-CN"/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xmlns="" id="{6E1609EA-FA1D-457A-ABF3-13E92DBB3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1" y="5619750"/>
            <a:ext cx="6388100" cy="523875"/>
          </a:xfrm>
          <a:prstGeom prst="rect">
            <a:avLst/>
          </a:prstGeom>
          <a:noFill/>
          <a:ln w="28575" algn="ctr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latin typeface="楷体_GB2312"/>
                <a:ea typeface="楷体" panose="02010609060101010101" pitchFamily="49" charset="-122"/>
              </a:rPr>
              <a:t>注：在</a:t>
            </a:r>
            <a:r>
              <a:rPr lang="en-US" altLang="zh-CN" sz="2800" dirty="0">
                <a:solidFill>
                  <a:srgbClr val="CC3300"/>
                </a:solidFill>
                <a:latin typeface="楷体_GB2312"/>
                <a:ea typeface="楷体" panose="02010609060101010101" pitchFamily="49" charset="-122"/>
              </a:rPr>
              <a:t>32</a:t>
            </a:r>
            <a:r>
              <a:rPr lang="zh-CN" altLang="en-US" sz="2800" dirty="0">
                <a:solidFill>
                  <a:srgbClr val="CC3300"/>
                </a:solidFill>
                <a:latin typeface="楷体_GB2312"/>
                <a:ea typeface="楷体" panose="02010609060101010101" pitchFamily="49" charset="-122"/>
              </a:rPr>
              <a:t>位机上，</a:t>
            </a:r>
            <a:r>
              <a:rPr lang="en-US" altLang="zh-CN" sz="2800" dirty="0">
                <a:solidFill>
                  <a:srgbClr val="CC3300"/>
                </a:solidFill>
                <a:latin typeface="楷体_GB2312"/>
                <a:ea typeface="楷体" panose="02010609060101010101" pitchFamily="49" charset="-122"/>
              </a:rPr>
              <a:t>int</a:t>
            </a:r>
            <a:r>
              <a:rPr lang="zh-CN" altLang="en-US" sz="2800" dirty="0">
                <a:solidFill>
                  <a:srgbClr val="CC3300"/>
                </a:solidFill>
                <a:latin typeface="楷体_GB2312"/>
                <a:ea typeface="楷体" panose="02010609060101010101" pitchFamily="49" charset="-122"/>
              </a:rPr>
              <a:t>类型通常为</a:t>
            </a:r>
            <a:r>
              <a:rPr lang="en-US" altLang="zh-CN" sz="2800" dirty="0">
                <a:solidFill>
                  <a:srgbClr val="CC3300"/>
                </a:solidFill>
                <a:latin typeface="楷体_GB2312"/>
                <a:ea typeface="楷体" panose="02010609060101010101" pitchFamily="49" charset="-122"/>
              </a:rPr>
              <a:t>32</a:t>
            </a:r>
            <a:r>
              <a:rPr lang="zh-CN" altLang="en-US" sz="2800" dirty="0">
                <a:solidFill>
                  <a:srgbClr val="CC3300"/>
                </a:solidFill>
                <a:latin typeface="楷体_GB2312"/>
                <a:ea typeface="楷体" panose="02010609060101010101" pitchFamily="49" charset="-122"/>
              </a:rPr>
              <a:t>位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>
            <a:extLst>
              <a:ext uri="{FF2B5EF4-FFF2-40B4-BE49-F238E27FC236}">
                <a16:creationId xmlns:a16="http://schemas.microsoft.com/office/drawing/2014/main" xmlns="" id="{2CA9917B-DE9F-4FF6-83E5-6BC1AB7E4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计算机中常用的数据表示格式</a:t>
            </a:r>
          </a:p>
        </p:txBody>
      </p:sp>
      <p:sp>
        <p:nvSpPr>
          <p:cNvPr id="629763" name="Rectangle 3">
            <a:extLst>
              <a:ext uri="{FF2B5EF4-FFF2-40B4-BE49-F238E27FC236}">
                <a16:creationId xmlns:a16="http://schemas.microsoft.com/office/drawing/2014/main" xmlns="" id="{E7B3FF66-7BE1-4FE5-BB3B-26B8970FDA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定点格式：数值范围有限，处理简单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机器中所有数据的小数点位置固定不变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不使用记号“</a:t>
            </a:r>
            <a:r>
              <a:rPr lang="en-US" altLang="zh-CN"/>
              <a:t>.”</a:t>
            </a:r>
            <a:r>
              <a:rPr lang="zh-CN" altLang="en-US"/>
              <a:t>来表示小数点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定点数表示成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纯小数</a:t>
            </a:r>
            <a:r>
              <a:rPr lang="zh-CN" altLang="en-US"/>
              <a:t>或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纯整数</a:t>
            </a:r>
            <a:endParaRPr lang="zh-CN" altLang="en-US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浮点格式：数值范围很大，处理过程复杂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十进制数格式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非压缩</a:t>
            </a:r>
            <a:r>
              <a:rPr lang="en-US" altLang="zh-CN"/>
              <a:t>BCD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压缩</a:t>
            </a:r>
            <a:r>
              <a:rPr lang="en-US" altLang="zh-CN"/>
              <a:t>BCD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3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xmlns="" id="{34660638-8041-4DDA-BFF9-260A27E6C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定点数的表示方法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xmlns="" id="{F34163D5-0246-4947-BEA2-B9A9BB5C8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7" y="1271307"/>
            <a:ext cx="8785225" cy="5448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纯小数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表示数的</a:t>
            </a:r>
            <a:r>
              <a:rPr lang="zh-CN" altLang="en-US" u="sng" dirty="0"/>
              <a:t>符号</a:t>
            </a:r>
            <a:r>
              <a:rPr lang="zh-CN" altLang="en-US" dirty="0"/>
              <a:t>，数值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分别表示正号和负号，其余为代表数的量值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小数点位于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zh-CN" altLang="en-US" dirty="0"/>
              <a:t>之间</a:t>
            </a:r>
            <a:r>
              <a:rPr lang="en-US" altLang="zh-CN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表示范围为</a:t>
            </a:r>
            <a:r>
              <a:rPr lang="en-US" altLang="zh-CN" dirty="0"/>
              <a:t>0≤</a:t>
            </a:r>
            <a:r>
              <a:rPr lang="en-US" altLang="zh-CN" dirty="0">
                <a:latin typeface="宋体" panose="02010600030101010101" pitchFamily="2" charset="-122"/>
              </a:rPr>
              <a:t>∣</a:t>
            </a:r>
            <a:r>
              <a:rPr lang="en-US" altLang="zh-CN" dirty="0"/>
              <a:t>x</a:t>
            </a:r>
            <a:r>
              <a:rPr lang="en-US" altLang="zh-CN" dirty="0">
                <a:latin typeface="宋体" panose="02010600030101010101" pitchFamily="2" charset="-122"/>
              </a:rPr>
              <a:t>∣</a:t>
            </a:r>
            <a:r>
              <a:rPr lang="en-US" altLang="zh-CN" dirty="0"/>
              <a:t>≤1</a:t>
            </a:r>
            <a:r>
              <a:rPr lang="zh-CN" altLang="en-US" dirty="0"/>
              <a:t>－</a:t>
            </a:r>
            <a:r>
              <a:rPr lang="en-US" altLang="zh-CN" dirty="0"/>
              <a:t>2</a:t>
            </a:r>
            <a:r>
              <a:rPr lang="zh-CN" altLang="en-US" baseline="30000" dirty="0"/>
              <a:t>－</a:t>
            </a:r>
            <a:r>
              <a:rPr lang="en-US" altLang="zh-CN" baseline="30000" dirty="0"/>
              <a:t>n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纯整数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zh-CN" altLang="en-US" dirty="0"/>
              <a:t>表示数的</a:t>
            </a:r>
            <a:r>
              <a:rPr lang="zh-CN" altLang="en-US" u="sng" dirty="0"/>
              <a:t>符号</a:t>
            </a:r>
            <a:r>
              <a:rPr lang="zh-CN" altLang="en-US" dirty="0"/>
              <a:t>，数值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分别表示正号和负号，其余为代表数的量值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小数点位于最低位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n</a:t>
            </a:r>
            <a:r>
              <a:rPr lang="zh-CN" altLang="en-US" dirty="0"/>
              <a:t>的右边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表示范围为</a:t>
            </a:r>
            <a:r>
              <a:rPr lang="en-US" altLang="zh-CN" dirty="0"/>
              <a:t>0≤</a:t>
            </a:r>
            <a:r>
              <a:rPr lang="en-US" altLang="zh-CN" dirty="0">
                <a:latin typeface="宋体" panose="02010600030101010101" pitchFamily="2" charset="-122"/>
              </a:rPr>
              <a:t>∣</a:t>
            </a:r>
            <a:r>
              <a:rPr lang="en-US" altLang="zh-CN" dirty="0"/>
              <a:t>x</a:t>
            </a:r>
            <a:r>
              <a:rPr lang="en-US" altLang="zh-CN" dirty="0">
                <a:latin typeface="宋体" panose="02010600030101010101" pitchFamily="2" charset="-122"/>
              </a:rPr>
              <a:t>∣</a:t>
            </a:r>
            <a:r>
              <a:rPr lang="en-US" altLang="zh-CN" dirty="0"/>
              <a:t>≤2</a:t>
            </a:r>
            <a:r>
              <a:rPr lang="en-US" altLang="zh-CN" baseline="30000" dirty="0"/>
              <a:t>n</a:t>
            </a:r>
            <a:r>
              <a:rPr lang="zh-CN" altLang="en-US" dirty="0"/>
              <a:t>－</a:t>
            </a:r>
            <a:r>
              <a:rPr lang="en-US" altLang="zh-CN" dirty="0"/>
              <a:t>1</a:t>
            </a:r>
          </a:p>
        </p:txBody>
      </p:sp>
      <p:grpSp>
        <p:nvGrpSpPr>
          <p:cNvPr id="15365" name="Group 4">
            <a:extLst>
              <a:ext uri="{FF2B5EF4-FFF2-40B4-BE49-F238E27FC236}">
                <a16:creationId xmlns:a16="http://schemas.microsoft.com/office/drawing/2014/main" xmlns="" id="{A2D43016-696D-45D1-B3ED-00BA039DF27F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456454"/>
            <a:ext cx="3167978" cy="552450"/>
            <a:chOff x="1762" y="3093"/>
            <a:chExt cx="1748" cy="330"/>
          </a:xfrm>
        </p:grpSpPr>
        <p:sp>
          <p:nvSpPr>
            <p:cNvPr id="15369" name="Text Box 5">
              <a:extLst>
                <a:ext uri="{FF2B5EF4-FFF2-40B4-BE49-F238E27FC236}">
                  <a16:creationId xmlns:a16="http://schemas.microsoft.com/office/drawing/2014/main" xmlns="" id="{AB7BBEAF-A47D-4FED-8B09-1146C0541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3093"/>
              <a:ext cx="1430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n-1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 err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 err="1">
                  <a:latin typeface="Tahoma" panose="020B0604030504040204" pitchFamily="34" charset="0"/>
                  <a:ea typeface="宋体" panose="02010600030101010101" pitchFamily="2" charset="-122"/>
                </a:rPr>
                <a:t>n</a:t>
              </a:r>
              <a:endParaRPr kumimoji="0" lang="en-US" altLang="zh-CN" sz="2800" b="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0" name="Text Box 6">
              <a:extLst>
                <a:ext uri="{FF2B5EF4-FFF2-40B4-BE49-F238E27FC236}">
                  <a16:creationId xmlns:a16="http://schemas.microsoft.com/office/drawing/2014/main" xmlns="" id="{5AAC690A-685F-4EFB-8855-19C93A5A5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3093"/>
              <a:ext cx="323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10" name="Group 4">
            <a:extLst>
              <a:ext uri="{FF2B5EF4-FFF2-40B4-BE49-F238E27FC236}">
                <a16:creationId xmlns:a16="http://schemas.microsoft.com/office/drawing/2014/main" xmlns="" id="{3C60CBDC-4C94-4E18-A3C7-06503BD7232A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066800"/>
            <a:ext cx="3167978" cy="552450"/>
            <a:chOff x="1762" y="3093"/>
            <a:chExt cx="1748" cy="330"/>
          </a:xfrm>
        </p:grpSpPr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xmlns="" id="{E9CE3C9E-294C-49E1-8A80-2D77D3B24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3093"/>
              <a:ext cx="1430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n-1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 err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 err="1">
                  <a:latin typeface="Tahoma" panose="020B0604030504040204" pitchFamily="34" charset="0"/>
                  <a:ea typeface="宋体" panose="02010600030101010101" pitchFamily="2" charset="-122"/>
                </a:rPr>
                <a:t>n</a:t>
              </a:r>
              <a:endParaRPr kumimoji="0" lang="en-US" altLang="zh-CN" sz="2800" b="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xmlns="" id="{40EFDD17-9D98-4F6C-A19E-E5B569DB0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3093"/>
              <a:ext cx="323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xmlns="" id="{0F0D6054-247C-4B5A-9899-3771997E0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数的机器码表示</a:t>
            </a:r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xmlns="" id="{1A4A64E1-02C5-49BE-8E1B-3BC86C560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为了方便数的运算操作，在计算机中通常将数的符号位和数值位一起编码</a:t>
            </a:r>
          </a:p>
          <a:p>
            <a:pPr eaLnBrk="1" hangingPunct="1">
              <a:defRPr/>
            </a:pPr>
            <a:r>
              <a:rPr lang="zh-CN" altLang="en-US" dirty="0"/>
              <a:t>为了区别带有符号表示的数和机器中把符号“数字化”的数，通常将前者称为</a:t>
            </a:r>
            <a:r>
              <a:rPr lang="zh-CN" altLang="en-US" dirty="0">
                <a:solidFill>
                  <a:srgbClr val="C00000"/>
                </a:solidFill>
              </a:rPr>
              <a:t>真值</a:t>
            </a:r>
            <a:r>
              <a:rPr lang="zh-CN" altLang="en-US" dirty="0"/>
              <a:t>，后者称为</a:t>
            </a:r>
            <a:r>
              <a:rPr lang="zh-CN" altLang="en-US" dirty="0">
                <a:solidFill>
                  <a:srgbClr val="C00000"/>
                </a:solidFill>
              </a:rPr>
              <a:t>机器数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机器码</a:t>
            </a:r>
          </a:p>
          <a:p>
            <a:pPr eaLnBrk="1" hangingPunct="1">
              <a:defRPr/>
            </a:pPr>
            <a:r>
              <a:rPr lang="zh-CN" altLang="en-US" dirty="0"/>
              <a:t>常用的机器码包括</a:t>
            </a:r>
          </a:p>
          <a:p>
            <a:pPr lvl="1" eaLnBrk="1" hangingPunct="1">
              <a:defRPr/>
            </a:pPr>
            <a:r>
              <a:rPr lang="zh-CN" altLang="en-US" dirty="0"/>
              <a:t>原码</a:t>
            </a:r>
          </a:p>
          <a:p>
            <a:pPr lvl="1" eaLnBrk="1" hangingPunct="1">
              <a:defRPr/>
            </a:pPr>
            <a:r>
              <a:rPr lang="zh-CN" altLang="en-US" dirty="0"/>
              <a:t>补码</a:t>
            </a:r>
          </a:p>
          <a:p>
            <a:pPr lvl="1" eaLnBrk="1" hangingPunct="1">
              <a:defRPr/>
            </a:pPr>
            <a:r>
              <a:rPr lang="zh-CN" altLang="en-US" dirty="0"/>
              <a:t>反码</a:t>
            </a:r>
          </a:p>
          <a:p>
            <a:pPr lvl="1" eaLnBrk="1" hangingPunct="1">
              <a:defRPr/>
            </a:pPr>
            <a:r>
              <a:rPr lang="zh-CN" altLang="en-US" dirty="0"/>
              <a:t>移码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8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>
            <a:extLst>
              <a:ext uri="{FF2B5EF4-FFF2-40B4-BE49-F238E27FC236}">
                <a16:creationId xmlns:a16="http://schemas.microsoft.com/office/drawing/2014/main" xmlns="" id="{B83600E0-C4F1-4D42-9F30-E7734CB45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29" y="236537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原码表示法（</a:t>
            </a:r>
            <a:r>
              <a:rPr lang="en-US" altLang="zh-CN" sz="4800" dirty="0"/>
              <a:t>1</a:t>
            </a:r>
            <a:r>
              <a:rPr lang="zh-CN" altLang="en-US" sz="4800" dirty="0"/>
              <a:t>）</a:t>
            </a:r>
          </a:p>
        </p:txBody>
      </p:sp>
      <p:sp>
        <p:nvSpPr>
          <p:cNvPr id="635907" name="Rectangle 3">
            <a:extLst>
              <a:ext uri="{FF2B5EF4-FFF2-40B4-BE49-F238E27FC236}">
                <a16:creationId xmlns:a16="http://schemas.microsoft.com/office/drawing/2014/main" xmlns="" id="{04E994F9-A948-476F-A863-D2BD09076AA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689975" cy="5400675"/>
          </a:xfrm>
        </p:spPr>
        <p:txBody>
          <a:bodyPr/>
          <a:lstStyle/>
          <a:p>
            <a:pPr eaLnBrk="1" hangingPunct="1"/>
            <a:r>
              <a:rPr lang="zh-CN" altLang="en-US" dirty="0"/>
              <a:t>定点小数</a:t>
            </a:r>
          </a:p>
          <a:p>
            <a:pPr lvl="1" eaLnBrk="1" hangingPunct="1"/>
            <a:r>
              <a:rPr lang="zh-CN" altLang="en-US" dirty="0"/>
              <a:t>定义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    </a:t>
            </a:r>
            <a:r>
              <a:rPr lang="en-US" altLang="zh-CN" dirty="0"/>
              <a:t>x                   1</a:t>
            </a:r>
            <a:r>
              <a:rPr lang="zh-CN" altLang="en-US" sz="2400" dirty="0"/>
              <a:t>＞ </a:t>
            </a:r>
            <a:r>
              <a:rPr lang="en-US" altLang="zh-CN" sz="2400" dirty="0"/>
              <a:t>x ≥0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[x]</a:t>
            </a:r>
            <a:r>
              <a:rPr lang="zh-CN" altLang="en-US" baseline="-25000" dirty="0"/>
              <a:t>原</a:t>
            </a:r>
            <a:r>
              <a:rPr lang="en-US" altLang="zh-CN" dirty="0"/>
              <a:t>=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1-x=1+|x|   0 </a:t>
            </a:r>
            <a:r>
              <a:rPr lang="en-US" altLang="zh-CN" sz="2400" dirty="0"/>
              <a:t>≥</a:t>
            </a:r>
            <a:r>
              <a:rPr lang="en-US" altLang="zh-CN" dirty="0"/>
              <a:t> </a:t>
            </a:r>
            <a:r>
              <a:rPr lang="en-US" altLang="zh-CN" sz="2400" dirty="0"/>
              <a:t>x </a:t>
            </a:r>
            <a:r>
              <a:rPr lang="zh-CN" altLang="en-US" sz="2400" dirty="0"/>
              <a:t>＞ </a:t>
            </a:r>
            <a:r>
              <a:rPr lang="en-US" altLang="zh-CN" sz="2400" dirty="0"/>
              <a:t>-1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举例</a:t>
            </a:r>
          </a:p>
          <a:p>
            <a:pPr lvl="3" eaLnBrk="1" hangingPunct="1">
              <a:buFont typeface="Wingdings 2" panose="05020102010507070707" pitchFamily="18" charset="2"/>
              <a:buNone/>
            </a:pPr>
            <a:endParaRPr lang="en-US" altLang="zh-CN" dirty="0"/>
          </a:p>
        </p:txBody>
      </p:sp>
      <p:sp>
        <p:nvSpPr>
          <p:cNvPr id="635909" name="Text Box 5">
            <a:extLst>
              <a:ext uri="{FF2B5EF4-FFF2-40B4-BE49-F238E27FC236}">
                <a16:creationId xmlns:a16="http://schemas.microsoft.com/office/drawing/2014/main" xmlns="" id="{AB00C9F8-CE53-4691-9795-0AA2F3DEC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005263"/>
            <a:ext cx="1839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2400" i="1">
                <a:latin typeface="Tahoma" pitchFamily="34" charset="0"/>
                <a:ea typeface="宋体" pitchFamily="2" charset="-122"/>
              </a:rPr>
              <a:t>x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=</a:t>
            </a:r>
            <a:r>
              <a:rPr kumimoji="0" lang="zh-CN" altLang="en-US" sz="2400"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0.1001</a:t>
            </a:r>
            <a:endParaRPr kumimoji="0"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35910" name="Text Box 6">
            <a:extLst>
              <a:ext uri="{FF2B5EF4-FFF2-40B4-BE49-F238E27FC236}">
                <a16:creationId xmlns:a16="http://schemas.microsoft.com/office/drawing/2014/main" xmlns="" id="{64F9C41E-C6CA-466D-BF5D-6C17B5D01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543425"/>
            <a:ext cx="1839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0.1001</a:t>
            </a:r>
          </a:p>
        </p:txBody>
      </p:sp>
      <p:sp>
        <p:nvSpPr>
          <p:cNvPr id="635911" name="Text Box 7">
            <a:extLst>
              <a:ext uri="{FF2B5EF4-FFF2-40B4-BE49-F238E27FC236}">
                <a16:creationId xmlns:a16="http://schemas.microsoft.com/office/drawing/2014/main" xmlns="" id="{7AF1165B-7B92-4E22-8138-F178566EC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4017963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原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.1001</a:t>
            </a:r>
          </a:p>
        </p:txBody>
      </p:sp>
      <p:sp>
        <p:nvSpPr>
          <p:cNvPr id="635912" name="Text Box 8">
            <a:extLst>
              <a:ext uri="{FF2B5EF4-FFF2-40B4-BE49-F238E27FC236}">
                <a16:creationId xmlns:a16="http://schemas.microsoft.com/office/drawing/2014/main" xmlns="" id="{8376D4E5-44EB-47E3-A92D-4D65FDFE3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4506913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原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.1001</a:t>
            </a:r>
          </a:p>
        </p:txBody>
      </p:sp>
      <p:sp>
        <p:nvSpPr>
          <p:cNvPr id="635913" name="AutoShape 9">
            <a:extLst>
              <a:ext uri="{FF2B5EF4-FFF2-40B4-BE49-F238E27FC236}">
                <a16:creationId xmlns:a16="http://schemas.microsoft.com/office/drawing/2014/main" xmlns="" id="{AA1DB9EF-5F6A-4496-A651-9DFBF99F9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4178300"/>
            <a:ext cx="552450" cy="163513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5914" name="AutoShape 10">
            <a:extLst>
              <a:ext uri="{FF2B5EF4-FFF2-40B4-BE49-F238E27FC236}">
                <a16:creationId xmlns:a16="http://schemas.microsoft.com/office/drawing/2014/main" xmlns="" id="{573E2462-C9A1-42C2-9676-7ADD0CA77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4679950"/>
            <a:ext cx="552450" cy="163513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18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7419" name="AutoShape 12">
            <a:extLst>
              <a:ext uri="{FF2B5EF4-FFF2-40B4-BE49-F238E27FC236}">
                <a16:creationId xmlns:a16="http://schemas.microsoft.com/office/drawing/2014/main" xmlns="" id="{51B2CF50-3C67-42F2-97E6-408CF0797200}"/>
              </a:ext>
            </a:extLst>
          </p:cNvPr>
          <p:cNvSpPr>
            <a:spLocks/>
          </p:cNvSpPr>
          <p:nvPr/>
        </p:nvSpPr>
        <p:spPr bwMode="auto">
          <a:xfrm>
            <a:off x="1908175" y="2133600"/>
            <a:ext cx="288925" cy="1368425"/>
          </a:xfrm>
          <a:prstGeom prst="leftBrace">
            <a:avLst>
              <a:gd name="adj1" fmla="val 39469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17420" name="Text Box 15">
            <a:extLst>
              <a:ext uri="{FF2B5EF4-FFF2-40B4-BE49-F238E27FC236}">
                <a16:creationId xmlns:a16="http://schemas.microsoft.com/office/drawing/2014/main" xmlns="" id="{FB9E0E81-2AB6-49E5-9028-04D15CA5D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204" y="5340350"/>
            <a:ext cx="9060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真值</a:t>
            </a:r>
          </a:p>
        </p:txBody>
      </p:sp>
      <p:sp>
        <p:nvSpPr>
          <p:cNvPr id="17421" name="Text Box 16">
            <a:extLst>
              <a:ext uri="{FF2B5EF4-FFF2-40B4-BE49-F238E27FC236}">
                <a16:creationId xmlns:a16="http://schemas.microsoft.com/office/drawing/2014/main" xmlns="" id="{918FB7DF-5FB6-4C04-BB1B-4255F1D9E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304" y="5340350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机器码</a:t>
            </a:r>
          </a:p>
        </p:txBody>
      </p:sp>
      <p:sp>
        <p:nvSpPr>
          <p:cNvPr id="17422" name="AutoShape 17">
            <a:extLst>
              <a:ext uri="{FF2B5EF4-FFF2-40B4-BE49-F238E27FC236}">
                <a16:creationId xmlns:a16="http://schemas.microsoft.com/office/drawing/2014/main" xmlns="" id="{80ADB175-2276-4118-8A7D-787948A57F74}"/>
              </a:ext>
            </a:extLst>
          </p:cNvPr>
          <p:cNvSpPr>
            <a:spLocks/>
          </p:cNvSpPr>
          <p:nvPr/>
        </p:nvSpPr>
        <p:spPr bwMode="auto">
          <a:xfrm rot="-5400000">
            <a:off x="3025775" y="4530725"/>
            <a:ext cx="177800" cy="1117600"/>
          </a:xfrm>
          <a:prstGeom prst="leftBrace">
            <a:avLst>
              <a:gd name="adj1" fmla="val 52381"/>
              <a:gd name="adj2" fmla="val 51852"/>
            </a:avLst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17423" name="AutoShape 18">
            <a:extLst>
              <a:ext uri="{FF2B5EF4-FFF2-40B4-BE49-F238E27FC236}">
                <a16:creationId xmlns:a16="http://schemas.microsoft.com/office/drawing/2014/main" xmlns="" id="{40C65C41-48C1-4D08-A6D7-B37929DD0A46}"/>
              </a:ext>
            </a:extLst>
          </p:cNvPr>
          <p:cNvSpPr>
            <a:spLocks/>
          </p:cNvSpPr>
          <p:nvPr/>
        </p:nvSpPr>
        <p:spPr bwMode="auto">
          <a:xfrm rot="-5400000">
            <a:off x="5845969" y="4569619"/>
            <a:ext cx="177800" cy="998538"/>
          </a:xfrm>
          <a:prstGeom prst="leftBrace">
            <a:avLst>
              <a:gd name="adj1" fmla="val 46801"/>
              <a:gd name="adj2" fmla="val 51852"/>
            </a:avLst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09" grpId="0"/>
      <p:bldP spid="635910" grpId="0"/>
      <p:bldP spid="635911" grpId="0"/>
      <p:bldP spid="635912" grpId="0"/>
      <p:bldP spid="635913" grpId="0" animBg="1"/>
      <p:bldP spid="6359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>
            <a:extLst>
              <a:ext uri="{FF2B5EF4-FFF2-40B4-BE49-F238E27FC236}">
                <a16:creationId xmlns:a16="http://schemas.microsoft.com/office/drawing/2014/main" xmlns="" id="{A8B75DAE-3906-4406-85C9-5476DAB36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" y="237004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原码表示法（</a:t>
            </a:r>
            <a:r>
              <a:rPr lang="en-US" altLang="zh-CN" sz="4800" dirty="0"/>
              <a:t>2</a:t>
            </a:r>
            <a:r>
              <a:rPr lang="zh-CN" altLang="en-US" sz="4800" dirty="0"/>
              <a:t>）</a:t>
            </a:r>
          </a:p>
        </p:txBody>
      </p:sp>
      <p:sp>
        <p:nvSpPr>
          <p:cNvPr id="636931" name="Rectangle 3">
            <a:extLst>
              <a:ext uri="{FF2B5EF4-FFF2-40B4-BE49-F238E27FC236}">
                <a16:creationId xmlns:a16="http://schemas.microsoft.com/office/drawing/2014/main" xmlns="" id="{DA15FB45-F774-4C7B-99B0-A3F6F339268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763000" cy="5400675"/>
          </a:xfrm>
        </p:spPr>
        <p:txBody>
          <a:bodyPr/>
          <a:lstStyle/>
          <a:p>
            <a:pPr eaLnBrk="1" hangingPunct="1"/>
            <a:r>
              <a:rPr lang="zh-CN" altLang="en-US"/>
              <a:t>定点整数</a:t>
            </a:r>
          </a:p>
          <a:p>
            <a:pPr lvl="1" eaLnBrk="1" hangingPunct="1"/>
            <a:r>
              <a:rPr lang="zh-CN" altLang="en-US"/>
              <a:t>定义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                  </a:t>
            </a:r>
            <a:r>
              <a:rPr lang="en-US" altLang="zh-CN"/>
              <a:t>x                   2</a:t>
            </a:r>
            <a:r>
              <a:rPr lang="en-US" altLang="zh-CN" baseline="30000"/>
              <a:t>n</a:t>
            </a:r>
            <a:r>
              <a:rPr lang="zh-CN" altLang="en-US" sz="2400"/>
              <a:t>＞ </a:t>
            </a:r>
            <a:r>
              <a:rPr lang="en-US" altLang="zh-CN" sz="2400"/>
              <a:t>x ≥0</a:t>
            </a:r>
            <a:endParaRPr lang="en-US" altLang="zh-CN"/>
          </a:p>
          <a:p>
            <a:pPr lvl="1" eaLnBrk="1" hangingPunct="1"/>
            <a:r>
              <a:rPr lang="en-US" altLang="zh-CN"/>
              <a:t>[x]</a:t>
            </a:r>
            <a:r>
              <a:rPr lang="zh-CN" altLang="en-US" baseline="-25000"/>
              <a:t>原</a:t>
            </a:r>
            <a:r>
              <a:rPr lang="en-US" altLang="zh-CN"/>
              <a:t>=                                              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                 2</a:t>
            </a:r>
            <a:r>
              <a:rPr lang="en-US" altLang="zh-CN" baseline="30000"/>
              <a:t>n</a:t>
            </a:r>
            <a:r>
              <a:rPr lang="en-US" altLang="zh-CN"/>
              <a:t> -x= 2</a:t>
            </a:r>
            <a:r>
              <a:rPr lang="en-US" altLang="zh-CN" baseline="30000"/>
              <a:t>n</a:t>
            </a:r>
            <a:r>
              <a:rPr lang="en-US" altLang="zh-CN"/>
              <a:t> +|x|   0 </a:t>
            </a:r>
            <a:r>
              <a:rPr lang="en-US" altLang="zh-CN" sz="2400"/>
              <a:t>≥</a:t>
            </a:r>
            <a:r>
              <a:rPr lang="en-US" altLang="zh-CN"/>
              <a:t> </a:t>
            </a:r>
            <a:r>
              <a:rPr lang="en-US" altLang="zh-CN" sz="2400"/>
              <a:t>x </a:t>
            </a:r>
            <a:r>
              <a:rPr lang="zh-CN" altLang="en-US" sz="2400"/>
              <a:t>＞ </a:t>
            </a:r>
            <a:r>
              <a:rPr lang="en-US" altLang="zh-CN" sz="2400"/>
              <a:t>- </a:t>
            </a:r>
            <a:r>
              <a:rPr lang="en-US" altLang="zh-CN"/>
              <a:t>2</a:t>
            </a:r>
            <a:r>
              <a:rPr lang="en-US" altLang="zh-CN" baseline="30000"/>
              <a:t>n</a:t>
            </a:r>
            <a:endParaRPr lang="en-US" altLang="zh-CN"/>
          </a:p>
          <a:p>
            <a:pPr lvl="1" eaLnBrk="1" hangingPunct="1"/>
            <a:endParaRPr lang="en-US" altLang="zh-CN"/>
          </a:p>
          <a:p>
            <a:pPr lvl="1" eaLnBrk="1" hangingPunct="1"/>
            <a:r>
              <a:rPr lang="zh-CN" altLang="en-US"/>
              <a:t>举例</a:t>
            </a:r>
          </a:p>
          <a:p>
            <a:pPr lvl="3" eaLnBrk="1" hangingPunct="1">
              <a:buFont typeface="Wingdings 2" panose="05020102010507070707" pitchFamily="18" charset="2"/>
              <a:buNone/>
            </a:pPr>
            <a:endParaRPr lang="en-US" altLang="zh-CN"/>
          </a:p>
        </p:txBody>
      </p:sp>
      <p:sp>
        <p:nvSpPr>
          <p:cNvPr id="636933" name="Text Box 5">
            <a:extLst>
              <a:ext uri="{FF2B5EF4-FFF2-40B4-BE49-F238E27FC236}">
                <a16:creationId xmlns:a16="http://schemas.microsoft.com/office/drawing/2014/main" xmlns="" id="{9AC36BFA-8DD4-4503-BBA6-34F20E18A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163" y="4089400"/>
            <a:ext cx="2043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2400" i="1">
                <a:latin typeface="Tahoma" pitchFamily="34" charset="0"/>
                <a:ea typeface="宋体" pitchFamily="2" charset="-122"/>
              </a:rPr>
              <a:t>x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=</a:t>
            </a:r>
            <a:r>
              <a:rPr kumimoji="0" lang="zh-CN" altLang="en-US" sz="2400"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0111001</a:t>
            </a:r>
            <a:endParaRPr kumimoji="0"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36934" name="Text Box 6">
            <a:extLst>
              <a:ext uri="{FF2B5EF4-FFF2-40B4-BE49-F238E27FC236}">
                <a16:creationId xmlns:a16="http://schemas.microsoft.com/office/drawing/2014/main" xmlns="" id="{A75DAB9B-420D-4B51-AD40-BFD872676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4627563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0111001</a:t>
            </a:r>
          </a:p>
        </p:txBody>
      </p:sp>
      <p:sp>
        <p:nvSpPr>
          <p:cNvPr id="636935" name="Text Box 7">
            <a:extLst>
              <a:ext uri="{FF2B5EF4-FFF2-40B4-BE49-F238E27FC236}">
                <a16:creationId xmlns:a16="http://schemas.microsoft.com/office/drawing/2014/main" xmlns="" id="{44D68DAB-4A9A-4BE4-9396-06D5E9D1B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102100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原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0111001</a:t>
            </a:r>
          </a:p>
        </p:txBody>
      </p:sp>
      <p:sp>
        <p:nvSpPr>
          <p:cNvPr id="636936" name="Text Box 8">
            <a:extLst>
              <a:ext uri="{FF2B5EF4-FFF2-40B4-BE49-F238E27FC236}">
                <a16:creationId xmlns:a16="http://schemas.microsoft.com/office/drawing/2014/main" xmlns="" id="{C01B011F-75B1-4311-AC41-21904FED0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5" y="4591050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原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0111001</a:t>
            </a:r>
          </a:p>
        </p:txBody>
      </p:sp>
      <p:sp>
        <p:nvSpPr>
          <p:cNvPr id="636937" name="AutoShape 9">
            <a:extLst>
              <a:ext uri="{FF2B5EF4-FFF2-40B4-BE49-F238E27FC236}">
                <a16:creationId xmlns:a16="http://schemas.microsoft.com/office/drawing/2014/main" xmlns="" id="{2F1EA8E4-E16A-4270-8CDE-571A31DE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4262438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6938" name="AutoShape 10">
            <a:extLst>
              <a:ext uri="{FF2B5EF4-FFF2-40B4-BE49-F238E27FC236}">
                <a16:creationId xmlns:a16="http://schemas.microsoft.com/office/drawing/2014/main" xmlns="" id="{2CA11C44-F62D-433C-A1FF-4B30933D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4764088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18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8443" name="AutoShape 13">
            <a:extLst>
              <a:ext uri="{FF2B5EF4-FFF2-40B4-BE49-F238E27FC236}">
                <a16:creationId xmlns:a16="http://schemas.microsoft.com/office/drawing/2014/main" xmlns="" id="{DCCFAE90-37E6-4F68-8D82-30087B727867}"/>
              </a:ext>
            </a:extLst>
          </p:cNvPr>
          <p:cNvSpPr>
            <a:spLocks/>
          </p:cNvSpPr>
          <p:nvPr/>
        </p:nvSpPr>
        <p:spPr bwMode="auto">
          <a:xfrm>
            <a:off x="1835150" y="2133600"/>
            <a:ext cx="288925" cy="1368425"/>
          </a:xfrm>
          <a:prstGeom prst="leftBrace">
            <a:avLst>
              <a:gd name="adj1" fmla="val 39469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2103C560-429D-4BD6-8CBC-35882857FFC9}"/>
              </a:ext>
            </a:extLst>
          </p:cNvPr>
          <p:cNvGrpSpPr>
            <a:grpSpLocks/>
          </p:cNvGrpSpPr>
          <p:nvPr/>
        </p:nvGrpSpPr>
        <p:grpSpPr bwMode="auto">
          <a:xfrm>
            <a:off x="2137522" y="985557"/>
            <a:ext cx="3167978" cy="552450"/>
            <a:chOff x="1762" y="3093"/>
            <a:chExt cx="1748" cy="330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xmlns="" id="{564524AE-84EF-4C8F-8657-B60A1BCD5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3093"/>
              <a:ext cx="1430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n-1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 err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 err="1">
                  <a:latin typeface="Tahoma" panose="020B0604030504040204" pitchFamily="34" charset="0"/>
                  <a:ea typeface="宋体" panose="02010600030101010101" pitchFamily="2" charset="-122"/>
                </a:rPr>
                <a:t>n</a:t>
              </a:r>
              <a:endParaRPr kumimoji="0" lang="en-US" altLang="zh-CN" sz="2800" b="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xmlns="" id="{E8ABB428-B8D4-4049-B455-3E316C994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3093"/>
              <a:ext cx="323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3" grpId="0"/>
      <p:bldP spid="636934" grpId="0"/>
      <p:bldP spid="636935" grpId="0"/>
      <p:bldP spid="636936" grpId="0"/>
      <p:bldP spid="636937" grpId="0" animBg="1"/>
      <p:bldP spid="6369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>
            <a:extLst>
              <a:ext uri="{FF2B5EF4-FFF2-40B4-BE49-F238E27FC236}">
                <a16:creationId xmlns:a16="http://schemas.microsoft.com/office/drawing/2014/main" xmlns="" id="{EED9BA6C-E339-4130-8E04-A19CC6E374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219075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原码表示法（</a:t>
            </a:r>
            <a:r>
              <a:rPr lang="en-US" altLang="zh-CN" sz="4800" dirty="0"/>
              <a:t>3</a:t>
            </a:r>
            <a:r>
              <a:rPr lang="zh-CN" altLang="en-US" sz="4800" dirty="0"/>
              <a:t>）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xmlns="" id="{A0E4E01A-AF78-4F1A-B645-6373C98AC2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7630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0</a:t>
            </a:r>
            <a:r>
              <a:rPr lang="zh-CN" altLang="en-US"/>
              <a:t>的原码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[</a:t>
            </a:r>
            <a:r>
              <a:rPr lang="zh-CN" altLang="en-US"/>
              <a:t>＋</a:t>
            </a:r>
            <a:r>
              <a:rPr lang="en-US" altLang="zh-CN"/>
              <a:t>0]</a:t>
            </a:r>
            <a:r>
              <a:rPr lang="zh-CN" altLang="en-US" baseline="-25000"/>
              <a:t>原</a:t>
            </a:r>
            <a:r>
              <a:rPr lang="zh-CN" altLang="en-US"/>
              <a:t>＝</a:t>
            </a:r>
            <a:r>
              <a:rPr lang="en-US" altLang="zh-CN"/>
              <a:t>00000000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/>
              <a:t>[</a:t>
            </a:r>
            <a:r>
              <a:rPr lang="zh-CN" altLang="en-US"/>
              <a:t>－</a:t>
            </a:r>
            <a:r>
              <a:rPr lang="en-US" altLang="zh-CN"/>
              <a:t>0]</a:t>
            </a:r>
            <a:r>
              <a:rPr lang="zh-CN" altLang="en-US" baseline="-25000"/>
              <a:t>原</a:t>
            </a:r>
            <a:r>
              <a:rPr lang="zh-CN" altLang="en-US"/>
              <a:t>＝</a:t>
            </a:r>
            <a:r>
              <a:rPr lang="en-US" altLang="zh-CN"/>
              <a:t>10000000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正数的原码符号位为</a:t>
            </a:r>
            <a:r>
              <a:rPr lang="en-US" altLang="zh-CN"/>
              <a:t>0</a:t>
            </a:r>
            <a:r>
              <a:rPr lang="zh-CN" altLang="en-US"/>
              <a:t>，数值位不变；负数的原码符号位为</a:t>
            </a:r>
            <a:r>
              <a:rPr lang="en-US" altLang="zh-CN"/>
              <a:t>1</a:t>
            </a:r>
            <a:r>
              <a:rPr lang="zh-CN" altLang="en-US"/>
              <a:t>，数值位不变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CC3300"/>
                </a:solidFill>
              </a:rPr>
              <a:t>采用原码表示法简单明了，易于和真值转换，但加法运算复杂</a:t>
            </a:r>
          </a:p>
        </p:txBody>
      </p:sp>
    </p:spTree>
  </p:cSld>
  <p:clrMapOvr>
    <a:masterClrMapping/>
  </p:clrMapOvr>
  <p:transition spd="med">
    <p:pull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>
            <a:extLst>
              <a:ext uri="{FF2B5EF4-FFF2-40B4-BE49-F238E27FC236}">
                <a16:creationId xmlns:a16="http://schemas.microsoft.com/office/drawing/2014/main" xmlns="" id="{0761C748-FDA4-4029-9861-9432F9CE3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96" y="245425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补码表示法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xmlns="" id="{F8050496-D805-4756-A117-FDC285B0288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72356"/>
            <a:ext cx="8763000" cy="540067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400" dirty="0">
                <a:sym typeface="Wingdings" panose="05000000000000000000" pitchFamily="2" charset="2"/>
              </a:rPr>
              <a:t>将时钟从</a:t>
            </a:r>
            <a:r>
              <a:rPr lang="en-US" altLang="zh-CN" sz="2400" dirty="0">
                <a:sym typeface="Wingdings" panose="05000000000000000000" pitchFamily="2" charset="2"/>
              </a:rPr>
              <a:t>7</a:t>
            </a:r>
            <a:r>
              <a:rPr lang="zh-CN" altLang="en-US" sz="2400" dirty="0">
                <a:sym typeface="Wingdings" panose="05000000000000000000" pitchFamily="2" charset="2"/>
              </a:rPr>
              <a:t>点钟调到</a:t>
            </a:r>
            <a:r>
              <a:rPr lang="en-US" altLang="zh-CN" sz="2400" dirty="0">
                <a:sym typeface="Wingdings" panose="05000000000000000000" pitchFamily="2" charset="2"/>
              </a:rPr>
              <a:t>4</a:t>
            </a:r>
            <a:r>
              <a:rPr lang="zh-CN" altLang="en-US" sz="2400" dirty="0">
                <a:sym typeface="Wingdings" panose="05000000000000000000" pitchFamily="2" charset="2"/>
              </a:rPr>
              <a:t>点种，有两种调法：</a:t>
            </a:r>
            <a:endParaRPr lang="zh-CN" altLang="zh-CN" sz="2400" dirty="0">
              <a:sym typeface="Wingdings" panose="05000000000000000000" pitchFamily="2" charset="2"/>
            </a:endParaRPr>
          </a:p>
        </p:txBody>
      </p:sp>
      <p:sp>
        <p:nvSpPr>
          <p:cNvPr id="638980" name="Text Box 4">
            <a:extLst>
              <a:ext uri="{FF2B5EF4-FFF2-40B4-BE49-F238E27FC236}">
                <a16:creationId xmlns:a16="http://schemas.microsoft.com/office/drawing/2014/main" xmlns="" id="{9AD30736-7F76-4B89-8A7D-901E49430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1196975"/>
            <a:ext cx="16446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2900" b="0">
                <a:latin typeface="Tahoma" panose="020B060403050404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</a:t>
            </a:r>
          </a:p>
        </p:txBody>
      </p:sp>
      <p:sp>
        <p:nvSpPr>
          <p:cNvPr id="638981" name="Text Box 5">
            <a:extLst>
              <a:ext uri="{FF2B5EF4-FFF2-40B4-BE49-F238E27FC236}">
                <a16:creationId xmlns:a16="http://schemas.microsoft.com/office/drawing/2014/main" xmlns="" id="{09671052-BFD3-4A01-9485-DF755AEA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96975"/>
            <a:ext cx="16446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2900" b="0">
                <a:latin typeface="Tahoma" panose="020B060403050404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</a:t>
            </a:r>
          </a:p>
        </p:txBody>
      </p:sp>
      <p:sp>
        <p:nvSpPr>
          <p:cNvPr id="638982" name="AutoShape 6">
            <a:extLst>
              <a:ext uri="{FF2B5EF4-FFF2-40B4-BE49-F238E27FC236}">
                <a16:creationId xmlns:a16="http://schemas.microsoft.com/office/drawing/2014/main" xmlns="" id="{C313CB12-62DE-4D76-AB96-DD9676738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2162175"/>
            <a:ext cx="1803400" cy="325438"/>
          </a:xfrm>
          <a:prstGeom prst="rightArrow">
            <a:avLst>
              <a:gd name="adj1" fmla="val 50000"/>
              <a:gd name="adj2" fmla="val 1385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8983" name="Text Box 7">
            <a:extLst>
              <a:ext uri="{FF2B5EF4-FFF2-40B4-BE49-F238E27FC236}">
                <a16:creationId xmlns:a16="http://schemas.microsoft.com/office/drawing/2014/main" xmlns="" id="{7E14FC6A-8D4C-4A51-808E-A54969C75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1728788"/>
            <a:ext cx="187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latin typeface="楷体_GB2312" pitchFamily="49" charset="-122"/>
              </a:rPr>
              <a:t>将时针退</a:t>
            </a:r>
            <a:r>
              <a:rPr kumimoji="0" lang="en-US" altLang="zh-CN" sz="2400">
                <a:latin typeface="楷体_GB2312" pitchFamily="49" charset="-122"/>
              </a:rPr>
              <a:t>3</a:t>
            </a:r>
            <a:r>
              <a:rPr kumimoji="0" lang="zh-CN" altLang="en-US" sz="2400">
                <a:latin typeface="楷体_GB2312" pitchFamily="49" charset="-122"/>
              </a:rPr>
              <a:t>格</a:t>
            </a:r>
          </a:p>
        </p:txBody>
      </p:sp>
      <p:sp>
        <p:nvSpPr>
          <p:cNvPr id="638984" name="Text Box 8">
            <a:extLst>
              <a:ext uri="{FF2B5EF4-FFF2-40B4-BE49-F238E27FC236}">
                <a16:creationId xmlns:a16="http://schemas.microsoft.com/office/drawing/2014/main" xmlns="" id="{C825F951-007E-4E48-B064-312E46146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2390775"/>
            <a:ext cx="655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－</a:t>
            </a: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3</a:t>
            </a:r>
          </a:p>
        </p:txBody>
      </p:sp>
      <p:sp>
        <p:nvSpPr>
          <p:cNvPr id="638985" name="Text Box 9">
            <a:extLst>
              <a:ext uri="{FF2B5EF4-FFF2-40B4-BE49-F238E27FC236}">
                <a16:creationId xmlns:a16="http://schemas.microsoft.com/office/drawing/2014/main" xmlns="" id="{579F0904-4A93-4C26-9A2E-649DD7CF7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2644775"/>
            <a:ext cx="16446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2900" b="0">
                <a:latin typeface="Tahoma" panose="020B060403050404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</a:t>
            </a:r>
          </a:p>
        </p:txBody>
      </p:sp>
      <p:sp>
        <p:nvSpPr>
          <p:cNvPr id="638986" name="Text Box 10">
            <a:extLst>
              <a:ext uri="{FF2B5EF4-FFF2-40B4-BE49-F238E27FC236}">
                <a16:creationId xmlns:a16="http://schemas.microsoft.com/office/drawing/2014/main" xmlns="" id="{A08712E7-0002-4BF4-8AEA-B754A73A4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644775"/>
            <a:ext cx="16446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2900" b="0">
                <a:latin typeface="Tahoma" panose="020B060403050404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</a:t>
            </a:r>
          </a:p>
        </p:txBody>
      </p:sp>
      <p:sp>
        <p:nvSpPr>
          <p:cNvPr id="638987" name="AutoShape 11">
            <a:extLst>
              <a:ext uri="{FF2B5EF4-FFF2-40B4-BE49-F238E27FC236}">
                <a16:creationId xmlns:a16="http://schemas.microsoft.com/office/drawing/2014/main" xmlns="" id="{8A205BFE-411D-40CB-82A7-491889C83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3609975"/>
            <a:ext cx="1803400" cy="325438"/>
          </a:xfrm>
          <a:prstGeom prst="rightArrow">
            <a:avLst>
              <a:gd name="adj1" fmla="val 50000"/>
              <a:gd name="adj2" fmla="val 1385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8988" name="Text Box 12">
            <a:extLst>
              <a:ext uri="{FF2B5EF4-FFF2-40B4-BE49-F238E27FC236}">
                <a16:creationId xmlns:a16="http://schemas.microsoft.com/office/drawing/2014/main" xmlns="" id="{3D132661-5CCB-4253-AC48-9C9803CFD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3176588"/>
            <a:ext cx="187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>
                <a:latin typeface="楷体_GB2312" pitchFamily="49" charset="-122"/>
              </a:rPr>
              <a:t>将时针进</a:t>
            </a:r>
            <a:r>
              <a:rPr kumimoji="0" lang="en-US" altLang="zh-CN" sz="2400">
                <a:latin typeface="楷体_GB2312" pitchFamily="49" charset="-122"/>
              </a:rPr>
              <a:t>9</a:t>
            </a:r>
            <a:r>
              <a:rPr kumimoji="0" lang="zh-CN" altLang="en-US" sz="2400">
                <a:latin typeface="楷体_GB2312" pitchFamily="49" charset="-122"/>
              </a:rPr>
              <a:t>格</a:t>
            </a:r>
          </a:p>
        </p:txBody>
      </p:sp>
      <p:sp>
        <p:nvSpPr>
          <p:cNvPr id="638989" name="Text Box 13">
            <a:extLst>
              <a:ext uri="{FF2B5EF4-FFF2-40B4-BE49-F238E27FC236}">
                <a16:creationId xmlns:a16="http://schemas.microsoft.com/office/drawing/2014/main" xmlns="" id="{438BB196-34EC-4D2E-92BA-94475989C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3838575"/>
            <a:ext cx="6556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9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xmlns="" id="{333F5ECE-1C5E-45F5-951E-D786239E4F23}"/>
              </a:ext>
            </a:extLst>
          </p:cNvPr>
          <p:cNvGrpSpPr>
            <a:grpSpLocks/>
          </p:cNvGrpSpPr>
          <p:nvPr/>
        </p:nvGrpSpPr>
        <p:grpSpPr bwMode="auto">
          <a:xfrm>
            <a:off x="5902325" y="1473200"/>
            <a:ext cx="2701925" cy="3055938"/>
            <a:chOff x="3713" y="1633"/>
            <a:chExt cx="1502" cy="1925"/>
          </a:xfrm>
        </p:grpSpPr>
        <p:sp>
          <p:nvSpPr>
            <p:cNvPr id="20499" name="AutoShape 15">
              <a:extLst>
                <a:ext uri="{FF2B5EF4-FFF2-40B4-BE49-F238E27FC236}">
                  <a16:creationId xmlns:a16="http://schemas.microsoft.com/office/drawing/2014/main" xmlns="" id="{0ED608C3-A63A-447F-AACC-372C24CDD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1633"/>
              <a:ext cx="190" cy="1925"/>
            </a:xfrm>
            <a:prstGeom prst="rightBrace">
              <a:avLst>
                <a:gd name="adj1" fmla="val 8443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20500" name="AutoShape 16">
              <a:extLst>
                <a:ext uri="{FF2B5EF4-FFF2-40B4-BE49-F238E27FC236}">
                  <a16:creationId xmlns:a16="http://schemas.microsoft.com/office/drawing/2014/main" xmlns="" id="{CAFF2BBA-76C4-48AE-901D-F6CA0E035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2517"/>
              <a:ext cx="213" cy="174"/>
            </a:xfrm>
            <a:prstGeom prst="rightArrow">
              <a:avLst>
                <a:gd name="adj1" fmla="val 50000"/>
                <a:gd name="adj2" fmla="val 3060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638993" name="Text Box 17">
              <a:extLst>
                <a:ext uri="{FF2B5EF4-FFF2-40B4-BE49-F238E27FC236}">
                  <a16:creationId xmlns:a16="http://schemas.microsoft.com/office/drawing/2014/main" xmlns="" id="{7EFA1773-9A8E-4E2A-B73E-B9FCC90F7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8" y="1636"/>
              <a:ext cx="1047" cy="1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>
                <a:defRPr/>
              </a:pP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对于时钟来说，－</a:t>
              </a:r>
              <a:r>
                <a:rPr kumimoji="0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</a:t>
              </a: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运算和＋</a:t>
              </a:r>
              <a:r>
                <a:rPr kumimoji="0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9</a:t>
              </a: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运算是等价的，就是说</a:t>
              </a:r>
              <a:r>
                <a:rPr kumimoji="0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9</a:t>
              </a: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是</a:t>
              </a:r>
              <a:r>
                <a:rPr kumimoji="0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－</a:t>
              </a:r>
              <a:r>
                <a:rPr kumimoji="0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3)</a:t>
              </a: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以</a:t>
              </a:r>
              <a:r>
                <a:rPr kumimoji="0"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12</a:t>
              </a:r>
              <a:r>
                <a:rPr kumimoji="0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为模的补码</a:t>
              </a:r>
            </a:p>
          </p:txBody>
        </p:sp>
      </p:grpSp>
      <p:sp>
        <p:nvSpPr>
          <p:cNvPr id="638994" name="AutoShape 18">
            <a:extLst>
              <a:ext uri="{FF2B5EF4-FFF2-40B4-BE49-F238E27FC236}">
                <a16:creationId xmlns:a16="http://schemas.microsoft.com/office/drawing/2014/main" xmlns="" id="{F3AF9664-0E35-49FE-8F2B-9EA1AE03E5B0}"/>
              </a:ext>
            </a:extLst>
          </p:cNvPr>
          <p:cNvSpPr>
            <a:spLocks noChangeArrowheads="1"/>
          </p:cNvSpPr>
          <p:nvPr/>
        </p:nvSpPr>
        <p:spPr bwMode="auto">
          <a:xfrm rot="8192990">
            <a:off x="6488113" y="4446588"/>
            <a:ext cx="588962" cy="363537"/>
          </a:xfrm>
          <a:prstGeom prst="rightArrow">
            <a:avLst>
              <a:gd name="adj1" fmla="val 50000"/>
              <a:gd name="adj2" fmla="val 4050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8995" name="Text Box 19">
            <a:extLst>
              <a:ext uri="{FF2B5EF4-FFF2-40B4-BE49-F238E27FC236}">
                <a16:creationId xmlns:a16="http://schemas.microsoft.com/office/drawing/2014/main" xmlns="" id="{593A5FB9-6180-45B6-94A7-42764FEF0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818063"/>
            <a:ext cx="3870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－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3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＝＋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9   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（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mod 12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）</a:t>
            </a:r>
          </a:p>
        </p:txBody>
      </p:sp>
      <p:sp>
        <p:nvSpPr>
          <p:cNvPr id="638996" name="Text Box 20">
            <a:extLst>
              <a:ext uri="{FF2B5EF4-FFF2-40B4-BE49-F238E27FC236}">
                <a16:creationId xmlns:a16="http://schemas.microsoft.com/office/drawing/2014/main" xmlns="" id="{39BB3BDC-0B9B-48AF-B544-EA561979A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263" y="5610225"/>
            <a:ext cx="4051300" cy="523220"/>
          </a:xfrm>
          <a:prstGeom prst="rect">
            <a:avLst/>
          </a:prstGeom>
          <a:noFill/>
          <a:ln w="28575" algn="ctr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减法可转换为加法！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3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980" grpId="0"/>
      <p:bldP spid="638981" grpId="0"/>
      <p:bldP spid="638982" grpId="0" animBg="1"/>
      <p:bldP spid="638983" grpId="0"/>
      <p:bldP spid="638984" grpId="0"/>
      <p:bldP spid="638985" grpId="0"/>
      <p:bldP spid="638986" grpId="0"/>
      <p:bldP spid="638987" grpId="0" animBg="1"/>
      <p:bldP spid="638988" grpId="0"/>
      <p:bldP spid="638989" grpId="0"/>
      <p:bldP spid="638994" grpId="0" animBg="1"/>
      <p:bldP spid="638995" grpId="0"/>
      <p:bldP spid="6389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>
            <a:extLst>
              <a:ext uri="{FF2B5EF4-FFF2-40B4-BE49-F238E27FC236}">
                <a16:creationId xmlns:a16="http://schemas.microsoft.com/office/drawing/2014/main" xmlns="" id="{2BEE2018-75F0-4B0E-98EC-535AE11F45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3051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补码表示法（</a:t>
            </a:r>
            <a:r>
              <a:rPr lang="en-US" altLang="zh-CN" sz="4800" dirty="0"/>
              <a:t>1</a:t>
            </a:r>
            <a:r>
              <a:rPr lang="zh-CN" altLang="en-US" sz="4800" dirty="0"/>
              <a:t>）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xmlns="" id="{C7C3B9D1-3381-4403-ADEC-7B733590F17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7392987" cy="5400675"/>
          </a:xfrm>
        </p:spPr>
        <p:txBody>
          <a:bodyPr/>
          <a:lstStyle/>
          <a:p>
            <a:pPr eaLnBrk="1" hangingPunct="1"/>
            <a:r>
              <a:rPr lang="zh-CN" altLang="en-US"/>
              <a:t>定点小数</a:t>
            </a:r>
          </a:p>
          <a:p>
            <a:pPr lvl="1" eaLnBrk="1" hangingPunct="1"/>
            <a:r>
              <a:rPr lang="zh-CN" altLang="en-US"/>
              <a:t>定义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zh-CN" altLang="en-US"/>
              <a:t>举例</a:t>
            </a:r>
          </a:p>
          <a:p>
            <a:pPr lvl="3" eaLnBrk="1" hangingPunct="1">
              <a:buFont typeface="Wingdings 2" panose="05020102010507070707" pitchFamily="18" charset="2"/>
              <a:buNone/>
            </a:pPr>
            <a:endParaRPr lang="en-US" altLang="zh-CN"/>
          </a:p>
        </p:txBody>
      </p:sp>
      <p:graphicFrame>
        <p:nvGraphicFramePr>
          <p:cNvPr id="21508" name="Object 4">
            <a:extLst>
              <a:ext uri="{FF2B5EF4-FFF2-40B4-BE49-F238E27FC236}">
                <a16:creationId xmlns:a16="http://schemas.microsoft.com/office/drawing/2014/main" xmlns="" id="{3520CEA8-8C16-4DA8-BD8E-EC257950528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362200" y="2008188"/>
          <a:ext cx="600075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公式" r:id="rId3" imgW="46958250" imgH="8334375" progId="Equation.3">
                  <p:embed/>
                </p:oleObj>
              </mc:Choice>
              <mc:Fallback>
                <p:oleObj name="公式" r:id="rId3" imgW="46958250" imgH="8334375" progId="Equation.3">
                  <p:embed/>
                  <p:pic>
                    <p:nvPicPr>
                      <p:cNvPr id="21508" name="Object 4">
                        <a:extLst>
                          <a:ext uri="{FF2B5EF4-FFF2-40B4-BE49-F238E27FC236}">
                            <a16:creationId xmlns:a16="http://schemas.microsoft.com/office/drawing/2014/main" xmlns="" id="{3520CEA8-8C16-4DA8-BD8E-EC2579505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008188"/>
                        <a:ext cx="6000750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11">
            <a:extLst>
              <a:ext uri="{FF2B5EF4-FFF2-40B4-BE49-F238E27FC236}">
                <a16:creationId xmlns:a16="http://schemas.microsoft.com/office/drawing/2014/main" xmlns="" id="{E3072BAF-DED2-4694-961F-F99133D03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1700213"/>
            <a:ext cx="617537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42053" name="Text Box 5">
            <a:extLst>
              <a:ext uri="{FF2B5EF4-FFF2-40B4-BE49-F238E27FC236}">
                <a16:creationId xmlns:a16="http://schemas.microsoft.com/office/drawing/2014/main" xmlns="" id="{76B1E638-D600-40CC-B182-358FCF47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933825"/>
            <a:ext cx="1839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2400" i="1">
                <a:latin typeface="Tahoma" pitchFamily="34" charset="0"/>
                <a:ea typeface="宋体" pitchFamily="2" charset="-122"/>
              </a:rPr>
              <a:t>x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=</a:t>
            </a:r>
            <a:r>
              <a:rPr kumimoji="0" lang="zh-CN" altLang="en-US" sz="2400"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0.1011</a:t>
            </a:r>
            <a:endParaRPr kumimoji="0"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42054" name="Text Box 6">
            <a:extLst>
              <a:ext uri="{FF2B5EF4-FFF2-40B4-BE49-F238E27FC236}">
                <a16:creationId xmlns:a16="http://schemas.microsoft.com/office/drawing/2014/main" xmlns="" id="{B5E4C670-535B-43B1-A302-19948C602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4471988"/>
            <a:ext cx="1839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0.1011</a:t>
            </a:r>
          </a:p>
        </p:txBody>
      </p:sp>
      <p:sp>
        <p:nvSpPr>
          <p:cNvPr id="642055" name="Text Box 7">
            <a:extLst>
              <a:ext uri="{FF2B5EF4-FFF2-40B4-BE49-F238E27FC236}">
                <a16:creationId xmlns:a16="http://schemas.microsoft.com/office/drawing/2014/main" xmlns="" id="{C511A5D3-92C7-4132-B04B-4925413A0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3946525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补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.1011</a:t>
            </a:r>
          </a:p>
        </p:txBody>
      </p:sp>
      <p:sp>
        <p:nvSpPr>
          <p:cNvPr id="642056" name="Text Box 8">
            <a:extLst>
              <a:ext uri="{FF2B5EF4-FFF2-40B4-BE49-F238E27FC236}">
                <a16:creationId xmlns:a16="http://schemas.microsoft.com/office/drawing/2014/main" xmlns="" id="{8341B733-EBB8-42AF-9703-6F75287D2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538" y="4878388"/>
            <a:ext cx="5237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补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=10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＋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=10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0.1011=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.0101</a:t>
            </a:r>
          </a:p>
        </p:txBody>
      </p:sp>
      <p:sp>
        <p:nvSpPr>
          <p:cNvPr id="642057" name="AutoShape 9">
            <a:extLst>
              <a:ext uri="{FF2B5EF4-FFF2-40B4-BE49-F238E27FC236}">
                <a16:creationId xmlns:a16="http://schemas.microsoft.com/office/drawing/2014/main" xmlns="" id="{09162969-2C1D-4945-A00D-0E1B100B4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410686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42058" name="AutoShape 10">
            <a:extLst>
              <a:ext uri="{FF2B5EF4-FFF2-40B4-BE49-F238E27FC236}">
                <a16:creationId xmlns:a16="http://schemas.microsoft.com/office/drawing/2014/main" xmlns="" id="{5C75124C-73CF-4F68-8F95-7B4719F59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460851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18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3" grpId="0"/>
      <p:bldP spid="642054" grpId="0"/>
      <p:bldP spid="642055" grpId="0"/>
      <p:bldP spid="642056" grpId="0"/>
      <p:bldP spid="642057" grpId="0" animBg="1"/>
      <p:bldP spid="64205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>
            <a:extLst>
              <a:ext uri="{FF2B5EF4-FFF2-40B4-BE49-F238E27FC236}">
                <a16:creationId xmlns:a16="http://schemas.microsoft.com/office/drawing/2014/main" xmlns="" id="{7FBE4D0C-AFD6-4E97-94AC-23EE1A423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2" y="230188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补码表示法（</a:t>
            </a:r>
            <a:r>
              <a:rPr lang="en-US" altLang="zh-CN" sz="4800" dirty="0"/>
              <a:t>2</a:t>
            </a:r>
            <a:r>
              <a:rPr lang="zh-CN" altLang="en-US" sz="4800" dirty="0"/>
              <a:t>）</a:t>
            </a:r>
          </a:p>
        </p:txBody>
      </p:sp>
      <p:sp>
        <p:nvSpPr>
          <p:cNvPr id="643075" name="Rectangle 3">
            <a:extLst>
              <a:ext uri="{FF2B5EF4-FFF2-40B4-BE49-F238E27FC236}">
                <a16:creationId xmlns:a16="http://schemas.microsoft.com/office/drawing/2014/main" xmlns="" id="{AAAB2833-73D1-4D82-A47A-C6473877DA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7392987" cy="5400675"/>
          </a:xfrm>
        </p:spPr>
        <p:txBody>
          <a:bodyPr/>
          <a:lstStyle/>
          <a:p>
            <a:pPr eaLnBrk="1" hangingPunct="1"/>
            <a:r>
              <a:rPr lang="zh-CN" altLang="en-US"/>
              <a:t>定点整数</a:t>
            </a:r>
          </a:p>
          <a:p>
            <a:pPr lvl="1" eaLnBrk="1" hangingPunct="1"/>
            <a:r>
              <a:rPr lang="zh-CN" altLang="en-US"/>
              <a:t>定义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zh-CN" altLang="en-US"/>
              <a:t>举例</a:t>
            </a:r>
          </a:p>
          <a:p>
            <a:pPr lvl="3" eaLnBrk="1" hangingPunct="1">
              <a:buFont typeface="Wingdings 2" panose="05020102010507070707" pitchFamily="18" charset="2"/>
              <a:buNone/>
            </a:pPr>
            <a:endParaRPr lang="en-US" altLang="zh-CN"/>
          </a:p>
        </p:txBody>
      </p:sp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xmlns="" id="{06F5B3D4-F0CE-4354-ABAC-9112003839C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19250" y="2008188"/>
          <a:ext cx="6961188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公式" r:id="rId3" imgW="54416325" imgH="8334375" progId="Equation.3">
                  <p:embed/>
                </p:oleObj>
              </mc:Choice>
              <mc:Fallback>
                <p:oleObj name="公式" r:id="rId3" imgW="54416325" imgH="8334375" progId="Equation.3">
                  <p:embed/>
                  <p:pic>
                    <p:nvPicPr>
                      <p:cNvPr id="22532" name="Object 4">
                        <a:extLst>
                          <a:ext uri="{FF2B5EF4-FFF2-40B4-BE49-F238E27FC236}">
                            <a16:creationId xmlns:a16="http://schemas.microsoft.com/office/drawing/2014/main" xmlns="" id="{06F5B3D4-F0CE-4354-ABAC-9112003839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008188"/>
                        <a:ext cx="6961188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077" name="Text Box 5">
            <a:extLst>
              <a:ext uri="{FF2B5EF4-FFF2-40B4-BE49-F238E27FC236}">
                <a16:creationId xmlns:a16="http://schemas.microsoft.com/office/drawing/2014/main" xmlns="" id="{DE58AF5E-C54F-4345-BFEA-36F183ADF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3933825"/>
            <a:ext cx="2043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2400" i="1">
                <a:latin typeface="Tahoma" pitchFamily="34" charset="0"/>
                <a:ea typeface="宋体" pitchFamily="2" charset="-122"/>
              </a:rPr>
              <a:t>x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=</a:t>
            </a:r>
            <a:r>
              <a:rPr kumimoji="0" lang="zh-CN" altLang="en-US" sz="2400"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0111001</a:t>
            </a:r>
            <a:endParaRPr kumimoji="0"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43078" name="Text Box 6">
            <a:extLst>
              <a:ext uri="{FF2B5EF4-FFF2-40B4-BE49-F238E27FC236}">
                <a16:creationId xmlns:a16="http://schemas.microsoft.com/office/drawing/2014/main" xmlns="" id="{E32F632A-32EC-44BE-B820-8A112E568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88" y="4471988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0111001</a:t>
            </a:r>
          </a:p>
        </p:txBody>
      </p:sp>
      <p:sp>
        <p:nvSpPr>
          <p:cNvPr id="643079" name="Text Box 7">
            <a:extLst>
              <a:ext uri="{FF2B5EF4-FFF2-40B4-BE49-F238E27FC236}">
                <a16:creationId xmlns:a16="http://schemas.microsoft.com/office/drawing/2014/main" xmlns="" id="{16304FAC-4D40-4293-9402-FC434FD88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925" y="3946525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补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0111001</a:t>
            </a:r>
          </a:p>
        </p:txBody>
      </p:sp>
      <p:sp>
        <p:nvSpPr>
          <p:cNvPr id="643080" name="Text Box 8">
            <a:extLst>
              <a:ext uri="{FF2B5EF4-FFF2-40B4-BE49-F238E27FC236}">
                <a16:creationId xmlns:a16="http://schemas.microsoft.com/office/drawing/2014/main" xmlns="" id="{8FCEA245-B06E-4D7D-AE88-EB99657F8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929188"/>
            <a:ext cx="760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补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=100000000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＋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=100000000-0111001=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1000111</a:t>
            </a:r>
          </a:p>
        </p:txBody>
      </p:sp>
      <p:sp>
        <p:nvSpPr>
          <p:cNvPr id="643081" name="AutoShape 9">
            <a:extLst>
              <a:ext uri="{FF2B5EF4-FFF2-40B4-BE49-F238E27FC236}">
                <a16:creationId xmlns:a16="http://schemas.microsoft.com/office/drawing/2014/main" xmlns="" id="{F5FF68D7-77B7-4FCB-8426-F3AF64679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410686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43082" name="AutoShape 10">
            <a:extLst>
              <a:ext uri="{FF2B5EF4-FFF2-40B4-BE49-F238E27FC236}">
                <a16:creationId xmlns:a16="http://schemas.microsoft.com/office/drawing/2014/main" xmlns="" id="{F0F7EAC6-4544-41C6-A429-8AE5408DE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460851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18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EA916F8A-945B-4C44-8758-005449D53C67}"/>
              </a:ext>
            </a:extLst>
          </p:cNvPr>
          <p:cNvGrpSpPr>
            <a:grpSpLocks/>
          </p:cNvGrpSpPr>
          <p:nvPr/>
        </p:nvGrpSpPr>
        <p:grpSpPr bwMode="auto">
          <a:xfrm>
            <a:off x="2119649" y="989527"/>
            <a:ext cx="3167978" cy="552450"/>
            <a:chOff x="1762" y="3093"/>
            <a:chExt cx="1748" cy="330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xmlns="" id="{038EA00B-29AF-4119-B47E-74026712F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3093"/>
              <a:ext cx="1430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n-1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 err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 err="1">
                  <a:latin typeface="Tahoma" panose="020B0604030504040204" pitchFamily="34" charset="0"/>
                  <a:ea typeface="宋体" panose="02010600030101010101" pitchFamily="2" charset="-122"/>
                </a:rPr>
                <a:t>n</a:t>
              </a:r>
              <a:endParaRPr kumimoji="0" lang="en-US" altLang="zh-CN" sz="2800" b="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xmlns="" id="{344F3822-A5AF-4984-ADAF-C62B50887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3093"/>
              <a:ext cx="323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7" grpId="0"/>
      <p:bldP spid="643078" grpId="0"/>
      <p:bldP spid="643079" grpId="0"/>
      <p:bldP spid="643080" grpId="0"/>
      <p:bldP spid="643081" grpId="0" animBg="1"/>
      <p:bldP spid="64308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>
            <a:extLst>
              <a:ext uri="{FF2B5EF4-FFF2-40B4-BE49-F238E27FC236}">
                <a16:creationId xmlns:a16="http://schemas.microsoft.com/office/drawing/2014/main" xmlns="" id="{4C75FE84-15F6-49A0-866A-0BA52E350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59" y="219075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补码表示法（</a:t>
            </a:r>
            <a:r>
              <a:rPr lang="en-US" altLang="zh-CN" sz="4800" dirty="0"/>
              <a:t>3</a:t>
            </a:r>
            <a:r>
              <a:rPr lang="zh-CN" altLang="en-US" sz="4800" dirty="0"/>
              <a:t>）</a:t>
            </a:r>
          </a:p>
        </p:txBody>
      </p:sp>
      <p:sp>
        <p:nvSpPr>
          <p:cNvPr id="644099" name="Rectangle 3">
            <a:extLst>
              <a:ext uri="{FF2B5EF4-FFF2-40B4-BE49-F238E27FC236}">
                <a16:creationId xmlns:a16="http://schemas.microsoft.com/office/drawing/2014/main" xmlns="" id="{CE243DF5-EEDC-48EC-A2E4-7EC1AC9E75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763000" cy="5400675"/>
          </a:xfrm>
        </p:spPr>
        <p:txBody>
          <a:bodyPr/>
          <a:lstStyle/>
          <a:p>
            <a:pPr eaLnBrk="1" hangingPunct="1"/>
            <a:r>
              <a:rPr lang="en-US" altLang="zh-CN"/>
              <a:t>0</a:t>
            </a:r>
            <a:r>
              <a:rPr lang="zh-CN" altLang="en-US"/>
              <a:t>的补码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[</a:t>
            </a:r>
            <a:r>
              <a:rPr lang="zh-CN" altLang="en-US"/>
              <a:t>＋</a:t>
            </a:r>
            <a:r>
              <a:rPr lang="en-US" altLang="zh-CN"/>
              <a:t>0]</a:t>
            </a:r>
            <a:r>
              <a:rPr lang="zh-CN" altLang="en-US" baseline="-25000"/>
              <a:t>补</a:t>
            </a:r>
            <a:r>
              <a:rPr lang="zh-CN" altLang="en-US"/>
              <a:t>＝</a:t>
            </a:r>
            <a:r>
              <a:rPr lang="en-US" altLang="zh-CN"/>
              <a:t>[</a:t>
            </a:r>
            <a:r>
              <a:rPr lang="zh-CN" altLang="en-US"/>
              <a:t>－</a:t>
            </a:r>
            <a:r>
              <a:rPr lang="en-US" altLang="zh-CN"/>
              <a:t>0]</a:t>
            </a:r>
            <a:r>
              <a:rPr lang="zh-CN" altLang="en-US" baseline="-25000"/>
              <a:t>补</a:t>
            </a:r>
            <a:r>
              <a:rPr lang="zh-CN" altLang="en-US"/>
              <a:t>＝</a:t>
            </a:r>
            <a:r>
              <a:rPr lang="en-US" altLang="zh-CN"/>
              <a:t>00000000 </a:t>
            </a:r>
            <a:r>
              <a:rPr lang="zh-CN" altLang="en-US"/>
              <a:t>（</a:t>
            </a:r>
            <a:r>
              <a:rPr lang="en-US" altLang="zh-CN"/>
              <a:t>mod 2</a:t>
            </a:r>
            <a:r>
              <a:rPr lang="zh-CN" altLang="en-US"/>
              <a:t>）</a:t>
            </a:r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采用补码进行减法运算就比原码方便，</a:t>
            </a:r>
            <a:r>
              <a:rPr lang="zh-CN" altLang="en-US">
                <a:solidFill>
                  <a:srgbClr val="CC3300"/>
                </a:solidFill>
              </a:rPr>
              <a:t>减法运算可变成加法运算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099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>
            <a:extLst>
              <a:ext uri="{FF2B5EF4-FFF2-40B4-BE49-F238E27FC236}">
                <a16:creationId xmlns:a16="http://schemas.microsoft.com/office/drawing/2014/main" xmlns="" id="{941AF09E-A8D1-4115-B159-E8D91FC16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2" y="240507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反码表示法（</a:t>
            </a:r>
            <a:r>
              <a:rPr lang="en-US" altLang="zh-CN" sz="4800" dirty="0"/>
              <a:t>1</a:t>
            </a:r>
            <a:r>
              <a:rPr lang="zh-CN" altLang="en-US" sz="4800" dirty="0"/>
              <a:t>）</a:t>
            </a:r>
          </a:p>
        </p:txBody>
      </p:sp>
      <p:sp>
        <p:nvSpPr>
          <p:cNvPr id="645123" name="Rectangle 3">
            <a:extLst>
              <a:ext uri="{FF2B5EF4-FFF2-40B4-BE49-F238E27FC236}">
                <a16:creationId xmlns:a16="http://schemas.microsoft.com/office/drawing/2014/main" xmlns="" id="{B3E8E054-2D0B-44A5-A3EC-948EB51D54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763000" cy="54006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反码</a:t>
            </a:r>
            <a:r>
              <a:rPr lang="zh-CN" altLang="en-US"/>
              <a:t>就是二进制数的各位数码</a:t>
            </a:r>
            <a:r>
              <a:rPr lang="en-US" altLang="zh-CN"/>
              <a:t>0</a:t>
            </a:r>
            <a:r>
              <a:rPr lang="zh-CN" altLang="en-US"/>
              <a:t>变为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变为</a:t>
            </a:r>
            <a:r>
              <a:rPr lang="en-US" altLang="zh-CN"/>
              <a:t>0</a:t>
            </a:r>
            <a:r>
              <a:rPr lang="zh-CN" altLang="en-US"/>
              <a:t>。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zh-CN" altLang="en-US"/>
              <a:t>  即：若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en-US" altLang="zh-CN"/>
              <a:t>=1</a:t>
            </a:r>
            <a:r>
              <a:rPr lang="zh-CN" altLang="en-US"/>
              <a:t>，则反码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zh-CN" altLang="en-US"/>
              <a:t>＝</a:t>
            </a:r>
            <a:r>
              <a:rPr lang="en-US" altLang="zh-CN"/>
              <a:t>0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altLang="zh-CN"/>
              <a:t>          </a:t>
            </a:r>
            <a:r>
              <a:rPr lang="zh-CN" altLang="en-US"/>
              <a:t>若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en-US" altLang="zh-CN"/>
              <a:t>=0</a:t>
            </a:r>
            <a:r>
              <a:rPr lang="zh-CN" altLang="en-US"/>
              <a:t>，则反码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zh-CN" altLang="en-US"/>
              <a:t>＝</a:t>
            </a:r>
            <a:r>
              <a:rPr lang="en-US" altLang="zh-CN"/>
              <a:t>1</a:t>
            </a:r>
          </a:p>
        </p:txBody>
      </p:sp>
      <p:sp>
        <p:nvSpPr>
          <p:cNvPr id="24581" name="Line 4">
            <a:extLst>
              <a:ext uri="{FF2B5EF4-FFF2-40B4-BE49-F238E27FC236}">
                <a16:creationId xmlns:a16="http://schemas.microsoft.com/office/drawing/2014/main" xmlns="" id="{11BB2D37-DCBD-4DD5-99C1-F85BD2214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175" y="2357438"/>
            <a:ext cx="2174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xmlns="" id="{2F205C12-F79B-4C58-8652-F47FC5053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1785938"/>
            <a:ext cx="2174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>
            <a:extLst>
              <a:ext uri="{FF2B5EF4-FFF2-40B4-BE49-F238E27FC236}">
                <a16:creationId xmlns:a16="http://schemas.microsoft.com/office/drawing/2014/main" xmlns="" id="{E2B2D3F8-DC46-4220-B7B8-8810D04DC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2" y="238126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反码表示法（</a:t>
            </a:r>
            <a:r>
              <a:rPr lang="en-US" altLang="zh-CN" sz="4800" dirty="0"/>
              <a:t>2</a:t>
            </a:r>
            <a:r>
              <a:rPr lang="zh-CN" altLang="en-US" sz="4800" dirty="0"/>
              <a:t>）</a:t>
            </a:r>
          </a:p>
        </p:txBody>
      </p:sp>
      <p:sp>
        <p:nvSpPr>
          <p:cNvPr id="646147" name="Rectangle 3">
            <a:extLst>
              <a:ext uri="{FF2B5EF4-FFF2-40B4-BE49-F238E27FC236}">
                <a16:creationId xmlns:a16="http://schemas.microsoft.com/office/drawing/2014/main" xmlns="" id="{31BF0A2A-E20A-4739-BB39-677159E626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7392987" cy="5400675"/>
          </a:xfrm>
        </p:spPr>
        <p:txBody>
          <a:bodyPr/>
          <a:lstStyle/>
          <a:p>
            <a:pPr eaLnBrk="1" hangingPunct="1"/>
            <a:r>
              <a:rPr lang="zh-CN" altLang="en-US"/>
              <a:t>定点小数</a:t>
            </a:r>
          </a:p>
          <a:p>
            <a:pPr lvl="1" eaLnBrk="1" hangingPunct="1"/>
            <a:r>
              <a:rPr lang="zh-CN" altLang="en-US"/>
              <a:t>定义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zh-CN" altLang="en-US"/>
              <a:t>举例</a:t>
            </a:r>
          </a:p>
          <a:p>
            <a:pPr lvl="3" eaLnBrk="1" hangingPunct="1">
              <a:buFont typeface="Wingdings 2" panose="05020102010507070707" pitchFamily="18" charset="2"/>
              <a:buNone/>
            </a:pPr>
            <a:endParaRPr lang="en-US" altLang="zh-CN"/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xmlns="" id="{FE0C6712-9044-4D85-8B0B-0E567DDEF95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381250" y="2068513"/>
          <a:ext cx="43878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公式" r:id="rId3" imgW="34232850" imgH="7896225" progId="Equation.3">
                  <p:embed/>
                </p:oleObj>
              </mc:Choice>
              <mc:Fallback>
                <p:oleObj name="公式" r:id="rId3" imgW="34232850" imgH="7896225" progId="Equation.3">
                  <p:embed/>
                  <p:pic>
                    <p:nvPicPr>
                      <p:cNvPr id="25604" name="Object 4">
                        <a:extLst>
                          <a:ext uri="{FF2B5EF4-FFF2-40B4-BE49-F238E27FC236}">
                            <a16:creationId xmlns:a16="http://schemas.microsoft.com/office/drawing/2014/main" xmlns="" id="{FE0C6712-9044-4D85-8B0B-0E567DDEF9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2068513"/>
                        <a:ext cx="43878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6149" name="Text Box 5">
            <a:extLst>
              <a:ext uri="{FF2B5EF4-FFF2-40B4-BE49-F238E27FC236}">
                <a16:creationId xmlns:a16="http://schemas.microsoft.com/office/drawing/2014/main" xmlns="" id="{1AFADE9E-01E3-43F3-AD25-16E960911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175" y="4149725"/>
            <a:ext cx="1839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2400" i="1">
                <a:latin typeface="Tahoma" pitchFamily="34" charset="0"/>
                <a:ea typeface="宋体" pitchFamily="2" charset="-122"/>
              </a:rPr>
              <a:t>x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=</a:t>
            </a:r>
            <a:r>
              <a:rPr kumimoji="0" lang="zh-CN" altLang="en-US" sz="2400"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0.1011</a:t>
            </a:r>
            <a:endParaRPr kumimoji="0"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46150" name="Text Box 6">
            <a:extLst>
              <a:ext uri="{FF2B5EF4-FFF2-40B4-BE49-F238E27FC236}">
                <a16:creationId xmlns:a16="http://schemas.microsoft.com/office/drawing/2014/main" xmlns="" id="{32B16F45-639A-407F-9C64-DCF4D5442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175" y="4687888"/>
            <a:ext cx="1839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0.1011</a:t>
            </a:r>
          </a:p>
        </p:txBody>
      </p:sp>
      <p:sp>
        <p:nvSpPr>
          <p:cNvPr id="646151" name="Text Box 7">
            <a:extLst>
              <a:ext uri="{FF2B5EF4-FFF2-40B4-BE49-F238E27FC236}">
                <a16:creationId xmlns:a16="http://schemas.microsoft.com/office/drawing/2014/main" xmlns="" id="{3FAD14A1-E7F7-4158-9E7D-9F96250B0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050" y="4162425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.1011</a:t>
            </a:r>
          </a:p>
        </p:txBody>
      </p:sp>
      <p:sp>
        <p:nvSpPr>
          <p:cNvPr id="646152" name="Text Box 8">
            <a:extLst>
              <a:ext uri="{FF2B5EF4-FFF2-40B4-BE49-F238E27FC236}">
                <a16:creationId xmlns:a16="http://schemas.microsoft.com/office/drawing/2014/main" xmlns="" id="{24F2FAEB-BC0E-4251-8006-DB7EC6E9B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050" y="4702175"/>
            <a:ext cx="2408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.0100</a:t>
            </a:r>
          </a:p>
        </p:txBody>
      </p:sp>
      <p:sp>
        <p:nvSpPr>
          <p:cNvPr id="646153" name="AutoShape 9">
            <a:extLst>
              <a:ext uri="{FF2B5EF4-FFF2-40B4-BE49-F238E27FC236}">
                <a16:creationId xmlns:a16="http://schemas.microsoft.com/office/drawing/2014/main" xmlns="" id="{3DE2C336-C7A8-4197-AFB9-27FEFAD07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163" y="432276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46154" name="AutoShape 10">
            <a:extLst>
              <a:ext uri="{FF2B5EF4-FFF2-40B4-BE49-F238E27FC236}">
                <a16:creationId xmlns:a16="http://schemas.microsoft.com/office/drawing/2014/main" xmlns="" id="{86F56AD9-C429-4A71-9F40-B22554C88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163" y="482441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18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2ED13329-1CB6-404C-BB62-87F6FEA5F42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060077"/>
            <a:ext cx="3167978" cy="552450"/>
            <a:chOff x="1762" y="3093"/>
            <a:chExt cx="1748" cy="330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xmlns="" id="{902622AF-41E7-48F1-8FDE-13A6AF33E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3093"/>
              <a:ext cx="1430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n-1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 err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 err="1">
                  <a:latin typeface="Tahoma" panose="020B0604030504040204" pitchFamily="34" charset="0"/>
                  <a:ea typeface="宋体" panose="02010600030101010101" pitchFamily="2" charset="-122"/>
                </a:rPr>
                <a:t>n</a:t>
              </a:r>
              <a:endParaRPr kumimoji="0" lang="en-US" altLang="zh-CN" sz="2800" b="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xmlns="" id="{7F264125-1DD9-49C0-9056-585735B38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3093"/>
              <a:ext cx="323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9" grpId="0"/>
      <p:bldP spid="646150" grpId="0"/>
      <p:bldP spid="646151" grpId="0"/>
      <p:bldP spid="646152" grpId="0"/>
      <p:bldP spid="646153" grpId="0" animBg="1"/>
      <p:bldP spid="64615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>
            <a:extLst>
              <a:ext uri="{FF2B5EF4-FFF2-40B4-BE49-F238E27FC236}">
                <a16:creationId xmlns:a16="http://schemas.microsoft.com/office/drawing/2014/main" xmlns="" id="{96A944FB-FBF2-4012-9F2D-7598E57CA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" y="237004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反码表示法（</a:t>
            </a:r>
            <a:r>
              <a:rPr lang="en-US" altLang="zh-CN" sz="4800" dirty="0"/>
              <a:t>3</a:t>
            </a:r>
            <a:r>
              <a:rPr lang="zh-CN" altLang="en-US" sz="4800" dirty="0"/>
              <a:t>）</a:t>
            </a:r>
          </a:p>
        </p:txBody>
      </p:sp>
      <p:sp>
        <p:nvSpPr>
          <p:cNvPr id="647171" name="Rectangle 3">
            <a:extLst>
              <a:ext uri="{FF2B5EF4-FFF2-40B4-BE49-F238E27FC236}">
                <a16:creationId xmlns:a16="http://schemas.microsoft.com/office/drawing/2014/main" xmlns="" id="{6F866D64-28A8-4D18-ACBC-D2FED616B44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7630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/>
              <a:t>定点小数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负数求补码和反码公式的比较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zh-CN" altLang="en-US"/>
          </a:p>
          <a:p>
            <a:pPr lvl="1" eaLnBrk="1" hangingPunct="1">
              <a:lnSpc>
                <a:spcPct val="90000"/>
              </a:lnSpc>
              <a:defRPr/>
            </a:pPr>
            <a:endParaRPr lang="zh-CN" altLang="en-US"/>
          </a:p>
          <a:p>
            <a:pPr lvl="1" eaLnBrk="1" hangingPunct="1">
              <a:lnSpc>
                <a:spcPct val="90000"/>
              </a:lnSpc>
              <a:defRPr/>
            </a:pPr>
            <a:endParaRPr lang="zh-CN" altLang="en-US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/>
              <a:t>结论：对一个负数求补码，其方法是符号位置为</a:t>
            </a:r>
            <a:r>
              <a:rPr lang="en-US" altLang="zh-CN"/>
              <a:t>1</a:t>
            </a:r>
            <a:r>
              <a:rPr lang="zh-CN" altLang="en-US"/>
              <a:t>，其余各位求反，然后在最末位上加</a:t>
            </a:r>
            <a:r>
              <a:rPr lang="en-US" altLang="zh-CN"/>
              <a:t>1</a:t>
            </a:r>
            <a:r>
              <a:rPr lang="zh-CN" altLang="en-US"/>
              <a:t>。也就是说，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负数的补码等于其反码加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/>
              <a:t>0</a:t>
            </a:r>
            <a:r>
              <a:rPr lang="zh-CN" altLang="en-US"/>
              <a:t>的反码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/>
              <a:t>[</a:t>
            </a:r>
            <a:r>
              <a:rPr lang="zh-CN" altLang="en-US"/>
              <a:t>＋</a:t>
            </a:r>
            <a:r>
              <a:rPr lang="en-US" altLang="zh-CN"/>
              <a:t>0]</a:t>
            </a:r>
            <a:r>
              <a:rPr lang="zh-CN" altLang="en-US" baseline="-25000"/>
              <a:t>反</a:t>
            </a:r>
            <a:r>
              <a:rPr lang="zh-CN" altLang="en-US"/>
              <a:t>＝</a:t>
            </a:r>
            <a:r>
              <a:rPr lang="en-US" altLang="zh-CN">
                <a:solidFill>
                  <a:schemeClr val="tx2"/>
                </a:solidFill>
              </a:rPr>
              <a:t>0</a:t>
            </a:r>
            <a:r>
              <a:rPr lang="en-US" altLang="zh-CN"/>
              <a:t>0000000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/>
              <a:t>[</a:t>
            </a:r>
            <a:r>
              <a:rPr lang="zh-CN" altLang="en-US"/>
              <a:t>－</a:t>
            </a:r>
            <a:r>
              <a:rPr lang="en-US" altLang="zh-CN"/>
              <a:t>0]</a:t>
            </a:r>
            <a:r>
              <a:rPr lang="zh-CN" altLang="en-US" baseline="-25000"/>
              <a:t>反</a:t>
            </a:r>
            <a:r>
              <a:rPr lang="zh-CN" altLang="en-US"/>
              <a:t>＝</a:t>
            </a:r>
            <a:r>
              <a:rPr lang="en-US" altLang="zh-CN">
                <a:solidFill>
                  <a:schemeClr val="tx2"/>
                </a:solidFill>
              </a:rPr>
              <a:t>1</a:t>
            </a:r>
            <a:r>
              <a:rPr lang="en-US" altLang="zh-CN"/>
              <a:t>1111111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26628" name="Object 4">
            <a:extLst>
              <a:ext uri="{FF2B5EF4-FFF2-40B4-BE49-F238E27FC236}">
                <a16:creationId xmlns:a16="http://schemas.microsoft.com/office/drawing/2014/main" xmlns="" id="{E0F7D510-5000-419E-AB40-DE0FC948A08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857500" y="2232025"/>
          <a:ext cx="335280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公式" r:id="rId3" imgW="26108025" imgH="8772525" progId="Equation.3">
                  <p:embed/>
                </p:oleObj>
              </mc:Choice>
              <mc:Fallback>
                <p:oleObj name="公式" r:id="rId3" imgW="26108025" imgH="8772525" progId="Equation.3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xmlns="" id="{E0F7D510-5000-419E-AB40-DE0FC948A0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2232025"/>
                        <a:ext cx="335280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>
            <a:extLst>
              <a:ext uri="{FF2B5EF4-FFF2-40B4-BE49-F238E27FC236}">
                <a16:creationId xmlns:a16="http://schemas.microsoft.com/office/drawing/2014/main" xmlns="" id="{022839FD-9FEF-40D3-B040-CA4193E62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228601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/>
              <a:t>反码表示法（</a:t>
            </a:r>
            <a:r>
              <a:rPr lang="en-US" altLang="zh-CN" sz="4800"/>
              <a:t>4</a:t>
            </a:r>
            <a:r>
              <a:rPr lang="zh-CN" altLang="en-US" sz="4800"/>
              <a:t>）</a:t>
            </a:r>
          </a:p>
        </p:txBody>
      </p:sp>
      <p:sp>
        <p:nvSpPr>
          <p:cNvPr id="649219" name="Rectangle 3">
            <a:extLst>
              <a:ext uri="{FF2B5EF4-FFF2-40B4-BE49-F238E27FC236}">
                <a16:creationId xmlns:a16="http://schemas.microsoft.com/office/drawing/2014/main" xmlns="" id="{61CB289A-3370-409C-B500-18BBF749D7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7392987" cy="5400675"/>
          </a:xfrm>
        </p:spPr>
        <p:txBody>
          <a:bodyPr/>
          <a:lstStyle/>
          <a:p>
            <a:pPr eaLnBrk="1" hangingPunct="1"/>
            <a:r>
              <a:rPr lang="zh-CN" altLang="en-US"/>
              <a:t>定点整数</a:t>
            </a:r>
          </a:p>
          <a:p>
            <a:pPr lvl="1" eaLnBrk="1" hangingPunct="1"/>
            <a:r>
              <a:rPr lang="zh-CN" altLang="en-US"/>
              <a:t>定义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zh-CN" altLang="en-US"/>
              <a:t>举例</a:t>
            </a:r>
          </a:p>
          <a:p>
            <a:pPr lvl="3" eaLnBrk="1" hangingPunct="1">
              <a:buFont typeface="Wingdings 2" panose="05020102010507070707" pitchFamily="18" charset="2"/>
              <a:buNone/>
            </a:pPr>
            <a:endParaRPr lang="en-US" altLang="zh-CN"/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xmlns="" id="{525C8655-BA8D-4E18-922F-CA74EB693D1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417763" y="2008188"/>
          <a:ext cx="4583112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公式" r:id="rId3" imgW="35766375" imgH="8334375" progId="Equation.3">
                  <p:embed/>
                </p:oleObj>
              </mc:Choice>
              <mc:Fallback>
                <p:oleObj name="公式" r:id="rId3" imgW="35766375" imgH="8334375" progId="Equation.3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xmlns="" id="{525C8655-BA8D-4E18-922F-CA74EB693D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2008188"/>
                        <a:ext cx="4583112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9221" name="Text Box 5">
            <a:extLst>
              <a:ext uri="{FF2B5EF4-FFF2-40B4-BE49-F238E27FC236}">
                <a16:creationId xmlns:a16="http://schemas.microsoft.com/office/drawing/2014/main" xmlns="" id="{E3A8495F-61D4-4BCE-9741-139BB5266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4365625"/>
            <a:ext cx="2043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2400" i="1">
                <a:latin typeface="Tahoma" pitchFamily="34" charset="0"/>
                <a:ea typeface="宋体" pitchFamily="2" charset="-122"/>
              </a:rPr>
              <a:t>x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=</a:t>
            </a:r>
            <a:r>
              <a:rPr kumimoji="0" lang="zh-CN" altLang="en-US" sz="2400"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0111001</a:t>
            </a:r>
            <a:endParaRPr kumimoji="0"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49222" name="Text Box 6">
            <a:extLst>
              <a:ext uri="{FF2B5EF4-FFF2-40B4-BE49-F238E27FC236}">
                <a16:creationId xmlns:a16="http://schemas.microsoft.com/office/drawing/2014/main" xmlns="" id="{9D75239E-07A4-49D5-9C94-CD9F0C3B4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903788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0111001</a:t>
            </a:r>
          </a:p>
        </p:txBody>
      </p:sp>
      <p:sp>
        <p:nvSpPr>
          <p:cNvPr id="649223" name="Text Box 7">
            <a:extLst>
              <a:ext uri="{FF2B5EF4-FFF2-40B4-BE49-F238E27FC236}">
                <a16:creationId xmlns:a16="http://schemas.microsoft.com/office/drawing/2014/main" xmlns="" id="{8A531D1C-840C-47BF-BA50-433C23411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4378325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0111001</a:t>
            </a:r>
          </a:p>
        </p:txBody>
      </p:sp>
      <p:sp>
        <p:nvSpPr>
          <p:cNvPr id="649224" name="Text Box 8">
            <a:extLst>
              <a:ext uri="{FF2B5EF4-FFF2-40B4-BE49-F238E27FC236}">
                <a16:creationId xmlns:a16="http://schemas.microsoft.com/office/drawing/2014/main" xmlns="" id="{C86ED615-C8F6-4A46-9EF2-943FF866B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4867275"/>
            <a:ext cx="2392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400" b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1000110</a:t>
            </a:r>
          </a:p>
        </p:txBody>
      </p:sp>
      <p:sp>
        <p:nvSpPr>
          <p:cNvPr id="649225" name="AutoShape 9">
            <a:extLst>
              <a:ext uri="{FF2B5EF4-FFF2-40B4-BE49-F238E27FC236}">
                <a16:creationId xmlns:a16="http://schemas.microsoft.com/office/drawing/2014/main" xmlns="" id="{2B10A056-5287-40A3-B2C4-A78BC2FB9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453866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49226" name="AutoShape 10">
            <a:extLst>
              <a:ext uri="{FF2B5EF4-FFF2-40B4-BE49-F238E27FC236}">
                <a16:creationId xmlns:a16="http://schemas.microsoft.com/office/drawing/2014/main" xmlns="" id="{DDD92A4F-BAAC-463C-B304-CC00C163A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5040313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18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xmlns="" id="{481ADB5F-838D-452F-BA99-23AB39618008}"/>
              </a:ext>
            </a:extLst>
          </p:cNvPr>
          <p:cNvGrpSpPr>
            <a:grpSpLocks/>
          </p:cNvGrpSpPr>
          <p:nvPr/>
        </p:nvGrpSpPr>
        <p:grpSpPr bwMode="auto">
          <a:xfrm>
            <a:off x="2177116" y="1010444"/>
            <a:ext cx="3167978" cy="552450"/>
            <a:chOff x="1762" y="3093"/>
            <a:chExt cx="1748" cy="330"/>
          </a:xfrm>
        </p:grpSpPr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xmlns="" id="{D9A32CDD-FB75-4DE6-BF39-28C139107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0" y="3093"/>
              <a:ext cx="1430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>
                  <a:latin typeface="Arial" panose="020B0604020202020204" pitchFamily="34" charset="0"/>
                  <a:ea typeface="宋体" panose="02010600030101010101" pitchFamily="2" charset="-122"/>
                </a:rPr>
                <a:t>…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n-1</a:t>
              </a: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0" lang="en-US" altLang="zh-CN" sz="2800" b="0" dirty="0" err="1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 err="1">
                  <a:latin typeface="Tahoma" panose="020B0604030504040204" pitchFamily="34" charset="0"/>
                  <a:ea typeface="宋体" panose="02010600030101010101" pitchFamily="2" charset="-122"/>
                </a:rPr>
                <a:t>n</a:t>
              </a:r>
              <a:endParaRPr kumimoji="0" lang="en-US" altLang="zh-CN" sz="2800" b="0" baseline="-25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xmlns="" id="{F9403BE7-6518-4D13-89D4-A289923BE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" y="3093"/>
              <a:ext cx="323" cy="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800" b="0" dirty="0">
                  <a:latin typeface="Tahoma" panose="020B0604030504040204" pitchFamily="34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2800" b="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21" grpId="0"/>
      <p:bldP spid="649222" grpId="0"/>
      <p:bldP spid="649223" grpId="0"/>
      <p:bldP spid="649224" grpId="0"/>
      <p:bldP spid="649225" grpId="0" animBg="1"/>
      <p:bldP spid="6492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>
            <a:extLst>
              <a:ext uri="{FF2B5EF4-FFF2-40B4-BE49-F238E27FC236}">
                <a16:creationId xmlns:a16="http://schemas.microsoft.com/office/drawing/2014/main" xmlns="" id="{E7BEEC98-2FA7-4E76-9D1C-656075C62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" y="244475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移码表示法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xmlns="" id="{DE91838B-9B42-41FF-909B-81D3489AFC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588375" cy="5400675"/>
          </a:xfrm>
        </p:spPr>
        <p:txBody>
          <a:bodyPr/>
          <a:lstStyle/>
          <a:p>
            <a:pPr eaLnBrk="1" hangingPunct="1"/>
            <a:r>
              <a:rPr lang="zh-CN" altLang="en-US" smtClean="0"/>
              <a:t>移码</a:t>
            </a:r>
            <a:r>
              <a:rPr lang="zh-CN" altLang="en-US" dirty="0"/>
              <a:t>通常用于表示浮点数的阶码</a:t>
            </a:r>
          </a:p>
          <a:p>
            <a:pPr eaLnBrk="1" hangingPunct="1"/>
            <a:r>
              <a:rPr lang="zh-CN" altLang="en-US" dirty="0"/>
              <a:t>假设阶码是个</a:t>
            </a:r>
            <a:r>
              <a:rPr lang="en-US" altLang="zh-CN" dirty="0"/>
              <a:t>n</a:t>
            </a:r>
            <a:r>
              <a:rPr lang="zh-CN" altLang="en-US" dirty="0"/>
              <a:t>位的整数，定点整数移码的定义为：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举例（假设阶码为</a:t>
            </a:r>
            <a:r>
              <a:rPr lang="en-US" altLang="zh-CN" dirty="0"/>
              <a:t>5</a:t>
            </a:r>
            <a:r>
              <a:rPr lang="zh-CN" altLang="en-US" dirty="0"/>
              <a:t>位）</a:t>
            </a:r>
          </a:p>
        </p:txBody>
      </p:sp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xmlns="" id="{8F8BB20A-BE5D-4FB7-80A4-81BEEA20EF7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535238" y="2262188"/>
          <a:ext cx="43068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公式" r:id="rId3" imgW="31375350" imgH="4171950" progId="Equation.3">
                  <p:embed/>
                </p:oleObj>
              </mc:Choice>
              <mc:Fallback>
                <p:oleObj name="公式" r:id="rId3" imgW="31375350" imgH="4171950" progId="Equation.3">
                  <p:embed/>
                  <p:pic>
                    <p:nvPicPr>
                      <p:cNvPr id="28676" name="Object 4">
                        <a:extLst>
                          <a:ext uri="{FF2B5EF4-FFF2-40B4-BE49-F238E27FC236}">
                            <a16:creationId xmlns:a16="http://schemas.microsoft.com/office/drawing/2014/main" xmlns="" id="{8F8BB20A-BE5D-4FB7-80A4-81BEEA20EF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2262188"/>
                        <a:ext cx="430688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0245" name="Text Box 5">
            <a:extLst>
              <a:ext uri="{FF2B5EF4-FFF2-40B4-BE49-F238E27FC236}">
                <a16:creationId xmlns:a16="http://schemas.microsoft.com/office/drawing/2014/main" xmlns="" id="{3C1C352F-96E8-4C02-8AF8-BAF3276BF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88" y="5133975"/>
            <a:ext cx="2043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en-US" altLang="zh-CN" sz="2400" i="1">
                <a:latin typeface="Tahoma" pitchFamily="34" charset="0"/>
                <a:ea typeface="宋体" pitchFamily="2" charset="-122"/>
              </a:rPr>
              <a:t>x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=</a:t>
            </a:r>
            <a:r>
              <a:rPr kumimoji="0" lang="zh-CN" altLang="en-US" sz="2400">
                <a:latin typeface="Tahoma" pitchFamily="34" charset="0"/>
                <a:ea typeface="宋体" pitchFamily="2" charset="-122"/>
              </a:rPr>
              <a:t>＋</a:t>
            </a:r>
            <a:r>
              <a:rPr kumimoji="0" lang="en-US" altLang="zh-CN" sz="2400">
                <a:latin typeface="Tahoma" pitchFamily="34" charset="0"/>
                <a:ea typeface="宋体" pitchFamily="2" charset="-122"/>
              </a:rPr>
              <a:t>10101</a:t>
            </a:r>
            <a:endParaRPr kumimoji="0" lang="en-US" altLang="zh-CN" sz="2400"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50246" name="Text Box 6">
            <a:extLst>
              <a:ext uri="{FF2B5EF4-FFF2-40B4-BE49-F238E27FC236}">
                <a16:creationId xmlns:a16="http://schemas.microsoft.com/office/drawing/2014/main" xmlns="" id="{D15B6E06-CFDF-4B8B-9CCF-78EF090CF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672138"/>
            <a:ext cx="204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0" lang="zh-CN" altLang="en-US" sz="2400" b="0">
                <a:latin typeface="Tahoma" panose="020B0604030504040204" pitchFamily="34" charset="0"/>
                <a:ea typeface="宋体" panose="02010600030101010101" pitchFamily="2" charset="-122"/>
              </a:rPr>
              <a:t>－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10101</a:t>
            </a:r>
          </a:p>
        </p:txBody>
      </p:sp>
      <p:sp>
        <p:nvSpPr>
          <p:cNvPr id="650247" name="Text Box 7">
            <a:extLst>
              <a:ext uri="{FF2B5EF4-FFF2-40B4-BE49-F238E27FC236}">
                <a16:creationId xmlns:a16="http://schemas.microsoft.com/office/drawing/2014/main" xmlns="" id="{874316A6-98A1-46E3-AC02-8CBD94DB4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563" y="5146675"/>
            <a:ext cx="2392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移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=1,10101</a:t>
            </a:r>
          </a:p>
        </p:txBody>
      </p:sp>
      <p:sp>
        <p:nvSpPr>
          <p:cNvPr id="650248" name="Text Box 8">
            <a:extLst>
              <a:ext uri="{FF2B5EF4-FFF2-40B4-BE49-F238E27FC236}">
                <a16:creationId xmlns:a16="http://schemas.microsoft.com/office/drawing/2014/main" xmlns="" id="{ECECE269-99E0-47A0-9DB5-57BFCF3C1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0563" y="5635625"/>
            <a:ext cx="4497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[</a:t>
            </a:r>
            <a:r>
              <a:rPr kumimoji="0" lang="en-US" altLang="zh-CN" sz="2400" b="0" i="1">
                <a:latin typeface="Tahoma" panose="020B0604030504040204" pitchFamily="34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]</a:t>
            </a:r>
            <a:r>
              <a:rPr kumimoji="0" lang="zh-CN" altLang="en-US" sz="2400" b="0" baseline="-25000">
                <a:latin typeface="Tahoma" panose="020B0604030504040204" pitchFamily="34" charset="0"/>
                <a:ea typeface="宋体" panose="02010600030101010101" pitchFamily="2" charset="-122"/>
              </a:rPr>
              <a:t>移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=2</a:t>
            </a:r>
            <a:r>
              <a:rPr kumimoji="0" lang="en-US" altLang="zh-CN" sz="2400" b="0" baseline="300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+x=2</a:t>
            </a:r>
            <a:r>
              <a:rPr kumimoji="0" lang="en-US" altLang="zh-CN" sz="2400" b="0" baseline="300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kumimoji="0" lang="en-US" altLang="zh-CN" sz="2400" b="0">
                <a:latin typeface="Tahoma" panose="020B0604030504040204" pitchFamily="34" charset="0"/>
                <a:ea typeface="宋体" panose="02010600030101010101" pitchFamily="2" charset="-122"/>
              </a:rPr>
              <a:t>-10101=0,01011</a:t>
            </a:r>
          </a:p>
        </p:txBody>
      </p:sp>
      <p:sp>
        <p:nvSpPr>
          <p:cNvPr id="650249" name="AutoShape 9">
            <a:extLst>
              <a:ext uri="{FF2B5EF4-FFF2-40B4-BE49-F238E27FC236}">
                <a16:creationId xmlns:a16="http://schemas.microsoft.com/office/drawing/2014/main" xmlns="" id="{29F17885-79F3-4A8E-B834-D3EAF87AD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836" y="5306966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50250" name="AutoShape 10">
            <a:extLst>
              <a:ext uri="{FF2B5EF4-FFF2-40B4-BE49-F238E27FC236}">
                <a16:creationId xmlns:a16="http://schemas.microsoft.com/office/drawing/2014/main" xmlns="" id="{5FCFFD31-F2E9-4913-9766-F678D7D3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726" y="5799512"/>
            <a:ext cx="552450" cy="163512"/>
          </a:xfrm>
          <a:prstGeom prst="rightArrow">
            <a:avLst>
              <a:gd name="adj1" fmla="val 50000"/>
              <a:gd name="adj2" fmla="val 8446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zh-CN" altLang="zh-CN" sz="180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50251" name="AutoShape 11">
            <a:extLst>
              <a:ext uri="{FF2B5EF4-FFF2-40B4-BE49-F238E27FC236}">
                <a16:creationId xmlns:a16="http://schemas.microsoft.com/office/drawing/2014/main" xmlns="" id="{D123FCD0-C07D-4ABC-82FF-F9389007B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8" y="4702175"/>
            <a:ext cx="2249487" cy="727075"/>
          </a:xfrm>
          <a:prstGeom prst="wedgeRoundRectCallout">
            <a:avLst>
              <a:gd name="adj1" fmla="val -51625"/>
              <a:gd name="adj2" fmla="val 85806"/>
              <a:gd name="adj3" fmla="val 16667"/>
            </a:avLst>
          </a:prstGeom>
          <a:solidFill>
            <a:schemeClr val="accent5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000" b="1" dirty="0">
                <a:solidFill>
                  <a:schemeClr val="bg1"/>
                </a:solidFill>
                <a:latin typeface="Tahoma" panose="020B0604030504040204" pitchFamily="34" charset="0"/>
                <a:ea typeface="楷体_GB2312" pitchFamily="49" charset="-122"/>
              </a:rPr>
              <a:t>移码中用的逗号不是小数点</a:t>
            </a:r>
          </a:p>
        </p:txBody>
      </p:sp>
      <p:grpSp>
        <p:nvGrpSpPr>
          <p:cNvPr id="28685" name="Group 17">
            <a:extLst>
              <a:ext uri="{FF2B5EF4-FFF2-40B4-BE49-F238E27FC236}">
                <a16:creationId xmlns:a16="http://schemas.microsoft.com/office/drawing/2014/main" xmlns="" id="{B78892FC-7729-4DE7-A3DC-0E5F5AAA1108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778125"/>
            <a:ext cx="4756150" cy="1730375"/>
            <a:chOff x="1658" y="1680"/>
            <a:chExt cx="2996" cy="1090"/>
          </a:xfrm>
        </p:grpSpPr>
        <p:sp>
          <p:nvSpPr>
            <p:cNvPr id="28688" name="Line 18">
              <a:extLst>
                <a:ext uri="{FF2B5EF4-FFF2-40B4-BE49-F238E27FC236}">
                  <a16:creationId xmlns:a16="http://schemas.microsoft.com/office/drawing/2014/main" xmlns="" id="{AD4C120D-72E6-4067-A96A-39FF4A77A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1968"/>
              <a:ext cx="1999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89" name="Line 19">
              <a:extLst>
                <a:ext uri="{FF2B5EF4-FFF2-40B4-BE49-F238E27FC236}">
                  <a16:creationId xmlns:a16="http://schemas.microsoft.com/office/drawing/2014/main" xmlns="" id="{74B02584-177C-446F-9ABF-B8C30420A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8" y="2448"/>
              <a:ext cx="2016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0" name="Freeform 20">
              <a:extLst>
                <a:ext uri="{FF2B5EF4-FFF2-40B4-BE49-F238E27FC236}">
                  <a16:creationId xmlns:a16="http://schemas.microsoft.com/office/drawing/2014/main" xmlns="" id="{C585EDDA-0476-41A6-B212-375176CF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968"/>
              <a:ext cx="672" cy="486"/>
            </a:xfrm>
            <a:custGeom>
              <a:avLst/>
              <a:gdLst>
                <a:gd name="T0" fmla="*/ 2147483646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  <a:gd name="T6" fmla="*/ 0 w 489"/>
                <a:gd name="T7" fmla="*/ 0 h 486"/>
                <a:gd name="T8" fmla="*/ 489 w 489"/>
                <a:gd name="T9" fmla="*/ 486 h 4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1" name="Freeform 21">
              <a:extLst>
                <a:ext uri="{FF2B5EF4-FFF2-40B4-BE49-F238E27FC236}">
                  <a16:creationId xmlns:a16="http://schemas.microsoft.com/office/drawing/2014/main" xmlns="" id="{4D9853E6-6F5D-40DB-9095-1E3BF1E20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1968"/>
              <a:ext cx="586" cy="486"/>
            </a:xfrm>
            <a:custGeom>
              <a:avLst/>
              <a:gdLst>
                <a:gd name="T0" fmla="*/ 7148782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  <a:gd name="T6" fmla="*/ 0 w 489"/>
                <a:gd name="T7" fmla="*/ 0 h 486"/>
                <a:gd name="T8" fmla="*/ 489 w 489"/>
                <a:gd name="T9" fmla="*/ 486 h 4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2" name="Freeform 22">
              <a:extLst>
                <a:ext uri="{FF2B5EF4-FFF2-40B4-BE49-F238E27FC236}">
                  <a16:creationId xmlns:a16="http://schemas.microsoft.com/office/drawing/2014/main" xmlns="" id="{D2A87BBB-2022-41CD-95D4-D437736ED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1968"/>
              <a:ext cx="540" cy="486"/>
            </a:xfrm>
            <a:custGeom>
              <a:avLst/>
              <a:gdLst>
                <a:gd name="T0" fmla="*/ 94040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  <a:gd name="T6" fmla="*/ 0 w 489"/>
                <a:gd name="T7" fmla="*/ 0 h 486"/>
                <a:gd name="T8" fmla="*/ 489 w 489"/>
                <a:gd name="T9" fmla="*/ 486 h 4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693" name="Text Box 23">
              <a:extLst>
                <a:ext uri="{FF2B5EF4-FFF2-40B4-BE49-F238E27FC236}">
                  <a16:creationId xmlns:a16="http://schemas.microsoft.com/office/drawing/2014/main" xmlns="" id="{EE592C03-0061-4EE3-8799-3F0FF1C77D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1872"/>
              <a:ext cx="5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[</a:t>
              </a:r>
              <a:r>
                <a:rPr lang="en-US" altLang="zh-CN" sz="2400" i="1">
                  <a:ea typeface="宋体" panose="02010600030101010101" pitchFamily="2" charset="-122"/>
                </a:rPr>
                <a:t>x</a:t>
              </a:r>
              <a:r>
                <a:rPr lang="en-US" altLang="zh-CN" sz="2400">
                  <a:ea typeface="宋体" panose="02010600030101010101" pitchFamily="2" charset="-122"/>
                </a:rPr>
                <a:t>]</a:t>
              </a:r>
              <a:r>
                <a:rPr lang="zh-CN" altLang="en-US" sz="2000" baseline="-25000">
                  <a:ea typeface="宋体" panose="02010600030101010101" pitchFamily="2" charset="-122"/>
                </a:rPr>
                <a:t>移码</a:t>
              </a:r>
            </a:p>
          </p:txBody>
        </p:sp>
        <p:sp>
          <p:nvSpPr>
            <p:cNvPr id="28694" name="Text Box 24">
              <a:extLst>
                <a:ext uri="{FF2B5EF4-FFF2-40B4-BE49-F238E27FC236}">
                  <a16:creationId xmlns:a16="http://schemas.microsoft.com/office/drawing/2014/main" xmlns="" id="{6E30E8F1-F190-4B3F-8D3A-BC85BA641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" y="1680"/>
              <a:ext cx="6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2</a:t>
              </a:r>
              <a:r>
                <a:rPr lang="en-US" altLang="zh-CN" i="1" baseline="40000">
                  <a:ea typeface="宋体" panose="02010600030101010101" pitchFamily="2" charset="-122"/>
                </a:rPr>
                <a:t>n</a:t>
              </a:r>
              <a:r>
                <a:rPr lang="en-US" altLang="zh-CN" baseline="40000">
                  <a:ea typeface="宋体" panose="02010600030101010101" pitchFamily="2" charset="-122"/>
                </a:rPr>
                <a:t>+1</a:t>
              </a:r>
              <a:r>
                <a:rPr lang="en-US" altLang="zh-CN" sz="2400">
                  <a:ea typeface="宋体" panose="02010600030101010101" pitchFamily="2" charset="-122"/>
                  <a:cs typeface="Times New Roman" panose="02020603050405020304" pitchFamily="18" charset="0"/>
                </a:rPr>
                <a:t>–</a:t>
              </a:r>
              <a:r>
                <a:rPr lang="en-US" altLang="zh-CN" sz="24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8695" name="Text Box 25">
              <a:extLst>
                <a:ext uri="{FF2B5EF4-FFF2-40B4-BE49-F238E27FC236}">
                  <a16:creationId xmlns:a16="http://schemas.microsoft.com/office/drawing/2014/main" xmlns="" id="{53F5A815-B985-40D3-836A-E6CAC3946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1680"/>
              <a:ext cx="3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2</a:t>
              </a:r>
              <a:r>
                <a:rPr lang="en-US" altLang="zh-CN" i="1" baseline="40000"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28696" name="Text Box 26">
              <a:extLst>
                <a:ext uri="{FF2B5EF4-FFF2-40B4-BE49-F238E27FC236}">
                  <a16:creationId xmlns:a16="http://schemas.microsoft.com/office/drawing/2014/main" xmlns="" id="{C7656C7D-3541-45D8-8603-DFCB19F6A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5" y="2482"/>
              <a:ext cx="5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2</a:t>
              </a:r>
              <a:r>
                <a:rPr lang="en-US" altLang="zh-CN" i="1" baseline="40000">
                  <a:ea typeface="宋体" panose="02010600030101010101" pitchFamily="2" charset="-122"/>
                </a:rPr>
                <a:t>n</a:t>
              </a:r>
              <a:r>
                <a:rPr lang="en-US" altLang="zh-CN" sz="2400" baseline="30000">
                  <a:ea typeface="宋体" panose="02010600030101010101" pitchFamily="2" charset="-122"/>
                </a:rPr>
                <a:t> </a:t>
              </a:r>
              <a:r>
                <a:rPr lang="en-US" altLang="zh-CN" sz="2400">
                  <a:ea typeface="宋体" panose="02010600030101010101" pitchFamily="2" charset="-122"/>
                  <a:cs typeface="Times New Roman" panose="02020603050405020304" pitchFamily="18" charset="0"/>
                </a:rPr>
                <a:t>–</a:t>
              </a:r>
              <a:r>
                <a:rPr lang="en-US" altLang="zh-CN" sz="24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8697" name="Text Box 27">
              <a:extLst>
                <a:ext uri="{FF2B5EF4-FFF2-40B4-BE49-F238E27FC236}">
                  <a16:creationId xmlns:a16="http://schemas.microsoft.com/office/drawing/2014/main" xmlns="" id="{72DA9C90-F184-4E01-970B-29A0F0952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0" y="2482"/>
              <a:ext cx="4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  <a:cs typeface="Times New Roman" panose="02020603050405020304" pitchFamily="18" charset="0"/>
                </a:rPr>
                <a:t>–2</a:t>
              </a:r>
              <a:r>
                <a:rPr lang="en-US" altLang="zh-CN" i="1" baseline="40000"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8698" name="Text Box 28">
              <a:extLst>
                <a:ext uri="{FF2B5EF4-FFF2-40B4-BE49-F238E27FC236}">
                  <a16:creationId xmlns:a16="http://schemas.microsoft.com/office/drawing/2014/main" xmlns="" id="{CBBFF636-B39C-4500-87B8-FFB5973E8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0" y="24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699" name="Text Box 29">
              <a:extLst>
                <a:ext uri="{FF2B5EF4-FFF2-40B4-BE49-F238E27FC236}">
                  <a16:creationId xmlns:a16="http://schemas.microsoft.com/office/drawing/2014/main" xmlns="" id="{66D474E5-4F8D-4AC7-8696-6CC84824B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7" y="168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700" name="Text Box 30">
              <a:extLst>
                <a:ext uri="{FF2B5EF4-FFF2-40B4-BE49-F238E27FC236}">
                  <a16:creationId xmlns:a16="http://schemas.microsoft.com/office/drawing/2014/main" xmlns="" id="{36227032-498D-4AE2-9242-8C4696640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" y="2342"/>
              <a:ext cx="4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真值</a:t>
              </a:r>
            </a:p>
          </p:txBody>
        </p:sp>
      </p:grpSp>
      <p:sp>
        <p:nvSpPr>
          <p:cNvPr id="650273" name="Oval 33">
            <a:extLst>
              <a:ext uri="{FF2B5EF4-FFF2-40B4-BE49-F238E27FC236}">
                <a16:creationId xmlns:a16="http://schemas.microsoft.com/office/drawing/2014/main" xmlns="" id="{9EA7603B-E55F-40BF-863E-AC227B054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5" y="5829300"/>
            <a:ext cx="249238" cy="300038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50274" name="Oval 34">
            <a:extLst>
              <a:ext uri="{FF2B5EF4-FFF2-40B4-BE49-F238E27FC236}">
                <a16:creationId xmlns:a16="http://schemas.microsoft.com/office/drawing/2014/main" xmlns="" id="{DA0C5781-096F-4001-8F50-3A9DA08A0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335588"/>
            <a:ext cx="249237" cy="300037"/>
          </a:xfrm>
          <a:prstGeom prst="ellips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45" grpId="0"/>
      <p:bldP spid="650246" grpId="0"/>
      <p:bldP spid="650247" grpId="0"/>
      <p:bldP spid="650248" grpId="0"/>
      <p:bldP spid="650249" grpId="0" animBg="1"/>
      <p:bldP spid="650250" grpId="0" animBg="1"/>
      <p:bldP spid="650251" grpId="0" animBg="1"/>
      <p:bldP spid="650273" grpId="0" animBg="1"/>
      <p:bldP spid="65027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917C7EB-9140-4C1A-9959-06163A4CE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8</a:t>
            </a:r>
            <a:r>
              <a:rPr lang="zh-CN" altLang="en-US" dirty="0"/>
              <a:t>位无符号数和有符号数的表示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xmlns="" id="{29EF43B3-DEA2-48B0-86EA-B5AC22AAB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1800" dirty="0"/>
              <a:t> </a:t>
            </a:r>
            <a:r>
              <a:rPr lang="en-US" altLang="zh-CN" sz="1800" dirty="0"/>
              <a:t>8 </a:t>
            </a:r>
            <a:r>
              <a:rPr lang="zh-CN" altLang="en-US" sz="1800" dirty="0"/>
              <a:t>位二进制数（其中１位为符号位），用其分别代表无符号数、原码、补码和反码，对应的真值范围如下表</a:t>
            </a:r>
          </a:p>
          <a:p>
            <a:pPr marL="0" indent="0"/>
            <a:endParaRPr lang="zh-CN" altLang="en-US" dirty="0"/>
          </a:p>
        </p:txBody>
      </p:sp>
      <p:grpSp>
        <p:nvGrpSpPr>
          <p:cNvPr id="5" name="Group 24">
            <a:extLst>
              <a:ext uri="{FF2B5EF4-FFF2-40B4-BE49-F238E27FC236}">
                <a16:creationId xmlns:a16="http://schemas.microsoft.com/office/drawing/2014/main" xmlns="" id="{45373AAE-5D24-468A-9282-2D56D81ACE4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733550"/>
            <a:ext cx="8382000" cy="4667250"/>
            <a:chOff x="192" y="1104"/>
            <a:chExt cx="5280" cy="2940"/>
          </a:xfrm>
        </p:grpSpPr>
        <p:sp>
          <p:nvSpPr>
            <p:cNvPr id="29776" name="Freeform 25">
              <a:extLst>
                <a:ext uri="{FF2B5EF4-FFF2-40B4-BE49-F238E27FC236}">
                  <a16:creationId xmlns:a16="http://schemas.microsoft.com/office/drawing/2014/main" xmlns="" id="{EB1CEEE9-67E6-4909-A9C6-C08EEC993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" y="1548"/>
              <a:ext cx="5268" cy="1"/>
            </a:xfrm>
            <a:custGeom>
              <a:avLst/>
              <a:gdLst>
                <a:gd name="T0" fmla="*/ 0 w 5268"/>
                <a:gd name="T1" fmla="*/ 0 h 1"/>
                <a:gd name="T2" fmla="*/ 5268 w 5268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68" h="1">
                  <a:moveTo>
                    <a:pt x="0" y="0"/>
                  </a:moveTo>
                  <a:lnTo>
                    <a:pt x="5268" y="1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9777" name="Group 26">
              <a:extLst>
                <a:ext uri="{FF2B5EF4-FFF2-40B4-BE49-F238E27FC236}">
                  <a16:creationId xmlns:a16="http://schemas.microsoft.com/office/drawing/2014/main" xmlns="" id="{588D91E3-37BD-47C1-A7EE-D67037C7D3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104"/>
              <a:ext cx="5280" cy="2940"/>
              <a:chOff x="192" y="1104"/>
              <a:chExt cx="5280" cy="2940"/>
            </a:xfrm>
          </p:grpSpPr>
          <p:sp>
            <p:nvSpPr>
              <p:cNvPr id="29778" name="Freeform 27">
                <a:extLst>
                  <a:ext uri="{FF2B5EF4-FFF2-40B4-BE49-F238E27FC236}">
                    <a16:creationId xmlns:a16="http://schemas.microsoft.com/office/drawing/2014/main" xmlns="" id="{22DC5BBF-D77B-4F28-A658-C0CD04471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1116"/>
                <a:ext cx="1" cy="2928"/>
              </a:xfrm>
              <a:custGeom>
                <a:avLst/>
                <a:gdLst>
                  <a:gd name="T0" fmla="*/ 0 w 1"/>
                  <a:gd name="T1" fmla="*/ 0 h 3744"/>
                  <a:gd name="T2" fmla="*/ 0 w 1"/>
                  <a:gd name="T3" fmla="*/ 2 h 374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744">
                    <a:moveTo>
                      <a:pt x="0" y="0"/>
                    </a:moveTo>
                    <a:lnTo>
                      <a:pt x="0" y="374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79" name="Freeform 28">
                <a:extLst>
                  <a:ext uri="{FF2B5EF4-FFF2-40B4-BE49-F238E27FC236}">
                    <a16:creationId xmlns:a16="http://schemas.microsoft.com/office/drawing/2014/main" xmlns="" id="{31A9FAEE-1EA3-4ABD-AD6B-6731B0E8F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116"/>
                <a:ext cx="1" cy="2928"/>
              </a:xfrm>
              <a:custGeom>
                <a:avLst/>
                <a:gdLst>
                  <a:gd name="T0" fmla="*/ 0 w 1"/>
                  <a:gd name="T1" fmla="*/ 0 h 3744"/>
                  <a:gd name="T2" fmla="*/ 0 w 1"/>
                  <a:gd name="T3" fmla="*/ 2 h 374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744">
                    <a:moveTo>
                      <a:pt x="0" y="0"/>
                    </a:moveTo>
                    <a:lnTo>
                      <a:pt x="0" y="374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80" name="Freeform 29">
                <a:extLst>
                  <a:ext uri="{FF2B5EF4-FFF2-40B4-BE49-F238E27FC236}">
                    <a16:creationId xmlns:a16="http://schemas.microsoft.com/office/drawing/2014/main" xmlns="" id="{ED0C4A4E-8845-4A6D-BF22-1C0EDA3C4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116"/>
                <a:ext cx="4" cy="2928"/>
              </a:xfrm>
              <a:custGeom>
                <a:avLst/>
                <a:gdLst>
                  <a:gd name="T0" fmla="*/ 0 w 4"/>
                  <a:gd name="T1" fmla="*/ 0 h 3744"/>
                  <a:gd name="T2" fmla="*/ 4 w 4"/>
                  <a:gd name="T3" fmla="*/ 2 h 374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3744">
                    <a:moveTo>
                      <a:pt x="0" y="0"/>
                    </a:moveTo>
                    <a:lnTo>
                      <a:pt x="4" y="374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781" name="Freeform 30">
                <a:extLst>
                  <a:ext uri="{FF2B5EF4-FFF2-40B4-BE49-F238E27FC236}">
                    <a16:creationId xmlns:a16="http://schemas.microsoft.com/office/drawing/2014/main" xmlns="" id="{923C4D4D-9E98-47BE-A612-F6DDE6974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1116"/>
                <a:ext cx="1" cy="2928"/>
              </a:xfrm>
              <a:custGeom>
                <a:avLst/>
                <a:gdLst>
                  <a:gd name="T0" fmla="*/ 0 w 1"/>
                  <a:gd name="T1" fmla="*/ 0 h 3744"/>
                  <a:gd name="T2" fmla="*/ 0 w 1"/>
                  <a:gd name="T3" fmla="*/ 2 h 374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744">
                    <a:moveTo>
                      <a:pt x="0" y="0"/>
                    </a:moveTo>
                    <a:lnTo>
                      <a:pt x="0" y="374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29782" name="Group 31">
                <a:extLst>
                  <a:ext uri="{FF2B5EF4-FFF2-40B4-BE49-F238E27FC236}">
                    <a16:creationId xmlns:a16="http://schemas.microsoft.com/office/drawing/2014/main" xmlns="" id="{56CB7DBE-9F0A-4228-9192-60E0896A0C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104"/>
                <a:ext cx="5280" cy="2940"/>
                <a:chOff x="192" y="1104"/>
                <a:chExt cx="5280" cy="2940"/>
              </a:xfrm>
            </p:grpSpPr>
            <p:sp>
              <p:nvSpPr>
                <p:cNvPr id="29783" name="Text Box 32">
                  <a:extLst>
                    <a:ext uri="{FF2B5EF4-FFF2-40B4-BE49-F238E27FC236}">
                      <a16:creationId xmlns:a16="http://schemas.microsoft.com/office/drawing/2014/main" xmlns="" id="{64E7C68B-D516-4E60-AA49-491ECFFA00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0" y="1212"/>
                  <a:ext cx="92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CC3300"/>
                    </a:buClr>
                    <a:buFont typeface="Wingdings 2" panose="05020102010507070707" pitchFamily="18" charset="2"/>
                    <a:buChar char="¡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339933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80008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90000"/>
                    <a:buFont typeface="Wingdings 2" panose="05020102010507070707" pitchFamily="18" charset="2"/>
                    <a:buChar char="°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二进制代码</a:t>
                  </a:r>
                </a:p>
              </p:txBody>
            </p:sp>
            <p:sp>
              <p:nvSpPr>
                <p:cNvPr id="29784" name="Text Box 33">
                  <a:extLst>
                    <a:ext uri="{FF2B5EF4-FFF2-40B4-BE49-F238E27FC236}">
                      <a16:creationId xmlns:a16="http://schemas.microsoft.com/office/drawing/2014/main" xmlns="" id="{B15CE6D2-E201-491F-972D-34F797E7AF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4" y="1104"/>
                  <a:ext cx="921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CC3300"/>
                    </a:buClr>
                    <a:buFont typeface="Wingdings 2" panose="05020102010507070707" pitchFamily="18" charset="2"/>
                    <a:buChar char="¡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339933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80008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90000"/>
                    <a:buFont typeface="Wingdings 2" panose="05020102010507070707" pitchFamily="18" charset="2"/>
                    <a:buChar char="°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  无符号数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对应的真值</a:t>
                  </a:r>
                </a:p>
              </p:txBody>
            </p:sp>
            <p:sp>
              <p:nvSpPr>
                <p:cNvPr id="29785" name="Text Box 34">
                  <a:extLst>
                    <a:ext uri="{FF2B5EF4-FFF2-40B4-BE49-F238E27FC236}">
                      <a16:creationId xmlns:a16="http://schemas.microsoft.com/office/drawing/2014/main" xmlns="" id="{281BF1A2-20F6-4ED7-8755-9E00C9A687C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8" y="1106"/>
                  <a:ext cx="760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CC3300"/>
                    </a:buClr>
                    <a:buFont typeface="Wingdings 2" panose="05020102010507070707" pitchFamily="18" charset="2"/>
                    <a:buChar char="¡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339933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80008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90000"/>
                    <a:buFont typeface="Wingdings 2" panose="05020102010507070707" pitchFamily="18" charset="2"/>
                    <a:buChar char="°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原码对应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  的真值</a:t>
                  </a:r>
                </a:p>
              </p:txBody>
            </p:sp>
            <p:sp>
              <p:nvSpPr>
                <p:cNvPr id="29786" name="Text Box 35">
                  <a:extLst>
                    <a:ext uri="{FF2B5EF4-FFF2-40B4-BE49-F238E27FC236}">
                      <a16:creationId xmlns:a16="http://schemas.microsoft.com/office/drawing/2014/main" xmlns="" id="{03AFDA16-F5E6-4B54-BCAA-AAB81A3D76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86" y="1106"/>
                  <a:ext cx="760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CC3300"/>
                    </a:buClr>
                    <a:buFont typeface="Wingdings 2" panose="05020102010507070707" pitchFamily="18" charset="2"/>
                    <a:buChar char="¡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339933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80008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90000"/>
                    <a:buFont typeface="Wingdings 2" panose="05020102010507070707" pitchFamily="18" charset="2"/>
                    <a:buChar char="°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补码对应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  的真值</a:t>
                  </a:r>
                </a:p>
              </p:txBody>
            </p:sp>
            <p:sp>
              <p:nvSpPr>
                <p:cNvPr id="29787" name="Text Box 36">
                  <a:extLst>
                    <a:ext uri="{FF2B5EF4-FFF2-40B4-BE49-F238E27FC236}">
                      <a16:creationId xmlns:a16="http://schemas.microsoft.com/office/drawing/2014/main" xmlns="" id="{FE90CBEC-DCC0-416C-AC63-45EC2EE73D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20" y="1106"/>
                  <a:ext cx="760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CC3300"/>
                    </a:buClr>
                    <a:buFont typeface="Wingdings 2" panose="05020102010507070707" pitchFamily="18" charset="2"/>
                    <a:buChar char="¡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339933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80008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90000"/>
                    <a:buFont typeface="Wingdings 2" panose="05020102010507070707" pitchFamily="18" charset="2"/>
                    <a:buChar char="°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反码对应</a:t>
                  </a:r>
                </a:p>
                <a:p>
                  <a:pPr algn="ctr" eaLnBrk="1" hangingPunct="1">
                    <a:spcBef>
                      <a:spcPct val="0"/>
                    </a:spcBef>
                    <a:buClrTx/>
                    <a:buFont typeface="Wingdings" panose="05000000000000000000" pitchFamily="2" charset="2"/>
                    <a:buNone/>
                  </a:pPr>
                  <a:r>
                    <a:rPr lang="zh-CN" altLang="en-US" sz="2000" b="0">
                      <a:ea typeface="黑体" panose="02010609060101010101" pitchFamily="49" charset="-122"/>
                    </a:rPr>
                    <a:t>  的真值</a:t>
                  </a:r>
                </a:p>
              </p:txBody>
            </p:sp>
            <p:sp>
              <p:nvSpPr>
                <p:cNvPr id="29788" name="Rectangle 37">
                  <a:extLst>
                    <a:ext uri="{FF2B5EF4-FFF2-40B4-BE49-F238E27FC236}">
                      <a16:creationId xmlns:a16="http://schemas.microsoft.com/office/drawing/2014/main" xmlns="" id="{0D9F01C5-22FA-4C58-8474-02AA133B30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" y="1116"/>
                  <a:ext cx="5280" cy="2928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CC3300"/>
                    </a:buClr>
                    <a:buFont typeface="Wingdings 2" panose="05020102010507070707" pitchFamily="18" charset="2"/>
                    <a:buChar char="¡"/>
                    <a:defRPr kumimoji="1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339933"/>
                    </a:buClr>
                    <a:buSzPct val="80000"/>
                    <a:buFont typeface="Wingdings" panose="05000000000000000000" pitchFamily="2" charset="2"/>
                    <a:buChar char="u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新魏" panose="020108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800080"/>
                    </a:buClr>
                    <a:buSzPct val="90000"/>
                    <a:buFont typeface="Wingdings" panose="05000000000000000000" pitchFamily="2" charset="2"/>
                    <a:buChar char="v"/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SzPct val="90000"/>
                    <a:buFont typeface="Wingdings 2" panose="05020102010507070707" pitchFamily="18" charset="2"/>
                    <a:buChar char="°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隶书" panose="02010509060101010101" pitchFamily="49" charset="-122"/>
                    </a:defRPr>
                  </a:lvl9pPr>
                </a:lstStyle>
                <a:p>
                  <a:pPr algn="ctr" eaLnBrk="1" hangingPunct="1">
                    <a:buClrTx/>
                    <a:buFont typeface="Wingdings" panose="05000000000000000000" pitchFamily="2" charset="2"/>
                    <a:buNone/>
                  </a:pPr>
                  <a:endParaRPr lang="zh-CN" altLang="en-US" b="0">
                    <a:ea typeface="黑体" panose="02010609060101010101" pitchFamily="49" charset="-122"/>
                  </a:endParaRPr>
                </a:p>
              </p:txBody>
            </p:sp>
          </p:grpSp>
        </p:grpSp>
      </p:grpSp>
      <p:grpSp>
        <p:nvGrpSpPr>
          <p:cNvPr id="19" name="Group 3">
            <a:extLst>
              <a:ext uri="{FF2B5EF4-FFF2-40B4-BE49-F238E27FC236}">
                <a16:creationId xmlns:a16="http://schemas.microsoft.com/office/drawing/2014/main" xmlns="" id="{F6CCABA1-498A-493D-AAB3-C4D56CB1F395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438400"/>
            <a:ext cx="1420813" cy="4038600"/>
            <a:chOff x="517" y="1212"/>
            <a:chExt cx="895" cy="2544"/>
          </a:xfrm>
        </p:grpSpPr>
        <p:sp>
          <p:nvSpPr>
            <p:cNvPr id="29765" name="Text Box 4">
              <a:extLst>
                <a:ext uri="{FF2B5EF4-FFF2-40B4-BE49-F238E27FC236}">
                  <a16:creationId xmlns:a16="http://schemas.microsoft.com/office/drawing/2014/main" xmlns="" id="{32C39F3A-501C-4988-8694-D8DC9DBD3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1212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00000000</a:t>
              </a:r>
            </a:p>
          </p:txBody>
        </p:sp>
        <p:sp>
          <p:nvSpPr>
            <p:cNvPr id="29766" name="Text Box 5">
              <a:extLst>
                <a:ext uri="{FF2B5EF4-FFF2-40B4-BE49-F238E27FC236}">
                  <a16:creationId xmlns:a16="http://schemas.microsoft.com/office/drawing/2014/main" xmlns="" id="{38DFAEFA-05F4-4AD5-A92F-3A8FB348D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406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00000001</a:t>
              </a:r>
            </a:p>
          </p:txBody>
        </p:sp>
        <p:sp>
          <p:nvSpPr>
            <p:cNvPr id="29767" name="Text Box 6">
              <a:extLst>
                <a:ext uri="{FF2B5EF4-FFF2-40B4-BE49-F238E27FC236}">
                  <a16:creationId xmlns:a16="http://schemas.microsoft.com/office/drawing/2014/main" xmlns="" id="{64BA5D07-F573-4D4F-9FEA-A716A254C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1600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00000010</a:t>
              </a:r>
            </a:p>
          </p:txBody>
        </p:sp>
        <p:sp>
          <p:nvSpPr>
            <p:cNvPr id="29768" name="Text Box 7">
              <a:extLst>
                <a:ext uri="{FF2B5EF4-FFF2-40B4-BE49-F238E27FC236}">
                  <a16:creationId xmlns:a16="http://schemas.microsoft.com/office/drawing/2014/main" xmlns="" id="{FA6DDB69-1763-4B81-B7D9-6BD3B1F6A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" y="1874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29769" name="Text Box 8">
              <a:extLst>
                <a:ext uri="{FF2B5EF4-FFF2-40B4-BE49-F238E27FC236}">
                  <a16:creationId xmlns:a16="http://schemas.microsoft.com/office/drawing/2014/main" xmlns="" id="{15CED436-455D-4110-A41B-644D71D35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124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01111111</a:t>
              </a:r>
            </a:p>
          </p:txBody>
        </p:sp>
        <p:sp>
          <p:nvSpPr>
            <p:cNvPr id="29770" name="Text Box 9">
              <a:extLst>
                <a:ext uri="{FF2B5EF4-FFF2-40B4-BE49-F238E27FC236}">
                  <a16:creationId xmlns:a16="http://schemas.microsoft.com/office/drawing/2014/main" xmlns="" id="{150EC692-7FAA-4D28-B755-E14343D33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316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10000000</a:t>
              </a:r>
            </a:p>
          </p:txBody>
        </p:sp>
        <p:sp>
          <p:nvSpPr>
            <p:cNvPr id="29771" name="Text Box 10">
              <a:extLst>
                <a:ext uri="{FF2B5EF4-FFF2-40B4-BE49-F238E27FC236}">
                  <a16:creationId xmlns:a16="http://schemas.microsoft.com/office/drawing/2014/main" xmlns="" id="{F246FCD9-E8B6-4843-B66A-E194B3D7D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250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10000001</a:t>
              </a:r>
            </a:p>
          </p:txBody>
        </p:sp>
        <p:sp>
          <p:nvSpPr>
            <p:cNvPr id="29772" name="Text Box 11">
              <a:extLst>
                <a:ext uri="{FF2B5EF4-FFF2-40B4-BE49-F238E27FC236}">
                  <a16:creationId xmlns:a16="http://schemas.microsoft.com/office/drawing/2014/main" xmlns="" id="{97C16B15-D559-43E4-904E-17F1FA15A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3084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11111101</a:t>
              </a:r>
            </a:p>
          </p:txBody>
        </p:sp>
        <p:sp>
          <p:nvSpPr>
            <p:cNvPr id="29773" name="Text Box 12">
              <a:extLst>
                <a:ext uri="{FF2B5EF4-FFF2-40B4-BE49-F238E27FC236}">
                  <a16:creationId xmlns:a16="http://schemas.microsoft.com/office/drawing/2014/main" xmlns="" id="{6586FAA5-0D73-46D5-BDD9-6B2679BA0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3276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11111110</a:t>
              </a:r>
            </a:p>
          </p:txBody>
        </p:sp>
        <p:sp>
          <p:nvSpPr>
            <p:cNvPr id="29774" name="Text Box 13">
              <a:extLst>
                <a:ext uri="{FF2B5EF4-FFF2-40B4-BE49-F238E27FC236}">
                  <a16:creationId xmlns:a16="http://schemas.microsoft.com/office/drawing/2014/main" xmlns="" id="{EC49C06E-26E1-4BDA-865A-DBDF2B4F8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346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11111111</a:t>
              </a:r>
            </a:p>
          </p:txBody>
        </p:sp>
        <p:sp>
          <p:nvSpPr>
            <p:cNvPr id="29775" name="Text Box 14">
              <a:extLst>
                <a:ext uri="{FF2B5EF4-FFF2-40B4-BE49-F238E27FC236}">
                  <a16:creationId xmlns:a16="http://schemas.microsoft.com/office/drawing/2014/main" xmlns="" id="{788BED8A-1754-4B76-B2E9-C22A6199F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2844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…</a:t>
              </a:r>
            </a:p>
          </p:txBody>
        </p:sp>
      </p:grpSp>
      <p:grpSp>
        <p:nvGrpSpPr>
          <p:cNvPr id="31" name="Group 15">
            <a:extLst>
              <a:ext uri="{FF2B5EF4-FFF2-40B4-BE49-F238E27FC236}">
                <a16:creationId xmlns:a16="http://schemas.microsoft.com/office/drawing/2014/main" xmlns="" id="{0DC4D49C-314C-4940-A842-866F884B31C7}"/>
              </a:ext>
            </a:extLst>
          </p:cNvPr>
          <p:cNvGrpSpPr>
            <a:grpSpLocks/>
          </p:cNvGrpSpPr>
          <p:nvPr/>
        </p:nvGrpSpPr>
        <p:grpSpPr bwMode="auto">
          <a:xfrm>
            <a:off x="2574925" y="4191000"/>
            <a:ext cx="641350" cy="762000"/>
            <a:chOff x="1862" y="2316"/>
            <a:chExt cx="404" cy="480"/>
          </a:xfrm>
        </p:grpSpPr>
        <p:sp>
          <p:nvSpPr>
            <p:cNvPr id="29763" name="Text Box 16">
              <a:extLst>
                <a:ext uri="{FF2B5EF4-FFF2-40B4-BE49-F238E27FC236}">
                  <a16:creationId xmlns:a16="http://schemas.microsoft.com/office/drawing/2014/main" xmlns="" id="{5B32E1C4-A32A-4371-ACC0-0A88B3615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2" y="2316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128</a:t>
              </a:r>
            </a:p>
          </p:txBody>
        </p:sp>
        <p:sp>
          <p:nvSpPr>
            <p:cNvPr id="29764" name="Text Box 17">
              <a:extLst>
                <a:ext uri="{FF2B5EF4-FFF2-40B4-BE49-F238E27FC236}">
                  <a16:creationId xmlns:a16="http://schemas.microsoft.com/office/drawing/2014/main" xmlns="" id="{9517C81B-352E-42A8-AABE-759F53507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2" y="2508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129</a:t>
              </a:r>
            </a:p>
          </p:txBody>
        </p:sp>
      </p:grpSp>
      <p:grpSp>
        <p:nvGrpSpPr>
          <p:cNvPr id="34" name="Group 38">
            <a:extLst>
              <a:ext uri="{FF2B5EF4-FFF2-40B4-BE49-F238E27FC236}">
                <a16:creationId xmlns:a16="http://schemas.microsoft.com/office/drawing/2014/main" xmlns="" id="{80371712-446C-444A-9A58-A7C4A4C1794C}"/>
              </a:ext>
            </a:extLst>
          </p:cNvPr>
          <p:cNvGrpSpPr>
            <a:grpSpLocks/>
          </p:cNvGrpSpPr>
          <p:nvPr/>
        </p:nvGrpSpPr>
        <p:grpSpPr bwMode="auto">
          <a:xfrm>
            <a:off x="2574925" y="2438400"/>
            <a:ext cx="681038" cy="1905000"/>
            <a:chOff x="1862" y="1212"/>
            <a:chExt cx="429" cy="1200"/>
          </a:xfrm>
        </p:grpSpPr>
        <p:grpSp>
          <p:nvGrpSpPr>
            <p:cNvPr id="29757" name="Group 39">
              <a:extLst>
                <a:ext uri="{FF2B5EF4-FFF2-40B4-BE49-F238E27FC236}">
                  <a16:creationId xmlns:a16="http://schemas.microsoft.com/office/drawing/2014/main" xmlns="" id="{C76D15E8-0A57-4489-90B8-1DD8209DAA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2" y="1212"/>
              <a:ext cx="404" cy="1200"/>
              <a:chOff x="1862" y="1212"/>
              <a:chExt cx="404" cy="1200"/>
            </a:xfrm>
          </p:grpSpPr>
          <p:sp>
            <p:nvSpPr>
              <p:cNvPr id="29759" name="Text Box 40">
                <a:extLst>
                  <a:ext uri="{FF2B5EF4-FFF2-40B4-BE49-F238E27FC236}">
                    <a16:creationId xmlns:a16="http://schemas.microsoft.com/office/drawing/2014/main" xmlns="" id="{7D132052-9A2C-4C82-9F3A-75FE3E2FBF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" y="121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9760" name="Text Box 41">
                <a:extLst>
                  <a:ext uri="{FF2B5EF4-FFF2-40B4-BE49-F238E27FC236}">
                    <a16:creationId xmlns:a16="http://schemas.microsoft.com/office/drawing/2014/main" xmlns="" id="{A7033DAA-639A-496E-A71B-A96BC1DE29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" y="140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761" name="Text Box 42">
                <a:extLst>
                  <a:ext uri="{FF2B5EF4-FFF2-40B4-BE49-F238E27FC236}">
                    <a16:creationId xmlns:a16="http://schemas.microsoft.com/office/drawing/2014/main" xmlns="" id="{D39E7BF9-63A6-4ACD-AEA4-6ACC77A196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" y="160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29762" name="Text Box 43">
                <a:extLst>
                  <a:ext uri="{FF2B5EF4-FFF2-40B4-BE49-F238E27FC236}">
                    <a16:creationId xmlns:a16="http://schemas.microsoft.com/office/drawing/2014/main" xmlns="" id="{13FCA0C8-C294-486E-B91A-FBC17E0A0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2" y="2124"/>
                <a:ext cx="4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127</a:t>
                </a:r>
              </a:p>
            </p:txBody>
          </p:sp>
        </p:grpSp>
        <p:sp>
          <p:nvSpPr>
            <p:cNvPr id="29758" name="Text Box 44">
              <a:extLst>
                <a:ext uri="{FF2B5EF4-FFF2-40B4-BE49-F238E27FC236}">
                  <a16:creationId xmlns:a16="http://schemas.microsoft.com/office/drawing/2014/main" xmlns="" id="{CAE3C405-0214-4604-8ED4-07B5F70849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6" y="1878"/>
              <a:ext cx="38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800" b="0">
                  <a:ea typeface="黑体" panose="02010609060101010101" pitchFamily="49" charset="-122"/>
                </a:rPr>
                <a:t>…</a:t>
              </a:r>
            </a:p>
          </p:txBody>
        </p:sp>
      </p:grpSp>
      <p:grpSp>
        <p:nvGrpSpPr>
          <p:cNvPr id="41" name="Group 45">
            <a:extLst>
              <a:ext uri="{FF2B5EF4-FFF2-40B4-BE49-F238E27FC236}">
                <a16:creationId xmlns:a16="http://schemas.microsoft.com/office/drawing/2014/main" xmlns="" id="{AE526B65-AD30-49E0-821C-E8AC7F7AE489}"/>
              </a:ext>
            </a:extLst>
          </p:cNvPr>
          <p:cNvGrpSpPr>
            <a:grpSpLocks/>
          </p:cNvGrpSpPr>
          <p:nvPr/>
        </p:nvGrpSpPr>
        <p:grpSpPr bwMode="auto">
          <a:xfrm>
            <a:off x="2574925" y="5019675"/>
            <a:ext cx="701675" cy="1457325"/>
            <a:chOff x="1862" y="2838"/>
            <a:chExt cx="442" cy="918"/>
          </a:xfrm>
        </p:grpSpPr>
        <p:grpSp>
          <p:nvGrpSpPr>
            <p:cNvPr id="29752" name="Group 46">
              <a:extLst>
                <a:ext uri="{FF2B5EF4-FFF2-40B4-BE49-F238E27FC236}">
                  <a16:creationId xmlns:a16="http://schemas.microsoft.com/office/drawing/2014/main" xmlns="" id="{54DDD670-F395-4AFD-97EA-824CF4989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2" y="3084"/>
              <a:ext cx="404" cy="672"/>
              <a:chOff x="1862" y="3084"/>
              <a:chExt cx="404" cy="672"/>
            </a:xfrm>
          </p:grpSpPr>
          <p:sp>
            <p:nvSpPr>
              <p:cNvPr id="29754" name="Text Box 47">
                <a:extLst>
                  <a:ext uri="{FF2B5EF4-FFF2-40B4-BE49-F238E27FC236}">
                    <a16:creationId xmlns:a16="http://schemas.microsoft.com/office/drawing/2014/main" xmlns="" id="{8E14F73C-9D7A-45D2-85AF-4DEDB978CF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2" y="3084"/>
                <a:ext cx="4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253</a:t>
                </a:r>
              </a:p>
            </p:txBody>
          </p:sp>
          <p:sp>
            <p:nvSpPr>
              <p:cNvPr id="29755" name="Text Box 48">
                <a:extLst>
                  <a:ext uri="{FF2B5EF4-FFF2-40B4-BE49-F238E27FC236}">
                    <a16:creationId xmlns:a16="http://schemas.microsoft.com/office/drawing/2014/main" xmlns="" id="{9EF0AC66-8F56-4A10-A995-A380D738C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2" y="3276"/>
                <a:ext cx="4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254</a:t>
                </a:r>
              </a:p>
            </p:txBody>
          </p:sp>
          <p:sp>
            <p:nvSpPr>
              <p:cNvPr id="29756" name="Text Box 49">
                <a:extLst>
                  <a:ext uri="{FF2B5EF4-FFF2-40B4-BE49-F238E27FC236}">
                    <a16:creationId xmlns:a16="http://schemas.microsoft.com/office/drawing/2014/main" xmlns="" id="{D82990F4-DE12-4213-B120-FDD4F2ED2D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2" y="3468"/>
                <a:ext cx="40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255</a:t>
                </a:r>
              </a:p>
            </p:txBody>
          </p:sp>
        </p:grpSp>
        <p:sp>
          <p:nvSpPr>
            <p:cNvPr id="29753" name="Text Box 50">
              <a:extLst>
                <a:ext uri="{FF2B5EF4-FFF2-40B4-BE49-F238E27FC236}">
                  <a16:creationId xmlns:a16="http://schemas.microsoft.com/office/drawing/2014/main" xmlns="" id="{DAD6B66A-330B-436C-9607-018096F6C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" y="2838"/>
              <a:ext cx="38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800" b="0">
                  <a:ea typeface="黑体" panose="02010609060101010101" pitchFamily="49" charset="-122"/>
                </a:rPr>
                <a:t>…</a:t>
              </a:r>
            </a:p>
          </p:txBody>
        </p:sp>
      </p:grpSp>
      <p:sp>
        <p:nvSpPr>
          <p:cNvPr id="47" name="Text Box 18">
            <a:extLst>
              <a:ext uri="{FF2B5EF4-FFF2-40B4-BE49-F238E27FC236}">
                <a16:creationId xmlns:a16="http://schemas.microsoft.com/office/drawing/2014/main" xmlns="" id="{647956E3-1A50-4AF9-899F-20CAEE807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1910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  <a:cs typeface="Times New Roman" panose="02020603050405020304" pitchFamily="18" charset="0"/>
              </a:rPr>
              <a:t>-0</a:t>
            </a:r>
          </a:p>
        </p:txBody>
      </p:sp>
      <p:sp>
        <p:nvSpPr>
          <p:cNvPr id="48" name="Text Box 19">
            <a:extLst>
              <a:ext uri="{FF2B5EF4-FFF2-40B4-BE49-F238E27FC236}">
                <a16:creationId xmlns:a16="http://schemas.microsoft.com/office/drawing/2014/main" xmlns="" id="{D20A55BD-E690-41DF-9F25-856047DE6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4495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-1</a:t>
            </a:r>
          </a:p>
        </p:txBody>
      </p:sp>
      <p:grpSp>
        <p:nvGrpSpPr>
          <p:cNvPr id="49" name="Group 51">
            <a:extLst>
              <a:ext uri="{FF2B5EF4-FFF2-40B4-BE49-F238E27FC236}">
                <a16:creationId xmlns:a16="http://schemas.microsoft.com/office/drawing/2014/main" xmlns="" id="{2E538B70-7D77-4148-BE44-8F2C36E1F264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5019675"/>
            <a:ext cx="854075" cy="1457325"/>
            <a:chOff x="2918" y="2838"/>
            <a:chExt cx="538" cy="918"/>
          </a:xfrm>
        </p:grpSpPr>
        <p:grpSp>
          <p:nvGrpSpPr>
            <p:cNvPr id="29747" name="Group 52">
              <a:extLst>
                <a:ext uri="{FF2B5EF4-FFF2-40B4-BE49-F238E27FC236}">
                  <a16:creationId xmlns:a16="http://schemas.microsoft.com/office/drawing/2014/main" xmlns="" id="{641B999B-2C91-40A0-AAF2-B6CC4A7C3A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8" y="3084"/>
              <a:ext cx="468" cy="672"/>
              <a:chOff x="2918" y="3084"/>
              <a:chExt cx="468" cy="672"/>
            </a:xfrm>
          </p:grpSpPr>
          <p:sp>
            <p:nvSpPr>
              <p:cNvPr id="29749" name="Text Box 53">
                <a:extLst>
                  <a:ext uri="{FF2B5EF4-FFF2-40B4-BE49-F238E27FC236}">
                    <a16:creationId xmlns:a16="http://schemas.microsoft.com/office/drawing/2014/main" xmlns="" id="{D8EAD2DA-51B7-428A-BF0A-FF7DACC561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3084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-125</a:t>
                </a:r>
              </a:p>
            </p:txBody>
          </p:sp>
          <p:sp>
            <p:nvSpPr>
              <p:cNvPr id="29750" name="Text Box 54">
                <a:extLst>
                  <a:ext uri="{FF2B5EF4-FFF2-40B4-BE49-F238E27FC236}">
                    <a16:creationId xmlns:a16="http://schemas.microsoft.com/office/drawing/2014/main" xmlns="" id="{9EA25EB2-1507-47D4-8E59-24D54A9499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3276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-126</a:t>
                </a:r>
              </a:p>
            </p:txBody>
          </p:sp>
          <p:sp>
            <p:nvSpPr>
              <p:cNvPr id="29751" name="Text Box 55">
                <a:extLst>
                  <a:ext uri="{FF2B5EF4-FFF2-40B4-BE49-F238E27FC236}">
                    <a16:creationId xmlns:a16="http://schemas.microsoft.com/office/drawing/2014/main" xmlns="" id="{7873A83D-460A-44A4-BF75-A84C33165B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3468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-127</a:t>
                </a:r>
              </a:p>
            </p:txBody>
          </p:sp>
        </p:grpSp>
        <p:sp>
          <p:nvSpPr>
            <p:cNvPr id="29748" name="Text Box 56">
              <a:extLst>
                <a:ext uri="{FF2B5EF4-FFF2-40B4-BE49-F238E27FC236}">
                  <a16:creationId xmlns:a16="http://schemas.microsoft.com/office/drawing/2014/main" xmlns="" id="{B38A4B4C-5B77-49D3-A99A-894C5D8BD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2838"/>
              <a:ext cx="38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800" b="0">
                  <a:ea typeface="黑体" panose="02010609060101010101" pitchFamily="49" charset="-122"/>
                </a:rPr>
                <a:t>…</a:t>
              </a:r>
            </a:p>
          </p:txBody>
        </p:sp>
      </p:grpSp>
      <p:grpSp>
        <p:nvGrpSpPr>
          <p:cNvPr id="55" name="Group 81">
            <a:extLst>
              <a:ext uri="{FF2B5EF4-FFF2-40B4-BE49-F238E27FC236}">
                <a16:creationId xmlns:a16="http://schemas.microsoft.com/office/drawing/2014/main" xmlns="" id="{7EB8E4F0-58C7-4C09-8BCF-C6B297A05B8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438400"/>
            <a:ext cx="854075" cy="1905000"/>
            <a:chOff x="2918" y="1212"/>
            <a:chExt cx="538" cy="1200"/>
          </a:xfrm>
        </p:grpSpPr>
        <p:grpSp>
          <p:nvGrpSpPr>
            <p:cNvPr id="29741" name="Group 82">
              <a:extLst>
                <a:ext uri="{FF2B5EF4-FFF2-40B4-BE49-F238E27FC236}">
                  <a16:creationId xmlns:a16="http://schemas.microsoft.com/office/drawing/2014/main" xmlns="" id="{F59C0D36-4367-46F8-8EF5-6EA74D0AC7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8" y="1212"/>
              <a:ext cx="513" cy="1200"/>
              <a:chOff x="2918" y="1212"/>
              <a:chExt cx="513" cy="1200"/>
            </a:xfrm>
          </p:grpSpPr>
          <p:sp>
            <p:nvSpPr>
              <p:cNvPr id="29743" name="Text Box 83">
                <a:extLst>
                  <a:ext uri="{FF2B5EF4-FFF2-40B4-BE49-F238E27FC236}">
                    <a16:creationId xmlns:a16="http://schemas.microsoft.com/office/drawing/2014/main" xmlns="" id="{0723345D-9AE6-4353-BAE7-CD58941BA7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4" y="1212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+0</a:t>
                </a:r>
              </a:p>
            </p:txBody>
          </p:sp>
          <p:sp>
            <p:nvSpPr>
              <p:cNvPr id="29744" name="Text Box 84">
                <a:extLst>
                  <a:ext uri="{FF2B5EF4-FFF2-40B4-BE49-F238E27FC236}">
                    <a16:creationId xmlns:a16="http://schemas.microsoft.com/office/drawing/2014/main" xmlns="" id="{8C6DD44A-0C87-4773-A679-1501F8E49B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4" y="1406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+1</a:t>
                </a:r>
              </a:p>
            </p:txBody>
          </p:sp>
          <p:sp>
            <p:nvSpPr>
              <p:cNvPr id="29745" name="Text Box 85">
                <a:extLst>
                  <a:ext uri="{FF2B5EF4-FFF2-40B4-BE49-F238E27FC236}">
                    <a16:creationId xmlns:a16="http://schemas.microsoft.com/office/drawing/2014/main" xmlns="" id="{AD023379-159D-424E-AF25-6B5F1AE268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4" y="1600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+2</a:t>
                </a:r>
              </a:p>
            </p:txBody>
          </p:sp>
          <p:sp>
            <p:nvSpPr>
              <p:cNvPr id="29746" name="Text Box 86">
                <a:extLst>
                  <a:ext uri="{FF2B5EF4-FFF2-40B4-BE49-F238E27FC236}">
                    <a16:creationId xmlns:a16="http://schemas.microsoft.com/office/drawing/2014/main" xmlns="" id="{18E920BE-2B48-403C-BD01-4CBF5E9909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2124"/>
                <a:ext cx="5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+127</a:t>
                </a:r>
              </a:p>
            </p:txBody>
          </p:sp>
        </p:grpSp>
        <p:sp>
          <p:nvSpPr>
            <p:cNvPr id="29742" name="Text Box 87">
              <a:extLst>
                <a:ext uri="{FF2B5EF4-FFF2-40B4-BE49-F238E27FC236}">
                  <a16:creationId xmlns:a16="http://schemas.microsoft.com/office/drawing/2014/main" xmlns="" id="{18BDBB7D-BC2E-4E83-BC34-B3845DA16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78"/>
              <a:ext cx="38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800" b="0">
                  <a:ea typeface="黑体" panose="02010609060101010101" pitchFamily="49" charset="-122"/>
                </a:rPr>
                <a:t>…</a:t>
              </a:r>
            </a:p>
          </p:txBody>
        </p:sp>
      </p:grpSp>
      <p:sp>
        <p:nvSpPr>
          <p:cNvPr id="62" name="Text Box 20">
            <a:extLst>
              <a:ext uri="{FF2B5EF4-FFF2-40B4-BE49-F238E27FC236}">
                <a16:creationId xmlns:a16="http://schemas.microsoft.com/office/drawing/2014/main" xmlns="" id="{F547C370-CBD2-4DD7-AC02-30CFC166F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488" y="41910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  <a:cs typeface="Times New Roman" panose="02020603050405020304" pitchFamily="18" charset="0"/>
              </a:rPr>
              <a:t>-128</a:t>
            </a:r>
          </a:p>
        </p:txBody>
      </p:sp>
      <p:sp>
        <p:nvSpPr>
          <p:cNvPr id="63" name="Text Box 21">
            <a:extLst>
              <a:ext uri="{FF2B5EF4-FFF2-40B4-BE49-F238E27FC236}">
                <a16:creationId xmlns:a16="http://schemas.microsoft.com/office/drawing/2014/main" xmlns="" id="{B051FF03-70C7-4EC3-BC37-0AB9AD2DF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488" y="44958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-127</a:t>
            </a:r>
          </a:p>
        </p:txBody>
      </p:sp>
      <p:sp>
        <p:nvSpPr>
          <p:cNvPr id="64" name="Text Box 22">
            <a:extLst>
              <a:ext uri="{FF2B5EF4-FFF2-40B4-BE49-F238E27FC236}">
                <a16:creationId xmlns:a16="http://schemas.microsoft.com/office/drawing/2014/main" xmlns="" id="{7302950F-2A10-4467-B7ED-44A16A6E5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8" y="41910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  <a:cs typeface="Times New Roman" panose="02020603050405020304" pitchFamily="18" charset="0"/>
              </a:rPr>
              <a:t>-127</a:t>
            </a:r>
          </a:p>
        </p:txBody>
      </p:sp>
      <p:sp>
        <p:nvSpPr>
          <p:cNvPr id="65" name="Text Box 23">
            <a:extLst>
              <a:ext uri="{FF2B5EF4-FFF2-40B4-BE49-F238E27FC236}">
                <a16:creationId xmlns:a16="http://schemas.microsoft.com/office/drawing/2014/main" xmlns="" id="{D6A260A2-0998-4A78-B4D8-293E3ECD3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8" y="4495800"/>
            <a:ext cx="74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-126</a:t>
            </a:r>
          </a:p>
        </p:txBody>
      </p:sp>
      <p:sp>
        <p:nvSpPr>
          <p:cNvPr id="66" name="Text Box 57">
            <a:extLst>
              <a:ext uri="{FF2B5EF4-FFF2-40B4-BE49-F238E27FC236}">
                <a16:creationId xmlns:a16="http://schemas.microsoft.com/office/drawing/2014/main" xmlns="" id="{A8415F03-52BC-4FA0-ADB5-6231D483E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0" y="5410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-3</a:t>
            </a:r>
          </a:p>
        </p:txBody>
      </p:sp>
      <p:sp>
        <p:nvSpPr>
          <p:cNvPr id="67" name="Text Box 58">
            <a:extLst>
              <a:ext uri="{FF2B5EF4-FFF2-40B4-BE49-F238E27FC236}">
                <a16:creationId xmlns:a16="http://schemas.microsoft.com/office/drawing/2014/main" xmlns="" id="{A06482FC-1FB3-4ABF-BFAD-9D9EBDD6A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0" y="57150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-2</a:t>
            </a:r>
          </a:p>
        </p:txBody>
      </p:sp>
      <p:sp>
        <p:nvSpPr>
          <p:cNvPr id="68" name="Text Box 59">
            <a:extLst>
              <a:ext uri="{FF2B5EF4-FFF2-40B4-BE49-F238E27FC236}">
                <a16:creationId xmlns:a16="http://schemas.microsoft.com/office/drawing/2014/main" xmlns="" id="{2DAD0002-9377-49AE-9DC9-EC433FC7D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0" y="60198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0">
                <a:ea typeface="黑体" panose="02010609060101010101" pitchFamily="49" charset="-122"/>
              </a:rPr>
              <a:t>-1</a:t>
            </a:r>
          </a:p>
        </p:txBody>
      </p:sp>
      <p:sp>
        <p:nvSpPr>
          <p:cNvPr id="69" name="Text Box 60">
            <a:extLst>
              <a:ext uri="{FF2B5EF4-FFF2-40B4-BE49-F238E27FC236}">
                <a16:creationId xmlns:a16="http://schemas.microsoft.com/office/drawing/2014/main" xmlns="" id="{69CE9790-5162-41AF-8A69-274DC7F69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613" y="5019675"/>
            <a:ext cx="611187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800" b="0">
                <a:ea typeface="黑体" panose="02010609060101010101" pitchFamily="49" charset="-122"/>
              </a:rPr>
              <a:t>…</a:t>
            </a:r>
          </a:p>
        </p:txBody>
      </p:sp>
      <p:grpSp>
        <p:nvGrpSpPr>
          <p:cNvPr id="70" name="Group 61">
            <a:extLst>
              <a:ext uri="{FF2B5EF4-FFF2-40B4-BE49-F238E27FC236}">
                <a16:creationId xmlns:a16="http://schemas.microsoft.com/office/drawing/2014/main" xmlns="" id="{22B7E247-3D35-4428-9933-15D5823C56D0}"/>
              </a:ext>
            </a:extLst>
          </p:cNvPr>
          <p:cNvGrpSpPr>
            <a:grpSpLocks/>
          </p:cNvGrpSpPr>
          <p:nvPr/>
        </p:nvGrpSpPr>
        <p:grpSpPr bwMode="auto">
          <a:xfrm>
            <a:off x="7639050" y="5019675"/>
            <a:ext cx="666750" cy="1457325"/>
            <a:chOff x="4908" y="2838"/>
            <a:chExt cx="420" cy="918"/>
          </a:xfrm>
        </p:grpSpPr>
        <p:grpSp>
          <p:nvGrpSpPr>
            <p:cNvPr id="29736" name="Group 62">
              <a:extLst>
                <a:ext uri="{FF2B5EF4-FFF2-40B4-BE49-F238E27FC236}">
                  <a16:creationId xmlns:a16="http://schemas.microsoft.com/office/drawing/2014/main" xmlns="" id="{D3AF0BAF-329F-44D7-BDD8-46060B5C29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8" y="3084"/>
              <a:ext cx="276" cy="672"/>
              <a:chOff x="4956" y="3084"/>
              <a:chExt cx="276" cy="672"/>
            </a:xfrm>
          </p:grpSpPr>
          <p:sp>
            <p:nvSpPr>
              <p:cNvPr id="29738" name="Text Box 63">
                <a:extLst>
                  <a:ext uri="{FF2B5EF4-FFF2-40B4-BE49-F238E27FC236}">
                    <a16:creationId xmlns:a16="http://schemas.microsoft.com/office/drawing/2014/main" xmlns="" id="{24183262-ED47-41CE-BBA3-15A434F60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6" y="3084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-2</a:t>
                </a:r>
              </a:p>
            </p:txBody>
          </p:sp>
          <p:sp>
            <p:nvSpPr>
              <p:cNvPr id="29739" name="Text Box 64">
                <a:extLst>
                  <a:ext uri="{FF2B5EF4-FFF2-40B4-BE49-F238E27FC236}">
                    <a16:creationId xmlns:a16="http://schemas.microsoft.com/office/drawing/2014/main" xmlns="" id="{FB4BF318-2787-42E3-902E-AB8FB57F41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6" y="3276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-1</a:t>
                </a:r>
              </a:p>
            </p:txBody>
          </p:sp>
          <p:sp>
            <p:nvSpPr>
              <p:cNvPr id="29740" name="Text Box 65">
                <a:extLst>
                  <a:ext uri="{FF2B5EF4-FFF2-40B4-BE49-F238E27FC236}">
                    <a16:creationId xmlns:a16="http://schemas.microsoft.com/office/drawing/2014/main" xmlns="" id="{C5FC8C89-E033-49FA-81D3-3650142AE6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6" y="3468"/>
                <a:ext cx="2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-0</a:t>
                </a:r>
              </a:p>
            </p:txBody>
          </p:sp>
        </p:grpSp>
        <p:sp>
          <p:nvSpPr>
            <p:cNvPr id="29737" name="Text Box 66">
              <a:extLst>
                <a:ext uri="{FF2B5EF4-FFF2-40B4-BE49-F238E27FC236}">
                  <a16:creationId xmlns:a16="http://schemas.microsoft.com/office/drawing/2014/main" xmlns="" id="{CD754357-E5DC-4770-9F0E-FBF8F1E05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3" y="2838"/>
              <a:ext cx="38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800" b="0">
                  <a:ea typeface="黑体" panose="02010609060101010101" pitchFamily="49" charset="-122"/>
                </a:rPr>
                <a:t>…</a:t>
              </a:r>
            </a:p>
          </p:txBody>
        </p:sp>
      </p:grpSp>
      <p:grpSp>
        <p:nvGrpSpPr>
          <p:cNvPr id="76" name="Group 67">
            <a:extLst>
              <a:ext uri="{FF2B5EF4-FFF2-40B4-BE49-F238E27FC236}">
                <a16:creationId xmlns:a16="http://schemas.microsoft.com/office/drawing/2014/main" xmlns="" id="{CCDC8D91-E932-4B09-AAA3-229DBC529620}"/>
              </a:ext>
            </a:extLst>
          </p:cNvPr>
          <p:cNvGrpSpPr>
            <a:grpSpLocks/>
          </p:cNvGrpSpPr>
          <p:nvPr/>
        </p:nvGrpSpPr>
        <p:grpSpPr bwMode="auto">
          <a:xfrm>
            <a:off x="5861050" y="2438400"/>
            <a:ext cx="920750" cy="1905000"/>
            <a:chOff x="3692" y="1500"/>
            <a:chExt cx="580" cy="1200"/>
          </a:xfrm>
        </p:grpSpPr>
        <p:grpSp>
          <p:nvGrpSpPr>
            <p:cNvPr id="29730" name="Group 68">
              <a:extLst>
                <a:ext uri="{FF2B5EF4-FFF2-40B4-BE49-F238E27FC236}">
                  <a16:creationId xmlns:a16="http://schemas.microsoft.com/office/drawing/2014/main" xmlns="" id="{3520A4DF-035A-4E9B-A8AB-D787BED162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2" y="1500"/>
              <a:ext cx="513" cy="1200"/>
              <a:chOff x="3692" y="1500"/>
              <a:chExt cx="513" cy="1200"/>
            </a:xfrm>
          </p:grpSpPr>
          <p:sp>
            <p:nvSpPr>
              <p:cNvPr id="29732" name="Text Box 69">
                <a:extLst>
                  <a:ext uri="{FF2B5EF4-FFF2-40B4-BE49-F238E27FC236}">
                    <a16:creationId xmlns:a16="http://schemas.microsoft.com/office/drawing/2014/main" xmlns="" id="{72B7E2BA-E0ED-4283-BDC8-ED81468D22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2" y="1500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+0</a:t>
                </a:r>
              </a:p>
            </p:txBody>
          </p:sp>
          <p:sp>
            <p:nvSpPr>
              <p:cNvPr id="29733" name="Text Box 70">
                <a:extLst>
                  <a:ext uri="{FF2B5EF4-FFF2-40B4-BE49-F238E27FC236}">
                    <a16:creationId xmlns:a16="http://schemas.microsoft.com/office/drawing/2014/main" xmlns="" id="{39BF205C-701F-4367-855B-37CABD7BE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2" y="1694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+1</a:t>
                </a:r>
              </a:p>
            </p:txBody>
          </p:sp>
          <p:sp>
            <p:nvSpPr>
              <p:cNvPr id="29734" name="Text Box 71">
                <a:extLst>
                  <a:ext uri="{FF2B5EF4-FFF2-40B4-BE49-F238E27FC236}">
                    <a16:creationId xmlns:a16="http://schemas.microsoft.com/office/drawing/2014/main" xmlns="" id="{76FDCBAD-0E2E-4BC6-ACBB-2B6C4BD3DB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2" y="1888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+2</a:t>
                </a:r>
              </a:p>
            </p:txBody>
          </p:sp>
          <p:sp>
            <p:nvSpPr>
              <p:cNvPr id="29735" name="Text Box 72">
                <a:extLst>
                  <a:ext uri="{FF2B5EF4-FFF2-40B4-BE49-F238E27FC236}">
                    <a16:creationId xmlns:a16="http://schemas.microsoft.com/office/drawing/2014/main" xmlns="" id="{62D4F129-47BA-47F1-8B66-5A3813FAEE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2" y="2412"/>
                <a:ext cx="5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+127</a:t>
                </a:r>
              </a:p>
            </p:txBody>
          </p:sp>
        </p:grpSp>
        <p:sp>
          <p:nvSpPr>
            <p:cNvPr id="29731" name="Text Box 73">
              <a:extLst>
                <a:ext uri="{FF2B5EF4-FFF2-40B4-BE49-F238E27FC236}">
                  <a16:creationId xmlns:a16="http://schemas.microsoft.com/office/drawing/2014/main" xmlns="" id="{D5B98B1D-BAC5-4274-BA5F-BE3DE3216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" y="2166"/>
              <a:ext cx="38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800" b="0">
                  <a:ea typeface="黑体" panose="02010609060101010101" pitchFamily="49" charset="-122"/>
                </a:rPr>
                <a:t>…</a:t>
              </a:r>
            </a:p>
          </p:txBody>
        </p:sp>
      </p:grpSp>
      <p:grpSp>
        <p:nvGrpSpPr>
          <p:cNvPr id="83" name="Group 74">
            <a:extLst>
              <a:ext uri="{FF2B5EF4-FFF2-40B4-BE49-F238E27FC236}">
                <a16:creationId xmlns:a16="http://schemas.microsoft.com/office/drawing/2014/main" xmlns="" id="{03BA36A7-B0C4-4F6F-81AD-9CEB64D7CA91}"/>
              </a:ext>
            </a:extLst>
          </p:cNvPr>
          <p:cNvGrpSpPr>
            <a:grpSpLocks/>
          </p:cNvGrpSpPr>
          <p:nvPr/>
        </p:nvGrpSpPr>
        <p:grpSpPr bwMode="auto">
          <a:xfrm>
            <a:off x="7415213" y="2438400"/>
            <a:ext cx="892175" cy="1905000"/>
            <a:chOff x="4767" y="1212"/>
            <a:chExt cx="562" cy="1200"/>
          </a:xfrm>
        </p:grpSpPr>
        <p:grpSp>
          <p:nvGrpSpPr>
            <p:cNvPr id="29724" name="Group 75">
              <a:extLst>
                <a:ext uri="{FF2B5EF4-FFF2-40B4-BE49-F238E27FC236}">
                  <a16:creationId xmlns:a16="http://schemas.microsoft.com/office/drawing/2014/main" xmlns="" id="{B8608AB1-45BC-488A-A41F-450DE618D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7" y="1212"/>
              <a:ext cx="513" cy="1200"/>
              <a:chOff x="4767" y="1212"/>
              <a:chExt cx="513" cy="1200"/>
            </a:xfrm>
          </p:grpSpPr>
          <p:sp>
            <p:nvSpPr>
              <p:cNvPr id="29726" name="Text Box 76">
                <a:extLst>
                  <a:ext uri="{FF2B5EF4-FFF2-40B4-BE49-F238E27FC236}">
                    <a16:creationId xmlns:a16="http://schemas.microsoft.com/office/drawing/2014/main" xmlns="" id="{0356D80A-CFDC-48E7-817B-C68C3FBF25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3" y="1212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+0</a:t>
                </a:r>
              </a:p>
            </p:txBody>
          </p:sp>
          <p:sp>
            <p:nvSpPr>
              <p:cNvPr id="29727" name="Text Box 77">
                <a:extLst>
                  <a:ext uri="{FF2B5EF4-FFF2-40B4-BE49-F238E27FC236}">
                    <a16:creationId xmlns:a16="http://schemas.microsoft.com/office/drawing/2014/main" xmlns="" id="{E70B2DA7-1948-41B3-A711-B7CA754D28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3" y="1406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+1</a:t>
                </a:r>
              </a:p>
            </p:txBody>
          </p:sp>
          <p:sp>
            <p:nvSpPr>
              <p:cNvPr id="29728" name="Text Box 78">
                <a:extLst>
                  <a:ext uri="{FF2B5EF4-FFF2-40B4-BE49-F238E27FC236}">
                    <a16:creationId xmlns:a16="http://schemas.microsoft.com/office/drawing/2014/main" xmlns="" id="{19A9308E-3C38-48BF-858F-CC11C3EBA8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3" y="1600"/>
                <a:ext cx="3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+2</a:t>
                </a:r>
              </a:p>
            </p:txBody>
          </p:sp>
          <p:sp>
            <p:nvSpPr>
              <p:cNvPr id="29729" name="Text Box 79">
                <a:extLst>
                  <a:ext uri="{FF2B5EF4-FFF2-40B4-BE49-F238E27FC236}">
                    <a16:creationId xmlns:a16="http://schemas.microsoft.com/office/drawing/2014/main" xmlns="" id="{379F9D3B-E598-4710-91E9-C17506959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7" y="2124"/>
                <a:ext cx="5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zh-CN" altLang="en-US" sz="2400" b="0">
                    <a:ea typeface="黑体" panose="02010609060101010101" pitchFamily="49" charset="-122"/>
                  </a:rPr>
                  <a:t>+127</a:t>
                </a:r>
              </a:p>
            </p:txBody>
          </p:sp>
        </p:grpSp>
        <p:sp>
          <p:nvSpPr>
            <p:cNvPr id="29725" name="Text Box 80">
              <a:extLst>
                <a:ext uri="{FF2B5EF4-FFF2-40B4-BE49-F238E27FC236}">
                  <a16:creationId xmlns:a16="http://schemas.microsoft.com/office/drawing/2014/main" xmlns="" id="{5C5E7818-EACC-4965-8DA9-CF3E14E79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1878"/>
              <a:ext cx="38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800" b="0">
                  <a:ea typeface="黑体" panose="02010609060101010101" pitchFamily="49" charset="-122"/>
                </a:rPr>
                <a:t>…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xmlns="" id="{39109967-FD81-48A9-B108-25D6FC87CF2A}"/>
              </a:ext>
            </a:extLst>
          </p:cNvPr>
          <p:cNvGrpSpPr>
            <a:grpSpLocks/>
          </p:cNvGrpSpPr>
          <p:nvPr/>
        </p:nvGrpSpPr>
        <p:grpSpPr bwMode="auto">
          <a:xfrm>
            <a:off x="5988050" y="2438400"/>
            <a:ext cx="509588" cy="457200"/>
            <a:chOff x="3772" y="1500"/>
            <a:chExt cx="321" cy="288"/>
          </a:xfrm>
        </p:grpSpPr>
        <p:sp>
          <p:nvSpPr>
            <p:cNvPr id="29722" name="Text Box 90">
              <a:extLst>
                <a:ext uri="{FF2B5EF4-FFF2-40B4-BE49-F238E27FC236}">
                  <a16:creationId xmlns:a16="http://schemas.microsoft.com/office/drawing/2014/main" xmlns="" id="{7B57D655-E3E5-430D-914A-A1064C062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2" y="1500"/>
              <a:ext cx="3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 b="0">
                  <a:ea typeface="黑体" panose="02010609060101010101" pitchFamily="49" charset="-122"/>
                </a:rPr>
                <a:t>+0</a:t>
              </a:r>
            </a:p>
          </p:txBody>
        </p:sp>
        <p:sp>
          <p:nvSpPr>
            <p:cNvPr id="29723" name="Line 91">
              <a:extLst>
                <a:ext uri="{FF2B5EF4-FFF2-40B4-BE49-F238E27FC236}">
                  <a16:creationId xmlns:a16="http://schemas.microsoft.com/office/drawing/2014/main" xmlns="" id="{92327C20-D890-4AE6-8D83-31C60052A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72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utoUpdateAnimBg="0"/>
      <p:bldP spid="48" grpId="0" autoUpdateAnimBg="0"/>
      <p:bldP spid="62" grpId="0" autoUpdateAnimBg="0"/>
      <p:bldP spid="63" grpId="0" autoUpdateAnimBg="0"/>
      <p:bldP spid="64" grpId="0" autoUpdateAnimBg="0"/>
      <p:bldP spid="65" grpId="0" autoUpdateAnimBg="0"/>
      <p:bldP spid="66" grpId="0" autoUpdateAnimBg="0"/>
      <p:bldP spid="67" grpId="0" autoUpdateAnimBg="0"/>
      <p:bldP spid="68" grpId="0" autoUpdateAnimBg="0"/>
      <p:bldP spid="6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>
            <a:extLst>
              <a:ext uri="{FF2B5EF4-FFF2-40B4-BE49-F238E27FC236}">
                <a16:creationId xmlns:a16="http://schemas.microsoft.com/office/drawing/2014/main" xmlns="" id="{AE28A364-5223-4DBE-B2BE-73DAFC8421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原码、反码、补码和移码比较（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CDB74C54-3E1B-45DD-9F58-394D619987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071282"/>
            <a:ext cx="8763000" cy="5400675"/>
          </a:xfrm>
        </p:spPr>
        <p:txBody>
          <a:bodyPr/>
          <a:lstStyle/>
          <a:p>
            <a:pPr eaLnBrk="1" hangingPunct="1"/>
            <a:r>
              <a:rPr lang="zh-CN" altLang="en-US" dirty="0"/>
              <a:t>四种码制主要是解决</a:t>
            </a:r>
            <a:r>
              <a:rPr lang="zh-CN" altLang="en-US" u="sng" dirty="0">
                <a:solidFill>
                  <a:srgbClr val="FF0000"/>
                </a:solidFill>
              </a:rPr>
              <a:t>有符号数</a:t>
            </a:r>
            <a:r>
              <a:rPr lang="zh-CN" altLang="en-US" dirty="0"/>
              <a:t>在机器中的表示与运算问题</a:t>
            </a:r>
          </a:p>
          <a:p>
            <a:pPr eaLnBrk="1" hangingPunct="1"/>
            <a:r>
              <a:rPr lang="zh-CN" altLang="en-US" dirty="0"/>
              <a:t>若</a:t>
            </a:r>
            <a:r>
              <a:rPr lang="en-US" altLang="zh-CN" dirty="0"/>
              <a:t>X</a:t>
            </a:r>
            <a:r>
              <a:rPr lang="zh-CN" altLang="en-US" dirty="0"/>
              <a:t>为正数，则</a:t>
            </a:r>
            <a:r>
              <a:rPr lang="en-US" altLang="zh-CN" dirty="0"/>
              <a:t>[X]</a:t>
            </a:r>
            <a:r>
              <a:rPr lang="zh-CN" altLang="en-US" baseline="-25000" dirty="0"/>
              <a:t>原</a:t>
            </a:r>
            <a:r>
              <a:rPr lang="en-US" altLang="zh-CN" dirty="0"/>
              <a:t>=[X]</a:t>
            </a:r>
            <a:r>
              <a:rPr lang="zh-CN" altLang="en-US" baseline="-25000" dirty="0"/>
              <a:t>反</a:t>
            </a:r>
            <a:r>
              <a:rPr lang="zh-CN" altLang="en-US" dirty="0"/>
              <a:t> </a:t>
            </a:r>
            <a:r>
              <a:rPr lang="en-US" altLang="zh-CN" dirty="0"/>
              <a:t>=[X]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X</a:t>
            </a:r>
          </a:p>
          <a:p>
            <a:pPr eaLnBrk="1" hangingPunct="1"/>
            <a:r>
              <a:rPr lang="zh-CN" altLang="en-US" dirty="0"/>
              <a:t>最高位为符号位： </a:t>
            </a:r>
          </a:p>
          <a:p>
            <a:pPr lvl="1" eaLnBrk="1" hangingPunct="1"/>
            <a:r>
              <a:rPr lang="en-US" altLang="zh-CN" sz="3200" dirty="0"/>
              <a:t>[X]</a:t>
            </a:r>
            <a:r>
              <a:rPr lang="zh-CN" altLang="en-US" sz="3200" baseline="-25000" dirty="0"/>
              <a:t>原</a:t>
            </a:r>
            <a:r>
              <a:rPr lang="zh-CN" altLang="en-US" sz="3200" dirty="0"/>
              <a:t>、 </a:t>
            </a:r>
            <a:r>
              <a:rPr lang="en-US" altLang="zh-CN" sz="3200" dirty="0"/>
              <a:t>[X]</a:t>
            </a:r>
            <a:r>
              <a:rPr lang="zh-CN" altLang="en-US" sz="3200" baseline="-25000" dirty="0"/>
              <a:t>反</a:t>
            </a:r>
            <a:r>
              <a:rPr lang="zh-CN" altLang="en-US" sz="3200" dirty="0"/>
              <a:t>、 </a:t>
            </a:r>
            <a:r>
              <a:rPr lang="en-US" altLang="zh-CN" sz="3200" dirty="0"/>
              <a:t>[X]</a:t>
            </a:r>
            <a:r>
              <a:rPr lang="zh-CN" altLang="en-US" sz="3200" baseline="-25000" dirty="0"/>
              <a:t>补</a:t>
            </a:r>
            <a:r>
              <a:rPr lang="zh-CN" altLang="en-US" sz="3200" dirty="0"/>
              <a:t>用“</a:t>
            </a:r>
            <a:r>
              <a:rPr lang="en-US" altLang="zh-CN" sz="3200" dirty="0"/>
              <a:t>0”</a:t>
            </a:r>
            <a:r>
              <a:rPr lang="zh-CN" altLang="en-US" sz="3200" dirty="0"/>
              <a:t>表示正号，用“</a:t>
            </a:r>
            <a:r>
              <a:rPr lang="en-US" altLang="zh-CN" sz="3200" dirty="0"/>
              <a:t>1”</a:t>
            </a:r>
            <a:r>
              <a:rPr lang="zh-CN" altLang="en-US" sz="3200" dirty="0"/>
              <a:t>表示负号；</a:t>
            </a:r>
          </a:p>
          <a:p>
            <a:pPr lvl="1" eaLnBrk="1" hangingPunct="1"/>
            <a:r>
              <a:rPr lang="en-US" altLang="zh-CN" sz="3200" dirty="0"/>
              <a:t>[X]</a:t>
            </a:r>
            <a:r>
              <a:rPr lang="zh-CN" altLang="en-US" sz="3200" baseline="-25000" dirty="0"/>
              <a:t>移</a:t>
            </a:r>
            <a:r>
              <a:rPr lang="zh-CN" altLang="en-US" sz="3200" dirty="0"/>
              <a:t>用“</a:t>
            </a:r>
            <a:r>
              <a:rPr lang="en-US" altLang="zh-CN" sz="3200" dirty="0"/>
              <a:t>1”</a:t>
            </a:r>
            <a:r>
              <a:rPr lang="zh-CN" altLang="en-US" sz="3200" dirty="0"/>
              <a:t>表示正号，用“</a:t>
            </a:r>
            <a:r>
              <a:rPr lang="en-US" altLang="zh-CN" sz="3200" dirty="0"/>
              <a:t>0”</a:t>
            </a:r>
            <a:r>
              <a:rPr lang="zh-CN" altLang="en-US" sz="3200" dirty="0"/>
              <a:t>表示负号。</a:t>
            </a:r>
          </a:p>
        </p:txBody>
      </p:sp>
    </p:spTree>
  </p:cSld>
  <p:clrMapOvr>
    <a:masterClrMapping/>
  </p:clrMapOvr>
  <p:transition spd="med">
    <p:pull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>
            <a:extLst>
              <a:ext uri="{FF2B5EF4-FFF2-40B4-BE49-F238E27FC236}">
                <a16:creationId xmlns:a16="http://schemas.microsoft.com/office/drawing/2014/main" xmlns="" id="{05BF26CF-66CC-4306-B80B-22ECA51D9D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原码、反码、补码和移码比较（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xmlns="" id="{D64AA259-9012-4184-840D-E8DF217BE8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" y="1066800"/>
            <a:ext cx="8763000" cy="5400675"/>
          </a:xfrm>
        </p:spPr>
        <p:txBody>
          <a:bodyPr/>
          <a:lstStyle/>
          <a:p>
            <a:pPr eaLnBrk="1" hangingPunct="1"/>
            <a:r>
              <a:rPr lang="en-US" altLang="zh-CN" dirty="0"/>
              <a:t>[0]</a:t>
            </a:r>
            <a:r>
              <a:rPr lang="zh-CN" altLang="en-US" baseline="-25000" dirty="0"/>
              <a:t>补</a:t>
            </a:r>
            <a:r>
              <a:rPr lang="zh-CN" altLang="en-US" dirty="0"/>
              <a:t>、</a:t>
            </a:r>
            <a:r>
              <a:rPr lang="en-US" altLang="zh-CN" dirty="0"/>
              <a:t>[0]</a:t>
            </a:r>
            <a:r>
              <a:rPr lang="zh-CN" altLang="en-US" baseline="-25000" dirty="0"/>
              <a:t>移</a:t>
            </a:r>
            <a:r>
              <a:rPr lang="zh-CN" altLang="en-US" dirty="0"/>
              <a:t>有唯一编码，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[0]</a:t>
            </a:r>
            <a:r>
              <a:rPr lang="zh-CN" altLang="en-US" baseline="-25000" dirty="0"/>
              <a:t>原</a:t>
            </a:r>
            <a:r>
              <a:rPr lang="zh-CN" altLang="en-US" dirty="0"/>
              <a:t>、</a:t>
            </a:r>
            <a:r>
              <a:rPr lang="en-US" altLang="zh-CN" dirty="0"/>
              <a:t>[0]</a:t>
            </a:r>
            <a:r>
              <a:rPr lang="zh-CN" altLang="en-US" baseline="-25000" dirty="0"/>
              <a:t>反</a:t>
            </a:r>
            <a:r>
              <a:rPr lang="zh-CN" altLang="en-US" dirty="0"/>
              <a:t> 有两种编码。</a:t>
            </a:r>
          </a:p>
          <a:p>
            <a:pPr eaLnBrk="1" hangingPunct="1"/>
            <a:r>
              <a:rPr lang="zh-CN" altLang="en-US" dirty="0"/>
              <a:t>移码与补码的尾码相同，只是符号位相反。</a:t>
            </a:r>
          </a:p>
          <a:p>
            <a:pPr eaLnBrk="1" hangingPunct="1"/>
            <a:r>
              <a:rPr lang="zh-CN" altLang="en-US" dirty="0"/>
              <a:t>补码、反码和移码的符号位在加减运算时可以当作为数值看待，但原码的符号位必须单独处理</a:t>
            </a:r>
          </a:p>
        </p:txBody>
      </p:sp>
    </p:spTree>
  </p:cSld>
  <p:clrMapOvr>
    <a:masterClrMapping/>
  </p:clrMapOvr>
  <p:transition spd="med">
    <p:pull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>
            <a:extLst>
              <a:ext uri="{FF2B5EF4-FFF2-40B4-BE49-F238E27FC236}">
                <a16:creationId xmlns:a16="http://schemas.microsoft.com/office/drawing/2014/main" xmlns="" id="{391D295E-8ECE-42EA-9B4A-DDB3CA0DB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543800" cy="7651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itchFamily="2" charset="-122"/>
              </a:rPr>
              <a:t>例</a:t>
            </a:r>
            <a:r>
              <a:rPr lang="en-US" altLang="zh-CN" dirty="0">
                <a:latin typeface="黑体" pitchFamily="2" charset="-122"/>
              </a:rPr>
              <a:t>1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xmlns="" id="{20D1A28D-BCDA-4818-95B8-22D2564B5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400"/>
              <a:t>设机器字长</a:t>
            </a:r>
            <a:r>
              <a:rPr lang="en-US" altLang="zh-CN" sz="2400"/>
              <a:t>16</a:t>
            </a:r>
            <a:r>
              <a:rPr lang="zh-CN" altLang="en-US" sz="2400"/>
              <a:t>位，定点表示，尾数</a:t>
            </a:r>
            <a:r>
              <a:rPr lang="en-US" altLang="zh-CN" sz="2400"/>
              <a:t>15</a:t>
            </a:r>
            <a:r>
              <a:rPr lang="zh-CN" altLang="en-US" sz="2400"/>
              <a:t>位，数符</a:t>
            </a:r>
            <a:r>
              <a:rPr lang="en-US" altLang="zh-CN" sz="2400"/>
              <a:t>1</a:t>
            </a:r>
            <a:r>
              <a:rPr lang="zh-CN" altLang="en-US" sz="2400"/>
              <a:t>位，问：</a:t>
            </a:r>
            <a:br>
              <a:rPr lang="zh-CN" altLang="en-US" sz="2400"/>
            </a:br>
            <a:r>
              <a:rPr lang="en-US" altLang="zh-CN" sz="2400"/>
              <a:t>(1)</a:t>
            </a:r>
            <a:r>
              <a:rPr lang="zh-CN" altLang="en-US" sz="2400"/>
              <a:t>定点原码整数表示时，最大正数、最小负数各是多少？</a:t>
            </a:r>
            <a:br>
              <a:rPr lang="zh-CN" altLang="en-US" sz="2400"/>
            </a:br>
            <a:r>
              <a:rPr lang="en-US" altLang="zh-CN" sz="2400"/>
              <a:t>(2)</a:t>
            </a:r>
            <a:r>
              <a:rPr lang="zh-CN" altLang="en-US" sz="2400"/>
              <a:t>定点原码小数表示时，最大正数、最小负数各是多少？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400"/>
              <a:t>解：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(1)</a:t>
            </a:r>
            <a:r>
              <a:rPr lang="zh-CN" altLang="en-US" sz="2400"/>
              <a:t>定点原码整数表示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400"/>
              <a:t>    最大正数值＝</a:t>
            </a:r>
            <a:r>
              <a:rPr lang="en-US" altLang="zh-CN" sz="2400"/>
              <a:t>(2</a:t>
            </a:r>
            <a:r>
              <a:rPr lang="en-US" altLang="zh-CN" sz="2400" baseline="30000"/>
              <a:t>15</a:t>
            </a:r>
            <a:r>
              <a:rPr lang="zh-CN" altLang="en-US" sz="2400"/>
              <a:t>－</a:t>
            </a:r>
            <a:r>
              <a:rPr lang="en-US" altLang="zh-CN" sz="2400"/>
              <a:t>1)</a:t>
            </a:r>
            <a:r>
              <a:rPr lang="en-US" altLang="zh-CN" sz="2400" baseline="-25000"/>
              <a:t>10</a:t>
            </a:r>
            <a:r>
              <a:rPr lang="zh-CN" altLang="en-US" sz="2400"/>
              <a:t>＝</a:t>
            </a:r>
            <a:r>
              <a:rPr lang="en-US" altLang="zh-CN" sz="2400"/>
              <a:t>(</a:t>
            </a:r>
            <a:r>
              <a:rPr lang="zh-CN" altLang="en-US" sz="2400"/>
              <a:t>＋</a:t>
            </a:r>
            <a:r>
              <a:rPr lang="en-US" altLang="zh-CN" sz="2400"/>
              <a:t>32767)</a:t>
            </a:r>
            <a:r>
              <a:rPr lang="en-US" altLang="zh-CN" sz="2400" baseline="-25000"/>
              <a:t>10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    </a:t>
            </a:r>
            <a:r>
              <a:rPr lang="zh-CN" altLang="en-US" sz="2400"/>
              <a:t>最小负数值＝－</a:t>
            </a:r>
            <a:r>
              <a:rPr lang="en-US" altLang="zh-CN" sz="2400"/>
              <a:t>(2</a:t>
            </a:r>
            <a:r>
              <a:rPr lang="en-US" altLang="zh-CN" sz="2400" baseline="30000"/>
              <a:t>15</a:t>
            </a:r>
            <a:r>
              <a:rPr lang="zh-CN" altLang="en-US" sz="2400"/>
              <a:t>－</a:t>
            </a:r>
            <a:r>
              <a:rPr lang="en-US" altLang="zh-CN" sz="2400"/>
              <a:t>1)</a:t>
            </a:r>
            <a:r>
              <a:rPr lang="en-US" altLang="zh-CN" sz="2400" baseline="-25000"/>
              <a:t>10</a:t>
            </a:r>
            <a:r>
              <a:rPr lang="zh-CN" altLang="en-US" sz="2400"/>
              <a:t>＝</a:t>
            </a:r>
            <a:r>
              <a:rPr lang="en-US" altLang="zh-CN" sz="2400"/>
              <a:t>(</a:t>
            </a:r>
            <a:r>
              <a:rPr lang="zh-CN" altLang="en-US" sz="2400"/>
              <a:t>－</a:t>
            </a:r>
            <a:r>
              <a:rPr lang="en-US" altLang="zh-CN" sz="2400"/>
              <a:t>32767)</a:t>
            </a:r>
            <a:r>
              <a:rPr lang="en-US" altLang="zh-CN" sz="2400" baseline="-25000"/>
              <a:t>10</a:t>
            </a:r>
            <a:endParaRPr lang="en-US" altLang="zh-CN" sz="240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(2)</a:t>
            </a:r>
            <a:r>
              <a:rPr lang="zh-CN" altLang="en-US" sz="2400"/>
              <a:t>定点原码小数表示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400"/>
              <a:t>    最大正数值＝</a:t>
            </a:r>
            <a:r>
              <a:rPr lang="en-US" altLang="zh-CN" sz="2400"/>
              <a:t>(1</a:t>
            </a:r>
            <a:r>
              <a:rPr lang="zh-CN" altLang="en-US" sz="2400"/>
              <a:t>－</a:t>
            </a:r>
            <a:r>
              <a:rPr lang="en-US" altLang="zh-CN" sz="2400"/>
              <a:t>2</a:t>
            </a:r>
            <a:r>
              <a:rPr lang="zh-CN" altLang="en-US" sz="2400" baseline="30000"/>
              <a:t>－</a:t>
            </a:r>
            <a:r>
              <a:rPr lang="en-US" altLang="zh-CN" sz="2400" baseline="30000"/>
              <a:t>15</a:t>
            </a:r>
            <a:r>
              <a:rPr lang="en-US" altLang="zh-CN" sz="2400"/>
              <a:t>)</a:t>
            </a:r>
            <a:r>
              <a:rPr lang="en-US" altLang="zh-CN" sz="2400" baseline="-25000"/>
              <a:t>10</a:t>
            </a:r>
            <a:r>
              <a:rPr lang="zh-CN" altLang="en-US" sz="2400"/>
              <a:t>＝</a:t>
            </a:r>
            <a:r>
              <a:rPr lang="en-US" altLang="zh-CN" sz="2400"/>
              <a:t>(</a:t>
            </a:r>
            <a:r>
              <a:rPr lang="zh-CN" altLang="en-US" sz="2400"/>
              <a:t>＋</a:t>
            </a:r>
            <a:r>
              <a:rPr lang="en-US" altLang="zh-CN" sz="2400"/>
              <a:t>0.111...11)</a:t>
            </a:r>
            <a:r>
              <a:rPr lang="en-US" altLang="zh-CN" sz="2400" baseline="-25000"/>
              <a:t>2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    </a:t>
            </a:r>
            <a:r>
              <a:rPr lang="zh-CN" altLang="en-US" sz="2400"/>
              <a:t>最小负数值＝－</a:t>
            </a:r>
            <a:r>
              <a:rPr lang="en-US" altLang="zh-CN" sz="2400"/>
              <a:t>(1</a:t>
            </a:r>
            <a:r>
              <a:rPr lang="zh-CN" altLang="en-US" sz="2400"/>
              <a:t>－</a:t>
            </a:r>
            <a:r>
              <a:rPr lang="en-US" altLang="zh-CN" sz="2400"/>
              <a:t>2</a:t>
            </a:r>
            <a:r>
              <a:rPr lang="zh-CN" altLang="en-US" sz="2400" baseline="30000"/>
              <a:t>－</a:t>
            </a:r>
            <a:r>
              <a:rPr lang="en-US" altLang="zh-CN" sz="2400" baseline="30000"/>
              <a:t>15</a:t>
            </a:r>
            <a:r>
              <a:rPr lang="en-US" altLang="zh-CN" sz="2400"/>
              <a:t>)</a:t>
            </a:r>
            <a:r>
              <a:rPr lang="en-US" altLang="zh-CN" sz="2400" baseline="-25000"/>
              <a:t>10</a:t>
            </a:r>
            <a:r>
              <a:rPr lang="zh-CN" altLang="en-US" sz="2400"/>
              <a:t>＝</a:t>
            </a:r>
            <a:r>
              <a:rPr lang="en-US" altLang="zh-CN" sz="2400"/>
              <a:t>(</a:t>
            </a:r>
            <a:r>
              <a:rPr lang="zh-CN" altLang="en-US" sz="2400"/>
              <a:t>－</a:t>
            </a:r>
            <a:r>
              <a:rPr lang="en-US" altLang="zh-CN" sz="2400"/>
              <a:t>0.111..11)</a:t>
            </a:r>
            <a:r>
              <a:rPr lang="en-US" altLang="zh-CN" sz="2400" baseline="-25000"/>
              <a:t>2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    </a:t>
            </a:r>
          </a:p>
        </p:txBody>
      </p:sp>
    </p:spTree>
  </p:cSld>
  <p:clrMapOvr>
    <a:masterClrMapping/>
  </p:clrMapOvr>
  <p:transition spd="med">
    <p:pull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9602449-8084-404C-99EB-28E87960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32</a:t>
            </a:r>
            <a:r>
              <a:rPr lang="zh-CN" altLang="en-US"/>
              <a:t>位现代计算机中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xmlns="" id="{BDA10D81-6364-4160-A296-D3BD0973DD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endParaRPr lang="en-US" altLang="zh-CN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  C</a:t>
            </a:r>
            <a:r>
              <a:rPr lang="zh-CN" altLang="en-US" dirty="0"/>
              <a:t>语言</a:t>
            </a:r>
            <a:r>
              <a:rPr lang="en-US" altLang="zh-CN" dirty="0"/>
              <a:t>					 </a:t>
            </a:r>
            <a:r>
              <a:rPr lang="zh-CN" altLang="en-US" dirty="0"/>
              <a:t>机器数</a:t>
            </a:r>
            <a:endParaRPr lang="en-US" altLang="zh-CN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int x = 100</a:t>
            </a:r>
            <a:r>
              <a:rPr lang="zh-CN" altLang="en-US" dirty="0"/>
              <a:t>；</a:t>
            </a:r>
            <a:r>
              <a:rPr lang="en-US" altLang="zh-CN" dirty="0"/>
              <a:t>			    </a:t>
            </a:r>
            <a:r>
              <a:rPr lang="en-US" altLang="zh-CN" dirty="0">
                <a:solidFill>
                  <a:srgbClr val="A50021"/>
                </a:solidFill>
              </a:rPr>
              <a:t>0x00000064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int y = -100				    </a:t>
            </a:r>
            <a:r>
              <a:rPr lang="en-US" altLang="zh-CN" dirty="0">
                <a:solidFill>
                  <a:srgbClr val="A50021"/>
                </a:solidFill>
              </a:rPr>
              <a:t>0xFFFFFF9C</a:t>
            </a:r>
            <a:r>
              <a:rPr lang="zh-CN" altLang="en-US" dirty="0"/>
              <a:t> </a:t>
            </a:r>
            <a:r>
              <a:rPr lang="en-US" altLang="zh-CN" dirty="0"/>
              <a:t>						                       </a:t>
            </a:r>
            <a:r>
              <a:rPr lang="zh-CN" altLang="en-US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补码</a:t>
            </a:r>
            <a:endParaRPr lang="en-US" altLang="zh-CN" dirty="0">
              <a:solidFill>
                <a:srgbClr val="A5002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 dirty="0">
              <a:solidFill>
                <a:srgbClr val="A5002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unsigned short int x=65534;	      </a:t>
            </a:r>
            <a:r>
              <a:rPr lang="en-US" altLang="zh-CN" dirty="0">
                <a:solidFill>
                  <a:srgbClr val="A50021"/>
                </a:solidFill>
              </a:rPr>
              <a:t>0xFFFE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zh-CN" altLang="en-US" dirty="0"/>
          </a:p>
        </p:txBody>
      </p:sp>
      <p:sp>
        <p:nvSpPr>
          <p:cNvPr id="6" name="上弧形箭头 5">
            <a:extLst>
              <a:ext uri="{FF2B5EF4-FFF2-40B4-BE49-F238E27FC236}">
                <a16:creationId xmlns:a16="http://schemas.microsoft.com/office/drawing/2014/main" xmlns="" id="{BEFC5953-227A-40B2-BCC2-CA84DB3EAD37}"/>
              </a:ext>
            </a:extLst>
          </p:cNvPr>
          <p:cNvSpPr/>
          <p:nvPr/>
        </p:nvSpPr>
        <p:spPr bwMode="auto">
          <a:xfrm>
            <a:off x="2743200" y="1394058"/>
            <a:ext cx="3124200" cy="731838"/>
          </a:xfrm>
          <a:prstGeom prst="curvedDownArrow">
            <a:avLst>
              <a:gd name="adj1" fmla="val 25000"/>
              <a:gd name="adj2" fmla="val 46109"/>
              <a:gd name="adj3" fmla="val 22423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720BCF5-D3F3-4C99-AEBE-131DFECA4BEF}"/>
              </a:ext>
            </a:extLst>
          </p:cNvPr>
          <p:cNvSpPr txBox="1"/>
          <p:nvPr/>
        </p:nvSpPr>
        <p:spPr>
          <a:xfrm>
            <a:off x="3722688" y="1620838"/>
            <a:ext cx="1004887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编译</a:t>
            </a:r>
          </a:p>
        </p:txBody>
      </p:sp>
      <p:sp>
        <p:nvSpPr>
          <p:cNvPr id="8" name="上弧形箭头 7">
            <a:extLst>
              <a:ext uri="{FF2B5EF4-FFF2-40B4-BE49-F238E27FC236}">
                <a16:creationId xmlns:a16="http://schemas.microsoft.com/office/drawing/2014/main" xmlns="" id="{FD143025-65DB-48F1-888A-4A53867E9413}"/>
              </a:ext>
            </a:extLst>
          </p:cNvPr>
          <p:cNvSpPr/>
          <p:nvPr/>
        </p:nvSpPr>
        <p:spPr bwMode="auto">
          <a:xfrm>
            <a:off x="2972594" y="3200168"/>
            <a:ext cx="2971006" cy="731837"/>
          </a:xfrm>
          <a:prstGeom prst="curvedDownArrow">
            <a:avLst>
              <a:gd name="adj1" fmla="val 25000"/>
              <a:gd name="adj2" fmla="val 46109"/>
              <a:gd name="adj3" fmla="val 22423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zh-CN" altLang="en-US">
              <a:ea typeface="黑体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D9AAB50-5B8C-4FC4-B58D-D5715202134F}"/>
              </a:ext>
            </a:extLst>
          </p:cNvPr>
          <p:cNvSpPr txBox="1"/>
          <p:nvPr/>
        </p:nvSpPr>
        <p:spPr>
          <a:xfrm>
            <a:off x="3802856" y="3319139"/>
            <a:ext cx="1004887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chemeClr val="accent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编译</a:t>
            </a:r>
          </a:p>
        </p:txBody>
      </p:sp>
    </p:spTree>
  </p:cSld>
  <p:clrMapOvr>
    <a:masterClrMapping/>
  </p:clrMapOvr>
  <p:transition spd="med">
    <p:pull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C7D539E-AC57-428C-AB30-0286BE3D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数据表示</a:t>
            </a: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xmlns="" id="{358F4EFC-BFF1-49DF-8F9D-3A2064A4BE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xmlns="" id="{9F370032-7E65-4CF7-AA3A-729421263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012705"/>
              </p:ext>
            </p:extLst>
          </p:nvPr>
        </p:nvGraphicFramePr>
        <p:xfrm>
          <a:off x="1115219" y="1166670"/>
          <a:ext cx="6913562" cy="5094287"/>
        </p:xfrm>
        <a:graphic>
          <a:graphicData uri="http://schemas.openxmlformats.org/drawingml/2006/table">
            <a:tbl>
              <a:tblPr/>
              <a:tblGrid>
                <a:gridCol w="18935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33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733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7332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59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C Data Type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Typical 32-bit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Intel IA32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 Bold" charset="0"/>
                          <a:ea typeface="Arial Narrow Bold" charset="0"/>
                          <a:cs typeface="Arial Narrow Bold" charset="0"/>
                          <a:sym typeface="Arial Narrow Bold" charset="0"/>
                        </a:rPr>
                        <a:t>x86-64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00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char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short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2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2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2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int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long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long long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float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double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long double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10/12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10/16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03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pointer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4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charset="0"/>
                          <a:ea typeface="Arial Narrow" charset="0"/>
                          <a:cs typeface="Arial Narrow" charset="0"/>
                          <a:sym typeface="Arial Narrow" charset="0"/>
                        </a:rPr>
                        <a:t>8</a:t>
                      </a:r>
                    </a:p>
                  </a:txBody>
                  <a:tcPr marL="50806" marR="50806" marT="50802" marB="50802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86A099A-B9F8-4D44-B3CA-092D5CFB2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符号位扩展</a:t>
            </a: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xmlns="" id="{5C2D9F47-F99B-4DF7-A723-70557D7134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08050"/>
            <a:ext cx="8785225" cy="5400675"/>
          </a:xfrm>
        </p:spPr>
        <p:txBody>
          <a:bodyPr/>
          <a:lstStyle/>
          <a:p>
            <a:r>
              <a:rPr lang="zh-CN" altLang="en-US"/>
              <a:t>将</a:t>
            </a:r>
            <a:r>
              <a:rPr lang="en-US" altLang="zh-CN"/>
              <a:t>n</a:t>
            </a:r>
            <a:r>
              <a:rPr lang="zh-CN" altLang="en-US"/>
              <a:t>位的</a:t>
            </a:r>
            <a:r>
              <a:rPr lang="zh-CN" altLang="en-US">
                <a:solidFill>
                  <a:srgbClr val="FF0000"/>
                </a:solidFill>
              </a:rPr>
              <a:t>有</a:t>
            </a:r>
            <a:r>
              <a:rPr lang="zh-CN" altLang="en-US"/>
              <a:t>符号整数</a:t>
            </a:r>
            <a:r>
              <a:rPr lang="en-US" altLang="zh-CN"/>
              <a:t>x</a:t>
            </a:r>
            <a:r>
              <a:rPr lang="zh-CN" altLang="en-US"/>
              <a:t>转换为</a:t>
            </a:r>
            <a:r>
              <a:rPr lang="en-US" altLang="zh-CN"/>
              <a:t>n+k</a:t>
            </a:r>
            <a:r>
              <a:rPr lang="zh-CN" altLang="en-US"/>
              <a:t>位，并保持值不变</a:t>
            </a:r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xmlns="" id="{5A5315CD-B18C-4FB0-94E5-2FEF27211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3789363"/>
            <a:ext cx="3386137" cy="1076325"/>
          </a:xfrm>
          <a:prstGeom prst="rect">
            <a:avLst/>
          </a:prstGeom>
          <a:solidFill>
            <a:srgbClr val="CDF1C5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6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rPr>
              <a:t>short int x =  15213;</a:t>
            </a:r>
          </a:p>
          <a:p>
            <a:r>
              <a: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rPr>
              <a:t>  int      ix = (int) x; </a:t>
            </a:r>
          </a:p>
          <a:p>
            <a:r>
              <a: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rPr>
              <a:t>  short int y = -15213;</a:t>
            </a:r>
          </a:p>
          <a:p>
            <a:r>
              <a: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rPr>
              <a:t>  int      iy = (int) y;</a:t>
            </a:r>
          </a:p>
        </p:txBody>
      </p:sp>
      <p:grpSp>
        <p:nvGrpSpPr>
          <p:cNvPr id="37894" name="Group 6">
            <a:extLst>
              <a:ext uri="{FF2B5EF4-FFF2-40B4-BE49-F238E27FC236}">
                <a16:creationId xmlns:a16="http://schemas.microsoft.com/office/drawing/2014/main" xmlns="" id="{439B45DD-CC8B-41D7-8344-D6BA2B9ED082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335088"/>
            <a:ext cx="5181600" cy="3030537"/>
            <a:chOff x="1392" y="2099"/>
            <a:chExt cx="3264" cy="1909"/>
          </a:xfrm>
        </p:grpSpPr>
        <p:grpSp>
          <p:nvGrpSpPr>
            <p:cNvPr id="37998" name="Group 7">
              <a:extLst>
                <a:ext uri="{FF2B5EF4-FFF2-40B4-BE49-F238E27FC236}">
                  <a16:creationId xmlns:a16="http://schemas.microsoft.com/office/drawing/2014/main" xmlns="" id="{52AB1165-FA44-4CA6-A554-D0564C3ECC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352"/>
              <a:ext cx="3264" cy="1248"/>
              <a:chOff x="1392" y="2352"/>
              <a:chExt cx="3264" cy="1248"/>
            </a:xfrm>
          </p:grpSpPr>
          <p:grpSp>
            <p:nvGrpSpPr>
              <p:cNvPr id="38005" name="Group 8">
                <a:extLst>
                  <a:ext uri="{FF2B5EF4-FFF2-40B4-BE49-F238E27FC236}">
                    <a16:creationId xmlns:a16="http://schemas.microsoft.com/office/drawing/2014/main" xmlns="" id="{58554D1E-2C44-4E87-B295-64D726011B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2400"/>
                <a:ext cx="1728" cy="144"/>
                <a:chOff x="2928" y="2400"/>
                <a:chExt cx="1728" cy="144"/>
              </a:xfrm>
            </p:grpSpPr>
            <p:sp>
              <p:nvSpPr>
                <p:cNvPr id="42" name="Rectangle 9">
                  <a:extLst>
                    <a:ext uri="{FF2B5EF4-FFF2-40B4-BE49-F238E27FC236}">
                      <a16:creationId xmlns:a16="http://schemas.microsoft.com/office/drawing/2014/main" xmlns="" id="{B2C4CF10-0C13-4D51-9C34-6D7E617B28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400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034" name="Rectangle 10">
                  <a:extLst>
                    <a:ext uri="{FF2B5EF4-FFF2-40B4-BE49-F238E27FC236}">
                      <a16:creationId xmlns:a16="http://schemas.microsoft.com/office/drawing/2014/main" xmlns="" id="{6B5AD9C0-8CDB-4DD1-B5A2-C9C12CDA88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/>
                  <a:endParaRPr lang="en-US" altLang="zh-CN"/>
                </a:p>
              </p:txBody>
            </p:sp>
            <p:sp>
              <p:nvSpPr>
                <p:cNvPr id="38035" name="Rectangle 11">
                  <a:extLst>
                    <a:ext uri="{FF2B5EF4-FFF2-40B4-BE49-F238E27FC236}">
                      <a16:creationId xmlns:a16="http://schemas.microsoft.com/office/drawing/2014/main" xmlns="" id="{7EE723B4-4612-40E8-85A3-EBF3FF8EBA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/>
                  <a:endParaRPr lang="en-US" altLang="zh-CN"/>
                </a:p>
              </p:txBody>
            </p:sp>
            <p:sp>
              <p:nvSpPr>
                <p:cNvPr id="38036" name="Rectangle 12">
                  <a:extLst>
                    <a:ext uri="{FF2B5EF4-FFF2-40B4-BE49-F238E27FC236}">
                      <a16:creationId xmlns:a16="http://schemas.microsoft.com/office/drawing/2014/main" xmlns="" id="{1E68B746-53FF-4D49-934E-7DE22F635C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/>
                  <a:endParaRPr lang="en-US" altLang="zh-CN"/>
                </a:p>
              </p:txBody>
            </p:sp>
            <p:sp>
              <p:nvSpPr>
                <p:cNvPr id="38037" name="Rectangle 13">
                  <a:extLst>
                    <a:ext uri="{FF2B5EF4-FFF2-40B4-BE49-F238E27FC236}">
                      <a16:creationId xmlns:a16="http://schemas.microsoft.com/office/drawing/2014/main" xmlns="" id="{D4F1A078-7C5C-421F-B926-A9B8A95E73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/>
                  <a:endParaRPr lang="en-US" altLang="zh-CN"/>
                </a:p>
              </p:txBody>
            </p:sp>
            <p:sp>
              <p:nvSpPr>
                <p:cNvPr id="38038" name="Rectangle 14">
                  <a:extLst>
                    <a:ext uri="{FF2B5EF4-FFF2-40B4-BE49-F238E27FC236}">
                      <a16:creationId xmlns:a16="http://schemas.microsoft.com/office/drawing/2014/main" xmlns="" id="{3863524D-62A5-4F25-AF86-4D2E1A929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2400"/>
                  <a:ext cx="14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/>
                  <a:endParaRPr lang="en-US" altLang="zh-CN"/>
                </a:p>
              </p:txBody>
            </p:sp>
            <p:sp>
              <p:nvSpPr>
                <p:cNvPr id="38039" name="Rectangle 15">
                  <a:extLst>
                    <a:ext uri="{FF2B5EF4-FFF2-40B4-BE49-F238E27FC236}">
                      <a16:creationId xmlns:a16="http://schemas.microsoft.com/office/drawing/2014/main" xmlns="" id="{128FDCAC-89FE-428E-A056-876A953E8D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60" y="2400"/>
                  <a:ext cx="8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/>
                  <a:r>
                    <a:rPr lang="en-US" altLang="zh-CN"/>
                    <a:t>• • •</a:t>
                  </a:r>
                </a:p>
              </p:txBody>
            </p:sp>
          </p:grpSp>
          <p:sp>
            <p:nvSpPr>
              <p:cNvPr id="38006" name="Rectangle 16">
                <a:extLst>
                  <a:ext uri="{FF2B5EF4-FFF2-40B4-BE49-F238E27FC236}">
                    <a16:creationId xmlns:a16="http://schemas.microsoft.com/office/drawing/2014/main" xmlns="" id="{ADF617EE-5D63-4A4B-997F-040C9E3D9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352"/>
                <a:ext cx="24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r>
                  <a:rPr lang="en-US" altLang="zh-CN" i="1">
                    <a:latin typeface="Times" panose="02020603050405020304" pitchFamily="18" charset="0"/>
                  </a:rPr>
                  <a:t>X</a:t>
                </a:r>
                <a:r>
                  <a:rPr lang="en-US" altLang="zh-CN">
                    <a:latin typeface="Times" panose="02020603050405020304" pitchFamily="18" charset="0"/>
                  </a:rPr>
                  <a:t> </a:t>
                </a:r>
                <a:endParaRPr lang="en-US" altLang="zh-CN">
                  <a:latin typeface="Symbol" panose="05050102010706020507" pitchFamily="18" charset="2"/>
                </a:endParaRPr>
              </a:p>
            </p:txBody>
          </p:sp>
          <p:sp>
            <p:nvSpPr>
              <p:cNvPr id="38007" name="Rectangle 17">
                <a:extLst>
                  <a:ext uri="{FF2B5EF4-FFF2-40B4-BE49-F238E27FC236}">
                    <a16:creationId xmlns:a16="http://schemas.microsoft.com/office/drawing/2014/main" xmlns="" id="{297D3CD3-2E09-48F0-AE4B-493E9779D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360"/>
                <a:ext cx="2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r>
                  <a:rPr lang="en-US" altLang="zh-CN" i="1">
                    <a:latin typeface="Times" panose="02020603050405020304" pitchFamily="18" charset="0"/>
                  </a:rPr>
                  <a:t>X</a:t>
                </a:r>
                <a:r>
                  <a:rPr lang="en-US" altLang="zh-CN">
                    <a:latin typeface="Times" panose="02020603050405020304" pitchFamily="18" charset="0"/>
                  </a:rPr>
                  <a:t> </a:t>
                </a:r>
                <a:r>
                  <a:rPr lang="en-US" altLang="zh-CN">
                    <a:latin typeface="Symbol" panose="05050102010706020507" pitchFamily="18" charset="2"/>
                  </a:rPr>
                  <a:t></a:t>
                </a:r>
              </a:p>
            </p:txBody>
          </p:sp>
          <p:sp>
            <p:nvSpPr>
              <p:cNvPr id="38008" name="Line 18">
                <a:extLst>
                  <a:ext uri="{FF2B5EF4-FFF2-40B4-BE49-F238E27FC236}">
                    <a16:creationId xmlns:a16="http://schemas.microsoft.com/office/drawing/2014/main" xmlns="" id="{C662EF7A-2475-4AFD-B7C5-701759CA1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9" name="Line 19">
                <a:extLst>
                  <a:ext uri="{FF2B5EF4-FFF2-40B4-BE49-F238E27FC236}">
                    <a16:creationId xmlns:a16="http://schemas.microsoft.com/office/drawing/2014/main" xmlns="" id="{5E18EC8C-F15B-4EF0-B454-479928374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0" y="2592"/>
                <a:ext cx="14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8010" name="Group 20">
                <a:extLst>
                  <a:ext uri="{FF2B5EF4-FFF2-40B4-BE49-F238E27FC236}">
                    <a16:creationId xmlns:a16="http://schemas.microsoft.com/office/drawing/2014/main" xmlns="" id="{B77DF126-50DD-4DD3-85F9-04099D2C0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3456"/>
                <a:ext cx="2832" cy="144"/>
                <a:chOff x="1824" y="3456"/>
                <a:chExt cx="2832" cy="144"/>
              </a:xfrm>
            </p:grpSpPr>
            <p:sp>
              <p:nvSpPr>
                <p:cNvPr id="29" name="Rectangle 21">
                  <a:extLst>
                    <a:ext uri="{FF2B5EF4-FFF2-40B4-BE49-F238E27FC236}">
                      <a16:creationId xmlns:a16="http://schemas.microsoft.com/office/drawing/2014/main" xmlns="" id="{0A6210EC-7A12-4459-8C31-32C9F3D459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3456"/>
                  <a:ext cx="528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/>
                    <a:t>• • •</a:t>
                  </a:r>
                </a:p>
              </p:txBody>
            </p:sp>
            <p:sp>
              <p:nvSpPr>
                <p:cNvPr id="30" name="Rectangle 22">
                  <a:extLst>
                    <a:ext uri="{FF2B5EF4-FFF2-40B4-BE49-F238E27FC236}">
                      <a16:creationId xmlns:a16="http://schemas.microsoft.com/office/drawing/2014/main" xmlns="" id="{72BC6FAA-E33A-4DD7-B5A5-CA017D793A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1" name="Rectangle 23">
                  <a:extLst>
                    <a:ext uri="{FF2B5EF4-FFF2-40B4-BE49-F238E27FC236}">
                      <a16:creationId xmlns:a16="http://schemas.microsoft.com/office/drawing/2014/main" xmlns="" id="{7E865348-044E-418B-A280-403C2644AC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" name="Rectangle 24">
                  <a:extLst>
                    <a:ext uri="{FF2B5EF4-FFF2-40B4-BE49-F238E27FC236}">
                      <a16:creationId xmlns:a16="http://schemas.microsoft.com/office/drawing/2014/main" xmlns="" id="{80BB1C96-93F7-4CDC-9118-0CDBA32501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3" name="Rectangle 25">
                  <a:extLst>
                    <a:ext uri="{FF2B5EF4-FFF2-40B4-BE49-F238E27FC236}">
                      <a16:creationId xmlns:a16="http://schemas.microsoft.com/office/drawing/2014/main" xmlns="" id="{BDF694E3-7BA7-4280-977E-62E4F33BC1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3456"/>
                  <a:ext cx="144" cy="14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38025" name="Group 26">
                  <a:extLst>
                    <a:ext uri="{FF2B5EF4-FFF2-40B4-BE49-F238E27FC236}">
                      <a16:creationId xmlns:a16="http://schemas.microsoft.com/office/drawing/2014/main" xmlns="" id="{7CFB015E-7CD0-4639-98F4-049ABBDDD9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28" y="3456"/>
                  <a:ext cx="1728" cy="144"/>
                  <a:chOff x="2928" y="3456"/>
                  <a:chExt cx="1728" cy="144"/>
                </a:xfrm>
              </p:grpSpPr>
              <p:sp>
                <p:nvSpPr>
                  <p:cNvPr id="35" name="Rectangle 27">
                    <a:extLst>
                      <a:ext uri="{FF2B5EF4-FFF2-40B4-BE49-F238E27FC236}">
                        <a16:creationId xmlns:a16="http://schemas.microsoft.com/office/drawing/2014/main" xmlns="" id="{9ED24EA6-DE20-4F29-9375-48472F3EB2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3456"/>
                    <a:ext cx="144" cy="144"/>
                  </a:xfrm>
                  <a:prstGeom prst="rect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8027" name="Rectangle 28">
                    <a:extLst>
                      <a:ext uri="{FF2B5EF4-FFF2-40B4-BE49-F238E27FC236}">
                        <a16:creationId xmlns:a16="http://schemas.microsoft.com/office/drawing/2014/main" xmlns="" id="{0CC7151F-DC5A-4C57-A0C3-8AB0674FB7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38028" name="Rectangle 29">
                    <a:extLst>
                      <a:ext uri="{FF2B5EF4-FFF2-40B4-BE49-F238E27FC236}">
                        <a16:creationId xmlns:a16="http://schemas.microsoft.com/office/drawing/2014/main" xmlns="" id="{AA06A5B5-D79E-47C9-B9ED-16CFBA4FB2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216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38029" name="Rectangle 30">
                    <a:extLst>
                      <a:ext uri="{FF2B5EF4-FFF2-40B4-BE49-F238E27FC236}">
                        <a16:creationId xmlns:a16="http://schemas.microsoft.com/office/drawing/2014/main" xmlns="" id="{886591B3-257F-4C8C-A078-5DD5246E5B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38030" name="Rectangle 31">
                    <a:extLst>
                      <a:ext uri="{FF2B5EF4-FFF2-40B4-BE49-F238E27FC236}">
                        <a16:creationId xmlns:a16="http://schemas.microsoft.com/office/drawing/2014/main" xmlns="" id="{7F2D390C-CB11-42EA-AE63-C2172F1D84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38031" name="Rectangle 32">
                    <a:extLst>
                      <a:ext uri="{FF2B5EF4-FFF2-40B4-BE49-F238E27FC236}">
                        <a16:creationId xmlns:a16="http://schemas.microsoft.com/office/drawing/2014/main" xmlns="" id="{3382FABE-E58A-4A27-A448-C734C226C1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3456"/>
                    <a:ext cx="14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/>
                    <a:endParaRPr lang="en-US" altLang="zh-CN"/>
                  </a:p>
                </p:txBody>
              </p:sp>
              <p:sp>
                <p:nvSpPr>
                  <p:cNvPr id="38032" name="Rectangle 33">
                    <a:extLst>
                      <a:ext uri="{FF2B5EF4-FFF2-40B4-BE49-F238E27FC236}">
                        <a16:creationId xmlns:a16="http://schemas.microsoft.com/office/drawing/2014/main" xmlns="" id="{D9901227-4D13-4AE4-A289-8E3A9D4324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3456"/>
                    <a:ext cx="864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1pPr>
                    <a:lvl2pPr marL="742950" indent="-28575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2pPr>
                    <a:lvl3pPr marL="11430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3pPr>
                    <a:lvl4pPr marL="16002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4pPr>
                    <a:lvl5pPr marL="2057400" indent="-228600"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defRPr>
                    </a:lvl9pPr>
                  </a:lstStyle>
                  <a:p>
                    <a:pPr algn="ctr"/>
                    <a:r>
                      <a:rPr lang="en-US" altLang="zh-CN"/>
                      <a:t>• • •</a:t>
                    </a:r>
                  </a:p>
                </p:txBody>
              </p:sp>
            </p:grpSp>
          </p:grpSp>
          <p:sp>
            <p:nvSpPr>
              <p:cNvPr id="38011" name="Line 34">
                <a:extLst>
                  <a:ext uri="{FF2B5EF4-FFF2-40B4-BE49-F238E27FC236}">
                    <a16:creationId xmlns:a16="http://schemas.microsoft.com/office/drawing/2014/main" xmlns="" id="{02CA97BC-6BB6-4966-BD45-9A9C058D1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36" y="2592"/>
                <a:ext cx="288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2" name="Line 35">
                <a:extLst>
                  <a:ext uri="{FF2B5EF4-FFF2-40B4-BE49-F238E27FC236}">
                    <a16:creationId xmlns:a16="http://schemas.microsoft.com/office/drawing/2014/main" xmlns="" id="{0AD4F726-DC97-4B66-B479-6D37DB523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2592"/>
                <a:ext cx="96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3" name="Line 36">
                <a:extLst>
                  <a:ext uri="{FF2B5EF4-FFF2-40B4-BE49-F238E27FC236}">
                    <a16:creationId xmlns:a16="http://schemas.microsoft.com/office/drawing/2014/main" xmlns="" id="{D002BBEA-061B-42DD-85C4-68B003B346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2592"/>
                <a:ext cx="1104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4" name="Line 37">
                <a:extLst>
                  <a:ext uri="{FF2B5EF4-FFF2-40B4-BE49-F238E27FC236}">
                    <a16:creationId xmlns:a16="http://schemas.microsoft.com/office/drawing/2014/main" xmlns="" id="{42048FAF-28EB-43D5-994B-709E60653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5" name="Line 38">
                <a:extLst>
                  <a:ext uri="{FF2B5EF4-FFF2-40B4-BE49-F238E27FC236}">
                    <a16:creationId xmlns:a16="http://schemas.microsoft.com/office/drawing/2014/main" xmlns="" id="{FF9946CF-5078-4C9A-B6B4-629C7AC9FD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6" name="Line 39">
                <a:extLst>
                  <a:ext uri="{FF2B5EF4-FFF2-40B4-BE49-F238E27FC236}">
                    <a16:creationId xmlns:a16="http://schemas.microsoft.com/office/drawing/2014/main" xmlns="" id="{D950C9B9-3C16-4B4D-B3F3-3DC0630058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7" name="Line 40">
                <a:extLst>
                  <a:ext uri="{FF2B5EF4-FFF2-40B4-BE49-F238E27FC236}">
                    <a16:creationId xmlns:a16="http://schemas.microsoft.com/office/drawing/2014/main" xmlns="" id="{31C07729-8623-4FB0-B52C-22A35E3588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8" name="Line 41">
                <a:extLst>
                  <a:ext uri="{FF2B5EF4-FFF2-40B4-BE49-F238E27FC236}">
                    <a16:creationId xmlns:a16="http://schemas.microsoft.com/office/drawing/2014/main" xmlns="" id="{EB9E4B0B-D4A0-45C1-BA44-CEEE7B087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592"/>
                <a:ext cx="0" cy="8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9" name="Rectangle 42">
                <a:extLst>
                  <a:ext uri="{FF2B5EF4-FFF2-40B4-BE49-F238E27FC236}">
                    <a16:creationId xmlns:a16="http://schemas.microsoft.com/office/drawing/2014/main" xmlns="" id="{2C8927AA-DC86-4C86-AC3B-B10ED39B1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120"/>
                <a:ext cx="45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r>
                  <a:rPr lang="en-US" altLang="zh-CN" sz="1400"/>
                  <a:t>• • •</a:t>
                </a:r>
              </a:p>
            </p:txBody>
          </p:sp>
        </p:grpSp>
        <p:sp>
          <p:nvSpPr>
            <p:cNvPr id="37999" name="Line 43">
              <a:extLst>
                <a:ext uri="{FF2B5EF4-FFF2-40B4-BE49-F238E27FC236}">
                  <a16:creationId xmlns:a16="http://schemas.microsoft.com/office/drawing/2014/main" xmlns="" id="{BCC863C1-DF5E-4336-B782-72F9B5A81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208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00" name="Rectangle 44">
              <a:extLst>
                <a:ext uri="{FF2B5EF4-FFF2-40B4-BE49-F238E27FC236}">
                  <a16:creationId xmlns:a16="http://schemas.microsoft.com/office/drawing/2014/main" xmlns="" id="{C292FC9B-A09D-48C3-9B82-AACE6ACC7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2099"/>
              <a:ext cx="25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lang="en-US" altLang="zh-CN" i="1">
                  <a:latin typeface="Calibri" panose="020F0502020204030204" pitchFamily="34" charset="0"/>
                </a:rPr>
                <a:t>n</a:t>
              </a:r>
            </a:p>
          </p:txBody>
        </p:sp>
        <p:sp>
          <p:nvSpPr>
            <p:cNvPr id="38001" name="Line 45">
              <a:extLst>
                <a:ext uri="{FF2B5EF4-FFF2-40B4-BE49-F238E27FC236}">
                  <a16:creationId xmlns:a16="http://schemas.microsoft.com/office/drawing/2014/main" xmlns="" id="{9C6C48A1-F38C-40E0-ADCC-4178C62EB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744"/>
              <a:ext cx="17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02" name="Rectangle 46">
              <a:extLst>
                <a:ext uri="{FF2B5EF4-FFF2-40B4-BE49-F238E27FC236}">
                  <a16:creationId xmlns:a16="http://schemas.microsoft.com/office/drawing/2014/main" xmlns="" id="{3CE8D10F-399D-4F33-A96D-A9770CDC6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640"/>
              <a:ext cx="250" cy="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lang="en-US" altLang="zh-CN" i="1">
                  <a:latin typeface="Calibri" panose="020F0502020204030204" pitchFamily="34" charset="0"/>
                </a:rPr>
                <a:t>n</a:t>
              </a:r>
            </a:p>
          </p:txBody>
        </p:sp>
        <p:sp>
          <p:nvSpPr>
            <p:cNvPr id="38003" name="Line 47">
              <a:extLst>
                <a:ext uri="{FF2B5EF4-FFF2-40B4-BE49-F238E27FC236}">
                  <a16:creationId xmlns:a16="http://schemas.microsoft.com/office/drawing/2014/main" xmlns="" id="{50003452-F575-4CC5-8772-675F23A37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744"/>
              <a:ext cx="11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004" name="Rectangle 48">
              <a:extLst>
                <a:ext uri="{FF2B5EF4-FFF2-40B4-BE49-F238E27FC236}">
                  <a16:creationId xmlns:a16="http://schemas.microsoft.com/office/drawing/2014/main" xmlns="" id="{250CCB76-028D-4BB1-9572-B0C2F632C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648"/>
              <a:ext cx="204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lang="en-US" altLang="zh-CN" i="1">
                  <a:latin typeface="Calibri" panose="020F0502020204030204" pitchFamily="34" charset="0"/>
                </a:rPr>
                <a:t>k</a:t>
              </a:r>
            </a:p>
          </p:txBody>
        </p:sp>
      </p:grpSp>
      <p:grpSp>
        <p:nvGrpSpPr>
          <p:cNvPr id="37895" name="Group 8">
            <a:extLst>
              <a:ext uri="{FF2B5EF4-FFF2-40B4-BE49-F238E27FC236}">
                <a16:creationId xmlns:a16="http://schemas.microsoft.com/office/drawing/2014/main" xmlns="" id="{9DC12613-BA50-4DF2-A293-2F2CC0B7A1CA}"/>
              </a:ext>
            </a:extLst>
          </p:cNvPr>
          <p:cNvGrpSpPr>
            <a:grpSpLocks/>
          </p:cNvGrpSpPr>
          <p:nvPr/>
        </p:nvGrpSpPr>
        <p:grpSpPr bwMode="auto">
          <a:xfrm>
            <a:off x="293688" y="4954588"/>
            <a:ext cx="8431212" cy="1427162"/>
            <a:chOff x="224" y="1792"/>
            <a:chExt cx="5311" cy="899"/>
          </a:xfrm>
        </p:grpSpPr>
        <p:sp>
          <p:nvSpPr>
            <p:cNvPr id="37896" name="Rectangle 9">
              <a:extLst>
                <a:ext uri="{FF2B5EF4-FFF2-40B4-BE49-F238E27FC236}">
                  <a16:creationId xmlns:a16="http://schemas.microsoft.com/office/drawing/2014/main" xmlns="" id="{5D0E21BA-1749-457E-9992-A055756B5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1" y="1808"/>
              <a:ext cx="5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Decimal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897" name="Rectangle 10">
              <a:extLst>
                <a:ext uri="{FF2B5EF4-FFF2-40B4-BE49-F238E27FC236}">
                  <a16:creationId xmlns:a16="http://schemas.microsoft.com/office/drawing/2014/main" xmlns="" id="{CD5425AA-58DE-494E-805A-C4FC13F87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" y="1808"/>
              <a:ext cx="233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Hex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898" name="Rectangle 11">
              <a:extLst>
                <a:ext uri="{FF2B5EF4-FFF2-40B4-BE49-F238E27FC236}">
                  <a16:creationId xmlns:a16="http://schemas.microsoft.com/office/drawing/2014/main" xmlns="" id="{076BA212-86DA-44B9-83E8-69FB9E17F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808"/>
              <a:ext cx="46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Binary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899" name="Rectangle 12">
              <a:extLst>
                <a:ext uri="{FF2B5EF4-FFF2-40B4-BE49-F238E27FC236}">
                  <a16:creationId xmlns:a16="http://schemas.microsoft.com/office/drawing/2014/main" xmlns="" id="{7B4CF858-1F2A-4B2B-B9FD-647AE163A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0" name="Rectangle 13">
              <a:extLst>
                <a:ext uri="{FF2B5EF4-FFF2-40B4-BE49-F238E27FC236}">
                  <a16:creationId xmlns:a16="http://schemas.microsoft.com/office/drawing/2014/main" xmlns="" id="{8A102831-A530-41F5-AB5D-BDD057F3B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79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1" name="Rectangle 14">
              <a:extLst>
                <a:ext uri="{FF2B5EF4-FFF2-40B4-BE49-F238E27FC236}">
                  <a16:creationId xmlns:a16="http://schemas.microsoft.com/office/drawing/2014/main" xmlns="" id="{7298C0AC-3C29-4364-9D5C-AE33DD243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" y="1792"/>
              <a:ext cx="463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2" name="Rectangle 15">
              <a:extLst>
                <a:ext uri="{FF2B5EF4-FFF2-40B4-BE49-F238E27FC236}">
                  <a16:creationId xmlns:a16="http://schemas.microsoft.com/office/drawing/2014/main" xmlns="" id="{BC4EECF1-FD14-4EA0-A4E9-FC271FA98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179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3" name="Rectangle 16">
              <a:extLst>
                <a:ext uri="{FF2B5EF4-FFF2-40B4-BE49-F238E27FC236}">
                  <a16:creationId xmlns:a16="http://schemas.microsoft.com/office/drawing/2014/main" xmlns="" id="{5100BEDE-59D9-4A86-9123-6F6839A41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1792"/>
              <a:ext cx="60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4" name="Rectangle 17">
              <a:extLst>
                <a:ext uri="{FF2B5EF4-FFF2-40B4-BE49-F238E27FC236}">
                  <a16:creationId xmlns:a16="http://schemas.microsoft.com/office/drawing/2014/main" xmlns="" id="{591DF09D-C1C1-4A74-96D3-0B7F077BF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79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5" name="Rectangle 18">
              <a:extLst>
                <a:ext uri="{FF2B5EF4-FFF2-40B4-BE49-F238E27FC236}">
                  <a16:creationId xmlns:a16="http://schemas.microsoft.com/office/drawing/2014/main" xmlns="" id="{E87701F7-FA9E-4EBE-99C6-A86C8602C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1792"/>
              <a:ext cx="103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6" name="Rectangle 19">
              <a:extLst>
                <a:ext uri="{FF2B5EF4-FFF2-40B4-BE49-F238E27FC236}">
                  <a16:creationId xmlns:a16="http://schemas.microsoft.com/office/drawing/2014/main" xmlns="" id="{A3925FEE-2CE5-4F06-8D26-B5CF704D5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179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7" name="Rectangle 20">
              <a:extLst>
                <a:ext uri="{FF2B5EF4-FFF2-40B4-BE49-F238E27FC236}">
                  <a16:creationId xmlns:a16="http://schemas.microsoft.com/office/drawing/2014/main" xmlns="" id="{C460D416-0B4B-44DF-A04A-683EA095C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" y="1792"/>
              <a:ext cx="31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8" name="Rectangle 21">
              <a:extLst>
                <a:ext uri="{FF2B5EF4-FFF2-40B4-BE49-F238E27FC236}">
                  <a16:creationId xmlns:a16="http://schemas.microsoft.com/office/drawing/2014/main" xmlns="" id="{049784F2-879D-460B-9706-977A089EE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09" name="Rectangle 22">
              <a:extLst>
                <a:ext uri="{FF2B5EF4-FFF2-40B4-BE49-F238E27FC236}">
                  <a16:creationId xmlns:a16="http://schemas.microsoft.com/office/drawing/2014/main" xmlns="" id="{9D1AC954-405D-4EE4-8491-2B23C4789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179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0" name="Rectangle 23">
              <a:extLst>
                <a:ext uri="{FF2B5EF4-FFF2-40B4-BE49-F238E27FC236}">
                  <a16:creationId xmlns:a16="http://schemas.microsoft.com/office/drawing/2014/main" xmlns="" id="{51CCC538-B544-422D-B198-6D58A34DD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804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1" name="Rectangle 24">
              <a:extLst>
                <a:ext uri="{FF2B5EF4-FFF2-40B4-BE49-F238E27FC236}">
                  <a16:creationId xmlns:a16="http://schemas.microsoft.com/office/drawing/2014/main" xmlns="" id="{BE9BD4CE-3500-4EF3-803F-191F091DF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1804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2" name="Rectangle 25">
              <a:extLst>
                <a:ext uri="{FF2B5EF4-FFF2-40B4-BE49-F238E27FC236}">
                  <a16:creationId xmlns:a16="http://schemas.microsoft.com/office/drawing/2014/main" xmlns="" id="{1325905D-B0CD-4C03-B9AE-707130BEE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804"/>
              <a:ext cx="11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3" name="Rectangle 26">
              <a:extLst>
                <a:ext uri="{FF2B5EF4-FFF2-40B4-BE49-F238E27FC236}">
                  <a16:creationId xmlns:a16="http://schemas.microsoft.com/office/drawing/2014/main" xmlns="" id="{C39F035B-34F1-4522-A2E6-FB58BEF55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1804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4" name="Rectangle 27">
              <a:extLst>
                <a:ext uri="{FF2B5EF4-FFF2-40B4-BE49-F238E27FC236}">
                  <a16:creationId xmlns:a16="http://schemas.microsoft.com/office/drawing/2014/main" xmlns="" id="{F107F796-7805-4B8B-A806-F05F62BE4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1804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5" name="Rectangle 28">
              <a:extLst>
                <a:ext uri="{FF2B5EF4-FFF2-40B4-BE49-F238E27FC236}">
                  <a16:creationId xmlns:a16="http://schemas.microsoft.com/office/drawing/2014/main" xmlns="" id="{B3C48D3D-FCA7-4C40-BA50-5904C6D93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" y="1993"/>
              <a:ext cx="6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6" name="Rectangle 29">
              <a:extLst>
                <a:ext uri="{FF2B5EF4-FFF2-40B4-BE49-F238E27FC236}">
                  <a16:creationId xmlns:a16="http://schemas.microsoft.com/office/drawing/2014/main" xmlns="" id="{721CD0E6-DE8C-42F8-8B1D-9D0228033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1986"/>
              <a:ext cx="38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15213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7" name="Rectangle 30">
              <a:extLst>
                <a:ext uri="{FF2B5EF4-FFF2-40B4-BE49-F238E27FC236}">
                  <a16:creationId xmlns:a16="http://schemas.microsoft.com/office/drawing/2014/main" xmlns="" id="{29D5BDBE-DE34-47D2-9B3E-7898CB437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1993"/>
              <a:ext cx="38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3B 6D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8" name="Rectangle 31">
              <a:extLst>
                <a:ext uri="{FF2B5EF4-FFF2-40B4-BE49-F238E27FC236}">
                  <a16:creationId xmlns:a16="http://schemas.microsoft.com/office/drawing/2014/main" xmlns="" id="{961325CF-73D9-4551-8BC7-EA4B715EE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7" y="1993"/>
              <a:ext cx="13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00111011 01101101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19" name="Rectangle 32">
              <a:extLst>
                <a:ext uri="{FF2B5EF4-FFF2-40B4-BE49-F238E27FC236}">
                  <a16:creationId xmlns:a16="http://schemas.microsoft.com/office/drawing/2014/main" xmlns="" id="{52106BA2-A408-42E6-9F8C-368086D4C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970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0" name="Rectangle 33">
              <a:extLst>
                <a:ext uri="{FF2B5EF4-FFF2-40B4-BE49-F238E27FC236}">
                  <a16:creationId xmlns:a16="http://schemas.microsoft.com/office/drawing/2014/main" xmlns="" id="{7821CAC5-66EE-429B-A92D-F4CFA5E71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" y="1970"/>
              <a:ext cx="463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1" name="Rectangle 34">
              <a:extLst>
                <a:ext uri="{FF2B5EF4-FFF2-40B4-BE49-F238E27FC236}">
                  <a16:creationId xmlns:a16="http://schemas.microsoft.com/office/drawing/2014/main" xmlns="" id="{026368B5-94E1-40AF-BED6-EDC8B57FB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1970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2" name="Rectangle 35">
              <a:extLst>
                <a:ext uri="{FF2B5EF4-FFF2-40B4-BE49-F238E27FC236}">
                  <a16:creationId xmlns:a16="http://schemas.microsoft.com/office/drawing/2014/main" xmlns="" id="{68E53C0A-A925-4808-A8E7-0ADED29F2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1970"/>
              <a:ext cx="60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3" name="Rectangle 36">
              <a:extLst>
                <a:ext uri="{FF2B5EF4-FFF2-40B4-BE49-F238E27FC236}">
                  <a16:creationId xmlns:a16="http://schemas.microsoft.com/office/drawing/2014/main" xmlns="" id="{32BB4A0B-ECB8-487E-8B7F-BCAEFACD3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970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4" name="Rectangle 37">
              <a:extLst>
                <a:ext uri="{FF2B5EF4-FFF2-40B4-BE49-F238E27FC236}">
                  <a16:creationId xmlns:a16="http://schemas.microsoft.com/office/drawing/2014/main" xmlns="" id="{7DAD1794-01C8-47E1-808C-8C5606A87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1970"/>
              <a:ext cx="103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5" name="Rectangle 38">
              <a:extLst>
                <a:ext uri="{FF2B5EF4-FFF2-40B4-BE49-F238E27FC236}">
                  <a16:creationId xmlns:a16="http://schemas.microsoft.com/office/drawing/2014/main" xmlns="" id="{B71F192A-4E48-4939-A884-582C4E562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1970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6" name="Rectangle 39">
              <a:extLst>
                <a:ext uri="{FF2B5EF4-FFF2-40B4-BE49-F238E27FC236}">
                  <a16:creationId xmlns:a16="http://schemas.microsoft.com/office/drawing/2014/main" xmlns="" id="{C8D2995E-D75D-4874-ACA3-FE1FFF595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" y="1970"/>
              <a:ext cx="315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7" name="Rectangle 40">
              <a:extLst>
                <a:ext uri="{FF2B5EF4-FFF2-40B4-BE49-F238E27FC236}">
                  <a16:creationId xmlns:a16="http://schemas.microsoft.com/office/drawing/2014/main" xmlns="" id="{C6A79AD4-5C54-4BE5-B564-C791F6D15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1970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8" name="Rectangle 41">
              <a:extLst>
                <a:ext uri="{FF2B5EF4-FFF2-40B4-BE49-F238E27FC236}">
                  <a16:creationId xmlns:a16="http://schemas.microsoft.com/office/drawing/2014/main" xmlns="" id="{EB0BFEF3-3E63-429A-8DDC-5FF28735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982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29" name="Rectangle 42">
              <a:extLst>
                <a:ext uri="{FF2B5EF4-FFF2-40B4-BE49-F238E27FC236}">
                  <a16:creationId xmlns:a16="http://schemas.microsoft.com/office/drawing/2014/main" xmlns="" id="{F462859A-32F8-4C09-AADE-53C13BF87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1982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0" name="Rectangle 43">
              <a:extLst>
                <a:ext uri="{FF2B5EF4-FFF2-40B4-BE49-F238E27FC236}">
                  <a16:creationId xmlns:a16="http://schemas.microsoft.com/office/drawing/2014/main" xmlns="" id="{28D55B51-816E-4497-B794-0C2DA1D42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982"/>
              <a:ext cx="11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1" name="Rectangle 44">
              <a:extLst>
                <a:ext uri="{FF2B5EF4-FFF2-40B4-BE49-F238E27FC236}">
                  <a16:creationId xmlns:a16="http://schemas.microsoft.com/office/drawing/2014/main" xmlns="" id="{480A5DE9-E729-485D-96B9-2D3E2DC46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1982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2" name="Rectangle 45">
              <a:extLst>
                <a:ext uri="{FF2B5EF4-FFF2-40B4-BE49-F238E27FC236}">
                  <a16:creationId xmlns:a16="http://schemas.microsoft.com/office/drawing/2014/main" xmlns="" id="{E421B328-3FC2-41DB-BBEA-96AA175F4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1982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3" name="Rectangle 46">
              <a:extLst>
                <a:ext uri="{FF2B5EF4-FFF2-40B4-BE49-F238E27FC236}">
                  <a16:creationId xmlns:a16="http://schemas.microsoft.com/office/drawing/2014/main" xmlns="" id="{1A9E32D6-4F75-4D63-A857-B210B4D26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" y="2170"/>
              <a:ext cx="15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ix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4" name="Rectangle 47">
              <a:extLst>
                <a:ext uri="{FF2B5EF4-FFF2-40B4-BE49-F238E27FC236}">
                  <a16:creationId xmlns:a16="http://schemas.microsoft.com/office/drawing/2014/main" xmlns="" id="{3D018A22-8A5F-4B0F-AD31-74F0CF280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164"/>
              <a:ext cx="38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15213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5" name="Rectangle 48">
              <a:extLst>
                <a:ext uri="{FF2B5EF4-FFF2-40B4-BE49-F238E27FC236}">
                  <a16:creationId xmlns:a16="http://schemas.microsoft.com/office/drawing/2014/main" xmlns="" id="{68294D06-97E2-4EDE-92EB-3A73C49A9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" y="2170"/>
              <a:ext cx="85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 00 3B 6D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6" name="Rectangle 49">
              <a:extLst>
                <a:ext uri="{FF2B5EF4-FFF2-40B4-BE49-F238E27FC236}">
                  <a16:creationId xmlns:a16="http://schemas.microsoft.com/office/drawing/2014/main" xmlns="" id="{79DAD40F-E78C-4659-A5F7-07DC5BFD4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7" y="2170"/>
              <a:ext cx="2721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00000000 00000000 00111011 01101101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7" name="Rectangle 50">
              <a:extLst>
                <a:ext uri="{FF2B5EF4-FFF2-40B4-BE49-F238E27FC236}">
                  <a16:creationId xmlns:a16="http://schemas.microsoft.com/office/drawing/2014/main" xmlns="" id="{F0725AC3-0FD4-4FB7-945F-42D053EA7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147"/>
              <a:ext cx="1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8" name="Rectangle 51">
              <a:extLst>
                <a:ext uri="{FF2B5EF4-FFF2-40B4-BE49-F238E27FC236}">
                  <a16:creationId xmlns:a16="http://schemas.microsoft.com/office/drawing/2014/main" xmlns="" id="{73AD9883-F716-404A-810E-989F9834E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" y="2147"/>
              <a:ext cx="463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39" name="Rectangle 52">
              <a:extLst>
                <a:ext uri="{FF2B5EF4-FFF2-40B4-BE49-F238E27FC236}">
                  <a16:creationId xmlns:a16="http://schemas.microsoft.com/office/drawing/2014/main" xmlns="" id="{8B39731B-135B-44C2-A85B-552B142E3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2147"/>
              <a:ext cx="1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0" name="Rectangle 53">
              <a:extLst>
                <a:ext uri="{FF2B5EF4-FFF2-40B4-BE49-F238E27FC236}">
                  <a16:creationId xmlns:a16="http://schemas.microsoft.com/office/drawing/2014/main" xmlns="" id="{270B2D1D-01EC-4738-8561-C4D0F2940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147"/>
              <a:ext cx="60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1" name="Rectangle 54">
              <a:extLst>
                <a:ext uri="{FF2B5EF4-FFF2-40B4-BE49-F238E27FC236}">
                  <a16:creationId xmlns:a16="http://schemas.microsoft.com/office/drawing/2014/main" xmlns="" id="{6F1BD5BE-B1EA-4F1F-8FA7-87A4D783F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147"/>
              <a:ext cx="11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2" name="Rectangle 55">
              <a:extLst>
                <a:ext uri="{FF2B5EF4-FFF2-40B4-BE49-F238E27FC236}">
                  <a16:creationId xmlns:a16="http://schemas.microsoft.com/office/drawing/2014/main" xmlns="" id="{53E4B334-C235-40EE-941E-19B3807D5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2147"/>
              <a:ext cx="103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3" name="Rectangle 56">
              <a:extLst>
                <a:ext uri="{FF2B5EF4-FFF2-40B4-BE49-F238E27FC236}">
                  <a16:creationId xmlns:a16="http://schemas.microsoft.com/office/drawing/2014/main" xmlns="" id="{35095F6D-D5C2-4A5B-80A3-AA79B4D4C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147"/>
              <a:ext cx="1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4" name="Rectangle 57">
              <a:extLst>
                <a:ext uri="{FF2B5EF4-FFF2-40B4-BE49-F238E27FC236}">
                  <a16:creationId xmlns:a16="http://schemas.microsoft.com/office/drawing/2014/main" xmlns="" id="{CF6D459A-5E0A-4180-8C47-1D64A9129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" y="2147"/>
              <a:ext cx="31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5" name="Rectangle 58">
              <a:extLst>
                <a:ext uri="{FF2B5EF4-FFF2-40B4-BE49-F238E27FC236}">
                  <a16:creationId xmlns:a16="http://schemas.microsoft.com/office/drawing/2014/main" xmlns="" id="{4BD11244-3016-4E3C-8C65-45AE5E03C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147"/>
              <a:ext cx="12" cy="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6" name="Rectangle 59">
              <a:extLst>
                <a:ext uri="{FF2B5EF4-FFF2-40B4-BE49-F238E27FC236}">
                  <a16:creationId xmlns:a16="http://schemas.microsoft.com/office/drawing/2014/main" xmlns="" id="{C93EFF3A-20E0-4FAA-85E1-2A73DD23E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160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7" name="Rectangle 60">
              <a:extLst>
                <a:ext uri="{FF2B5EF4-FFF2-40B4-BE49-F238E27FC236}">
                  <a16:creationId xmlns:a16="http://schemas.microsoft.com/office/drawing/2014/main" xmlns="" id="{522C795B-46AF-4DD0-96E0-BC97658D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2160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8" name="Rectangle 61">
              <a:extLst>
                <a:ext uri="{FF2B5EF4-FFF2-40B4-BE49-F238E27FC236}">
                  <a16:creationId xmlns:a16="http://schemas.microsoft.com/office/drawing/2014/main" xmlns="" id="{B0C4A037-ED85-412B-BDF0-02656600A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160"/>
              <a:ext cx="11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49" name="Rectangle 62">
              <a:extLst>
                <a:ext uri="{FF2B5EF4-FFF2-40B4-BE49-F238E27FC236}">
                  <a16:creationId xmlns:a16="http://schemas.microsoft.com/office/drawing/2014/main" xmlns="" id="{5186E56D-72E1-48E5-9933-A96B64A30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160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0" name="Rectangle 63">
              <a:extLst>
                <a:ext uri="{FF2B5EF4-FFF2-40B4-BE49-F238E27FC236}">
                  <a16:creationId xmlns:a16="http://schemas.microsoft.com/office/drawing/2014/main" xmlns="" id="{C0BA59E9-CCB8-47E7-9F45-9A4238E2D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160"/>
              <a:ext cx="12" cy="16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1" name="Rectangle 64">
              <a:extLst>
                <a:ext uri="{FF2B5EF4-FFF2-40B4-BE49-F238E27FC236}">
                  <a16:creationId xmlns:a16="http://schemas.microsoft.com/office/drawing/2014/main" xmlns="" id="{FBCCF612-F7B9-4DF8-B300-1E85E6113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" y="2348"/>
              <a:ext cx="7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y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2" name="Rectangle 65">
              <a:extLst>
                <a:ext uri="{FF2B5EF4-FFF2-40B4-BE49-F238E27FC236}">
                  <a16:creationId xmlns:a16="http://schemas.microsoft.com/office/drawing/2014/main" xmlns="" id="{FBC54165-C5C1-488B-B83C-2333857A1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341"/>
              <a:ext cx="46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-15213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3" name="Rectangle 66">
              <a:extLst>
                <a:ext uri="{FF2B5EF4-FFF2-40B4-BE49-F238E27FC236}">
                  <a16:creationId xmlns:a16="http://schemas.microsoft.com/office/drawing/2014/main" xmlns="" id="{24D48CEC-A607-40EA-8AD9-9E4789723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6" y="2348"/>
              <a:ext cx="38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C4 93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4" name="Rectangle 67">
              <a:extLst>
                <a:ext uri="{FF2B5EF4-FFF2-40B4-BE49-F238E27FC236}">
                  <a16:creationId xmlns:a16="http://schemas.microsoft.com/office/drawing/2014/main" xmlns="" id="{832AB77B-444C-4923-A883-165A74CB5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7" y="2348"/>
              <a:ext cx="13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1000100 10010011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5" name="Rectangle 68">
              <a:extLst>
                <a:ext uri="{FF2B5EF4-FFF2-40B4-BE49-F238E27FC236}">
                  <a16:creationId xmlns:a16="http://schemas.microsoft.com/office/drawing/2014/main" xmlns="" id="{3C2F3814-157C-4E17-9C1C-00CD15538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32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6" name="Rectangle 69">
              <a:extLst>
                <a:ext uri="{FF2B5EF4-FFF2-40B4-BE49-F238E27FC236}">
                  <a16:creationId xmlns:a16="http://schemas.microsoft.com/office/drawing/2014/main" xmlns="" id="{081B58D8-DEB8-4CB1-8C7E-EC4C516A3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" y="2325"/>
              <a:ext cx="463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7" name="Rectangle 70">
              <a:extLst>
                <a:ext uri="{FF2B5EF4-FFF2-40B4-BE49-F238E27FC236}">
                  <a16:creationId xmlns:a16="http://schemas.microsoft.com/office/drawing/2014/main" xmlns="" id="{0248D214-48F8-4E9B-8414-70AE341EB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232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8" name="Rectangle 71">
              <a:extLst>
                <a:ext uri="{FF2B5EF4-FFF2-40B4-BE49-F238E27FC236}">
                  <a16:creationId xmlns:a16="http://schemas.microsoft.com/office/drawing/2014/main" xmlns="" id="{A2E11A09-F5F2-4319-9E7A-B8E475FF0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325"/>
              <a:ext cx="60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59" name="Rectangle 72">
              <a:extLst>
                <a:ext uri="{FF2B5EF4-FFF2-40B4-BE49-F238E27FC236}">
                  <a16:creationId xmlns:a16="http://schemas.microsoft.com/office/drawing/2014/main" xmlns="" id="{DD0BA10C-4E89-4860-B08E-427D5D0CF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32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0" name="Rectangle 73">
              <a:extLst>
                <a:ext uri="{FF2B5EF4-FFF2-40B4-BE49-F238E27FC236}">
                  <a16:creationId xmlns:a16="http://schemas.microsoft.com/office/drawing/2014/main" xmlns="" id="{963CAB4C-6C03-4EA8-B483-62A4CDF2B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2325"/>
              <a:ext cx="103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1" name="Rectangle 74">
              <a:extLst>
                <a:ext uri="{FF2B5EF4-FFF2-40B4-BE49-F238E27FC236}">
                  <a16:creationId xmlns:a16="http://schemas.microsoft.com/office/drawing/2014/main" xmlns="" id="{021F0643-3163-432A-920B-4D1C8EFE7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32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2" name="Rectangle 75">
              <a:extLst>
                <a:ext uri="{FF2B5EF4-FFF2-40B4-BE49-F238E27FC236}">
                  <a16:creationId xmlns:a16="http://schemas.microsoft.com/office/drawing/2014/main" xmlns="" id="{E5484712-2490-4230-8DFE-B310181BF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" y="2325"/>
              <a:ext cx="315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3" name="Rectangle 76">
              <a:extLst>
                <a:ext uri="{FF2B5EF4-FFF2-40B4-BE49-F238E27FC236}">
                  <a16:creationId xmlns:a16="http://schemas.microsoft.com/office/drawing/2014/main" xmlns="" id="{29AD9C77-1656-483F-B9D9-CB7E0E915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32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4" name="Rectangle 77">
              <a:extLst>
                <a:ext uri="{FF2B5EF4-FFF2-40B4-BE49-F238E27FC236}">
                  <a16:creationId xmlns:a16="http://schemas.microsoft.com/office/drawing/2014/main" xmlns="" id="{203EBACF-68E6-455C-8C8E-6BAB9F7E1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337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5" name="Rectangle 78">
              <a:extLst>
                <a:ext uri="{FF2B5EF4-FFF2-40B4-BE49-F238E27FC236}">
                  <a16:creationId xmlns:a16="http://schemas.microsoft.com/office/drawing/2014/main" xmlns="" id="{E424B8C2-9304-4533-84E4-C671A5BB5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2337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6" name="Rectangle 79">
              <a:extLst>
                <a:ext uri="{FF2B5EF4-FFF2-40B4-BE49-F238E27FC236}">
                  <a16:creationId xmlns:a16="http://schemas.microsoft.com/office/drawing/2014/main" xmlns="" id="{9DD2EC42-BDBF-4E8D-8F83-68DF38DEE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337"/>
              <a:ext cx="11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7" name="Rectangle 80">
              <a:extLst>
                <a:ext uri="{FF2B5EF4-FFF2-40B4-BE49-F238E27FC236}">
                  <a16:creationId xmlns:a16="http://schemas.microsoft.com/office/drawing/2014/main" xmlns="" id="{2B96FCD9-D7EE-45B0-9373-46D4E7A32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337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8" name="Rectangle 81">
              <a:extLst>
                <a:ext uri="{FF2B5EF4-FFF2-40B4-BE49-F238E27FC236}">
                  <a16:creationId xmlns:a16="http://schemas.microsoft.com/office/drawing/2014/main" xmlns="" id="{C6CEBE0A-893A-4328-9996-E13DE984C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337"/>
              <a:ext cx="12" cy="16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69" name="Rectangle 82">
              <a:extLst>
                <a:ext uri="{FF2B5EF4-FFF2-40B4-BE49-F238E27FC236}">
                  <a16:creationId xmlns:a16="http://schemas.microsoft.com/office/drawing/2014/main" xmlns="" id="{DA73666F-BC6E-4519-B716-C16AF4809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" y="2526"/>
              <a:ext cx="15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iy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0" name="Rectangle 83">
              <a:extLst>
                <a:ext uri="{FF2B5EF4-FFF2-40B4-BE49-F238E27FC236}">
                  <a16:creationId xmlns:a16="http://schemas.microsoft.com/office/drawing/2014/main" xmlns="" id="{26D3F77A-CE6B-47BE-9188-1122B4948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" y="2519"/>
              <a:ext cx="46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-15213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1" name="Rectangle 84">
              <a:extLst>
                <a:ext uri="{FF2B5EF4-FFF2-40B4-BE49-F238E27FC236}">
                  <a16:creationId xmlns:a16="http://schemas.microsoft.com/office/drawing/2014/main" xmlns="" id="{5DD65BFF-2B98-4C3B-A92C-D5813F9A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" y="2526"/>
              <a:ext cx="855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FF FF C4 93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2" name="Rectangle 85">
              <a:extLst>
                <a:ext uri="{FF2B5EF4-FFF2-40B4-BE49-F238E27FC236}">
                  <a16:creationId xmlns:a16="http://schemas.microsoft.com/office/drawing/2014/main" xmlns="" id="{E5B69315-A58C-4B4E-B383-6F2F3FD8A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7" y="2526"/>
              <a:ext cx="2721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en-US" altLang="zh-CN" sz="1600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11111111 11111111 1</a:t>
              </a:r>
              <a:r>
                <a:rPr lang="en-US" altLang="zh-CN" sz="16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1000100 10010011</a:t>
              </a:r>
              <a:endParaRPr lang="en-US" altLang="zh-CN" sz="16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3" name="Rectangle 86">
              <a:extLst>
                <a:ext uri="{FF2B5EF4-FFF2-40B4-BE49-F238E27FC236}">
                  <a16:creationId xmlns:a16="http://schemas.microsoft.com/office/drawing/2014/main" xmlns="" id="{1A8962F1-6938-44D9-BBAF-15A93A1DD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503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4" name="Rectangle 87">
              <a:extLst>
                <a:ext uri="{FF2B5EF4-FFF2-40B4-BE49-F238E27FC236}">
                  <a16:creationId xmlns:a16="http://schemas.microsoft.com/office/drawing/2014/main" xmlns="" id="{22BDDA5F-7341-462B-BF28-D2B42C736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" y="2503"/>
              <a:ext cx="463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5" name="Rectangle 88">
              <a:extLst>
                <a:ext uri="{FF2B5EF4-FFF2-40B4-BE49-F238E27FC236}">
                  <a16:creationId xmlns:a16="http://schemas.microsoft.com/office/drawing/2014/main" xmlns="" id="{0CDCE2B5-CE1C-4C47-92FF-2F8AF1F27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2503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6" name="Rectangle 89">
              <a:extLst>
                <a:ext uri="{FF2B5EF4-FFF2-40B4-BE49-F238E27FC236}">
                  <a16:creationId xmlns:a16="http://schemas.microsoft.com/office/drawing/2014/main" xmlns="" id="{26EC5288-AFB6-4EBB-B9D9-C4938704C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503"/>
              <a:ext cx="60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7" name="Rectangle 90">
              <a:extLst>
                <a:ext uri="{FF2B5EF4-FFF2-40B4-BE49-F238E27FC236}">
                  <a16:creationId xmlns:a16="http://schemas.microsoft.com/office/drawing/2014/main" xmlns="" id="{A6E2AB74-D98E-47B5-ADB3-D56728090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503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8" name="Rectangle 91">
              <a:extLst>
                <a:ext uri="{FF2B5EF4-FFF2-40B4-BE49-F238E27FC236}">
                  <a16:creationId xmlns:a16="http://schemas.microsoft.com/office/drawing/2014/main" xmlns="" id="{84B8621A-042A-4BDD-A944-EC20D3618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2503"/>
              <a:ext cx="103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79" name="Rectangle 92">
              <a:extLst>
                <a:ext uri="{FF2B5EF4-FFF2-40B4-BE49-F238E27FC236}">
                  <a16:creationId xmlns:a16="http://schemas.microsoft.com/office/drawing/2014/main" xmlns="" id="{6ED2B801-A3F2-4E5E-8D80-942104248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503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0" name="Rectangle 93">
              <a:extLst>
                <a:ext uri="{FF2B5EF4-FFF2-40B4-BE49-F238E27FC236}">
                  <a16:creationId xmlns:a16="http://schemas.microsoft.com/office/drawing/2014/main" xmlns="" id="{EE35A72F-844A-4D62-B74E-DC13F2CC0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" y="2503"/>
              <a:ext cx="315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1" name="Rectangle 94">
              <a:extLst>
                <a:ext uri="{FF2B5EF4-FFF2-40B4-BE49-F238E27FC236}">
                  <a16:creationId xmlns:a16="http://schemas.microsoft.com/office/drawing/2014/main" xmlns="" id="{348F828F-6373-48B8-908F-AD3BFD14D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503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2" name="Rectangle 95">
              <a:extLst>
                <a:ext uri="{FF2B5EF4-FFF2-40B4-BE49-F238E27FC236}">
                  <a16:creationId xmlns:a16="http://schemas.microsoft.com/office/drawing/2014/main" xmlns="" id="{DA1F6030-7F2B-44B9-AFDF-3963D60D8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515"/>
              <a:ext cx="12" cy="16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3" name="Rectangle 96">
              <a:extLst>
                <a:ext uri="{FF2B5EF4-FFF2-40B4-BE49-F238E27FC236}">
                  <a16:creationId xmlns:a16="http://schemas.microsoft.com/office/drawing/2014/main" xmlns="" id="{FB1B405D-9CE6-4AF2-AF16-18B5C05D0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4" name="Rectangle 97">
              <a:extLst>
                <a:ext uri="{FF2B5EF4-FFF2-40B4-BE49-F238E27FC236}">
                  <a16:creationId xmlns:a16="http://schemas.microsoft.com/office/drawing/2014/main" xmlns="" id="{2DA2D5B9-9F2B-43D5-ACCC-F9FD9A91D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679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5" name="Rectangle 98">
              <a:extLst>
                <a:ext uri="{FF2B5EF4-FFF2-40B4-BE49-F238E27FC236}">
                  <a16:creationId xmlns:a16="http://schemas.microsoft.com/office/drawing/2014/main" xmlns="" id="{AEE3B16C-2AB5-4AF0-A6FE-102269CCA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" y="2679"/>
              <a:ext cx="463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6" name="Rectangle 99">
              <a:extLst>
                <a:ext uri="{FF2B5EF4-FFF2-40B4-BE49-F238E27FC236}">
                  <a16:creationId xmlns:a16="http://schemas.microsoft.com/office/drawing/2014/main" xmlns="" id="{66E4CF36-4595-4C10-9533-63DF56C74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2515"/>
              <a:ext cx="12" cy="16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7" name="Rectangle 100">
              <a:extLst>
                <a:ext uri="{FF2B5EF4-FFF2-40B4-BE49-F238E27FC236}">
                  <a16:creationId xmlns:a16="http://schemas.microsoft.com/office/drawing/2014/main" xmlns="" id="{279C34C2-5662-4A78-A25C-5410CA14F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" y="2679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8" name="Rectangle 101">
              <a:extLst>
                <a:ext uri="{FF2B5EF4-FFF2-40B4-BE49-F238E27FC236}">
                  <a16:creationId xmlns:a16="http://schemas.microsoft.com/office/drawing/2014/main" xmlns="" id="{23D09772-C3B8-495D-85AD-33E46A7BC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679"/>
              <a:ext cx="60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89" name="Rectangle 102">
              <a:extLst>
                <a:ext uri="{FF2B5EF4-FFF2-40B4-BE49-F238E27FC236}">
                  <a16:creationId xmlns:a16="http://schemas.microsoft.com/office/drawing/2014/main" xmlns="" id="{23EE4F7A-6E17-4839-BCFA-FBCCA2E86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515"/>
              <a:ext cx="11" cy="16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0" name="Rectangle 103">
              <a:extLst>
                <a:ext uri="{FF2B5EF4-FFF2-40B4-BE49-F238E27FC236}">
                  <a16:creationId xmlns:a16="http://schemas.microsoft.com/office/drawing/2014/main" xmlns="" id="{EA4C9E5F-B8FE-4BBE-A988-66D176A50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679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1" name="Rectangle 104">
              <a:extLst>
                <a:ext uri="{FF2B5EF4-FFF2-40B4-BE49-F238E27FC236}">
                  <a16:creationId xmlns:a16="http://schemas.microsoft.com/office/drawing/2014/main" xmlns="" id="{82A8FDB4-ECAE-48D7-AD17-081130D10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2679"/>
              <a:ext cx="103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2" name="Rectangle 105">
              <a:extLst>
                <a:ext uri="{FF2B5EF4-FFF2-40B4-BE49-F238E27FC236}">
                  <a16:creationId xmlns:a16="http://schemas.microsoft.com/office/drawing/2014/main" xmlns="" id="{52DF5B4E-B5A3-431E-90F0-E0D1630E4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515"/>
              <a:ext cx="12" cy="16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3" name="Rectangle 106">
              <a:extLst>
                <a:ext uri="{FF2B5EF4-FFF2-40B4-BE49-F238E27FC236}">
                  <a16:creationId xmlns:a16="http://schemas.microsoft.com/office/drawing/2014/main" xmlns="" id="{0913CF2F-A4C3-4D4A-AB33-894BE4D61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5" y="2679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4" name="Rectangle 107">
              <a:extLst>
                <a:ext uri="{FF2B5EF4-FFF2-40B4-BE49-F238E27FC236}">
                  <a16:creationId xmlns:a16="http://schemas.microsoft.com/office/drawing/2014/main" xmlns="" id="{D2544453-5C88-4001-B388-AB21C92D4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7" y="2679"/>
              <a:ext cx="31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5" name="Rectangle 108">
              <a:extLst>
                <a:ext uri="{FF2B5EF4-FFF2-40B4-BE49-F238E27FC236}">
                  <a16:creationId xmlns:a16="http://schemas.microsoft.com/office/drawing/2014/main" xmlns="" id="{FA035AAA-2670-45AB-AF76-A6CD76384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515"/>
              <a:ext cx="12" cy="16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6" name="Rectangle 109">
              <a:extLst>
                <a:ext uri="{FF2B5EF4-FFF2-40B4-BE49-F238E27FC236}">
                  <a16:creationId xmlns:a16="http://schemas.microsoft.com/office/drawing/2014/main" xmlns="" id="{86BC494A-737E-484F-B4AD-939216163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997" name="Rectangle 110">
              <a:extLst>
                <a:ext uri="{FF2B5EF4-FFF2-40B4-BE49-F238E27FC236}">
                  <a16:creationId xmlns:a16="http://schemas.microsoft.com/office/drawing/2014/main" xmlns="" id="{588E9B18-0381-468F-B8DC-2C4EF2C3F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" y="2679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endParaRPr lang="en-US" altLang="zh-CN" sz="160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</p:cSld>
  <p:clrMapOvr>
    <a:masterClrMapping/>
  </p:clrMapOvr>
  <p:transition spd="med">
    <p:pull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xmlns="" id="{7830C131-6963-4661-8A9B-43B06DA92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xmlns="" id="{315AC49B-9EC7-4584-89B1-18455D5BD4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800"/>
              <a:t>一个</a:t>
            </a:r>
            <a:r>
              <a:rPr lang="en-US" altLang="zh-CN" sz="2800"/>
              <a:t>C</a:t>
            </a:r>
            <a:r>
              <a:rPr lang="zh-CN" altLang="en-US" sz="2800"/>
              <a:t>语言程序在一台</a:t>
            </a:r>
            <a:r>
              <a:rPr lang="en-US" altLang="zh-CN" sz="2800"/>
              <a:t>32</a:t>
            </a:r>
            <a:r>
              <a:rPr lang="zh-CN" altLang="en-US" sz="2800"/>
              <a:t>位机器上运行。程序中定义了三个变量</a:t>
            </a:r>
            <a:r>
              <a:rPr lang="en-US" altLang="zh-CN" sz="2800"/>
              <a:t>x</a:t>
            </a:r>
            <a:r>
              <a:rPr lang="zh-CN" altLang="en-US" sz="2800"/>
              <a:t>、</a:t>
            </a:r>
            <a:r>
              <a:rPr lang="en-US" altLang="zh-CN" sz="2800"/>
              <a:t>y</a:t>
            </a:r>
            <a:r>
              <a:rPr lang="zh-CN" altLang="en-US" sz="2800"/>
              <a:t>、</a:t>
            </a:r>
            <a:r>
              <a:rPr lang="en-US" altLang="zh-CN" sz="2800"/>
              <a:t>z</a:t>
            </a:r>
            <a:r>
              <a:rPr lang="zh-CN" altLang="en-US" sz="2800"/>
              <a:t>，其中</a:t>
            </a:r>
            <a:r>
              <a:rPr lang="en-US" altLang="zh-CN" sz="2800"/>
              <a:t>x</a:t>
            </a:r>
            <a:r>
              <a:rPr lang="zh-CN" altLang="en-US" sz="2800"/>
              <a:t>和</a:t>
            </a:r>
            <a:r>
              <a:rPr lang="en-US" altLang="zh-CN" sz="2800"/>
              <a:t>z</a:t>
            </a:r>
            <a:r>
              <a:rPr lang="zh-CN" altLang="en-US" sz="2800"/>
              <a:t>是</a:t>
            </a:r>
            <a:r>
              <a:rPr lang="en-US" altLang="zh-CN" sz="2800"/>
              <a:t>int</a:t>
            </a:r>
            <a:r>
              <a:rPr lang="zh-CN" altLang="en-US" sz="2800"/>
              <a:t>型，</a:t>
            </a:r>
            <a:r>
              <a:rPr lang="en-US" altLang="zh-CN" sz="2800"/>
              <a:t>y</a:t>
            </a:r>
            <a:r>
              <a:rPr lang="zh-CN" altLang="en-US" sz="2800"/>
              <a:t>为</a:t>
            </a:r>
            <a:r>
              <a:rPr lang="en-US" altLang="zh-CN" sz="2800"/>
              <a:t>short</a:t>
            </a:r>
            <a:r>
              <a:rPr lang="zh-CN" altLang="en-US" sz="2800"/>
              <a:t>型。当</a:t>
            </a:r>
            <a:r>
              <a:rPr lang="en-US" altLang="zh-CN" sz="2800"/>
              <a:t>x=127</a:t>
            </a:r>
            <a:r>
              <a:rPr lang="zh-CN" altLang="en-US" sz="2800"/>
              <a:t>，</a:t>
            </a:r>
            <a:r>
              <a:rPr lang="en-US" altLang="zh-CN" sz="2800"/>
              <a:t>y=-9</a:t>
            </a:r>
            <a:r>
              <a:rPr lang="zh-CN" altLang="en-US" sz="2800"/>
              <a:t>时，执行赋值语句</a:t>
            </a:r>
            <a:r>
              <a:rPr lang="en-US" altLang="zh-CN" sz="2800"/>
              <a:t>z=x+y</a:t>
            </a:r>
            <a:r>
              <a:rPr lang="zh-CN" altLang="en-US" sz="2800"/>
              <a:t>后，</a:t>
            </a:r>
            <a:r>
              <a:rPr lang="en-US" altLang="zh-CN" sz="2800"/>
              <a:t>x</a:t>
            </a:r>
            <a:r>
              <a:rPr lang="zh-CN" altLang="en-US" sz="2800"/>
              <a:t>、</a:t>
            </a:r>
            <a:r>
              <a:rPr lang="en-US" altLang="zh-CN" sz="2800"/>
              <a:t>y</a:t>
            </a:r>
            <a:r>
              <a:rPr lang="zh-CN" altLang="en-US" sz="2800"/>
              <a:t>、</a:t>
            </a:r>
            <a:r>
              <a:rPr lang="en-US" altLang="zh-CN" sz="2800"/>
              <a:t>z</a:t>
            </a:r>
            <a:r>
              <a:rPr lang="zh-CN" altLang="en-US" sz="2800"/>
              <a:t>的值分别是 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800"/>
              <a:t> </a:t>
            </a:r>
            <a:r>
              <a:rPr lang="en-US" altLang="zh-CN" sz="2800"/>
              <a:t>A</a:t>
            </a:r>
            <a:r>
              <a:rPr lang="zh-CN" altLang="en-US" sz="2800"/>
              <a:t>．</a:t>
            </a:r>
            <a:r>
              <a:rPr lang="en-US" altLang="zh-CN" sz="2800"/>
              <a:t>x=0000007FH</a:t>
            </a:r>
            <a:r>
              <a:rPr lang="zh-CN" altLang="en-US" sz="2800"/>
              <a:t>，</a:t>
            </a:r>
            <a:r>
              <a:rPr lang="en-US" altLang="zh-CN" sz="2800"/>
              <a:t>y=FFF9H</a:t>
            </a:r>
            <a:r>
              <a:rPr lang="zh-CN" altLang="en-US" sz="2800"/>
              <a:t>，</a:t>
            </a:r>
            <a:r>
              <a:rPr lang="en-US" altLang="zh-CN" sz="2800"/>
              <a:t>z=00000076H 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/>
              <a:t> B</a:t>
            </a:r>
            <a:r>
              <a:rPr lang="zh-CN" altLang="en-US" sz="2800"/>
              <a:t>．</a:t>
            </a:r>
            <a:r>
              <a:rPr lang="en-US" altLang="zh-CN" sz="2800"/>
              <a:t>x=0000007FH</a:t>
            </a:r>
            <a:r>
              <a:rPr lang="zh-CN" altLang="en-US" sz="2800"/>
              <a:t>，</a:t>
            </a:r>
            <a:r>
              <a:rPr lang="en-US" altLang="zh-CN" sz="2800"/>
              <a:t>y=FFF9H</a:t>
            </a:r>
            <a:r>
              <a:rPr lang="zh-CN" altLang="en-US" sz="2800"/>
              <a:t>，</a:t>
            </a:r>
            <a:r>
              <a:rPr lang="en-US" altLang="zh-CN" sz="2800"/>
              <a:t>z=FFFF0076H 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/>
              <a:t> C</a:t>
            </a:r>
            <a:r>
              <a:rPr lang="zh-CN" altLang="en-US" sz="2800"/>
              <a:t>．</a:t>
            </a:r>
            <a:r>
              <a:rPr lang="en-US" altLang="zh-CN" sz="2800"/>
              <a:t>x=0000007FH</a:t>
            </a:r>
            <a:r>
              <a:rPr lang="zh-CN" altLang="en-US" sz="2800"/>
              <a:t>，</a:t>
            </a:r>
            <a:r>
              <a:rPr lang="en-US" altLang="zh-CN" sz="2800"/>
              <a:t>y=FFF7H</a:t>
            </a:r>
            <a:r>
              <a:rPr lang="zh-CN" altLang="en-US" sz="2800"/>
              <a:t>，</a:t>
            </a:r>
            <a:r>
              <a:rPr lang="en-US" altLang="zh-CN" sz="2800"/>
              <a:t>z=FFFF0076H 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/>
              <a:t> D</a:t>
            </a:r>
            <a:r>
              <a:rPr lang="zh-CN" altLang="en-US" sz="2800"/>
              <a:t>．</a:t>
            </a:r>
            <a:r>
              <a:rPr lang="en-US" altLang="zh-CN" sz="2800"/>
              <a:t>x=0000007FH</a:t>
            </a:r>
            <a:r>
              <a:rPr lang="zh-CN" altLang="en-US" sz="2800"/>
              <a:t>，</a:t>
            </a:r>
            <a:r>
              <a:rPr lang="en-US" altLang="zh-CN" sz="2800"/>
              <a:t>y=FFF7H</a:t>
            </a:r>
            <a:r>
              <a:rPr lang="zh-CN" altLang="en-US" sz="2800"/>
              <a:t>，</a:t>
            </a:r>
            <a:r>
              <a:rPr lang="en-US" altLang="zh-CN" sz="2800"/>
              <a:t>z=00000076H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  <p:transition spd="med">
    <p:pull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6B8B08B-97E5-4CB6-B01B-CD088B8BD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例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0963" name="内容占位符 2">
            <a:extLst>
              <a:ext uri="{FF2B5EF4-FFF2-40B4-BE49-F238E27FC236}">
                <a16:creationId xmlns:a16="http://schemas.microsoft.com/office/drawing/2014/main" xmlns="" id="{E7D9382B-B460-4188-B84D-9AFBA5A89A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65" name="图片 4">
            <a:extLst>
              <a:ext uri="{FF2B5EF4-FFF2-40B4-BE49-F238E27FC236}">
                <a16:creationId xmlns:a16="http://schemas.microsoft.com/office/drawing/2014/main" xmlns="" id="{7B50022D-3A93-484D-A471-F661736C8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9" y="1143000"/>
            <a:ext cx="8729662" cy="214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12B2404-017E-48B1-B7CF-43CC1630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例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011" name="内容占位符 2">
            <a:extLst>
              <a:ext uri="{FF2B5EF4-FFF2-40B4-BE49-F238E27FC236}">
                <a16:creationId xmlns:a16="http://schemas.microsoft.com/office/drawing/2014/main" xmlns="" id="{D2C2E975-549C-4848-BFC8-6FE6E5D78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若</a:t>
            </a:r>
            <a:r>
              <a:rPr lang="en-US" altLang="zh-CN"/>
              <a:t>x=103, y=-25,</a:t>
            </a:r>
            <a:r>
              <a:rPr lang="zh-CN" altLang="en-US"/>
              <a:t>则下列表达式采用</a:t>
            </a:r>
            <a:r>
              <a:rPr lang="en-US" altLang="zh-CN"/>
              <a:t>8</a:t>
            </a:r>
            <a:r>
              <a:rPr lang="zh-CN" altLang="en-US"/>
              <a:t>位定点补码运算实现时，会发生溢出的是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/>
              <a:t>A  x+y    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/>
              <a:t>B  -x+y     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/>
              <a:t>C  x-y      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/>
              <a:t>D   -x-y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>
            <a:extLst>
              <a:ext uri="{FF2B5EF4-FFF2-40B4-BE49-F238E27FC236}">
                <a16:creationId xmlns:a16="http://schemas.microsoft.com/office/drawing/2014/main" xmlns="" id="{E70CF6A3-C1C4-4195-956A-679730D9F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移位操作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xmlns="" id="{F39C02C3-A0E5-48C3-884F-679F5D3E1B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812" y="1198843"/>
            <a:ext cx="8532812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机器中的移位操作是一种运算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左移</a:t>
            </a:r>
            <a:r>
              <a:rPr lang="en-US" altLang="zh-CN" dirty="0"/>
              <a:t>1</a:t>
            </a:r>
            <a:r>
              <a:rPr lang="zh-CN" altLang="en-US" dirty="0"/>
              <a:t>位  绝对值扩大，即：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右移</a:t>
            </a:r>
            <a:r>
              <a:rPr lang="en-US" altLang="zh-CN" dirty="0"/>
              <a:t>1</a:t>
            </a:r>
            <a:r>
              <a:rPr lang="zh-CN" altLang="en-US" dirty="0"/>
              <a:t>位  绝对值缩小，即：</a:t>
            </a:r>
            <a:r>
              <a:rPr lang="zh-CN" altLang="en-US" dirty="0">
                <a:sym typeface="Symbol" panose="05050102010706020507" pitchFamily="18" charset="2"/>
              </a:rPr>
              <a:t>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在计算机中，移位与加减配合，能够实现乘除运算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算术移位的法则（有符号数的移位法则）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符号位保持不动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正数：原码、补码、反码均补</a:t>
            </a:r>
            <a:r>
              <a:rPr lang="en-US" altLang="zh-CN" dirty="0"/>
              <a:t>0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负数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原码：补</a:t>
            </a:r>
            <a:r>
              <a:rPr lang="en-US" altLang="zh-CN" dirty="0"/>
              <a:t>0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补码：左移补</a:t>
            </a:r>
            <a:r>
              <a:rPr lang="en-US" altLang="zh-CN" dirty="0"/>
              <a:t>0</a:t>
            </a:r>
            <a:r>
              <a:rPr lang="zh-CN" altLang="en-US" dirty="0"/>
              <a:t>；右移补</a:t>
            </a:r>
            <a:r>
              <a:rPr lang="en-US" altLang="zh-CN" dirty="0"/>
              <a:t>1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dirty="0"/>
              <a:t>反码：补</a:t>
            </a:r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C09D707-CD50-4597-95DE-5935D83F6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移位操作举例（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xmlns="" id="{D41D8A1B-5B7F-414C-9BE2-B7053EB81E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例：机器字长为</a:t>
            </a:r>
            <a:r>
              <a:rPr lang="en-US" altLang="zh-CN"/>
              <a:t>8</a:t>
            </a:r>
            <a:r>
              <a:rPr lang="zh-CN" altLang="en-US"/>
              <a:t>位，</a:t>
            </a:r>
            <a:r>
              <a:rPr lang="en-US" altLang="zh-CN"/>
              <a:t>x = </a:t>
            </a:r>
            <a:r>
              <a:rPr lang="en-US" altLang="zh-CN">
                <a:sym typeface="Symbol" panose="05050102010706020507" pitchFamily="18" charset="2"/>
              </a:rPr>
              <a:t> 50</a:t>
            </a:r>
            <a:r>
              <a:rPr lang="zh-CN" altLang="en-US">
                <a:sym typeface="Symbol" panose="05050102010706020507" pitchFamily="18" charset="2"/>
              </a:rPr>
              <a:t>，对其进行左移位和右移位，结果如下：</a:t>
            </a: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>
                <a:sym typeface="Symbol" panose="05050102010706020507" pitchFamily="18" charset="2"/>
              </a:rPr>
              <a:t>[x]</a:t>
            </a:r>
            <a:r>
              <a:rPr lang="zh-CN" altLang="en-US" baseline="-25000">
                <a:sym typeface="Symbol" panose="05050102010706020507" pitchFamily="18" charset="2"/>
              </a:rPr>
              <a:t>原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0110010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>
                <a:sym typeface="Symbol" panose="05050102010706020507" pitchFamily="18" charset="2"/>
              </a:rPr>
              <a:t>左移：</a:t>
            </a:r>
            <a:r>
              <a:rPr lang="en-US" altLang="zh-CN">
                <a:sym typeface="Symbol" panose="05050102010706020507" pitchFamily="18" charset="2"/>
              </a:rPr>
              <a:t>[x]</a:t>
            </a:r>
            <a:r>
              <a:rPr lang="zh-CN" altLang="en-US" baseline="-25000">
                <a:sym typeface="Symbol" panose="05050102010706020507" pitchFamily="18" charset="2"/>
              </a:rPr>
              <a:t>原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110010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0              </a:t>
            </a:r>
            <a:r>
              <a:rPr lang="en-US" altLang="zh-CN">
                <a:sym typeface="Symbol" panose="05050102010706020507" pitchFamily="18" charset="2"/>
              </a:rPr>
              <a:t> 100</a:t>
            </a:r>
            <a:endParaRPr lang="en-US" altLang="zh-CN">
              <a:solidFill>
                <a:srgbClr val="00B050"/>
              </a:solidFill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zh-CN" altLang="en-US">
                <a:sym typeface="Symbol" panose="05050102010706020507" pitchFamily="18" charset="2"/>
              </a:rPr>
              <a:t>右移：</a:t>
            </a:r>
            <a:r>
              <a:rPr lang="en-US" altLang="zh-CN">
                <a:sym typeface="Symbol" panose="05050102010706020507" pitchFamily="18" charset="2"/>
              </a:rPr>
              <a:t>[x]</a:t>
            </a:r>
            <a:r>
              <a:rPr lang="zh-CN" altLang="en-US" baseline="-25000">
                <a:sym typeface="Symbol" panose="05050102010706020507" pitchFamily="18" charset="2"/>
              </a:rPr>
              <a:t>原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0CC00"/>
                </a:solidFill>
                <a:sym typeface="Symbol" panose="05050102010706020507" pitchFamily="18" charset="2"/>
              </a:rPr>
              <a:t>0</a:t>
            </a:r>
            <a:r>
              <a:rPr lang="en-US" altLang="zh-CN">
                <a:sym typeface="Symbol" panose="05050102010706020507" pitchFamily="18" charset="2"/>
              </a:rPr>
              <a:t>011001               25</a:t>
            </a:r>
            <a:endParaRPr lang="en-US" altLang="zh-CN">
              <a:solidFill>
                <a:srgbClr val="00B050"/>
              </a:solidFill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zh-CN">
                <a:sym typeface="Symbol" panose="05050102010706020507" pitchFamily="18" charset="2"/>
              </a:rPr>
              <a:t>[x]</a:t>
            </a:r>
            <a:r>
              <a:rPr lang="zh-CN" altLang="en-US" baseline="-25000">
                <a:sym typeface="Symbol" panose="05050102010706020507" pitchFamily="18" charset="2"/>
              </a:rPr>
              <a:t>补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1001110</a:t>
            </a:r>
          </a:p>
          <a:p>
            <a:pPr>
              <a:buFont typeface="Wingdings 2" panose="05020102010507070707" pitchFamily="18" charset="2"/>
              <a:buNone/>
            </a:pPr>
            <a:r>
              <a:rPr lang="zh-CN" altLang="en-US">
                <a:sym typeface="Symbol" panose="05050102010706020507" pitchFamily="18" charset="2"/>
              </a:rPr>
              <a:t>左移：</a:t>
            </a:r>
            <a:r>
              <a:rPr lang="en-US" altLang="zh-CN">
                <a:sym typeface="Symbol" panose="05050102010706020507" pitchFamily="18" charset="2"/>
              </a:rPr>
              <a:t>[x]</a:t>
            </a:r>
            <a:r>
              <a:rPr lang="zh-CN" altLang="en-US" baseline="-25000">
                <a:sym typeface="Symbol" panose="05050102010706020507" pitchFamily="18" charset="2"/>
              </a:rPr>
              <a:t>补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001110</a:t>
            </a:r>
            <a:r>
              <a:rPr lang="en-US" altLang="zh-CN">
                <a:solidFill>
                  <a:srgbClr val="00B050"/>
                </a:solidFill>
                <a:sym typeface="Symbol" panose="05050102010706020507" pitchFamily="18" charset="2"/>
              </a:rPr>
              <a:t>0            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    [x]</a:t>
            </a:r>
            <a:r>
              <a:rPr lang="zh-CN" altLang="en-US" baseline="-25000">
                <a:sym typeface="Symbol" panose="05050102010706020507" pitchFamily="18" charset="2"/>
              </a:rPr>
              <a:t>原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1100100	         100</a:t>
            </a:r>
            <a:endParaRPr lang="en-US" altLang="zh-CN">
              <a:solidFill>
                <a:srgbClr val="00B050"/>
              </a:solidFill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zh-CN" altLang="en-US">
                <a:sym typeface="Symbol" panose="05050102010706020507" pitchFamily="18" charset="2"/>
              </a:rPr>
              <a:t>右移：</a:t>
            </a:r>
            <a:r>
              <a:rPr lang="en-US" altLang="zh-CN">
                <a:sym typeface="Symbol" panose="05050102010706020507" pitchFamily="18" charset="2"/>
              </a:rPr>
              <a:t>[x]</a:t>
            </a:r>
            <a:r>
              <a:rPr lang="zh-CN" altLang="en-US" baseline="-25000">
                <a:sym typeface="Symbol" panose="05050102010706020507" pitchFamily="18" charset="2"/>
              </a:rPr>
              <a:t>补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00CC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100111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>
                <a:sym typeface="Symbol" panose="05050102010706020507" pitchFamily="18" charset="2"/>
              </a:rPr>
              <a:t>            [x]</a:t>
            </a:r>
            <a:r>
              <a:rPr lang="zh-CN" altLang="en-US" baseline="-25000">
                <a:sym typeface="Symbol" panose="05050102010706020507" pitchFamily="18" charset="2"/>
              </a:rPr>
              <a:t>原</a:t>
            </a:r>
            <a:r>
              <a:rPr lang="en-US" altLang="zh-CN">
                <a:sym typeface="Symbol" panose="05050102010706020507" pitchFamily="18" charset="2"/>
              </a:rPr>
              <a:t>= 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en-US" altLang="zh-CN">
                <a:sym typeface="Symbol" panose="05050102010706020507" pitchFamily="18" charset="2"/>
              </a:rPr>
              <a:t>0011001		 25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zh-CN">
              <a:solidFill>
                <a:srgbClr val="00B050"/>
              </a:solidFill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>
              <a:solidFill>
                <a:srgbClr val="00B050"/>
              </a:solidFill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>
              <a:sym typeface="Symbol" panose="05050102010706020507" pitchFamily="18" charset="2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>
              <a:sym typeface="Symbol" panose="05050102010706020507" pitchFamily="18" charset="2"/>
            </a:endParaRPr>
          </a:p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919C5D2-E9DA-4F44-B758-8341645F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移位操作举例（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FC2E0E93-747A-4A3C-99C4-D59597554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zh-CN" dirty="0">
                <a:sym typeface="Symbol"/>
              </a:rPr>
              <a:t>[x]</a:t>
            </a:r>
            <a:r>
              <a:rPr lang="zh-CN" altLang="en-US" baseline="-25000" dirty="0">
                <a:sym typeface="Symbol"/>
              </a:rPr>
              <a:t>反</a:t>
            </a:r>
            <a:r>
              <a:rPr lang="en-US" altLang="zh-CN" dirty="0">
                <a:sym typeface="Symbol"/>
              </a:rPr>
              <a:t>= 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altLang="zh-CN" dirty="0">
                <a:sym typeface="Symbol"/>
              </a:rPr>
              <a:t>1001101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zh-CN" altLang="en-US" dirty="0">
                <a:sym typeface="Symbol"/>
              </a:rPr>
              <a:t>左移：</a:t>
            </a:r>
            <a:r>
              <a:rPr lang="en-US" altLang="zh-CN" dirty="0">
                <a:sym typeface="Symbol"/>
              </a:rPr>
              <a:t>[x]</a:t>
            </a:r>
            <a:r>
              <a:rPr lang="zh-CN" altLang="en-US" baseline="-25000" dirty="0">
                <a:sym typeface="Symbol"/>
              </a:rPr>
              <a:t>反</a:t>
            </a:r>
            <a:r>
              <a:rPr lang="en-US" altLang="zh-CN" dirty="0">
                <a:sym typeface="Symbol"/>
              </a:rPr>
              <a:t>= 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altLang="zh-CN" dirty="0">
                <a:sym typeface="Symbol"/>
              </a:rPr>
              <a:t>00110</a:t>
            </a:r>
            <a:r>
              <a:rPr lang="en-US" altLang="zh-CN" dirty="0">
                <a:solidFill>
                  <a:srgbClr val="00B050"/>
                </a:solidFill>
                <a:sym typeface="Symbol"/>
              </a:rPr>
              <a:t> </a:t>
            </a:r>
            <a:r>
              <a:rPr lang="en-US" altLang="zh-CN" dirty="0">
                <a:sym typeface="Symbol"/>
              </a:rPr>
              <a:t>1</a:t>
            </a:r>
            <a:r>
              <a:rPr lang="en-US" altLang="zh-CN" dirty="0">
                <a:solidFill>
                  <a:srgbClr val="00B050"/>
                </a:solidFill>
                <a:sym typeface="Symbol"/>
              </a:rPr>
              <a:t>1            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zh-CN" dirty="0">
                <a:sym typeface="Symbol"/>
              </a:rPr>
              <a:t>            [x]</a:t>
            </a:r>
            <a:r>
              <a:rPr lang="zh-CN" altLang="en-US" baseline="-25000" dirty="0">
                <a:sym typeface="Symbol"/>
              </a:rPr>
              <a:t>原</a:t>
            </a:r>
            <a:r>
              <a:rPr lang="en-US" altLang="zh-CN" dirty="0">
                <a:sym typeface="Symbol"/>
              </a:rPr>
              <a:t>= 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altLang="zh-CN" dirty="0">
                <a:sym typeface="Symbol"/>
              </a:rPr>
              <a:t>1100100	         100</a:t>
            </a:r>
            <a:endParaRPr lang="en-US" altLang="zh-CN" dirty="0">
              <a:solidFill>
                <a:srgbClr val="00B050"/>
              </a:solidFill>
              <a:sym typeface="Symbol"/>
            </a:endParaRP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zh-CN" altLang="en-US" dirty="0">
                <a:sym typeface="Symbol"/>
              </a:rPr>
              <a:t>右移：</a:t>
            </a:r>
            <a:r>
              <a:rPr lang="en-US" altLang="zh-CN" dirty="0">
                <a:sym typeface="Symbol"/>
              </a:rPr>
              <a:t>[x]</a:t>
            </a:r>
            <a:r>
              <a:rPr lang="zh-CN" altLang="en-US" baseline="-25000" dirty="0">
                <a:sym typeface="Symbol"/>
              </a:rPr>
              <a:t>反</a:t>
            </a:r>
            <a:r>
              <a:rPr lang="en-US" altLang="zh-CN" dirty="0">
                <a:sym typeface="Symbol"/>
              </a:rPr>
              <a:t>= 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altLang="zh-CN" dirty="0">
                <a:solidFill>
                  <a:srgbClr val="00CC00"/>
                </a:solidFill>
                <a:sym typeface="Symbol"/>
              </a:rPr>
              <a:t>1</a:t>
            </a:r>
            <a:r>
              <a:rPr lang="en-US" altLang="zh-CN" dirty="0">
                <a:sym typeface="Symbol"/>
              </a:rPr>
              <a:t>100110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zh-CN" dirty="0">
                <a:sym typeface="Symbol"/>
              </a:rPr>
              <a:t>            [x]</a:t>
            </a:r>
            <a:r>
              <a:rPr lang="zh-CN" altLang="en-US" baseline="-25000" dirty="0">
                <a:sym typeface="Symbol"/>
              </a:rPr>
              <a:t>原</a:t>
            </a:r>
            <a:r>
              <a:rPr lang="en-US" altLang="zh-CN" dirty="0">
                <a:sym typeface="Symbol"/>
              </a:rPr>
              <a:t>= </a:t>
            </a:r>
            <a:r>
              <a:rPr lang="en-US" altLang="zh-CN" dirty="0">
                <a:solidFill>
                  <a:srgbClr val="FF0000"/>
                </a:solidFill>
                <a:sym typeface="Symbol"/>
              </a:rPr>
              <a:t>1</a:t>
            </a:r>
            <a:r>
              <a:rPr lang="en-US" altLang="zh-CN" dirty="0">
                <a:sym typeface="Symbol"/>
              </a:rPr>
              <a:t>0011001		 25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altLang="zh-CN" dirty="0">
              <a:solidFill>
                <a:srgbClr val="00B050"/>
              </a:solidFill>
              <a:sym typeface="Symbol"/>
            </a:endParaRP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altLang="zh-CN" dirty="0">
              <a:sym typeface="Symbol"/>
            </a:endParaRP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altLang="zh-CN" dirty="0">
              <a:solidFill>
                <a:srgbClr val="00B050"/>
              </a:solidFill>
              <a:sym typeface="Symbol"/>
            </a:endParaRP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altLang="zh-CN" dirty="0">
              <a:sym typeface="Symbol"/>
            </a:endParaRP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altLang="zh-CN" dirty="0">
              <a:sym typeface="Symbol"/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BDE5BA7-542B-4D8A-ADB5-435870ED6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例</a:t>
            </a:r>
          </a:p>
        </p:txBody>
      </p:sp>
      <p:sp>
        <p:nvSpPr>
          <p:cNvPr id="49155" name="内容占位符 2">
            <a:extLst>
              <a:ext uri="{FF2B5EF4-FFF2-40B4-BE49-F238E27FC236}">
                <a16:creationId xmlns:a16="http://schemas.microsoft.com/office/drawing/2014/main" xmlns="" id="{7BCAD61C-0CAA-4E71-9493-EE17EF09AC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某字长为 </a:t>
            </a:r>
            <a:r>
              <a:rPr lang="en-US" altLang="zh-CN"/>
              <a:t>8</a:t>
            </a:r>
            <a:r>
              <a:rPr lang="zh-CN" altLang="en-US"/>
              <a:t>位的计算机中，已知整型变量 </a:t>
            </a:r>
            <a:r>
              <a:rPr lang="en-US" altLang="zh-CN"/>
              <a:t>x</a:t>
            </a:r>
            <a:r>
              <a:rPr lang="zh-CN" altLang="en-US"/>
              <a:t>、</a:t>
            </a:r>
            <a:r>
              <a:rPr lang="en-US" altLang="zh-CN"/>
              <a:t>y</a:t>
            </a:r>
            <a:r>
              <a:rPr lang="zh-CN" altLang="en-US"/>
              <a:t>的机器数分别为 </a:t>
            </a:r>
            <a:r>
              <a:rPr lang="en-US" altLang="zh-CN"/>
              <a:t>[x]</a:t>
            </a:r>
            <a:r>
              <a:rPr lang="zh-CN" altLang="en-US" baseline="-25000"/>
              <a:t>补</a:t>
            </a:r>
            <a:r>
              <a:rPr lang="en-US" altLang="zh-CN"/>
              <a:t>=1 1110100</a:t>
            </a:r>
            <a:r>
              <a:rPr lang="zh-CN" altLang="en-US"/>
              <a:t>，</a:t>
            </a:r>
            <a:r>
              <a:rPr lang="en-US" altLang="zh-CN"/>
              <a:t>[y]</a:t>
            </a:r>
            <a:r>
              <a:rPr lang="zh-CN" altLang="en-US" baseline="-25000"/>
              <a:t>补</a:t>
            </a:r>
            <a:r>
              <a:rPr lang="en-US" altLang="zh-CN"/>
              <a:t>=1 0110000</a:t>
            </a:r>
            <a:r>
              <a:rPr lang="zh-CN" altLang="en-US"/>
              <a:t>。若整型变量 </a:t>
            </a:r>
            <a:r>
              <a:rPr lang="en-US" altLang="zh-CN"/>
              <a:t>z=2* x+y/2 </a:t>
            </a:r>
            <a:r>
              <a:rPr lang="zh-CN" altLang="en-US"/>
              <a:t>，则 </a:t>
            </a:r>
            <a:r>
              <a:rPr lang="en-US" altLang="zh-CN"/>
              <a:t>z</a:t>
            </a:r>
            <a:r>
              <a:rPr lang="zh-CN" altLang="en-US"/>
              <a:t>的机器数为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/>
              <a:t>   A. 1 100 0000     B. 0 010 0100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/>
              <a:t>   C. 1 010 1010     D. </a:t>
            </a:r>
            <a:r>
              <a:rPr lang="zh-CN" altLang="en-US"/>
              <a:t>溢出</a:t>
            </a:r>
          </a:p>
        </p:txBody>
      </p:sp>
    </p:spTree>
  </p:cSld>
  <p:clrMapOvr>
    <a:masterClrMapping/>
  </p:clrMapOvr>
  <p:transition spd="med">
    <p:pull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>
            <a:extLst>
              <a:ext uri="{FF2B5EF4-FFF2-40B4-BE49-F238E27FC236}">
                <a16:creationId xmlns:a16="http://schemas.microsoft.com/office/drawing/2014/main" xmlns="" id="{A5BE1475-40B0-495C-B7F7-AD7D19D38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0351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/>
              <a:t>浮点数的表示方法（</a:t>
            </a:r>
            <a:r>
              <a:rPr lang="en-US" altLang="zh-CN" sz="4800" dirty="0"/>
              <a:t>1</a:t>
            </a:r>
            <a:r>
              <a:rPr lang="zh-CN" altLang="en-US" sz="4800" dirty="0"/>
              <a:t>）</a:t>
            </a:r>
          </a:p>
        </p:txBody>
      </p:sp>
      <p:sp>
        <p:nvSpPr>
          <p:cNvPr id="653315" name="Rectangle 3">
            <a:extLst>
              <a:ext uri="{FF2B5EF4-FFF2-40B4-BE49-F238E27FC236}">
                <a16:creationId xmlns:a16="http://schemas.microsoft.com/office/drawing/2014/main" xmlns="" id="{D45CC7BD-7EC1-47F6-ACF1-2DF756D10A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3037" y="1042148"/>
            <a:ext cx="8763000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任意一个十进制数</a:t>
            </a:r>
            <a:r>
              <a:rPr lang="en-US" altLang="zh-CN" sz="2800" dirty="0"/>
              <a:t>N</a:t>
            </a:r>
            <a:r>
              <a:rPr lang="zh-CN" altLang="en-US" sz="2800" dirty="0"/>
              <a:t>可以表示成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/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一个任意进制数</a:t>
            </a:r>
            <a:r>
              <a:rPr lang="en-US" altLang="zh-CN" sz="2800" dirty="0"/>
              <a:t>N</a:t>
            </a:r>
            <a:r>
              <a:rPr lang="zh-CN" altLang="en-US" sz="2800" dirty="0"/>
              <a:t>可以表示成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/>
          </a:p>
          <a:p>
            <a:pPr marL="268288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其中，</a:t>
            </a:r>
            <a:r>
              <a:rPr lang="en-US" altLang="zh-CN" dirty="0"/>
              <a:t>M</a:t>
            </a:r>
            <a:r>
              <a:rPr lang="zh-CN" altLang="en-US" dirty="0"/>
              <a:t>称为浮点数的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尾数</a:t>
            </a:r>
            <a:r>
              <a:rPr lang="zh-CN" altLang="en-US" dirty="0"/>
              <a:t>，是一个纯小数；</a:t>
            </a:r>
            <a:r>
              <a:rPr lang="en-US" altLang="zh-CN" dirty="0"/>
              <a:t>E</a:t>
            </a:r>
            <a:r>
              <a:rPr lang="zh-CN" altLang="en-US" dirty="0"/>
              <a:t>是比例因子的指数，称为浮点数的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指数</a:t>
            </a:r>
            <a:r>
              <a:rPr lang="zh-CN" altLang="en-US" dirty="0"/>
              <a:t>，是一个整数；</a:t>
            </a:r>
            <a:r>
              <a:rPr lang="en-US" altLang="zh-CN" dirty="0"/>
              <a:t>R</a:t>
            </a:r>
            <a:r>
              <a:rPr lang="zh-CN" altLang="en-US" dirty="0"/>
              <a:t>为比例因子的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基数</a:t>
            </a:r>
            <a:r>
              <a:rPr lang="zh-CN" altLang="en-US" dirty="0"/>
              <a:t>，在二进制机器中通常规定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或</a:t>
            </a:r>
            <a:r>
              <a:rPr lang="en-US" altLang="zh-CN" dirty="0"/>
              <a:t>16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数的小数点位置随比例因子的不同而在一定范围内可以自由浮动，这种表示法称为浮点表示法</a:t>
            </a:r>
          </a:p>
          <a:p>
            <a:pPr marL="268288" lvl="1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51204" name="Object 4">
            <a:extLst>
              <a:ext uri="{FF2B5EF4-FFF2-40B4-BE49-F238E27FC236}">
                <a16:creationId xmlns:a16="http://schemas.microsoft.com/office/drawing/2014/main" xmlns="" id="{83B3FA6D-E837-4CDA-B97B-8934A75605E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63700" y="1579563"/>
          <a:ext cx="21320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公式" r:id="rId4" imgW="14925675" imgH="3514725" progId="Equation.3">
                  <p:embed/>
                </p:oleObj>
              </mc:Choice>
              <mc:Fallback>
                <p:oleObj name="公式" r:id="rId4" imgW="14925675" imgH="3514725" progId="Equation.3">
                  <p:embed/>
                  <p:pic>
                    <p:nvPicPr>
                      <p:cNvPr id="51204" name="Object 4">
                        <a:extLst>
                          <a:ext uri="{FF2B5EF4-FFF2-40B4-BE49-F238E27FC236}">
                            <a16:creationId xmlns:a16="http://schemas.microsoft.com/office/drawing/2014/main" xmlns="" id="{83B3FA6D-E837-4CDA-B97B-8934A75605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1579563"/>
                        <a:ext cx="213201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5">
            <a:extLst>
              <a:ext uri="{FF2B5EF4-FFF2-40B4-BE49-F238E27FC236}">
                <a16:creationId xmlns:a16="http://schemas.microsoft.com/office/drawing/2014/main" xmlns="" id="{76B66B9A-3362-4D6C-A0DF-D0E11FB00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580637"/>
              </p:ext>
            </p:extLst>
          </p:nvPr>
        </p:nvGraphicFramePr>
        <p:xfrm>
          <a:off x="1600200" y="2805113"/>
          <a:ext cx="18891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公式" r:id="rId6" imgW="14039850" imgH="3514725" progId="Equation.3">
                  <p:embed/>
                </p:oleObj>
              </mc:Choice>
              <mc:Fallback>
                <p:oleObj name="公式" r:id="rId6" imgW="14039850" imgH="3514725" progId="Equation.3">
                  <p:embed/>
                  <p:pic>
                    <p:nvPicPr>
                      <p:cNvPr id="51206" name="Object 5">
                        <a:extLst>
                          <a:ext uri="{FF2B5EF4-FFF2-40B4-BE49-F238E27FC236}">
                            <a16:creationId xmlns:a16="http://schemas.microsoft.com/office/drawing/2014/main" xmlns="" id="{76B66B9A-3362-4D6C-A0DF-D0E11FB008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05113"/>
                        <a:ext cx="18891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556544E2-AD6A-47A2-83EE-597F284E9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50" y="1898650"/>
            <a:ext cx="16398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latin typeface="Helvetica" panose="020B0604020202020204" pitchFamily="34" charset="0"/>
                <a:ea typeface="宋体" panose="02010600030101010101" pitchFamily="2" charset="-122"/>
              </a:rPr>
              <a:t>2.13 x 10</a:t>
            </a:r>
            <a:r>
              <a:rPr lang="en-US" altLang="zh-CN" sz="2400" baseline="30000">
                <a:latin typeface="Helvetica" panose="020B0604020202020204" pitchFamily="34" charset="0"/>
                <a:ea typeface="宋体" panose="02010600030101010101" pitchFamily="2" charset="-122"/>
              </a:rPr>
              <a:t>19</a:t>
            </a:r>
            <a:endParaRPr lang="en-US" altLang="zh-CN" sz="240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xmlns="" id="{907EDD4A-C8DE-42B7-8C03-039EE762710C}"/>
              </a:ext>
            </a:extLst>
          </p:cNvPr>
          <p:cNvGrpSpPr>
            <a:grpSpLocks/>
          </p:cNvGrpSpPr>
          <p:nvPr/>
        </p:nvGrpSpPr>
        <p:grpSpPr bwMode="auto">
          <a:xfrm>
            <a:off x="7723188" y="2260600"/>
            <a:ext cx="1125537" cy="746125"/>
            <a:chOff x="2688" y="1296"/>
            <a:chExt cx="709" cy="470"/>
          </a:xfrm>
        </p:grpSpPr>
        <p:sp>
          <p:nvSpPr>
            <p:cNvPr id="51220" name="Rectangle 6">
              <a:extLst>
                <a:ext uri="{FF2B5EF4-FFF2-40B4-BE49-F238E27FC236}">
                  <a16:creationId xmlns:a16="http://schemas.microsoft.com/office/drawing/2014/main" xmlns="" id="{1C3E7D1E-3364-46C5-9780-7B9BECF6F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536"/>
              <a:ext cx="46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基数</a:t>
              </a:r>
            </a:p>
          </p:txBody>
        </p:sp>
        <p:sp>
          <p:nvSpPr>
            <p:cNvPr id="51221" name="Line 7">
              <a:extLst>
                <a:ext uri="{FF2B5EF4-FFF2-40B4-BE49-F238E27FC236}">
                  <a16:creationId xmlns:a16="http://schemas.microsoft.com/office/drawing/2014/main" xmlns="" id="{5F56B37A-C5D1-43C9-89CD-1D6BA09D4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296"/>
              <a:ext cx="232" cy="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xmlns="" id="{E74EFF3A-A079-42AF-B385-701A671D59EA}"/>
              </a:ext>
            </a:extLst>
          </p:cNvPr>
          <p:cNvGrpSpPr>
            <a:grpSpLocks/>
          </p:cNvGrpSpPr>
          <p:nvPr/>
        </p:nvGrpSpPr>
        <p:grpSpPr bwMode="auto">
          <a:xfrm>
            <a:off x="6276975" y="2266950"/>
            <a:ext cx="1050925" cy="903288"/>
            <a:chOff x="1502" y="1296"/>
            <a:chExt cx="662" cy="569"/>
          </a:xfrm>
        </p:grpSpPr>
        <p:sp>
          <p:nvSpPr>
            <p:cNvPr id="51218" name="Rectangle 9">
              <a:extLst>
                <a:ext uri="{FF2B5EF4-FFF2-40B4-BE49-F238E27FC236}">
                  <a16:creationId xmlns:a16="http://schemas.microsoft.com/office/drawing/2014/main" xmlns="" id="{6B6FC3EC-9404-4450-AAAA-7E849F240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1635"/>
              <a:ext cx="66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小数点</a:t>
              </a:r>
            </a:p>
          </p:txBody>
        </p:sp>
        <p:sp>
          <p:nvSpPr>
            <p:cNvPr id="51219" name="Line 10">
              <a:extLst>
                <a:ext uri="{FF2B5EF4-FFF2-40B4-BE49-F238E27FC236}">
                  <a16:creationId xmlns:a16="http://schemas.microsoft.com/office/drawing/2014/main" xmlns="" id="{3DD0295A-926D-4462-841C-4F3485FFF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29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210" name="Rectangle 12">
            <a:extLst>
              <a:ext uri="{FF2B5EF4-FFF2-40B4-BE49-F238E27FC236}">
                <a16:creationId xmlns:a16="http://schemas.microsoft.com/office/drawing/2014/main" xmlns="" id="{AA7DBA04-E1DA-4A2E-9C61-8DD6608EA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188" y="1100138"/>
            <a:ext cx="795337" cy="365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尾数</a:t>
            </a:r>
          </a:p>
        </p:txBody>
      </p:sp>
      <p:sp>
        <p:nvSpPr>
          <p:cNvPr id="51211" name="Line 13">
            <a:extLst>
              <a:ext uri="{FF2B5EF4-FFF2-40B4-BE49-F238E27FC236}">
                <a16:creationId xmlns:a16="http://schemas.microsoft.com/office/drawing/2014/main" xmlns="" id="{1A2D9A66-ED15-4BEA-8BB0-178B049E7C4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97650" y="1441450"/>
            <a:ext cx="242888" cy="4397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2" name="Rectangle 14">
            <a:extLst>
              <a:ext uri="{FF2B5EF4-FFF2-40B4-BE49-F238E27FC236}">
                <a16:creationId xmlns:a16="http://schemas.microsoft.com/office/drawing/2014/main" xmlns="" id="{962EB587-6DDD-4662-8A26-6FD7BBDCE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996950"/>
            <a:ext cx="1365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endParaRPr lang="zh-CN" altLang="zh-CN" sz="240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8" name="Group 15">
            <a:extLst>
              <a:ext uri="{FF2B5EF4-FFF2-40B4-BE49-F238E27FC236}">
                <a16:creationId xmlns:a16="http://schemas.microsoft.com/office/drawing/2014/main" xmlns="" id="{4D2A03E0-E9FF-4018-B193-C2AB51A361D8}"/>
              </a:ext>
            </a:extLst>
          </p:cNvPr>
          <p:cNvGrpSpPr>
            <a:grpSpLocks/>
          </p:cNvGrpSpPr>
          <p:nvPr/>
        </p:nvGrpSpPr>
        <p:grpSpPr bwMode="auto">
          <a:xfrm>
            <a:off x="8139113" y="1052513"/>
            <a:ext cx="969962" cy="846137"/>
            <a:chOff x="2928" y="523"/>
            <a:chExt cx="611" cy="533"/>
          </a:xfrm>
        </p:grpSpPr>
        <p:sp>
          <p:nvSpPr>
            <p:cNvPr id="51214" name="Line 16">
              <a:extLst>
                <a:ext uri="{FF2B5EF4-FFF2-40B4-BE49-F238E27FC236}">
                  <a16:creationId xmlns:a16="http://schemas.microsoft.com/office/drawing/2014/main" xmlns="" id="{5DF6F09A-247B-4433-A6F5-CFEAB33CA6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912"/>
              <a:ext cx="33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215" name="Group 17">
              <a:extLst>
                <a:ext uri="{FF2B5EF4-FFF2-40B4-BE49-F238E27FC236}">
                  <a16:creationId xmlns:a16="http://schemas.microsoft.com/office/drawing/2014/main" xmlns="" id="{269D30E9-59AB-4807-98A9-293C5DB769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523"/>
              <a:ext cx="275" cy="470"/>
              <a:chOff x="3264" y="523"/>
              <a:chExt cx="275" cy="470"/>
            </a:xfrm>
          </p:grpSpPr>
          <p:sp>
            <p:nvSpPr>
              <p:cNvPr id="51216" name="Rectangle 18">
                <a:extLst>
                  <a:ext uri="{FF2B5EF4-FFF2-40B4-BE49-F238E27FC236}">
                    <a16:creationId xmlns:a16="http://schemas.microsoft.com/office/drawing/2014/main" xmlns="" id="{ADCA3F7C-66EE-4464-97FD-C65607B70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763"/>
                <a:ext cx="275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阶</a:t>
                </a:r>
              </a:p>
            </p:txBody>
          </p:sp>
          <p:sp>
            <p:nvSpPr>
              <p:cNvPr id="51217" name="Rectangle 19">
                <a:extLst>
                  <a:ext uri="{FF2B5EF4-FFF2-40B4-BE49-F238E27FC236}">
                    <a16:creationId xmlns:a16="http://schemas.microsoft.com/office/drawing/2014/main" xmlns="" id="{FCD4DE0F-2012-407B-AF53-F53561F32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523"/>
                <a:ext cx="8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3500" tIns="25400" rIns="63500" bIns="2540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CC3300"/>
                  </a:buClr>
                  <a:buFont typeface="Wingdings 2" panose="05020102010507070707" pitchFamily="18" charset="2"/>
                  <a:buChar char="¡"/>
                  <a:defRPr kumimoji="1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339933"/>
                  </a:buClr>
                  <a:buSzPct val="80000"/>
                  <a:buFont typeface="Wingdings" panose="05000000000000000000" pitchFamily="2" charset="2"/>
                  <a:buChar char="u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800080"/>
                  </a:buClr>
                  <a:buSzPct val="90000"/>
                  <a:buFont typeface="Wingdings" panose="05000000000000000000" pitchFamily="2" charset="2"/>
                  <a:buChar char="v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90000"/>
                  <a:buFont typeface="Wingdings 2" panose="05020102010507070707" pitchFamily="18" charset="2"/>
                  <a:buChar char="°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>
                  <a:lnSpc>
                    <a:spcPct val="85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2400">
                  <a:latin typeface="Helvetica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>
            <a:extLst>
              <a:ext uri="{FF2B5EF4-FFF2-40B4-BE49-F238E27FC236}">
                <a16:creationId xmlns:a16="http://schemas.microsoft.com/office/drawing/2014/main" xmlns="" id="{3F56453F-E9F3-4E12-A5B6-DD0372B0A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浮点数的表示方法（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654339" name="Rectangle 3">
            <a:extLst>
              <a:ext uri="{FF2B5EF4-FFF2-40B4-BE49-F238E27FC236}">
                <a16:creationId xmlns:a16="http://schemas.microsoft.com/office/drawing/2014/main" xmlns="" id="{28921FCE-85B4-481D-8E28-9E23EB6149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7" y="1102659"/>
            <a:ext cx="8785225" cy="54006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机器浮点数的组成</a:t>
            </a:r>
          </a:p>
          <a:p>
            <a:pPr lvl="1" eaLnBrk="1" hangingPunct="1">
              <a:defRPr/>
            </a:pPr>
            <a:r>
              <a:rPr lang="zh-CN" altLang="en-US" dirty="0"/>
              <a:t>尾数通常为纯小数，常用</a:t>
            </a:r>
            <a:r>
              <a:rPr lang="zh-CN" altLang="en-US" dirty="0">
                <a:solidFill>
                  <a:srgbClr val="FF0000"/>
                </a:solidFill>
              </a:rPr>
              <a:t>原码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表示。尾数的有效数字的位数决定了浮点数的表示精度</a:t>
            </a:r>
          </a:p>
          <a:p>
            <a:pPr lvl="1" eaLnBrk="1" hangingPunct="1">
              <a:defRPr/>
            </a:pPr>
            <a:r>
              <a:rPr lang="zh-CN" altLang="en-US" dirty="0"/>
              <a:t>指数为定点整数，称为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阶码</a:t>
            </a:r>
            <a:r>
              <a:rPr lang="zh-CN" altLang="en-US" dirty="0"/>
              <a:t>，常用</a:t>
            </a:r>
            <a:r>
              <a:rPr lang="zh-CN" altLang="en-US" dirty="0">
                <a:solidFill>
                  <a:srgbClr val="FF0000"/>
                </a:solidFill>
              </a:rPr>
              <a:t>移码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补码</a:t>
            </a:r>
            <a:r>
              <a:rPr lang="zh-CN" altLang="en-US" dirty="0"/>
              <a:t>表示，阶码的位数决定了浮点数的表示范围</a:t>
            </a:r>
            <a:endParaRPr lang="en-US" altLang="zh-CN" dirty="0"/>
          </a:p>
          <a:p>
            <a:pPr lvl="1" eaLnBrk="1" hangingPunct="1">
              <a:defRPr/>
            </a:pPr>
            <a:endParaRPr lang="en-US" altLang="zh-CN" dirty="0"/>
          </a:p>
          <a:p>
            <a:pPr lvl="1" eaLnBrk="1" hangingPunct="1">
              <a:defRPr/>
            </a:pP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6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若尾数和阶码均采用</a:t>
            </a:r>
            <a:r>
              <a:rPr lang="zh-CN" altLang="en-US" sz="2600" dirty="0">
                <a:solidFill>
                  <a:srgbClr val="FF0000"/>
                </a:solidFill>
              </a:rPr>
              <a:t>原码</a:t>
            </a:r>
            <a:r>
              <a:rPr lang="zh-CN" altLang="en-US" sz="2600" dirty="0"/>
              <a:t> ，</a:t>
            </a:r>
            <a:r>
              <a:rPr lang="zh-CN" altLang="en-US" sz="2600" dirty="0">
                <a:solidFill>
                  <a:srgbClr val="FF0000"/>
                </a:solidFill>
              </a:rPr>
              <a:t>非规格化</a:t>
            </a:r>
            <a:r>
              <a:rPr lang="zh-CN" altLang="en-US" sz="2600" dirty="0"/>
              <a:t>表示方式，则：</a:t>
            </a:r>
            <a:endParaRPr lang="en-US" altLang="zh-CN" sz="26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最大正数  </a:t>
            </a:r>
            <a:r>
              <a:rPr lang="en-US" altLang="zh-CN" sz="2600" dirty="0"/>
              <a:t>(1 - 2</a:t>
            </a:r>
            <a:r>
              <a:rPr lang="en-US" altLang="zh-CN" sz="2600" baseline="30000" dirty="0"/>
              <a:t>-n</a:t>
            </a:r>
            <a:r>
              <a:rPr lang="en-US" altLang="zh-CN" sz="2600" dirty="0"/>
              <a:t>)×2</a:t>
            </a:r>
            <a:r>
              <a:rPr lang="en-US" altLang="zh-CN" sz="2600" baseline="30000" dirty="0"/>
              <a:t>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              </a:t>
            </a:r>
            <a:r>
              <a:rPr lang="zh-CN" altLang="en-US" sz="2600" dirty="0"/>
              <a:t>最大负数  </a:t>
            </a:r>
            <a:r>
              <a:rPr lang="en-US" altLang="zh-CN" sz="2600" dirty="0"/>
              <a:t>- 2 </a:t>
            </a:r>
            <a:r>
              <a:rPr lang="en-US" altLang="zh-CN" sz="2600" baseline="30000" dirty="0"/>
              <a:t>-n</a:t>
            </a:r>
            <a:r>
              <a:rPr lang="en-US" altLang="zh-CN" sz="2600" dirty="0"/>
              <a:t>×2</a:t>
            </a:r>
            <a:r>
              <a:rPr lang="en-US" altLang="zh-CN" sz="2600" baseline="30000" dirty="0"/>
              <a:t>-(2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-1 )</a:t>
            </a:r>
            <a:r>
              <a:rPr lang="en-US" altLang="zh-CN" sz="2600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最小正数   </a:t>
            </a:r>
            <a:r>
              <a:rPr lang="en-US" altLang="zh-CN" sz="2600" dirty="0"/>
              <a:t>2 </a:t>
            </a:r>
            <a:r>
              <a:rPr lang="en-US" altLang="zh-CN" sz="2600" baseline="30000" dirty="0"/>
              <a:t>-n</a:t>
            </a:r>
            <a:r>
              <a:rPr lang="en-US" altLang="zh-CN" sz="2600" dirty="0"/>
              <a:t>×2</a:t>
            </a:r>
            <a:r>
              <a:rPr lang="en-US" altLang="zh-CN" sz="2600" baseline="30000" dirty="0"/>
              <a:t>-(2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-1 )</a:t>
            </a:r>
            <a:r>
              <a:rPr lang="en-US" altLang="zh-CN" sz="2600" dirty="0"/>
              <a:t>            </a:t>
            </a:r>
            <a:r>
              <a:rPr lang="zh-CN" altLang="en-US" sz="2600" dirty="0"/>
              <a:t>最小负数  </a:t>
            </a:r>
            <a:r>
              <a:rPr lang="en-US" altLang="zh-CN" sz="2600" dirty="0"/>
              <a:t>- </a:t>
            </a:r>
            <a:r>
              <a:rPr lang="en-US" altLang="zh-CN" sz="2600" baseline="30000" dirty="0"/>
              <a:t> </a:t>
            </a:r>
            <a:r>
              <a:rPr lang="en-US" altLang="zh-CN" sz="2600" dirty="0"/>
              <a:t>(1 - 2</a:t>
            </a:r>
            <a:r>
              <a:rPr lang="en-US" altLang="zh-CN" sz="2600" baseline="30000" dirty="0"/>
              <a:t>-n</a:t>
            </a:r>
            <a:r>
              <a:rPr lang="en-US" altLang="zh-CN" sz="2600" dirty="0"/>
              <a:t>)×2</a:t>
            </a:r>
            <a:r>
              <a:rPr lang="en-US" altLang="zh-CN" sz="2600" baseline="30000" dirty="0"/>
              <a:t>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</a:t>
            </a:r>
            <a:endParaRPr lang="en-US" altLang="zh-CN" sz="26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sz="26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600" dirty="0"/>
              <a:t>                      </a:t>
            </a:r>
          </a:p>
        </p:txBody>
      </p:sp>
      <p:grpSp>
        <p:nvGrpSpPr>
          <p:cNvPr id="53253" name="Group 4">
            <a:extLst>
              <a:ext uri="{FF2B5EF4-FFF2-40B4-BE49-F238E27FC236}">
                <a16:creationId xmlns:a16="http://schemas.microsoft.com/office/drawing/2014/main" xmlns="" id="{984C6040-0D96-48CF-A631-F887CF4689E8}"/>
              </a:ext>
            </a:extLst>
          </p:cNvPr>
          <p:cNvGrpSpPr>
            <a:grpSpLocks/>
          </p:cNvGrpSpPr>
          <p:nvPr/>
        </p:nvGrpSpPr>
        <p:grpSpPr bwMode="auto">
          <a:xfrm>
            <a:off x="2149475" y="3357563"/>
            <a:ext cx="5302250" cy="528637"/>
            <a:chOff x="1341" y="2161"/>
            <a:chExt cx="3340" cy="333"/>
          </a:xfrm>
        </p:grpSpPr>
        <p:sp>
          <p:nvSpPr>
            <p:cNvPr id="654341" name="Text Box 5">
              <a:extLst>
                <a:ext uri="{FF2B5EF4-FFF2-40B4-BE49-F238E27FC236}">
                  <a16:creationId xmlns:a16="http://schemas.microsoft.com/office/drawing/2014/main" xmlns="" id="{493C1326-AAD9-49B2-98CC-EEBEE61DD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" y="2161"/>
              <a:ext cx="333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E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654342" name="Text Box 6">
              <a:extLst>
                <a:ext uri="{FF2B5EF4-FFF2-40B4-BE49-F238E27FC236}">
                  <a16:creationId xmlns:a16="http://schemas.microsoft.com/office/drawing/2014/main" xmlns="" id="{B4320965-5A00-4D80-AC22-81F37D8EC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9" y="2161"/>
              <a:ext cx="1265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E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1 </a:t>
              </a: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E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2 </a:t>
              </a: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… E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m</a:t>
              </a:r>
            </a:p>
          </p:txBody>
        </p:sp>
        <p:sp>
          <p:nvSpPr>
            <p:cNvPr id="654343" name="Text Box 7">
              <a:extLst>
                <a:ext uri="{FF2B5EF4-FFF2-40B4-BE49-F238E27FC236}">
                  <a16:creationId xmlns:a16="http://schemas.microsoft.com/office/drawing/2014/main" xmlns="" id="{DB046874-CE1D-43F5-B3C9-715556D13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4" y="2161"/>
              <a:ext cx="1357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M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1 </a:t>
              </a: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M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2 </a:t>
              </a: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… M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n</a:t>
              </a:r>
            </a:p>
          </p:txBody>
        </p:sp>
        <p:sp>
          <p:nvSpPr>
            <p:cNvPr id="654344" name="Text Box 8">
              <a:extLst>
                <a:ext uri="{FF2B5EF4-FFF2-40B4-BE49-F238E27FC236}">
                  <a16:creationId xmlns:a16="http://schemas.microsoft.com/office/drawing/2014/main" xmlns="" id="{60CBD5E4-B5F9-4D93-B023-03EEBBC03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4" y="2161"/>
              <a:ext cx="406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 eaLnBrk="1" hangingPunct="1">
                <a:defRPr/>
              </a:pPr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M</a:t>
              </a:r>
              <a:r>
                <a:rPr kumimoji="0" lang="en-US" altLang="zh-CN" sz="28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itchFamily="34" charset="0"/>
                  <a:ea typeface="宋体" pitchFamily="2" charset="-122"/>
                </a:rPr>
                <a:t>S</a:t>
              </a:r>
            </a:p>
          </p:txBody>
        </p:sp>
      </p:grpSp>
      <p:sp>
        <p:nvSpPr>
          <p:cNvPr id="654345" name="Text Box 9">
            <a:extLst>
              <a:ext uri="{FF2B5EF4-FFF2-40B4-BE49-F238E27FC236}">
                <a16:creationId xmlns:a16="http://schemas.microsoft.com/office/drawing/2014/main" xmlns="" id="{E889AC6C-FB57-4643-9717-854B80CE7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5" y="3938588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阶码</a:t>
            </a:r>
          </a:p>
        </p:txBody>
      </p:sp>
      <p:sp>
        <p:nvSpPr>
          <p:cNvPr id="654346" name="Text Box 10">
            <a:extLst>
              <a:ext uri="{FF2B5EF4-FFF2-40B4-BE49-F238E27FC236}">
                <a16:creationId xmlns:a16="http://schemas.microsoft.com/office/drawing/2014/main" xmlns="" id="{C053303C-FD3F-46F6-90C5-77D96D3F2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538" y="3938588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阶符</a:t>
            </a:r>
          </a:p>
        </p:txBody>
      </p:sp>
      <p:sp>
        <p:nvSpPr>
          <p:cNvPr id="654347" name="Text Box 11">
            <a:extLst>
              <a:ext uri="{FF2B5EF4-FFF2-40B4-BE49-F238E27FC236}">
                <a16:creationId xmlns:a16="http://schemas.microsoft.com/office/drawing/2014/main" xmlns="" id="{86164B8B-34B0-487D-AE7A-ACFA98F16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038" y="3938588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数符</a:t>
            </a:r>
          </a:p>
        </p:txBody>
      </p:sp>
      <p:sp>
        <p:nvSpPr>
          <p:cNvPr id="654348" name="Text Box 12">
            <a:extLst>
              <a:ext uri="{FF2B5EF4-FFF2-40B4-BE49-F238E27FC236}">
                <a16:creationId xmlns:a16="http://schemas.microsoft.com/office/drawing/2014/main" xmlns="" id="{ACE5F34D-DC7B-4E8F-BCF1-2843258F5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600" y="3940175"/>
            <a:ext cx="796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尾数</a:t>
            </a:r>
          </a:p>
        </p:txBody>
      </p:sp>
    </p:spTree>
  </p:cSld>
  <p:clrMapOvr>
    <a:masterClrMapping/>
  </p:clrMapOvr>
  <p:transition spd="med">
    <p:pull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>
            <a:extLst>
              <a:ext uri="{FF2B5EF4-FFF2-40B4-BE49-F238E27FC236}">
                <a16:creationId xmlns:a16="http://schemas.microsoft.com/office/drawing/2014/main" xmlns="" id="{85C1F087-1769-457E-958C-01C2F731B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浮点数的表示方法（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xmlns="" id="{E61DAF94-6CCA-4648-B224-47AD37A51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7" y="990600"/>
            <a:ext cx="8785225" cy="5400675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浮点数的</a:t>
            </a:r>
            <a:r>
              <a:rPr lang="zh-CN" altLang="en-US" sz="2800" dirty="0">
                <a:solidFill>
                  <a:srgbClr val="A50021"/>
                </a:solidFill>
              </a:rPr>
              <a:t>规格化</a:t>
            </a:r>
            <a:r>
              <a:rPr lang="zh-CN" altLang="en-US" sz="2800" dirty="0"/>
              <a:t>形式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为了充分利用尾数的有效位数、提高运算精度，规定了浮点数的规格化形式。且对任何一个浮点数其规格化形式是唯一的。</a:t>
            </a:r>
          </a:p>
          <a:p>
            <a:pPr lvl="1" eaLnBrk="1" hangingPunct="1"/>
            <a:r>
              <a:rPr lang="zh-CN" altLang="en-US" sz="2400" dirty="0"/>
              <a:t>对于阶码的基数为</a:t>
            </a:r>
            <a:r>
              <a:rPr lang="en-US" altLang="zh-CN" sz="2400" dirty="0"/>
              <a:t>R</a:t>
            </a:r>
            <a:r>
              <a:rPr lang="zh-CN" altLang="en-US" sz="2400" dirty="0"/>
              <a:t>的规格化浮点数，定义其尾数的绝对值范围：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	1/R </a:t>
            </a:r>
            <a:r>
              <a:rPr lang="en-US" altLang="zh-CN" sz="2400" dirty="0">
                <a:sym typeface="Symbol" panose="05050102010706020507" pitchFamily="18" charset="2"/>
              </a:rPr>
              <a:t> M|  1</a:t>
            </a:r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sym typeface="Symbol" panose="05050102010706020507" pitchFamily="18" charset="2"/>
              </a:rPr>
              <a:t>R=2</a:t>
            </a:r>
            <a:r>
              <a:rPr lang="zh-CN" altLang="en-US" sz="2400" dirty="0">
                <a:sym typeface="Symbol" panose="05050102010706020507" pitchFamily="18" charset="2"/>
              </a:rPr>
              <a:t>，则：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		1/2 </a:t>
            </a:r>
            <a:r>
              <a:rPr lang="en-US" altLang="zh-CN" sz="2400" dirty="0">
                <a:sym typeface="Symbol" panose="05050102010706020507" pitchFamily="18" charset="2"/>
              </a:rPr>
              <a:t> M|  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  当尾数用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原码</a:t>
            </a:r>
            <a:r>
              <a:rPr lang="zh-CN" altLang="en-US" sz="2400" dirty="0">
                <a:sym typeface="Symbol" panose="05050102010706020507" pitchFamily="18" charset="2"/>
              </a:rPr>
              <a:t>表示时，尾数的最高位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总等于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</a:p>
          <a:p>
            <a:pPr lvl="1" eaLnBrk="1" hangingPunct="1">
              <a:buClr>
                <a:srgbClr val="CC33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  <a:sym typeface="Symbol" panose="05050102010706020507" pitchFamily="18" charset="2"/>
              </a:rPr>
              <a:t>因此，</a:t>
            </a:r>
            <a:r>
              <a:rPr lang="zh-CN" altLang="en-US" sz="2600" dirty="0"/>
              <a:t>最小正数  </a:t>
            </a:r>
            <a:r>
              <a:rPr lang="en-US" altLang="zh-CN" sz="2600" dirty="0"/>
              <a:t>2 </a:t>
            </a:r>
            <a:r>
              <a:rPr lang="en-US" altLang="zh-CN" sz="2600" baseline="30000" dirty="0"/>
              <a:t>-n</a:t>
            </a:r>
            <a:r>
              <a:rPr lang="en-US" altLang="zh-CN" sz="2600" dirty="0"/>
              <a:t>×2</a:t>
            </a:r>
            <a:r>
              <a:rPr lang="en-US" altLang="zh-CN" sz="2600" baseline="30000" dirty="0"/>
              <a:t>-(2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-1 )</a:t>
            </a:r>
            <a:r>
              <a:rPr lang="en-US" altLang="zh-CN" sz="2600" dirty="0"/>
              <a:t>  </a:t>
            </a:r>
            <a:r>
              <a:rPr lang="zh-CN" altLang="en-US" sz="2600" dirty="0"/>
              <a:t>规格化形式为 </a:t>
            </a:r>
            <a:r>
              <a:rPr lang="en-US" altLang="zh-CN" sz="2600" dirty="0">
                <a:sym typeface="Symbol" panose="05050102010706020507" pitchFamily="18" charset="2"/>
              </a:rPr>
              <a:t> </a:t>
            </a:r>
            <a:r>
              <a:rPr lang="en-US" altLang="zh-CN" sz="2600" dirty="0"/>
              <a:t>2 </a:t>
            </a:r>
            <a:r>
              <a:rPr lang="en-US" altLang="zh-CN" sz="2600" baseline="30000" dirty="0"/>
              <a:t>-1</a:t>
            </a:r>
            <a:r>
              <a:rPr lang="en-US" altLang="zh-CN" sz="2600" dirty="0"/>
              <a:t>×2</a:t>
            </a:r>
            <a:r>
              <a:rPr lang="en-US" altLang="zh-CN" sz="2600" baseline="30000" dirty="0"/>
              <a:t>-(2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-1 )</a:t>
            </a:r>
            <a:r>
              <a:rPr lang="en-US" altLang="zh-CN" sz="2600" dirty="0"/>
              <a:t>  </a:t>
            </a:r>
          </a:p>
          <a:p>
            <a:pPr lvl="1" eaLnBrk="1" hangingPunct="1">
              <a:buClr>
                <a:srgbClr val="CC3300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dirty="0"/>
              <a:t>           最大负数  </a:t>
            </a:r>
            <a:r>
              <a:rPr lang="en-US" altLang="zh-CN" sz="2600" dirty="0"/>
              <a:t>- 2 </a:t>
            </a:r>
            <a:r>
              <a:rPr lang="en-US" altLang="zh-CN" sz="2600" baseline="30000" dirty="0"/>
              <a:t>-n</a:t>
            </a:r>
            <a:r>
              <a:rPr lang="en-US" altLang="zh-CN" sz="2600" dirty="0"/>
              <a:t>×2</a:t>
            </a:r>
            <a:r>
              <a:rPr lang="en-US" altLang="zh-CN" sz="2600" baseline="30000" dirty="0"/>
              <a:t>-(2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-1 )</a:t>
            </a:r>
            <a:r>
              <a:rPr lang="en-US" altLang="zh-CN" sz="2600" dirty="0"/>
              <a:t> </a:t>
            </a:r>
            <a:r>
              <a:rPr lang="zh-CN" altLang="en-US" sz="2600" dirty="0">
                <a:sym typeface="Symbol" panose="05050102010706020507" pitchFamily="18" charset="2"/>
              </a:rPr>
              <a:t>规格化形式为</a:t>
            </a:r>
            <a:r>
              <a:rPr lang="en-US" altLang="zh-CN" sz="2600" dirty="0">
                <a:sym typeface="Symbol" panose="05050102010706020507" pitchFamily="18" charset="2"/>
              </a:rPr>
              <a:t> </a:t>
            </a:r>
            <a:r>
              <a:rPr lang="en-US" altLang="zh-CN" sz="2600" dirty="0"/>
              <a:t>- 2 </a:t>
            </a:r>
            <a:r>
              <a:rPr lang="en-US" altLang="zh-CN" sz="2600" baseline="30000" dirty="0"/>
              <a:t>-1</a:t>
            </a:r>
            <a:r>
              <a:rPr lang="en-US" altLang="zh-CN" sz="2600" dirty="0"/>
              <a:t>×2</a:t>
            </a:r>
            <a:r>
              <a:rPr lang="en-US" altLang="zh-CN" sz="2600" baseline="30000" dirty="0"/>
              <a:t>-(2</a:t>
            </a:r>
            <a:r>
              <a:rPr lang="en-US" altLang="zh-CN" sz="2600" baseline="50000" dirty="0"/>
              <a:t>m</a:t>
            </a:r>
            <a:r>
              <a:rPr lang="en-US" altLang="zh-CN" sz="2600" baseline="30000" dirty="0"/>
              <a:t>-1 )</a:t>
            </a:r>
            <a:r>
              <a:rPr lang="en-US" altLang="zh-CN" sz="2600" dirty="0"/>
              <a:t> </a:t>
            </a:r>
          </a:p>
          <a:p>
            <a:pPr lvl="1" eaLnBrk="1" hangingPunct="1">
              <a:buClr>
                <a:srgbClr val="CC3300"/>
              </a:buClr>
              <a:buSzTx/>
              <a:buFont typeface="Wingdings" panose="05000000000000000000" pitchFamily="2" charset="2"/>
              <a:buNone/>
            </a:pPr>
            <a:endParaRPr lang="en-US" altLang="zh-CN" sz="2600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400" dirty="0">
              <a:latin typeface="华文隶书" panose="02010800040101010101" pitchFamily="2" charset="-122"/>
              <a:ea typeface="华文隶书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0061439-D287-412B-A07B-AAC98BB92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原码、补码和反码的规格化数</a:t>
            </a:r>
          </a:p>
        </p:txBody>
      </p:sp>
      <p:sp>
        <p:nvSpPr>
          <p:cNvPr id="56323" name="内容占位符 2">
            <a:extLst>
              <a:ext uri="{FF2B5EF4-FFF2-40B4-BE49-F238E27FC236}">
                <a16:creationId xmlns:a16="http://schemas.microsoft.com/office/drawing/2014/main" xmlns="" id="{D618E958-E217-432E-A072-D3D68F54A0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r>
              <a:rPr lang="zh-CN" altLang="en-US" dirty="0"/>
              <a:t>特例</a:t>
            </a:r>
            <a:r>
              <a:rPr lang="zh-CN" altLang="en-US" b="0" dirty="0"/>
              <a:t>：</a:t>
            </a:r>
            <a:endParaRPr lang="en-US" altLang="zh-CN" b="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zh-CN" b="0" dirty="0"/>
              <a:t>x</a:t>
            </a:r>
            <a:r>
              <a:rPr lang="en-US" altLang="zh-CN" dirty="0"/>
              <a:t> = </a:t>
            </a:r>
            <a:r>
              <a:rPr lang="zh-CN" altLang="en-US" dirty="0">
                <a:cs typeface="Times New Roman" panose="02020603050405020304" pitchFamily="18" charset="0"/>
              </a:rPr>
              <a:t>– </a:t>
            </a:r>
            <a:r>
              <a:rPr lang="en-US" altLang="zh-CN" dirty="0">
                <a:cs typeface="Times New Roman" panose="02020603050405020304" pitchFamily="18" charset="0"/>
              </a:rPr>
              <a:t>1/2</a:t>
            </a:r>
            <a:r>
              <a:rPr lang="zh-CN" altLang="en-US" dirty="0">
                <a:cs typeface="Times New Roman" panose="02020603050405020304" pitchFamily="18" charset="0"/>
              </a:rPr>
              <a:t> = – 0.100 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dirty="0">
                <a:cs typeface="Times New Roman" panose="02020603050405020304" pitchFamily="18" charset="0"/>
              </a:rPr>
              <a:t> 0  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dirty="0">
                <a:cs typeface="Times New Roman" panose="02020603050405020304" pitchFamily="18" charset="0"/>
              </a:rPr>
              <a:t>[x]</a:t>
            </a:r>
            <a:r>
              <a:rPr lang="zh-CN" altLang="en-US" baseline="-25000" dirty="0">
                <a:cs typeface="Times New Roman" panose="02020603050405020304" pitchFamily="18" charset="0"/>
              </a:rPr>
              <a:t>原</a:t>
            </a:r>
            <a:r>
              <a:rPr lang="en-US" altLang="zh-CN" dirty="0">
                <a:cs typeface="Times New Roman" panose="02020603050405020304" pitchFamily="18" charset="0"/>
              </a:rPr>
              <a:t>=1</a:t>
            </a:r>
            <a:r>
              <a:rPr lang="zh-CN" altLang="en-US" dirty="0">
                <a:cs typeface="Times New Roman" panose="02020603050405020304" pitchFamily="18" charset="0"/>
              </a:rPr>
              <a:t>.100 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dirty="0">
                <a:cs typeface="Times New Roman" panose="02020603050405020304" pitchFamily="18" charset="0"/>
              </a:rPr>
              <a:t> 0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zh-CN" altLang="en-US" dirty="0">
                <a:cs typeface="Times New Roman" panose="02020603050405020304" pitchFamily="18" charset="0"/>
              </a:rPr>
              <a:t>但，</a:t>
            </a:r>
            <a:r>
              <a:rPr lang="en-US" altLang="zh-CN" dirty="0">
                <a:cs typeface="Times New Roman" panose="02020603050405020304" pitchFamily="18" charset="0"/>
              </a:rPr>
              <a:t>[x]</a:t>
            </a:r>
            <a:r>
              <a:rPr lang="zh-CN" altLang="en-US" baseline="-25000" dirty="0">
                <a:cs typeface="Times New Roman" panose="02020603050405020304" pitchFamily="18" charset="0"/>
              </a:rPr>
              <a:t>补</a:t>
            </a:r>
            <a:r>
              <a:rPr lang="en-US" altLang="zh-CN" dirty="0"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.1</a:t>
            </a:r>
            <a:r>
              <a:rPr lang="zh-CN" altLang="en-US" dirty="0">
                <a:cs typeface="Times New Roman" panose="02020603050405020304" pitchFamily="18" charset="0"/>
              </a:rPr>
              <a:t>00 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dirty="0">
                <a:cs typeface="Times New Roman" panose="02020603050405020304" pitchFamily="18" charset="0"/>
              </a:rPr>
              <a:t> 0，在补码中不是规格化数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zh-CN" altLang="en-US" dirty="0"/>
              <a:t>而</a:t>
            </a:r>
            <a:r>
              <a:rPr lang="en-US" altLang="zh-CN" b="0" dirty="0"/>
              <a:t>x</a:t>
            </a:r>
            <a:r>
              <a:rPr lang="en-US" altLang="zh-CN" dirty="0"/>
              <a:t> = </a:t>
            </a:r>
            <a:r>
              <a:rPr lang="zh-CN" altLang="en-US" dirty="0">
                <a:cs typeface="Times New Roman" panose="02020603050405020304" pitchFamily="18" charset="0"/>
              </a:rPr>
              <a:t>– </a:t>
            </a:r>
            <a:r>
              <a:rPr lang="en-US" altLang="zh-CN" dirty="0">
                <a:cs typeface="Times New Roman" panose="02020603050405020304" pitchFamily="18" charset="0"/>
              </a:rPr>
              <a:t>1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[x]</a:t>
            </a:r>
            <a:r>
              <a:rPr lang="zh-CN" altLang="en-US" baseline="-25000" dirty="0">
                <a:cs typeface="Times New Roman" panose="02020603050405020304" pitchFamily="18" charset="0"/>
              </a:rPr>
              <a:t>补</a:t>
            </a:r>
            <a:r>
              <a:rPr lang="en-US" altLang="zh-CN" dirty="0"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0</a:t>
            </a:r>
            <a:r>
              <a:rPr lang="zh-CN" altLang="en-US" dirty="0">
                <a:cs typeface="Times New Roman" panose="02020603050405020304" pitchFamily="18" charset="0"/>
              </a:rPr>
              <a:t>00 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zh-CN" altLang="en-US" dirty="0">
                <a:cs typeface="Times New Roman" panose="02020603050405020304" pitchFamily="18" charset="0"/>
              </a:rPr>
              <a:t> 0，是规格化数</a:t>
            </a:r>
            <a:endParaRPr lang="en-US" altLang="zh-CN" dirty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dirty="0">
              <a:cs typeface="Times New Roman" panose="02020603050405020304" pitchFamily="18" charset="0"/>
            </a:endParaRPr>
          </a:p>
          <a:p>
            <a:endParaRPr lang="en-US" altLang="zh-CN" dirty="0">
              <a:cs typeface="Times New Roman" panose="02020603050405020304" pitchFamily="18" charset="0"/>
            </a:endParaRPr>
          </a:p>
          <a:p>
            <a:endParaRPr lang="en-US" altLang="zh-CN" dirty="0"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xmlns="" id="{FE0CC37D-2A0B-4AAC-803D-EE7B3DFD7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211259"/>
              </p:ext>
            </p:extLst>
          </p:nvPr>
        </p:nvGraphicFramePr>
        <p:xfrm>
          <a:off x="1475581" y="1219200"/>
          <a:ext cx="6192837" cy="22860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xmlns="" val="1379779605"/>
                    </a:ext>
                  </a:extLst>
                </a:gridCol>
                <a:gridCol w="2166937">
                  <a:extLst>
                    <a:ext uri="{9D8B030D-6E8A-4147-A177-3AD203B41FA5}">
                      <a16:colId xmlns:a16="http://schemas.microsoft.com/office/drawing/2014/main" xmlns="" val="4124717337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xmlns="" val="3938310978"/>
                    </a:ext>
                  </a:extLst>
                </a:gridCol>
                <a:gridCol w="2012950">
                  <a:extLst>
                    <a:ext uri="{9D8B030D-6E8A-4147-A177-3AD203B41FA5}">
                      <a16:colId xmlns:a16="http://schemas.microsoft.com/office/drawing/2014/main" xmlns="" val="1181623015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正数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规格化形式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负数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规格化形式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78729488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真值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0.1xxx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真值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0.1xxx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7413266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原码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0.1xxx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原码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1.1xxx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6327024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补码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0.1xxx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补码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1.0xxx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82940589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反码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0.1xxx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反码</a:t>
                      </a: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1.0xxx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xxx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42" marR="9144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1841707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C31635C-65C3-46FC-B370-3947AF06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xmlns="" id="{A4EB52D2-61F1-45D3-81EC-7CECED222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800"/>
              <a:t>某浮点数字长</a:t>
            </a:r>
            <a:r>
              <a:rPr lang="en-US" altLang="zh-CN" sz="2800"/>
              <a:t>32</a:t>
            </a:r>
            <a:r>
              <a:rPr lang="zh-CN" altLang="en-US" sz="2800"/>
              <a:t>位，其中阶码</a:t>
            </a:r>
            <a:r>
              <a:rPr lang="en-US" altLang="zh-CN" sz="2800"/>
              <a:t>8</a:t>
            </a:r>
            <a:r>
              <a:rPr lang="zh-CN" altLang="en-US" sz="2800"/>
              <a:t>位，以</a:t>
            </a:r>
            <a:r>
              <a:rPr lang="en-US" altLang="zh-CN" sz="2800"/>
              <a:t>2</a:t>
            </a:r>
            <a:r>
              <a:rPr lang="zh-CN" altLang="en-US" sz="2800"/>
              <a:t>为底，补码表示；尾数为纯小数，</a:t>
            </a:r>
            <a:r>
              <a:rPr lang="en-US" altLang="zh-CN" sz="2800"/>
              <a:t>24</a:t>
            </a:r>
            <a:r>
              <a:rPr lang="zh-CN" altLang="en-US" sz="2800"/>
              <a:t>位（含</a:t>
            </a:r>
            <a:r>
              <a:rPr lang="en-US" altLang="zh-CN" sz="2800"/>
              <a:t>1</a:t>
            </a:r>
            <a:r>
              <a:rPr lang="zh-CN" altLang="en-US" sz="2800"/>
              <a:t>位数符），补码表示。现有一浮点数为</a:t>
            </a:r>
            <a:r>
              <a:rPr lang="en-US" altLang="zh-CN" sz="2800"/>
              <a:t>C18F1234</a:t>
            </a:r>
            <a:r>
              <a:rPr lang="zh-CN" altLang="en-US" sz="2800"/>
              <a:t>，求它所表示的二进制真值是多少？</a:t>
            </a:r>
            <a:endParaRPr lang="en-US" altLang="zh-CN" sz="280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zh-CN"/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解：展开</a:t>
            </a:r>
            <a:r>
              <a:rPr lang="en-US" altLang="zh-CN"/>
              <a:t>C18F1234</a:t>
            </a:r>
            <a:r>
              <a:rPr lang="zh-CN" altLang="en-US"/>
              <a:t>，得：</a:t>
            </a:r>
            <a:endParaRPr lang="en-US" altLang="zh-CN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/>
              <a:t>    1100 0001 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/>
              <a:t>000 1111 0001 0010 0011 0100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阶码原码：</a:t>
            </a:r>
            <a:r>
              <a:rPr lang="en-US" altLang="zh-CN"/>
              <a:t>1011 1111</a:t>
            </a:r>
            <a:r>
              <a:rPr lang="zh-CN" altLang="en-US"/>
              <a:t>，十进制：</a:t>
            </a:r>
            <a:r>
              <a:rPr lang="en-US" altLang="zh-CN"/>
              <a:t>-63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尾数原码：</a:t>
            </a:r>
            <a:r>
              <a:rPr lang="en-US" altLang="zh-CN"/>
              <a:t>1.111 0000 1110 1101 1100 1100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二进制真值</a:t>
            </a:r>
            <a:r>
              <a:rPr lang="en-US" altLang="zh-CN"/>
              <a:t>:-0.11100001110110111001100×2 </a:t>
            </a:r>
            <a:r>
              <a:rPr lang="en-US" altLang="zh-CN" baseline="30000"/>
              <a:t>-63</a:t>
            </a:r>
            <a:endParaRPr lang="zh-CN" altLang="en-US" baseline="300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5CF6DF83-B8D3-4926-9EC5-778CD0E72085}"/>
              </a:ext>
            </a:extLst>
          </p:cNvPr>
          <p:cNvGraphicFramePr>
            <a:graphicFrameLocks noGrp="1"/>
          </p:cNvGraphicFramePr>
          <p:nvPr/>
        </p:nvGraphicFramePr>
        <p:xfrm>
          <a:off x="2268538" y="2625725"/>
          <a:ext cx="4967287" cy="371475"/>
        </p:xfrm>
        <a:graphic>
          <a:graphicData uri="http://schemas.openxmlformats.org/drawingml/2006/table">
            <a:tbl>
              <a:tblPr/>
              <a:tblGrid>
                <a:gridCol w="1655762">
                  <a:extLst>
                    <a:ext uri="{9D8B030D-6E8A-4147-A177-3AD203B41FA5}">
                      <a16:colId xmlns:a16="http://schemas.microsoft.com/office/drawing/2014/main" xmlns="" val="1609989229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xmlns="" val="2930264949"/>
                    </a:ext>
                  </a:extLst>
                </a:gridCol>
                <a:gridCol w="2574925">
                  <a:extLst>
                    <a:ext uri="{9D8B030D-6E8A-4147-A177-3AD203B41FA5}">
                      <a16:colId xmlns:a16="http://schemas.microsoft.com/office/drawing/2014/main" xmlns="" val="141683673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阶码（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位）</a:t>
                      </a:r>
                    </a:p>
                  </a:txBody>
                  <a:tcPr marL="91417" marR="91417" marT="45798" marB="457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数符</a:t>
                      </a:r>
                    </a:p>
                  </a:txBody>
                  <a:tcPr marL="91417" marR="91417" marT="45798" marB="457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尾数（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23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位）</a:t>
                      </a:r>
                    </a:p>
                  </a:txBody>
                  <a:tcPr marL="91417" marR="91417" marT="45798" marB="457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051845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>
            <a:extLst>
              <a:ext uri="{FF2B5EF4-FFF2-40B4-BE49-F238E27FC236}">
                <a16:creationId xmlns:a16="http://schemas.microsoft.com/office/drawing/2014/main" xmlns="" id="{445194BD-FF76-4EEA-BF3E-9F46A2162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IEEE 754</a:t>
            </a:r>
            <a:r>
              <a:rPr lang="zh-CN" altLang="en-US"/>
              <a:t>浮点数标准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xmlns="" id="{55D74017-22CB-4945-A7DE-C0E23620D4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         (-1)</a:t>
            </a:r>
            <a:r>
              <a:rPr lang="en-US" altLang="zh-CN" baseline="30000">
                <a:solidFill>
                  <a:srgbClr val="FF0000"/>
                </a:solidFill>
              </a:rPr>
              <a:t>S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*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en-US" altLang="zh-CN"/>
              <a:t>M* 2</a:t>
            </a:r>
            <a:r>
              <a:rPr lang="en-US" altLang="zh-CN" baseline="30000">
                <a:solidFill>
                  <a:srgbClr val="00CC00"/>
                </a:solidFill>
              </a:rPr>
              <a:t>Exp-Bias            </a:t>
            </a:r>
            <a:r>
              <a:rPr lang="zh-CN" altLang="en-US" sz="2400"/>
              <a:t>其中，</a:t>
            </a:r>
            <a:r>
              <a:rPr lang="en-US" altLang="zh-CN" sz="2400"/>
              <a:t>1</a:t>
            </a:r>
            <a:r>
              <a:rPr lang="en-US" altLang="zh-CN" sz="2400">
                <a:sym typeface="Symbol" panose="05050102010706020507" pitchFamily="18" charset="2"/>
              </a:rPr>
              <a:t></a:t>
            </a:r>
            <a:r>
              <a:rPr lang="en-US" altLang="zh-CN" sz="2400"/>
              <a:t>M</a:t>
            </a:r>
            <a:r>
              <a:rPr lang="zh-CN" altLang="en-US" sz="2400">
                <a:sym typeface="Symbol" panose="05050102010706020507" pitchFamily="18" charset="2"/>
              </a:rPr>
              <a:t></a:t>
            </a:r>
            <a:r>
              <a:rPr lang="en-US" altLang="zh-CN" sz="2400">
                <a:sym typeface="Symbol" panose="05050102010706020507" pitchFamily="18" charset="2"/>
              </a:rPr>
              <a:t>2 </a:t>
            </a:r>
            <a:r>
              <a:rPr lang="zh-CN" altLang="en-US" sz="2400">
                <a:sym typeface="Symbol" panose="05050102010706020507" pitchFamily="18" charset="2"/>
              </a:rPr>
              <a:t>或 </a:t>
            </a:r>
            <a:r>
              <a:rPr lang="en-US" altLang="zh-CN" sz="2400">
                <a:sym typeface="Symbol" panose="05050102010706020507" pitchFamily="18" charset="2"/>
              </a:rPr>
              <a:t>0M1</a:t>
            </a:r>
            <a:endParaRPr lang="en-US" altLang="zh-CN" sz="2400"/>
          </a:p>
        </p:txBody>
      </p:sp>
      <p:sp>
        <p:nvSpPr>
          <p:cNvPr id="655384" name="Text Box 24">
            <a:extLst>
              <a:ext uri="{FF2B5EF4-FFF2-40B4-BE49-F238E27FC236}">
                <a16:creationId xmlns:a16="http://schemas.microsoft.com/office/drawing/2014/main" xmlns="" id="{518ED558-D7A7-4BF5-B910-8D27A669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991100"/>
            <a:ext cx="878522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：浮点数的符号位，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表示正数，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表示负数</a:t>
            </a:r>
          </a:p>
          <a:p>
            <a:pPr algn="l" eaLnBrk="1" hangingPunct="1"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Frac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：小数字段，用</a:t>
            </a:r>
            <a:r>
              <a:rPr kumimoji="0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原码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表示，小数点放在尾数域的最前面。</a:t>
            </a:r>
            <a:r>
              <a:rPr lang="zh-CN" altLang="en-US" sz="2400" b="1" u="sng" dirty="0">
                <a:latin typeface="楷体" panose="02010609060101010101" pitchFamily="49" charset="-122"/>
                <a:ea typeface="楷体" panose="02010609060101010101" pitchFamily="49" charset="-122"/>
              </a:rPr>
              <a:t>规格化数中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M=1+Frac,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即：</a:t>
            </a:r>
            <a:r>
              <a:rPr lang="zh-CN" altLang="en-US" sz="24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隐含最高位</a:t>
            </a:r>
            <a:r>
              <a:rPr lang="en-US" altLang="zh-CN" sz="24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kumimoji="0" lang="en-US" altLang="zh-CN" sz="2400" b="1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eaLnBrk="1" hangingPunct="1">
              <a:defRPr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Exp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：阶码，用</a:t>
            </a:r>
            <a:r>
              <a:rPr kumimoji="0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移码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来表示</a:t>
            </a:r>
          </a:p>
        </p:txBody>
      </p:sp>
      <p:grpSp>
        <p:nvGrpSpPr>
          <p:cNvPr id="59398" name="Group 63">
            <a:extLst>
              <a:ext uri="{FF2B5EF4-FFF2-40B4-BE49-F238E27FC236}">
                <a16:creationId xmlns:a16="http://schemas.microsoft.com/office/drawing/2014/main" xmlns="" id="{3792B7BF-EDCD-4617-B12F-B9C06E0F1B63}"/>
              </a:ext>
            </a:extLst>
          </p:cNvPr>
          <p:cNvGrpSpPr>
            <a:grpSpLocks/>
          </p:cNvGrpSpPr>
          <p:nvPr/>
        </p:nvGrpSpPr>
        <p:grpSpPr bwMode="auto">
          <a:xfrm>
            <a:off x="0" y="1484313"/>
            <a:ext cx="8991600" cy="1173162"/>
            <a:chOff x="0" y="1181"/>
            <a:chExt cx="5664" cy="739"/>
          </a:xfrm>
        </p:grpSpPr>
        <p:sp>
          <p:nvSpPr>
            <p:cNvPr id="59423" name="Text Box 64">
              <a:extLst>
                <a:ext uri="{FF2B5EF4-FFF2-40B4-BE49-F238E27FC236}">
                  <a16:creationId xmlns:a16="http://schemas.microsoft.com/office/drawing/2014/main" xmlns="" id="{B1D89869-8056-4E13-9993-F05D2A50C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" y="120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9424" name="Text Box 65">
              <a:extLst>
                <a:ext uri="{FF2B5EF4-FFF2-40B4-BE49-F238E27FC236}">
                  <a16:creationId xmlns:a16="http://schemas.microsoft.com/office/drawing/2014/main" xmlns="" id="{8A1C04C2-9C2D-4367-9BE8-60A72DB8C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181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59425" name="Rectangle 66">
              <a:extLst>
                <a:ext uri="{FF2B5EF4-FFF2-40B4-BE49-F238E27FC236}">
                  <a16:creationId xmlns:a16="http://schemas.microsoft.com/office/drawing/2014/main" xmlns="" id="{B5EE8824-A8EF-427C-8170-F3F06BC2F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392"/>
              <a:ext cx="4704" cy="28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59426" name="Text Box 67">
              <a:extLst>
                <a:ext uri="{FF2B5EF4-FFF2-40B4-BE49-F238E27FC236}">
                  <a16:creationId xmlns:a16="http://schemas.microsoft.com/office/drawing/2014/main" xmlns="" id="{7EA1AB74-7EAD-4A74-815C-904904730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376"/>
              <a:ext cx="1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59427" name="Text Box 68">
              <a:extLst>
                <a:ext uri="{FF2B5EF4-FFF2-40B4-BE49-F238E27FC236}">
                  <a16:creationId xmlns:a16="http://schemas.microsoft.com/office/drawing/2014/main" xmlns="" id="{AF3F8244-EEB4-445F-A31F-00BF0968E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2" y="1375"/>
              <a:ext cx="4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CC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Exp</a:t>
              </a:r>
            </a:p>
          </p:txBody>
        </p:sp>
        <p:sp>
          <p:nvSpPr>
            <p:cNvPr id="59428" name="Line 69">
              <a:extLst>
                <a:ext uri="{FF2B5EF4-FFF2-40B4-BE49-F238E27FC236}">
                  <a16:creationId xmlns:a16="http://schemas.microsoft.com/office/drawing/2014/main" xmlns="" id="{526734D2-4994-4E9A-93BD-3217C6C96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39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9" name="Text Box 70">
              <a:extLst>
                <a:ext uri="{FF2B5EF4-FFF2-40B4-BE49-F238E27FC236}">
                  <a16:creationId xmlns:a16="http://schemas.microsoft.com/office/drawing/2014/main" xmlns="" id="{DC07946B-A456-4074-8C28-AE18342007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181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59430" name="Line 71">
              <a:extLst>
                <a:ext uri="{FF2B5EF4-FFF2-40B4-BE49-F238E27FC236}">
                  <a16:creationId xmlns:a16="http://schemas.microsoft.com/office/drawing/2014/main" xmlns="" id="{4E832AA5-9C8B-4B6B-85EB-6BC019465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9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1" name="Text Box 72">
              <a:extLst>
                <a:ext uri="{FF2B5EF4-FFF2-40B4-BE49-F238E27FC236}">
                  <a16:creationId xmlns:a16="http://schemas.microsoft.com/office/drawing/2014/main" xmlns="" id="{F7894980-A33B-4763-BEB9-3BEA47E8D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20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23</a:t>
              </a:r>
            </a:p>
          </p:txBody>
        </p:sp>
        <p:sp>
          <p:nvSpPr>
            <p:cNvPr id="59432" name="Text Box 73">
              <a:extLst>
                <a:ext uri="{FF2B5EF4-FFF2-40B4-BE49-F238E27FC236}">
                  <a16:creationId xmlns:a16="http://schemas.microsoft.com/office/drawing/2014/main" xmlns="" id="{833D3C5A-7C17-4F91-B17C-EE8A2E9E5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0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22</a:t>
              </a:r>
            </a:p>
          </p:txBody>
        </p:sp>
        <p:sp>
          <p:nvSpPr>
            <p:cNvPr id="59433" name="Text Box 74">
              <a:extLst>
                <a:ext uri="{FF2B5EF4-FFF2-40B4-BE49-F238E27FC236}">
                  <a16:creationId xmlns:a16="http://schemas.microsoft.com/office/drawing/2014/main" xmlns="" id="{1284CA71-75A1-47F6-9C97-60F91970C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375"/>
              <a:ext cx="5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Frac</a:t>
              </a:r>
              <a:endParaRPr lang="en-US" altLang="zh-CN" sz="2400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34" name="Text Box 75">
              <a:extLst>
                <a:ext uri="{FF2B5EF4-FFF2-40B4-BE49-F238E27FC236}">
                  <a16:creationId xmlns:a16="http://schemas.microsoft.com/office/drawing/2014/main" xmlns="" id="{635C87D0-549C-40B9-861B-6DD011B8B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680"/>
              <a:ext cx="3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  <a:ea typeface="宋体" panose="02010600030101010101" pitchFamily="2" charset="-122"/>
                </a:rPr>
                <a:t>1 bit</a:t>
              </a:r>
            </a:p>
          </p:txBody>
        </p:sp>
        <p:sp>
          <p:nvSpPr>
            <p:cNvPr id="59435" name="Text Box 76">
              <a:extLst>
                <a:ext uri="{FF2B5EF4-FFF2-40B4-BE49-F238E27FC236}">
                  <a16:creationId xmlns:a16="http://schemas.microsoft.com/office/drawing/2014/main" xmlns="" id="{3245561D-1495-4199-98A9-0189FB96D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93"/>
              <a:ext cx="4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  <a:ea typeface="宋体" panose="02010600030101010101" pitchFamily="2" charset="-122"/>
                </a:rPr>
                <a:t>8 bits</a:t>
              </a:r>
            </a:p>
          </p:txBody>
        </p:sp>
        <p:sp>
          <p:nvSpPr>
            <p:cNvPr id="59436" name="Text Box 77">
              <a:extLst>
                <a:ext uri="{FF2B5EF4-FFF2-40B4-BE49-F238E27FC236}">
                  <a16:creationId xmlns:a16="http://schemas.microsoft.com/office/drawing/2014/main" xmlns="" id="{A29B37B5-1811-40B5-AFEF-D61AD2E60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693"/>
              <a:ext cx="5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  <a:ea typeface="宋体" panose="02010600030101010101" pitchFamily="2" charset="-122"/>
                </a:rPr>
                <a:t>23 bits</a:t>
              </a:r>
            </a:p>
          </p:txBody>
        </p:sp>
        <p:sp>
          <p:nvSpPr>
            <p:cNvPr id="59437" name="Text Box 78">
              <a:extLst>
                <a:ext uri="{FF2B5EF4-FFF2-40B4-BE49-F238E27FC236}">
                  <a16:creationId xmlns:a16="http://schemas.microsoft.com/office/drawing/2014/main" xmlns="" id="{0A14902E-C57E-4A2F-81DD-1BA5C29F4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96"/>
              <a:ext cx="864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ea typeface="宋体" panose="02010600030101010101" pitchFamily="2" charset="-122"/>
                </a:rPr>
                <a:t>单精度</a:t>
              </a:r>
              <a:endParaRPr lang="en-US" altLang="zh-CN" sz="2000"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9900CC"/>
                  </a:solidFill>
                  <a:ea typeface="宋体" panose="02010600030101010101" pitchFamily="2" charset="-122"/>
                </a:rPr>
                <a:t>float x;</a:t>
              </a:r>
              <a:endParaRPr lang="zh-CN" altLang="en-US" sz="2000">
                <a:solidFill>
                  <a:srgbClr val="99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438" name="Rectangle 79">
              <a:extLst>
                <a:ext uri="{FF2B5EF4-FFF2-40B4-BE49-F238E27FC236}">
                  <a16:creationId xmlns:a16="http://schemas.microsoft.com/office/drawing/2014/main" xmlns="" id="{91437EBF-B5CE-41DF-8C75-2A9A176C6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200"/>
              <a:ext cx="4896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</p:grpSp>
      <p:grpSp>
        <p:nvGrpSpPr>
          <p:cNvPr id="59399" name="Group 80">
            <a:extLst>
              <a:ext uri="{FF2B5EF4-FFF2-40B4-BE49-F238E27FC236}">
                <a16:creationId xmlns:a16="http://schemas.microsoft.com/office/drawing/2014/main" xmlns="" id="{1B2100CE-665C-43FD-B012-4F744B483286}"/>
              </a:ext>
            </a:extLst>
          </p:cNvPr>
          <p:cNvGrpSpPr>
            <a:grpSpLocks/>
          </p:cNvGrpSpPr>
          <p:nvPr/>
        </p:nvGrpSpPr>
        <p:grpSpPr bwMode="auto">
          <a:xfrm>
            <a:off x="0" y="2781300"/>
            <a:ext cx="8991600" cy="2209800"/>
            <a:chOff x="0" y="2112"/>
            <a:chExt cx="5664" cy="1392"/>
          </a:xfrm>
        </p:grpSpPr>
        <p:sp>
          <p:nvSpPr>
            <p:cNvPr id="59404" name="Rectangle 81">
              <a:extLst>
                <a:ext uri="{FF2B5EF4-FFF2-40B4-BE49-F238E27FC236}">
                  <a16:creationId xmlns:a16="http://schemas.microsoft.com/office/drawing/2014/main" xmlns="" id="{EDC27C46-C1A0-42E4-B2B8-730EFA044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112"/>
              <a:ext cx="4896" cy="13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59405" name="Rectangle 82">
              <a:extLst>
                <a:ext uri="{FF2B5EF4-FFF2-40B4-BE49-F238E27FC236}">
                  <a16:creationId xmlns:a16="http://schemas.microsoft.com/office/drawing/2014/main" xmlns="" id="{B159237C-4501-4848-8539-4027F0111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976"/>
              <a:ext cx="4704" cy="28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59406" name="Text Box 83">
              <a:extLst>
                <a:ext uri="{FF2B5EF4-FFF2-40B4-BE49-F238E27FC236}">
                  <a16:creationId xmlns:a16="http://schemas.microsoft.com/office/drawing/2014/main" xmlns="" id="{5EEAA9FA-5D80-4090-B27B-177CF2DCC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976"/>
              <a:ext cx="129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Frac (cont’d)</a:t>
              </a:r>
              <a:endParaRPr lang="en-US" altLang="zh-CN" sz="2400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7" name="Text Box 84">
              <a:extLst>
                <a:ext uri="{FF2B5EF4-FFF2-40B4-BE49-F238E27FC236}">
                  <a16:creationId xmlns:a16="http://schemas.microsoft.com/office/drawing/2014/main" xmlns="" id="{C9C59111-D7BC-4055-916F-0CDE08CD6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" y="216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9408" name="Rectangle 85">
              <a:extLst>
                <a:ext uri="{FF2B5EF4-FFF2-40B4-BE49-F238E27FC236}">
                  <a16:creationId xmlns:a16="http://schemas.microsoft.com/office/drawing/2014/main" xmlns="" id="{10D0B74F-BE7B-47D4-8FF0-1E7A08646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52"/>
              <a:ext cx="4704" cy="28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59409" name="Text Box 86">
              <a:extLst>
                <a:ext uri="{FF2B5EF4-FFF2-40B4-BE49-F238E27FC236}">
                  <a16:creationId xmlns:a16="http://schemas.microsoft.com/office/drawing/2014/main" xmlns="" id="{EF2B142A-CDD4-48EE-BD4F-20339C949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336"/>
              <a:ext cx="1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59410" name="Text Box 87">
              <a:extLst>
                <a:ext uri="{FF2B5EF4-FFF2-40B4-BE49-F238E27FC236}">
                  <a16:creationId xmlns:a16="http://schemas.microsoft.com/office/drawing/2014/main" xmlns="" id="{0DC89820-DD99-4153-877C-C16E15CE7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2352"/>
              <a:ext cx="4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CC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Exp</a:t>
              </a:r>
            </a:p>
          </p:txBody>
        </p:sp>
        <p:sp>
          <p:nvSpPr>
            <p:cNvPr id="59411" name="Line 88">
              <a:extLst>
                <a:ext uri="{FF2B5EF4-FFF2-40B4-BE49-F238E27FC236}">
                  <a16:creationId xmlns:a16="http://schemas.microsoft.com/office/drawing/2014/main" xmlns="" id="{6480D684-1F66-42B3-93CE-790E13889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35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2" name="Line 89">
              <a:extLst>
                <a:ext uri="{FF2B5EF4-FFF2-40B4-BE49-F238E27FC236}">
                  <a16:creationId xmlns:a16="http://schemas.microsoft.com/office/drawing/2014/main" xmlns="" id="{D7F55D6A-3A09-4AF6-92B4-67E54555E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365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3" name="Text Box 90">
              <a:extLst>
                <a:ext uri="{FF2B5EF4-FFF2-40B4-BE49-F238E27FC236}">
                  <a16:creationId xmlns:a16="http://schemas.microsoft.com/office/drawing/2014/main" xmlns="" id="{48963531-63DE-4758-9773-D34EAD403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16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59414" name="Text Box 91">
              <a:extLst>
                <a:ext uri="{FF2B5EF4-FFF2-40B4-BE49-F238E27FC236}">
                  <a16:creationId xmlns:a16="http://schemas.microsoft.com/office/drawing/2014/main" xmlns="" id="{BE0FE00E-7165-41A8-9270-1B33A3321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16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19</a:t>
              </a:r>
            </a:p>
          </p:txBody>
        </p:sp>
        <p:sp>
          <p:nvSpPr>
            <p:cNvPr id="59415" name="Text Box 92">
              <a:extLst>
                <a:ext uri="{FF2B5EF4-FFF2-40B4-BE49-F238E27FC236}">
                  <a16:creationId xmlns:a16="http://schemas.microsoft.com/office/drawing/2014/main" xmlns="" id="{4B4F8F50-4AD1-4C3C-947F-CCD13A363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335"/>
              <a:ext cx="5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accent2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Frac</a:t>
              </a:r>
              <a:endParaRPr lang="en-US" altLang="zh-CN" sz="2400"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16" name="Text Box 93">
              <a:extLst>
                <a:ext uri="{FF2B5EF4-FFF2-40B4-BE49-F238E27FC236}">
                  <a16:creationId xmlns:a16="http://schemas.microsoft.com/office/drawing/2014/main" xmlns="" id="{8CDFFD44-A4F0-4E52-BAE0-7BAC7FC36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640"/>
              <a:ext cx="3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  <a:ea typeface="宋体" panose="02010600030101010101" pitchFamily="2" charset="-122"/>
                </a:rPr>
                <a:t>1 bit</a:t>
              </a:r>
            </a:p>
          </p:txBody>
        </p:sp>
        <p:sp>
          <p:nvSpPr>
            <p:cNvPr id="59417" name="Text Box 94">
              <a:extLst>
                <a:ext uri="{FF2B5EF4-FFF2-40B4-BE49-F238E27FC236}">
                  <a16:creationId xmlns:a16="http://schemas.microsoft.com/office/drawing/2014/main" xmlns="" id="{8D71B6AE-CBCF-4C8E-957B-E4FF000ED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640"/>
              <a:ext cx="5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  <a:ea typeface="宋体" panose="02010600030101010101" pitchFamily="2" charset="-122"/>
                </a:rPr>
                <a:t>11 bits</a:t>
              </a:r>
            </a:p>
          </p:txBody>
        </p:sp>
        <p:sp>
          <p:nvSpPr>
            <p:cNvPr id="59418" name="Text Box 95">
              <a:extLst>
                <a:ext uri="{FF2B5EF4-FFF2-40B4-BE49-F238E27FC236}">
                  <a16:creationId xmlns:a16="http://schemas.microsoft.com/office/drawing/2014/main" xmlns="" id="{FF349025-DFE2-42BC-94FD-94EEE5947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653"/>
              <a:ext cx="5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  <a:ea typeface="宋体" panose="02010600030101010101" pitchFamily="2" charset="-122"/>
                </a:rPr>
                <a:t>20 bits</a:t>
              </a:r>
            </a:p>
          </p:txBody>
        </p:sp>
        <p:sp>
          <p:nvSpPr>
            <p:cNvPr id="59419" name="Text Box 96">
              <a:extLst>
                <a:ext uri="{FF2B5EF4-FFF2-40B4-BE49-F238E27FC236}">
                  <a16:creationId xmlns:a16="http://schemas.microsoft.com/office/drawing/2014/main" xmlns="" id="{40E2BD61-E58B-4D52-AC9F-07E9C1C97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264"/>
              <a:ext cx="5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latin typeface="Helvetica" panose="020B0604020202020204" pitchFamily="34" charset="0"/>
                  <a:ea typeface="宋体" panose="02010600030101010101" pitchFamily="2" charset="-122"/>
                </a:rPr>
                <a:t>32 bits</a:t>
              </a:r>
            </a:p>
          </p:txBody>
        </p:sp>
        <p:sp>
          <p:nvSpPr>
            <p:cNvPr id="59420" name="Text Box 97">
              <a:extLst>
                <a:ext uri="{FF2B5EF4-FFF2-40B4-BE49-F238E27FC236}">
                  <a16:creationId xmlns:a16="http://schemas.microsoft.com/office/drawing/2014/main" xmlns="" id="{C88AC408-4C09-4C3E-84E4-60EBBD611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112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59421" name="Text Box 98">
              <a:extLst>
                <a:ext uri="{FF2B5EF4-FFF2-40B4-BE49-F238E27FC236}">
                  <a16:creationId xmlns:a16="http://schemas.microsoft.com/office/drawing/2014/main" xmlns="" id="{B1A5F86A-EA74-4CED-A6E1-E0611BAD0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112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>
                  <a:latin typeface="Helvetica" panose="020B0604020202020204" pitchFamily="34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59422" name="Text Box 99">
              <a:extLst>
                <a:ext uri="{FF2B5EF4-FFF2-40B4-BE49-F238E27FC236}">
                  <a16:creationId xmlns:a16="http://schemas.microsoft.com/office/drawing/2014/main" xmlns="" id="{D42F84BB-7DD1-4ABD-9C0E-BD9C3B9A7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96"/>
              <a:ext cx="768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ea typeface="宋体" panose="02010600030101010101" pitchFamily="2" charset="-122"/>
                </a:rPr>
                <a:t>双精度</a:t>
              </a:r>
              <a:endParaRPr lang="en-US" altLang="zh-CN" sz="2000"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9900CC"/>
                  </a:solidFill>
                  <a:ea typeface="宋体" panose="02010600030101010101" pitchFamily="2" charset="-122"/>
                </a:rPr>
                <a:t>double y;</a:t>
              </a:r>
              <a:endParaRPr lang="zh-CN" altLang="en-US" sz="2000">
                <a:solidFill>
                  <a:srgbClr val="9900CC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9400" name="Group 100">
            <a:extLst>
              <a:ext uri="{FF2B5EF4-FFF2-40B4-BE49-F238E27FC236}">
                <a16:creationId xmlns:a16="http://schemas.microsoft.com/office/drawing/2014/main" xmlns="" id="{A65A5899-2D78-4950-A05C-A3B4E89CCC80}"/>
              </a:ext>
            </a:extLst>
          </p:cNvPr>
          <p:cNvGrpSpPr>
            <a:grpSpLocks/>
          </p:cNvGrpSpPr>
          <p:nvPr/>
        </p:nvGrpSpPr>
        <p:grpSpPr bwMode="auto">
          <a:xfrm>
            <a:off x="4340971" y="5911850"/>
            <a:ext cx="4768104" cy="830263"/>
            <a:chOff x="3911" y="3600"/>
            <a:chExt cx="1377" cy="523"/>
          </a:xfrm>
        </p:grpSpPr>
        <p:sp>
          <p:nvSpPr>
            <p:cNvPr id="59401" name="Text Box 101">
              <a:extLst>
                <a:ext uri="{FF2B5EF4-FFF2-40B4-BE49-F238E27FC236}">
                  <a16:creationId xmlns:a16="http://schemas.microsoft.com/office/drawing/2014/main" xmlns="" id="{E584F7D2-E894-4A68-8155-948C547CC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" y="3717"/>
              <a:ext cx="69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/>
                <a:t>Bias</a:t>
              </a:r>
              <a:r>
                <a:rPr lang="zh-CN" altLang="en-US" sz="2400" b="0" dirty="0"/>
                <a:t>：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偏移值</a:t>
              </a:r>
              <a:r>
                <a:rPr lang="zh-CN" altLang="en-US" sz="2400" b="0" dirty="0"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59402" name="Text Box 102">
              <a:extLst>
                <a:ext uri="{FF2B5EF4-FFF2-40B4-BE49-F238E27FC236}">
                  <a16:creationId xmlns:a16="http://schemas.microsoft.com/office/drawing/2014/main" xmlns="" id="{3AE17DE7-050D-4F3F-B3DD-84EC1069E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4" y="3600"/>
              <a:ext cx="70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ea typeface="宋体" panose="02010600030101010101" pitchFamily="2" charset="-122"/>
                </a:rPr>
                <a:t>127 </a:t>
              </a:r>
              <a:r>
                <a:rPr lang="zh-CN" altLang="en-US" sz="2400" b="0" dirty="0">
                  <a:ea typeface="宋体" panose="02010600030101010101" pitchFamily="2" charset="-122"/>
                </a:rPr>
                <a:t>（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单精度</a:t>
              </a:r>
              <a:r>
                <a:rPr lang="zh-CN" altLang="en-US" sz="2400" b="0" dirty="0">
                  <a:ea typeface="宋体" panose="02010600030101010101" pitchFamily="2" charset="-122"/>
                </a:rPr>
                <a:t>）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ea typeface="宋体" panose="02010600030101010101" pitchFamily="2" charset="-122"/>
                </a:rPr>
                <a:t> 1023 </a:t>
              </a:r>
              <a:r>
                <a:rPr lang="zh-CN" altLang="en-US" sz="2400" b="0" dirty="0">
                  <a:ea typeface="宋体" panose="02010600030101010101" pitchFamily="2" charset="-122"/>
                </a:rPr>
                <a:t>（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双精度</a:t>
              </a:r>
              <a:r>
                <a:rPr lang="zh-CN" altLang="en-US" sz="2400" b="0" dirty="0">
                  <a:ea typeface="宋体" panose="02010600030101010101" pitchFamily="2" charset="-122"/>
                </a:rPr>
                <a:t>）</a:t>
              </a:r>
            </a:p>
          </p:txBody>
        </p:sp>
        <p:sp>
          <p:nvSpPr>
            <p:cNvPr id="59403" name="AutoShape 103">
              <a:extLst>
                <a:ext uri="{FF2B5EF4-FFF2-40B4-BE49-F238E27FC236}">
                  <a16:creationId xmlns:a16="http://schemas.microsoft.com/office/drawing/2014/main" xmlns="" id="{67170A98-1633-45AE-BAEB-0B1A05C6F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1" y="3640"/>
              <a:ext cx="66" cy="432"/>
            </a:xfrm>
            <a:prstGeom prst="leftBrace">
              <a:avLst>
                <a:gd name="adj1" fmla="val 3751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pull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>
            <a:extLst>
              <a:ext uri="{FF2B5EF4-FFF2-40B4-BE49-F238E27FC236}">
                <a16:creationId xmlns:a16="http://schemas.microsoft.com/office/drawing/2014/main" xmlns="" id="{3EA55B98-6D77-4397-9806-CBF9240F0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阶的移码表示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xmlns="" id="{A26B4A5A-69DF-4157-9C21-7E9600D8F9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IEEE 754</a:t>
            </a:r>
            <a:r>
              <a:rPr lang="zh-CN" altLang="en-US" sz="2800"/>
              <a:t>中，浮点数的阶</a:t>
            </a:r>
            <a:r>
              <a:rPr lang="en-US" altLang="zh-CN" sz="2800"/>
              <a:t>E</a:t>
            </a:r>
            <a:r>
              <a:rPr lang="zh-CN" altLang="en-US" sz="2800"/>
              <a:t>采用</a:t>
            </a:r>
            <a:r>
              <a:rPr lang="zh-CN" altLang="en-US" sz="2800">
                <a:solidFill>
                  <a:srgbClr val="CC3300"/>
                </a:solidFill>
              </a:rPr>
              <a:t>移码</a:t>
            </a:r>
            <a:r>
              <a:rPr lang="zh-CN" altLang="en-US" sz="2800"/>
              <a:t>表示</a:t>
            </a:r>
          </a:p>
          <a:p>
            <a:pPr eaLnBrk="1" hangingPunct="1"/>
            <a:r>
              <a:rPr lang="zh-CN" altLang="en-US" sz="2800"/>
              <a:t>移码： </a:t>
            </a:r>
            <a:r>
              <a:rPr lang="zh-CN" altLang="en-US" sz="2800">
                <a:solidFill>
                  <a:srgbClr val="C00000"/>
                </a:solidFill>
              </a:rPr>
              <a:t>规格化数</a:t>
            </a:r>
            <a:r>
              <a:rPr lang="zh-CN" altLang="en-US" sz="2800"/>
              <a:t>，在真正的阶</a:t>
            </a:r>
            <a:r>
              <a:rPr lang="en-US" altLang="zh-CN" sz="2800"/>
              <a:t>e</a:t>
            </a:r>
            <a:r>
              <a:rPr lang="zh-CN" altLang="en-US" sz="2800"/>
              <a:t>上加一个规定的值</a:t>
            </a:r>
          </a:p>
          <a:p>
            <a:pPr lvl="1" eaLnBrk="1" hangingPunct="1"/>
            <a:r>
              <a:rPr lang="zh-CN" altLang="en-US"/>
              <a:t>对单精度浮点数： </a:t>
            </a:r>
            <a:r>
              <a:rPr lang="en-US" altLang="zh-CN"/>
              <a:t>E = e + Bias = e + 127</a:t>
            </a:r>
          </a:p>
          <a:p>
            <a:pPr lvl="1" eaLnBrk="1" hangingPunct="1"/>
            <a:r>
              <a:rPr lang="zh-CN" altLang="en-US"/>
              <a:t>对双精度浮点数： </a:t>
            </a:r>
            <a:r>
              <a:rPr lang="en-US" altLang="zh-CN"/>
              <a:t>E = e + Bias = e + 1023</a:t>
            </a:r>
          </a:p>
          <a:p>
            <a:pPr eaLnBrk="1" hangingPunct="1"/>
            <a:r>
              <a:rPr lang="zh-CN" altLang="en-US" sz="2800">
                <a:solidFill>
                  <a:srgbClr val="000000"/>
                </a:solidFill>
              </a:rPr>
              <a:t>最小的阶： </a:t>
            </a:r>
            <a:r>
              <a:rPr lang="en-US" altLang="zh-CN" sz="2800">
                <a:solidFill>
                  <a:srgbClr val="000000"/>
                </a:solidFill>
              </a:rPr>
              <a:t>00000001</a:t>
            </a:r>
            <a:r>
              <a:rPr lang="en-US" altLang="zh-CN" sz="2800" baseline="-25000">
                <a:solidFill>
                  <a:srgbClr val="000000"/>
                </a:solidFill>
              </a:rPr>
              <a:t>2                         </a:t>
            </a:r>
            <a:r>
              <a:rPr lang="en-US" altLang="zh-CN" sz="2800">
                <a:solidFill>
                  <a:srgbClr val="000000"/>
                </a:solidFill>
              </a:rPr>
              <a:t>1</a:t>
            </a:r>
            <a:r>
              <a:rPr lang="en-US" altLang="zh-CN" sz="2800" baseline="-25000">
                <a:solidFill>
                  <a:srgbClr val="000000"/>
                </a:solidFill>
              </a:rPr>
              <a:t>10</a:t>
            </a:r>
          </a:p>
          <a:p>
            <a:pPr eaLnBrk="1" hangingPunct="1"/>
            <a:r>
              <a:rPr lang="zh-CN" altLang="en-US" sz="2800">
                <a:solidFill>
                  <a:srgbClr val="000000"/>
                </a:solidFill>
              </a:rPr>
              <a:t>最大的阶： </a:t>
            </a:r>
            <a:r>
              <a:rPr lang="en-US" altLang="zh-CN" sz="2800">
                <a:solidFill>
                  <a:srgbClr val="000000"/>
                </a:solidFill>
              </a:rPr>
              <a:t>11111110</a:t>
            </a:r>
            <a:r>
              <a:rPr lang="en-US" altLang="zh-CN" sz="2800" baseline="-25000">
                <a:solidFill>
                  <a:srgbClr val="000000"/>
                </a:solidFill>
              </a:rPr>
              <a:t>2                         </a:t>
            </a:r>
            <a:r>
              <a:rPr lang="en-US" altLang="zh-CN" sz="2800">
                <a:solidFill>
                  <a:srgbClr val="000000"/>
                </a:solidFill>
              </a:rPr>
              <a:t>254</a:t>
            </a:r>
            <a:r>
              <a:rPr lang="en-US" altLang="zh-CN" sz="2800" baseline="-25000">
                <a:solidFill>
                  <a:srgbClr val="000000"/>
                </a:solidFill>
              </a:rPr>
              <a:t>10</a:t>
            </a:r>
          </a:p>
          <a:p>
            <a:pPr eaLnBrk="1" hangingPunct="1"/>
            <a:r>
              <a:rPr lang="zh-CN" altLang="en-US" sz="2800"/>
              <a:t>例如</a:t>
            </a:r>
            <a:r>
              <a:rPr lang="en-US" altLang="zh-CN" sz="2800"/>
              <a:t>:1.0 * 2</a:t>
            </a:r>
            <a:r>
              <a:rPr lang="en-US" altLang="zh-CN" sz="2800" baseline="30000"/>
              <a:t>-1 </a:t>
            </a:r>
            <a:r>
              <a:rPr lang="zh-CN" altLang="en-US" sz="2800"/>
              <a:t>在机器中的表示如下：</a:t>
            </a:r>
          </a:p>
        </p:txBody>
      </p:sp>
      <p:sp>
        <p:nvSpPr>
          <p:cNvPr id="61445" name="Text Box 4">
            <a:extLst>
              <a:ext uri="{FF2B5EF4-FFF2-40B4-BE49-F238E27FC236}">
                <a16:creationId xmlns:a16="http://schemas.microsoft.com/office/drawing/2014/main" xmlns="" id="{AFCC9201-2DF7-42A1-9539-BC1ECBC47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825" y="4900613"/>
            <a:ext cx="5838825" cy="4730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ea typeface="宋体" panose="02010600030101010101" pitchFamily="2" charset="-122"/>
              </a:rPr>
              <a:t>0  0111 1110  0000 0000 0000 0000 0000 000</a:t>
            </a:r>
          </a:p>
        </p:txBody>
      </p:sp>
      <p:sp>
        <p:nvSpPr>
          <p:cNvPr id="61446" name="Line 5">
            <a:extLst>
              <a:ext uri="{FF2B5EF4-FFF2-40B4-BE49-F238E27FC236}">
                <a16:creationId xmlns:a16="http://schemas.microsoft.com/office/drawing/2014/main" xmlns="" id="{49043237-4F5A-4236-8DAD-27628A50C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4902200"/>
            <a:ext cx="0" cy="47148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xmlns="" id="{E719226A-A55B-4F7D-A1BF-A64DF5243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657850"/>
            <a:ext cx="8520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真值计算</a:t>
            </a:r>
            <a:r>
              <a:rPr lang="zh-CN" altLang="en-US" sz="2800" dirty="0"/>
              <a:t>：</a:t>
            </a:r>
            <a:r>
              <a:rPr lang="en-US" altLang="zh-CN" b="0" dirty="0">
                <a:ea typeface="方正准圆简体" pitchFamily="2" charset="-122"/>
              </a:rPr>
              <a:t>(-1)</a:t>
            </a:r>
            <a:r>
              <a:rPr lang="en-US" altLang="zh-CN" b="0" baseline="30000" dirty="0">
                <a:ea typeface="方正准圆简体" pitchFamily="2" charset="-122"/>
              </a:rPr>
              <a:t>S</a:t>
            </a:r>
            <a:r>
              <a:rPr lang="en-US" altLang="zh-CN" b="0" dirty="0">
                <a:ea typeface="方正准圆简体" pitchFamily="2" charset="-122"/>
              </a:rPr>
              <a:t> * (1 + Frac) * 2</a:t>
            </a:r>
            <a:r>
              <a:rPr lang="en-US" altLang="zh-CN" b="0" baseline="30000" dirty="0">
                <a:ea typeface="方正准圆简体" pitchFamily="2" charset="-122"/>
              </a:rPr>
              <a:t>(E - Bias)</a:t>
            </a:r>
          </a:p>
        </p:txBody>
      </p:sp>
      <p:sp>
        <p:nvSpPr>
          <p:cNvPr id="61448" name="文本框 1">
            <a:extLst>
              <a:ext uri="{FF2B5EF4-FFF2-40B4-BE49-F238E27FC236}">
                <a16:creationId xmlns:a16="http://schemas.microsoft.com/office/drawing/2014/main" xmlns="" id="{2080AAFC-4ECF-444A-9130-E7B358A35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284538"/>
            <a:ext cx="1568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2400">
                <a:ea typeface="楷体_GB2312" pitchFamily="49" charset="-122"/>
              </a:rPr>
              <a:t>（</a:t>
            </a:r>
            <a:r>
              <a:rPr lang="zh-CN" altLang="en-US" sz="2000">
                <a:ea typeface="楷体_GB2312" pitchFamily="49" charset="-122"/>
              </a:rPr>
              <a:t>单精度</a:t>
            </a:r>
            <a:r>
              <a:rPr lang="zh-CN" altLang="en-US" sz="2400">
                <a:ea typeface="楷体_GB2312" pitchFamily="49" charset="-122"/>
              </a:rPr>
              <a:t>）</a:t>
            </a:r>
          </a:p>
        </p:txBody>
      </p:sp>
    </p:spTree>
  </p:cSld>
  <p:clrMapOvr>
    <a:masterClrMapping/>
  </p:clrMapOvr>
  <p:transition spd="med">
    <p:pull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>
            <a:extLst>
              <a:ext uri="{FF2B5EF4-FFF2-40B4-BE49-F238E27FC236}">
                <a16:creationId xmlns:a16="http://schemas.microsoft.com/office/drawing/2014/main" xmlns="" id="{60F79FBB-686B-4DDB-927C-6165903DDA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小数字段</a:t>
            </a:r>
            <a:r>
              <a:rPr lang="en-US" altLang="zh-CN" dirty="0" err="1"/>
              <a:t>Frac</a:t>
            </a:r>
            <a:endParaRPr lang="zh-CN" altLang="en-US" dirty="0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xmlns="" id="{5BD3778A-ECB4-4307-B84B-B5D6B2ED0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1" y="1066800"/>
            <a:ext cx="8610600" cy="5400675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尾数用原码表示</a:t>
            </a:r>
            <a:endParaRPr lang="en-US" altLang="zh-CN" dirty="0"/>
          </a:p>
          <a:p>
            <a:pPr eaLnBrk="1" hangingPunct="1"/>
            <a:r>
              <a:rPr lang="zh-CN" altLang="en-US" sz="2800" dirty="0"/>
              <a:t>规格化数表示，</a:t>
            </a:r>
            <a:r>
              <a:rPr lang="zh-CN" altLang="en-US" sz="2800" dirty="0">
                <a:solidFill>
                  <a:srgbClr val="CC3300"/>
                </a:solidFill>
              </a:rPr>
              <a:t>隐含最高位</a:t>
            </a:r>
            <a:r>
              <a:rPr lang="en-US" altLang="zh-CN" sz="2800" dirty="0">
                <a:solidFill>
                  <a:srgbClr val="CC3300"/>
                </a:solidFill>
              </a:rPr>
              <a:t>1</a:t>
            </a:r>
          </a:p>
          <a:p>
            <a:pPr lvl="1" eaLnBrk="1" hangingPunct="1"/>
            <a:r>
              <a:rPr lang="en-US" altLang="zh-CN" sz="2400" dirty="0"/>
              <a:t>M = 1 + Frac</a:t>
            </a:r>
            <a:r>
              <a:rPr lang="zh-CN" altLang="en-US" sz="2400" dirty="0"/>
              <a:t>，</a:t>
            </a:r>
            <a:r>
              <a:rPr lang="en-US" altLang="zh-CN" sz="2400" dirty="0"/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M2</a:t>
            </a:r>
            <a:endParaRPr lang="zh-CN" altLang="en-US" sz="2000" dirty="0"/>
          </a:p>
          <a:p>
            <a:pPr eaLnBrk="1" hangingPunct="1"/>
            <a:r>
              <a:rPr lang="zh-CN" altLang="en-US" sz="2800" dirty="0"/>
              <a:t>非规格化数表示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M = Frac</a:t>
            </a:r>
            <a:r>
              <a:rPr lang="zh-CN" altLang="en-US" sz="2400" dirty="0"/>
              <a:t>，</a:t>
            </a:r>
            <a:r>
              <a:rPr lang="en-US" altLang="zh-CN" sz="2400" dirty="0"/>
              <a:t>0</a:t>
            </a:r>
            <a:r>
              <a:rPr lang="en-US" altLang="zh-CN" sz="2400" dirty="0">
                <a:sym typeface="Symbol" panose="05050102010706020507" pitchFamily="18" charset="2"/>
              </a:rPr>
              <a:t>M</a:t>
            </a:r>
            <a:r>
              <a:rPr lang="en-US" altLang="zh-CN" sz="2400" dirty="0"/>
              <a:t>1</a:t>
            </a:r>
          </a:p>
          <a:p>
            <a:pPr eaLnBrk="1" hangingPunct="1"/>
            <a:r>
              <a:rPr lang="zh-CN" altLang="en-US" sz="2800" dirty="0"/>
              <a:t>单精度为：</a:t>
            </a:r>
            <a:r>
              <a:rPr lang="en-US" altLang="zh-CN" sz="2800" dirty="0"/>
              <a:t>1 + 23 </a:t>
            </a:r>
            <a:r>
              <a:rPr lang="zh-CN" altLang="en-US" sz="2800" dirty="0"/>
              <a:t>位，双精度为 </a:t>
            </a:r>
            <a:r>
              <a:rPr lang="en-US" altLang="zh-CN" sz="2800" dirty="0"/>
              <a:t>1 + 52 </a:t>
            </a:r>
            <a:r>
              <a:rPr lang="zh-CN" altLang="en-US" sz="2800" dirty="0"/>
              <a:t>位</a:t>
            </a:r>
          </a:p>
          <a:p>
            <a:pPr eaLnBrk="1" hangingPunct="1"/>
            <a:r>
              <a:rPr lang="zh-CN" altLang="en-US" sz="2800" dirty="0"/>
              <a:t>含义：</a:t>
            </a:r>
          </a:p>
          <a:p>
            <a:pPr lvl="1" eaLnBrk="1" hangingPunct="1"/>
            <a:r>
              <a:rPr lang="zh-CN" altLang="en-US" dirty="0"/>
              <a:t>十进制： </a:t>
            </a:r>
            <a:r>
              <a:rPr lang="en-US" altLang="zh-CN" sz="2400" dirty="0"/>
              <a:t>1.6732 = (1x10</a:t>
            </a:r>
            <a:r>
              <a:rPr lang="en-US" altLang="zh-CN" sz="2400" baseline="30000" dirty="0"/>
              <a:t>0</a:t>
            </a:r>
            <a:r>
              <a:rPr lang="en-US" altLang="zh-CN" sz="2400" dirty="0"/>
              <a:t>) + (6x10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+ (7x10</a:t>
            </a:r>
            <a:r>
              <a:rPr lang="en-US" altLang="zh-CN" sz="2400" baseline="30000" dirty="0"/>
              <a:t>-2</a:t>
            </a:r>
            <a:r>
              <a:rPr lang="en-US" altLang="zh-CN" sz="2400" dirty="0"/>
              <a:t>) + (3x10</a:t>
            </a:r>
            <a:r>
              <a:rPr lang="en-US" altLang="zh-CN" sz="2400" baseline="30000" dirty="0"/>
              <a:t>-3</a:t>
            </a:r>
            <a:r>
              <a:rPr lang="en-US" altLang="zh-CN" sz="2400" dirty="0"/>
              <a:t>) + (2x10</a:t>
            </a:r>
            <a:r>
              <a:rPr lang="en-US" altLang="zh-CN" sz="2400" baseline="30000" dirty="0"/>
              <a:t>-4</a:t>
            </a:r>
            <a:r>
              <a:rPr lang="en-US" altLang="zh-CN" sz="2400" dirty="0"/>
              <a:t>)</a:t>
            </a:r>
          </a:p>
          <a:p>
            <a:pPr lvl="1" eaLnBrk="1" hangingPunct="1"/>
            <a:r>
              <a:rPr lang="zh-CN" altLang="en-US" dirty="0"/>
              <a:t>二进制： </a:t>
            </a:r>
            <a:r>
              <a:rPr lang="en-US" altLang="zh-CN" sz="2400" dirty="0"/>
              <a:t>1.1001 = (1x2</a:t>
            </a:r>
            <a:r>
              <a:rPr lang="en-US" altLang="zh-CN" sz="2400" baseline="30000" dirty="0"/>
              <a:t>0</a:t>
            </a:r>
            <a:r>
              <a:rPr lang="en-US" altLang="zh-CN" sz="2400" dirty="0"/>
              <a:t>) + (1x2</a:t>
            </a:r>
            <a:r>
              <a:rPr lang="en-US" altLang="zh-CN" sz="2400" baseline="30000" dirty="0"/>
              <a:t>-1</a:t>
            </a:r>
            <a:r>
              <a:rPr lang="en-US" altLang="zh-CN" sz="2400" dirty="0"/>
              <a:t>) + (0x2</a:t>
            </a:r>
            <a:r>
              <a:rPr lang="en-US" altLang="zh-CN" sz="2400" baseline="30000" dirty="0"/>
              <a:t>-2</a:t>
            </a:r>
            <a:r>
              <a:rPr lang="en-US" altLang="zh-CN" sz="2400" dirty="0"/>
              <a:t>) + (0x2</a:t>
            </a:r>
            <a:r>
              <a:rPr lang="en-US" altLang="zh-CN" sz="2400" baseline="30000" dirty="0"/>
              <a:t>-3</a:t>
            </a:r>
            <a:r>
              <a:rPr lang="en-US" altLang="zh-CN" sz="2400" dirty="0"/>
              <a:t>) + (1x2</a:t>
            </a:r>
            <a:r>
              <a:rPr lang="en-US" altLang="zh-CN" sz="2400" baseline="30000" dirty="0"/>
              <a:t>-4</a:t>
            </a:r>
            <a:r>
              <a:rPr lang="en-US" altLang="zh-CN" sz="2400" dirty="0"/>
              <a:t>)</a:t>
            </a:r>
          </a:p>
        </p:txBody>
      </p:sp>
    </p:spTree>
  </p:cSld>
  <p:clrMapOvr>
    <a:masterClrMapping/>
  </p:clrMapOvr>
  <p:transition spd="med">
    <p:pull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>
            <a:extLst>
              <a:ext uri="{FF2B5EF4-FFF2-40B4-BE49-F238E27FC236}">
                <a16:creationId xmlns:a16="http://schemas.microsoft.com/office/drawing/2014/main" xmlns="" id="{D6766919-0B3B-4A39-A611-A973CCCF7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CC3300"/>
                </a:solidFill>
              </a:rPr>
              <a:t>规格化数</a:t>
            </a:r>
            <a:r>
              <a:rPr lang="zh-CN" altLang="en-US" sz="4000" dirty="0"/>
              <a:t>表示的数值范围（单精度）</a:t>
            </a:r>
          </a:p>
        </p:txBody>
      </p:sp>
      <p:sp>
        <p:nvSpPr>
          <p:cNvPr id="678915" name="Rectangle 3">
            <a:extLst>
              <a:ext uri="{FF2B5EF4-FFF2-40B4-BE49-F238E27FC236}">
                <a16:creationId xmlns:a16="http://schemas.microsoft.com/office/drawing/2014/main" xmlns="" id="{ED92AEFE-9A97-4264-9296-605876E59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2420938"/>
            <a:ext cx="8736012" cy="4103687"/>
          </a:xfrm>
        </p:spPr>
        <p:txBody>
          <a:bodyPr/>
          <a:lstStyle/>
          <a:p>
            <a:pPr eaLnBrk="1" hangingPunct="1"/>
            <a:r>
              <a:rPr lang="zh-CN" altLang="en-US" dirty="0"/>
              <a:t>最小正数</a:t>
            </a:r>
            <a:r>
              <a:rPr lang="en-US" altLang="zh-CN" dirty="0"/>
              <a:t>a</a:t>
            </a:r>
            <a:r>
              <a:rPr lang="zh-CN" altLang="en-US" dirty="0"/>
              <a:t>：</a:t>
            </a:r>
            <a:r>
              <a:rPr lang="en-US" altLang="zh-CN" dirty="0"/>
              <a:t>M=1.00…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</a:p>
          <a:p>
            <a:pPr lvl="1" eaLnBrk="1" hangingPunct="1"/>
            <a:r>
              <a:rPr lang="en-US" altLang="zh-CN" dirty="0"/>
              <a:t> a = 1.0… </a:t>
            </a:r>
            <a:r>
              <a:rPr lang="en-US" altLang="zh-CN" baseline="-25000" dirty="0"/>
              <a:t>2</a:t>
            </a:r>
            <a:r>
              <a:rPr lang="en-US" altLang="zh-CN" dirty="0"/>
              <a:t> * 2</a:t>
            </a:r>
            <a:r>
              <a:rPr lang="en-US" altLang="zh-CN" baseline="30000" dirty="0"/>
              <a:t>1-127</a:t>
            </a:r>
            <a:r>
              <a:rPr lang="en-US" altLang="zh-CN" dirty="0"/>
              <a:t> = 2</a:t>
            </a:r>
            <a:r>
              <a:rPr lang="en-US" altLang="zh-CN" baseline="30000" dirty="0"/>
              <a:t>-126</a:t>
            </a:r>
            <a:endParaRPr lang="en-US" altLang="zh-CN" dirty="0"/>
          </a:p>
          <a:p>
            <a:pPr eaLnBrk="1" hangingPunct="1"/>
            <a:r>
              <a:rPr lang="zh-CN" altLang="en-US" dirty="0"/>
              <a:t>最大正数</a:t>
            </a: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M=1.1…11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254</a:t>
            </a:r>
          </a:p>
          <a:p>
            <a:pPr lvl="1" eaLnBrk="1" hangingPunct="1"/>
            <a:r>
              <a:rPr lang="en-US" altLang="zh-CN" dirty="0"/>
              <a:t> b = 1.1 … 11</a:t>
            </a:r>
            <a:r>
              <a:rPr lang="en-US" altLang="zh-CN" baseline="-25000" dirty="0"/>
              <a:t>2</a:t>
            </a:r>
            <a:r>
              <a:rPr lang="en-US" altLang="zh-CN" dirty="0"/>
              <a:t> * 2</a:t>
            </a:r>
            <a:r>
              <a:rPr lang="en-US" altLang="zh-CN" baseline="30000" dirty="0"/>
              <a:t>254</a:t>
            </a:r>
            <a:r>
              <a:rPr lang="zh-CN" altLang="en-US" baseline="30000" dirty="0"/>
              <a:t>－</a:t>
            </a:r>
            <a:r>
              <a:rPr lang="en-US" altLang="zh-CN" baseline="30000" dirty="0"/>
              <a:t>127  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= 0.11…11</a:t>
            </a:r>
            <a:r>
              <a:rPr lang="en-US" altLang="zh-CN" baseline="-25000" dirty="0"/>
              <a:t>2</a:t>
            </a:r>
            <a:r>
              <a:rPr lang="en-US" altLang="zh-CN" dirty="0"/>
              <a:t>*2</a:t>
            </a:r>
            <a:r>
              <a:rPr lang="en-US" altLang="zh-CN" baseline="30000" dirty="0"/>
              <a:t>128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=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－</a:t>
            </a:r>
            <a:r>
              <a:rPr lang="en-US" altLang="zh-CN" dirty="0"/>
              <a:t>2</a:t>
            </a:r>
            <a:r>
              <a:rPr lang="en-US" altLang="zh-CN" baseline="30000" dirty="0"/>
              <a:t>-24</a:t>
            </a:r>
            <a:r>
              <a:rPr lang="zh-CN" altLang="en-US" dirty="0"/>
              <a:t>）*</a:t>
            </a:r>
            <a:r>
              <a:rPr lang="en-US" altLang="zh-CN" dirty="0"/>
              <a:t>2</a:t>
            </a:r>
            <a:r>
              <a:rPr lang="en-US" altLang="zh-CN" baseline="30000" dirty="0"/>
              <a:t>128</a:t>
            </a:r>
          </a:p>
        </p:txBody>
      </p:sp>
      <p:sp>
        <p:nvSpPr>
          <p:cNvPr id="63493" name="Line 4">
            <a:extLst>
              <a:ext uri="{FF2B5EF4-FFF2-40B4-BE49-F238E27FC236}">
                <a16:creationId xmlns:a16="http://schemas.microsoft.com/office/drawing/2014/main" xmlns="" id="{5A1FFA15-A046-425C-8C32-5FFEFEAA9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071687"/>
            <a:ext cx="7924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4" name="Line 5">
            <a:extLst>
              <a:ext uri="{FF2B5EF4-FFF2-40B4-BE49-F238E27FC236}">
                <a16:creationId xmlns:a16="http://schemas.microsoft.com/office/drawing/2014/main" xmlns="" id="{5D5A787D-A735-4416-99BF-07B588E84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69068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5" name="Line 6">
            <a:extLst>
              <a:ext uri="{FF2B5EF4-FFF2-40B4-BE49-F238E27FC236}">
                <a16:creationId xmlns:a16="http://schemas.microsoft.com/office/drawing/2014/main" xmlns="" id="{E3B3AD59-BBE1-440D-93C0-0BB0E70C0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69068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6" name="Line 7">
            <a:extLst>
              <a:ext uri="{FF2B5EF4-FFF2-40B4-BE49-F238E27FC236}">
                <a16:creationId xmlns:a16="http://schemas.microsoft.com/office/drawing/2014/main" xmlns="" id="{9D67B268-C60B-4034-A2A2-9E2538C6C3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69068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7" name="Line 8">
            <a:extLst>
              <a:ext uri="{FF2B5EF4-FFF2-40B4-BE49-F238E27FC236}">
                <a16:creationId xmlns:a16="http://schemas.microsoft.com/office/drawing/2014/main" xmlns="" id="{095115CA-B87C-42B0-B58D-3A3C9FF1E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69068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8" name="Line 9">
            <a:extLst>
              <a:ext uri="{FF2B5EF4-FFF2-40B4-BE49-F238E27FC236}">
                <a16:creationId xmlns:a16="http://schemas.microsoft.com/office/drawing/2014/main" xmlns="" id="{1311C02D-3EC8-47A8-9B1F-7477ACFED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69068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9" name="Rectangle 10">
            <a:extLst>
              <a:ext uri="{FF2B5EF4-FFF2-40B4-BE49-F238E27FC236}">
                <a16:creationId xmlns:a16="http://schemas.microsoft.com/office/drawing/2014/main" xmlns="" id="{41D15757-8BBD-4573-85BF-313230D56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766887"/>
            <a:ext cx="2438400" cy="30480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500" name="Rectangle 11">
            <a:extLst>
              <a:ext uri="{FF2B5EF4-FFF2-40B4-BE49-F238E27FC236}">
                <a16:creationId xmlns:a16="http://schemas.microsoft.com/office/drawing/2014/main" xmlns="" id="{2BA6F954-7F62-4A76-B35E-2E65CA0F1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766887"/>
            <a:ext cx="2438400" cy="3048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501" name="AutoShape 12">
            <a:extLst>
              <a:ext uri="{FF2B5EF4-FFF2-40B4-BE49-F238E27FC236}">
                <a16:creationId xmlns:a16="http://schemas.microsoft.com/office/drawing/2014/main" xmlns="" id="{A40B642B-D7DE-4036-B901-B7350320346F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4191000" y="1309687"/>
            <a:ext cx="152400" cy="457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502" name="AutoShape 15">
            <a:extLst>
              <a:ext uri="{FF2B5EF4-FFF2-40B4-BE49-F238E27FC236}">
                <a16:creationId xmlns:a16="http://schemas.microsoft.com/office/drawing/2014/main" xmlns="" id="{A9E58189-6BE2-465A-B855-5B4CD6E98783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4648200" y="1309687"/>
            <a:ext cx="152400" cy="457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503" name="AutoShape 16">
            <a:extLst>
              <a:ext uri="{FF2B5EF4-FFF2-40B4-BE49-F238E27FC236}">
                <a16:creationId xmlns:a16="http://schemas.microsoft.com/office/drawing/2014/main" xmlns="" id="{453E7011-08A9-4CDE-99FF-74F2B9AE3D18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2743200" y="319087"/>
            <a:ext cx="152400" cy="2438400"/>
          </a:xfrm>
          <a:prstGeom prst="righ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504" name="AutoShape 17">
            <a:extLst>
              <a:ext uri="{FF2B5EF4-FFF2-40B4-BE49-F238E27FC236}">
                <a16:creationId xmlns:a16="http://schemas.microsoft.com/office/drawing/2014/main" xmlns="" id="{01BF8525-D253-43BA-ABAF-8992A5DFADBE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6096000" y="319087"/>
            <a:ext cx="152400" cy="2438400"/>
          </a:xfrm>
          <a:prstGeom prst="righ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3505" name="Text Box 18">
            <a:extLst>
              <a:ext uri="{FF2B5EF4-FFF2-40B4-BE49-F238E27FC236}">
                <a16:creationId xmlns:a16="http://schemas.microsoft.com/office/drawing/2014/main" xmlns="" id="{9ACCA575-C6EA-44EB-B4ED-F29F93A82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71687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-b</a:t>
            </a:r>
            <a:endParaRPr lang="en-US" altLang="zh-CN" sz="1800" baseline="30000">
              <a:ea typeface="宋体" panose="02010600030101010101" pitchFamily="2" charset="-122"/>
            </a:endParaRPr>
          </a:p>
        </p:txBody>
      </p:sp>
      <p:sp>
        <p:nvSpPr>
          <p:cNvPr id="63506" name="Text Box 19">
            <a:extLst>
              <a:ext uri="{FF2B5EF4-FFF2-40B4-BE49-F238E27FC236}">
                <a16:creationId xmlns:a16="http://schemas.microsoft.com/office/drawing/2014/main" xmlns="" id="{F774AB89-A763-48A6-BCE7-E12BD5D3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071687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b</a:t>
            </a:r>
            <a:endParaRPr lang="en-US" altLang="zh-CN" sz="1800" baseline="30000">
              <a:ea typeface="宋体" panose="02010600030101010101" pitchFamily="2" charset="-122"/>
            </a:endParaRPr>
          </a:p>
        </p:txBody>
      </p:sp>
      <p:sp>
        <p:nvSpPr>
          <p:cNvPr id="63507" name="Text Box 20">
            <a:extLst>
              <a:ext uri="{FF2B5EF4-FFF2-40B4-BE49-F238E27FC236}">
                <a16:creationId xmlns:a16="http://schemas.microsoft.com/office/drawing/2014/main" xmlns="" id="{0068BCF6-A2B9-4115-AF1D-7BA76CB26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071687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-a</a:t>
            </a:r>
            <a:endParaRPr lang="en-US" altLang="zh-CN" sz="1800" baseline="30000">
              <a:ea typeface="宋体" panose="02010600030101010101" pitchFamily="2" charset="-122"/>
            </a:endParaRPr>
          </a:p>
        </p:txBody>
      </p:sp>
      <p:sp>
        <p:nvSpPr>
          <p:cNvPr id="63508" name="Text Box 21">
            <a:extLst>
              <a:ext uri="{FF2B5EF4-FFF2-40B4-BE49-F238E27FC236}">
                <a16:creationId xmlns:a16="http://schemas.microsoft.com/office/drawing/2014/main" xmlns="" id="{740C1DE7-BB84-4D19-BD0C-2EBF1D342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071687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a</a:t>
            </a:r>
            <a:endParaRPr lang="en-US" altLang="zh-CN" sz="1800" baseline="30000">
              <a:ea typeface="宋体" panose="02010600030101010101" pitchFamily="2" charset="-122"/>
            </a:endParaRPr>
          </a:p>
        </p:txBody>
      </p:sp>
      <p:sp>
        <p:nvSpPr>
          <p:cNvPr id="63509" name="Text Box 24">
            <a:extLst>
              <a:ext uri="{FF2B5EF4-FFF2-40B4-BE49-F238E27FC236}">
                <a16:creationId xmlns:a16="http://schemas.microsoft.com/office/drawing/2014/main" xmlns="" id="{5DC872D9-2101-4871-B63E-80709B556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1149350"/>
            <a:ext cx="1905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/>
              <a:t>可表示的正数</a:t>
            </a:r>
          </a:p>
        </p:txBody>
      </p:sp>
      <p:sp>
        <p:nvSpPr>
          <p:cNvPr id="63510" name="Text Box 25">
            <a:extLst>
              <a:ext uri="{FF2B5EF4-FFF2-40B4-BE49-F238E27FC236}">
                <a16:creationId xmlns:a16="http://schemas.microsoft.com/office/drawing/2014/main" xmlns="" id="{BB6BD9D1-A5ED-4EA8-A647-133DBAD0F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149350"/>
            <a:ext cx="20574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/>
              <a:t>可表示的负数</a:t>
            </a:r>
          </a:p>
        </p:txBody>
      </p:sp>
      <p:sp>
        <p:nvSpPr>
          <p:cNvPr id="63511" name="Text Box 30">
            <a:extLst>
              <a:ext uri="{FF2B5EF4-FFF2-40B4-BE49-F238E27FC236}">
                <a16:creationId xmlns:a16="http://schemas.microsoft.com/office/drawing/2014/main" xmlns="" id="{22F2D052-A9BA-43A2-AEE4-B195D10F6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071687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0</a:t>
            </a:r>
            <a:endParaRPr lang="en-US" altLang="zh-CN" sz="1800" baseline="30000">
              <a:ea typeface="宋体" panose="02010600030101010101" pitchFamily="2" charset="-122"/>
            </a:endParaRP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xmlns="" id="{BFA38696-F3B5-4C6D-9407-1142FB68E6B8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099845"/>
            <a:ext cx="1223962" cy="592137"/>
            <a:chOff x="1746" y="3203"/>
            <a:chExt cx="771" cy="373"/>
          </a:xfrm>
        </p:grpSpPr>
        <p:sp>
          <p:nvSpPr>
            <p:cNvPr id="63513" name="AutoShape 57">
              <a:extLst>
                <a:ext uri="{FF2B5EF4-FFF2-40B4-BE49-F238E27FC236}">
                  <a16:creationId xmlns:a16="http://schemas.microsoft.com/office/drawing/2014/main" xmlns="" id="{A25FE7AC-1331-434B-9348-497709D111B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064" y="2885"/>
              <a:ext cx="136" cy="771"/>
            </a:xfrm>
            <a:prstGeom prst="leftBrace">
              <a:avLst>
                <a:gd name="adj1" fmla="val 4724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678970" name="Text Box 58">
              <a:extLst>
                <a:ext uri="{FF2B5EF4-FFF2-40B4-BE49-F238E27FC236}">
                  <a16:creationId xmlns:a16="http://schemas.microsoft.com/office/drawing/2014/main" xmlns="" id="{DF29CF71-D16C-4C58-A50B-ED513EF84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324"/>
              <a:ext cx="563" cy="252"/>
            </a:xfrm>
            <a:prstGeom prst="rect">
              <a:avLst/>
            </a:prstGeom>
            <a:noFill/>
            <a:ln w="1587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24</a:t>
              </a:r>
              <a:r>
                <a:rPr lang="zh-CN" altLang="en-US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个</a:t>
              </a:r>
              <a:r>
                <a:rPr lang="en-US" altLang="zh-CN" sz="2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1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xmlns="" id="{294404AC-2D55-44AC-8CC0-68C03FAF6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浮点数的二</a:t>
            </a:r>
            <a:r>
              <a:rPr lang="zh-CN" altLang="en-US">
                <a:latin typeface="迷你简启体"/>
              </a:rPr>
              <a:t>→</a:t>
            </a:r>
            <a:r>
              <a:rPr lang="zh-CN" altLang="en-US"/>
              <a:t>十进制转换</a:t>
            </a:r>
          </a:p>
        </p:txBody>
      </p:sp>
      <p:sp>
        <p:nvSpPr>
          <p:cNvPr id="667651" name="Rectangle 3">
            <a:extLst>
              <a:ext uri="{FF2B5EF4-FFF2-40B4-BE49-F238E27FC236}">
                <a16:creationId xmlns:a16="http://schemas.microsoft.com/office/drawing/2014/main" xmlns="" id="{92CDEEB4-D8DC-4649-9760-106F0816FC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dirty="0"/>
              <a:t>32</a:t>
            </a:r>
            <a:r>
              <a:rPr lang="zh-CN" altLang="en-US" dirty="0"/>
              <a:t>位浮点数</a:t>
            </a:r>
            <a:r>
              <a:rPr lang="en-US" altLang="zh-CN" dirty="0"/>
              <a:t>x</a:t>
            </a:r>
            <a:r>
              <a:rPr lang="zh-CN" altLang="en-US" dirty="0"/>
              <a:t>在计算机中存储的数为</a:t>
            </a:r>
            <a:r>
              <a:rPr lang="en-US" altLang="zh-CN" dirty="0"/>
              <a:t>(41360000)</a:t>
            </a:r>
            <a:r>
              <a:rPr lang="en-US" altLang="zh-CN" baseline="-25000" dirty="0"/>
              <a:t>16</a:t>
            </a:r>
            <a:r>
              <a:rPr lang="zh-CN" altLang="en-US" dirty="0"/>
              <a:t>，求其十进制值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解：首先将十六进制数展开，得到二进制格式</a:t>
            </a:r>
          </a:p>
        </p:txBody>
      </p:sp>
      <p:sp>
        <p:nvSpPr>
          <p:cNvPr id="667652" name="Text Box 4">
            <a:extLst>
              <a:ext uri="{FF2B5EF4-FFF2-40B4-BE49-F238E27FC236}">
                <a16:creationId xmlns:a16="http://schemas.microsoft.com/office/drawing/2014/main" xmlns="" id="{53825DF9-213A-44DD-A407-E07CA3EB4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963863"/>
            <a:ext cx="76787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zh-CN" altLang="en-US" sz="2400" b="1" dirty="0">
                <a:latin typeface="楷体_GB2312" pitchFamily="49" charset="-122"/>
                <a:ea typeface="楷体_GB2312" pitchFamily="49" charset="-122"/>
              </a:rPr>
              <a:t>十六进制 </a:t>
            </a:r>
            <a:r>
              <a:rPr kumimoji="0"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0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4      1      3       6      0      0      0       0</a:t>
            </a:r>
          </a:p>
          <a:p>
            <a:pPr algn="l" eaLnBrk="1" hangingPunct="1">
              <a:defRPr/>
            </a:pPr>
            <a:r>
              <a:rPr kumimoji="0" lang="zh-CN" altLang="en-US" sz="2400" b="1" dirty="0">
                <a:latin typeface="楷体_GB2312" pitchFamily="49" charset="-122"/>
                <a:ea typeface="楷体_GB2312" pitchFamily="49" charset="-122"/>
              </a:rPr>
              <a:t>二进制 </a:t>
            </a:r>
            <a:r>
              <a:rPr kumimoji="0" lang="zh-CN" altLang="en-US" sz="2400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0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0100 0001 0011 0110 0000 0000 0000 0000</a:t>
            </a:r>
          </a:p>
        </p:txBody>
      </p:sp>
      <p:sp>
        <p:nvSpPr>
          <p:cNvPr id="667653" name="Text Box 5">
            <a:extLst>
              <a:ext uri="{FF2B5EF4-FFF2-40B4-BE49-F238E27FC236}">
                <a16:creationId xmlns:a16="http://schemas.microsoft.com/office/drawing/2014/main" xmlns="" id="{D964897E-F5E1-4D31-A677-FB567FDB8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025" y="37163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320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S</a:t>
            </a:r>
          </a:p>
        </p:txBody>
      </p:sp>
      <p:sp>
        <p:nvSpPr>
          <p:cNvPr id="667654" name="Line 6">
            <a:extLst>
              <a:ext uri="{FF2B5EF4-FFF2-40B4-BE49-F238E27FC236}">
                <a16:creationId xmlns:a16="http://schemas.microsoft.com/office/drawing/2014/main" xmlns="" id="{D9F80FC6-5E61-429E-ADFB-495A78AD55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0600" y="3717925"/>
            <a:ext cx="128588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7655" name="AutoShape 7">
            <a:extLst>
              <a:ext uri="{FF2B5EF4-FFF2-40B4-BE49-F238E27FC236}">
                <a16:creationId xmlns:a16="http://schemas.microsoft.com/office/drawing/2014/main" xmlns="" id="{1E3EB116-ADBA-4104-AC21-371AC07F3812}"/>
              </a:ext>
            </a:extLst>
          </p:cNvPr>
          <p:cNvSpPr>
            <a:spLocks/>
          </p:cNvSpPr>
          <p:nvPr/>
        </p:nvSpPr>
        <p:spPr bwMode="auto">
          <a:xfrm rot="5400000" flipV="1">
            <a:off x="3215482" y="3094831"/>
            <a:ext cx="146050" cy="1465263"/>
          </a:xfrm>
          <a:prstGeom prst="rightBrace">
            <a:avLst>
              <a:gd name="adj1" fmla="val 8360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67656" name="AutoShape 8">
            <a:extLst>
              <a:ext uri="{FF2B5EF4-FFF2-40B4-BE49-F238E27FC236}">
                <a16:creationId xmlns:a16="http://schemas.microsoft.com/office/drawing/2014/main" xmlns="" id="{9F8139BD-5DBE-421B-8AC6-0A01F40B18FC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126163" y="1708150"/>
            <a:ext cx="146050" cy="4238625"/>
          </a:xfrm>
          <a:prstGeom prst="rightBrace">
            <a:avLst>
              <a:gd name="adj1" fmla="val 24184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67657" name="Text Box 9">
            <a:extLst>
              <a:ext uri="{FF2B5EF4-FFF2-40B4-BE49-F238E27FC236}">
                <a16:creationId xmlns:a16="http://schemas.microsoft.com/office/drawing/2014/main" xmlns="" id="{B1D0A718-3D31-4F11-A19B-76D6E3ACA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138" y="3900488"/>
            <a:ext cx="9541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阶码</a:t>
            </a:r>
            <a:r>
              <a:rPr kumimoji="0" lang="en-US" altLang="zh-CN" sz="2400" b="1" dirty="0">
                <a:latin typeface="+mn-lt"/>
                <a:ea typeface="楷体_GB2312" pitchFamily="49" charset="-122"/>
              </a:rPr>
              <a:t>E</a:t>
            </a:r>
          </a:p>
        </p:txBody>
      </p:sp>
      <p:sp>
        <p:nvSpPr>
          <p:cNvPr id="667658" name="Text Box 10">
            <a:extLst>
              <a:ext uri="{FF2B5EF4-FFF2-40B4-BE49-F238E27FC236}">
                <a16:creationId xmlns:a16="http://schemas.microsoft.com/office/drawing/2014/main" xmlns="" id="{BE4F9AEC-0FB2-468D-9AEF-C43863F96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4605" y="3883968"/>
            <a:ext cx="13272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尾数</a:t>
            </a:r>
            <a:r>
              <a:rPr kumimoji="0" lang="en-US" altLang="zh-CN" sz="2400" b="1" dirty="0" err="1">
                <a:latin typeface="+mn-lt"/>
                <a:ea typeface="楷体_GB2312" pitchFamily="49" charset="-122"/>
              </a:rPr>
              <a:t>Frac</a:t>
            </a:r>
            <a:endParaRPr kumimoji="0" lang="en-US" altLang="zh-CN" sz="2400" b="1" dirty="0">
              <a:latin typeface="+mn-lt"/>
              <a:ea typeface="楷体_GB2312" pitchFamily="49" charset="-122"/>
            </a:endParaRPr>
          </a:p>
        </p:txBody>
      </p:sp>
      <p:sp>
        <p:nvSpPr>
          <p:cNvPr id="667659" name="Text Box 11">
            <a:extLst>
              <a:ext uri="{FF2B5EF4-FFF2-40B4-BE49-F238E27FC236}">
                <a16:creationId xmlns:a16="http://schemas.microsoft.com/office/drawing/2014/main" xmlns="" id="{4D0FEED3-1049-4F38-B1F0-E67EFF026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329113"/>
            <a:ext cx="6659562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defRPr/>
            </a:pPr>
            <a:r>
              <a:rPr kumimoji="0"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宋体" pitchFamily="2" charset="-122"/>
              </a:rPr>
              <a:t>       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x=(-1)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×1.Frac×2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－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127</a:t>
            </a:r>
          </a:p>
          <a:p>
            <a:pPr algn="l" eaLnBrk="1" hangingPunct="1">
              <a:defRPr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x=(-1)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×(1.011011)×2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10000010-01111111</a:t>
            </a:r>
          </a:p>
          <a:p>
            <a:pPr algn="l" eaLnBrk="1" hangingPunct="1">
              <a:defRPr/>
            </a:pPr>
            <a:r>
              <a:rPr kumimoji="0"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 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x=+(1.011011)×2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=+1011.011</a:t>
            </a:r>
          </a:p>
          <a:p>
            <a:pPr algn="l" eaLnBrk="1" hangingPunct="1">
              <a:defRPr/>
            </a:pP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 =11</a:t>
            </a:r>
            <a:r>
              <a:rPr kumimoji="0" lang="zh-CN" altLang="en-US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0×2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-1</a:t>
            </a:r>
            <a:r>
              <a:rPr kumimoji="0" lang="zh-CN" altLang="en-US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1×2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-2</a:t>
            </a:r>
            <a:r>
              <a:rPr kumimoji="0" lang="zh-CN" altLang="en-US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＋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1×2</a:t>
            </a:r>
            <a:r>
              <a:rPr kumimoji="0" lang="en-US" altLang="zh-CN" sz="2400" baseline="30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-3</a:t>
            </a:r>
          </a:p>
          <a:p>
            <a:pPr algn="l" eaLnBrk="1" hangingPunct="1">
              <a:defRPr/>
            </a:pPr>
            <a:r>
              <a:rPr kumimoji="0" lang="zh-CN" altLang="en-US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＝ </a:t>
            </a:r>
            <a:r>
              <a:rPr kumimoji="0"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11.375</a:t>
            </a:r>
            <a:endParaRPr kumimoji="0" lang="en-US" altLang="zh-CN" sz="2400" baseline="-25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7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67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67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67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67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2" grpId="0"/>
      <p:bldP spid="667653" grpId="0"/>
      <p:bldP spid="667655" grpId="0" animBg="1"/>
      <p:bldP spid="667656" grpId="0" animBg="1"/>
      <p:bldP spid="667657" grpId="0"/>
      <p:bldP spid="6676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>
            <a:extLst>
              <a:ext uri="{FF2B5EF4-FFF2-40B4-BE49-F238E27FC236}">
                <a16:creationId xmlns:a16="http://schemas.microsoft.com/office/drawing/2014/main" xmlns="" id="{A5034E06-CBFB-4EE1-B625-AE9196BCE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浮点数十</a:t>
            </a:r>
            <a:r>
              <a:rPr lang="zh-CN" altLang="en-US">
                <a:latin typeface="迷你简启体"/>
              </a:rPr>
              <a:t>→</a:t>
            </a:r>
            <a:r>
              <a:rPr lang="zh-CN" altLang="en-US"/>
              <a:t>二进制转换（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E6D6D8AD-2FAE-48AC-B992-8AB4DE7C61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057835"/>
            <a:ext cx="8964612" cy="5334000"/>
          </a:xfrm>
        </p:spPr>
        <p:txBody>
          <a:bodyPr/>
          <a:lstStyle/>
          <a:p>
            <a:pPr eaLnBrk="1" hangingPunct="1"/>
            <a:r>
              <a:rPr lang="zh-CN" altLang="en-US" dirty="0"/>
              <a:t>把纯小数化为分数后，如果分母是</a:t>
            </a:r>
            <a:r>
              <a:rPr lang="en-US" altLang="zh-CN" dirty="0"/>
              <a:t>2</a:t>
            </a:r>
            <a:r>
              <a:rPr lang="zh-CN" altLang="en-US" dirty="0"/>
              <a:t>的整数次方，则转换结果是准确的；否则转换结果是近似的。</a:t>
            </a:r>
          </a:p>
          <a:p>
            <a:pPr eaLnBrk="1" hangingPunct="1"/>
            <a:r>
              <a:rPr lang="zh-CN" altLang="en-US" dirty="0"/>
              <a:t>如： </a:t>
            </a:r>
            <a:r>
              <a:rPr lang="en-US" altLang="zh-CN" dirty="0"/>
              <a:t>-0.75</a:t>
            </a:r>
            <a:r>
              <a:rPr lang="zh-CN" altLang="en-US" dirty="0"/>
              <a:t>的二进制</a:t>
            </a:r>
          </a:p>
          <a:p>
            <a:pPr lvl="1" eaLnBrk="1" hangingPunct="1"/>
            <a:r>
              <a:rPr lang="en-US" altLang="zh-CN" dirty="0"/>
              <a:t>-0.75 = -3/4         -11</a:t>
            </a:r>
            <a:r>
              <a:rPr lang="en-US" altLang="zh-CN" baseline="-25000" dirty="0"/>
              <a:t>2</a:t>
            </a:r>
            <a:r>
              <a:rPr lang="en-US" altLang="zh-CN" dirty="0"/>
              <a:t>/100</a:t>
            </a:r>
            <a:r>
              <a:rPr lang="en-US" altLang="zh-CN" baseline="-25000" dirty="0"/>
              <a:t>2</a:t>
            </a:r>
            <a:r>
              <a:rPr lang="en-US" altLang="zh-CN" dirty="0"/>
              <a:t> = -0.11</a:t>
            </a:r>
            <a:r>
              <a:rPr lang="en-US" altLang="zh-CN" baseline="-25000" dirty="0"/>
              <a:t>2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规格化为： </a:t>
            </a:r>
            <a:r>
              <a:rPr lang="en-US" altLang="zh-CN" dirty="0"/>
              <a:t>-1.1</a:t>
            </a:r>
            <a:r>
              <a:rPr lang="en-US" altLang="zh-CN" baseline="-25000" dirty="0"/>
              <a:t>2</a:t>
            </a:r>
            <a:r>
              <a:rPr lang="en-US" altLang="zh-CN" dirty="0"/>
              <a:t> x 2</a:t>
            </a:r>
            <a:r>
              <a:rPr lang="en-US" altLang="zh-CN" baseline="30000" dirty="0"/>
              <a:t>-1</a:t>
            </a:r>
            <a:endParaRPr lang="en-US" altLang="zh-CN" dirty="0"/>
          </a:p>
          <a:p>
            <a:pPr lvl="1" eaLnBrk="1" hangingPunct="1"/>
            <a:r>
              <a:rPr lang="en-US" altLang="zh-CN" baseline="30000" dirty="0"/>
              <a:t> </a:t>
            </a:r>
            <a:r>
              <a:rPr lang="en-US" altLang="zh-CN" dirty="0"/>
              <a:t>(-1)</a:t>
            </a:r>
            <a:r>
              <a:rPr lang="en-US" altLang="zh-CN" baseline="30000" dirty="0"/>
              <a:t>1</a:t>
            </a:r>
            <a:r>
              <a:rPr lang="en-US" altLang="zh-CN" dirty="0"/>
              <a:t> x (1 + .100 0000 ... 0000) x 2</a:t>
            </a:r>
            <a:r>
              <a:rPr lang="en-US" altLang="zh-CN" baseline="30000" dirty="0"/>
              <a:t>-1</a:t>
            </a:r>
            <a:endParaRPr lang="en-US" altLang="zh-CN" dirty="0"/>
          </a:p>
        </p:txBody>
      </p:sp>
      <p:sp>
        <p:nvSpPr>
          <p:cNvPr id="65541" name="AutoShape 4">
            <a:extLst>
              <a:ext uri="{FF2B5EF4-FFF2-40B4-BE49-F238E27FC236}">
                <a16:creationId xmlns:a16="http://schemas.microsoft.com/office/drawing/2014/main" xmlns="" id="{CC3FBFF0-58CF-4297-91A7-BE724767A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667000"/>
            <a:ext cx="576262" cy="144463"/>
          </a:xfrm>
          <a:prstGeom prst="notchedRightArrow">
            <a:avLst>
              <a:gd name="adj1" fmla="val 50000"/>
              <a:gd name="adj2" fmla="val 99725"/>
            </a:avLst>
          </a:prstGeom>
          <a:solidFill>
            <a:schemeClr val="tx2"/>
          </a:solidFill>
          <a:ln w="158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5542" name="Text Box 5">
            <a:extLst>
              <a:ext uri="{FF2B5EF4-FFF2-40B4-BE49-F238E27FC236}">
                <a16:creationId xmlns:a16="http://schemas.microsoft.com/office/drawing/2014/main" xmlns="" id="{23CC8820-1F55-4A51-9D85-32DB9DE01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5040313"/>
            <a:ext cx="5842000" cy="4762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ea typeface="宋体" panose="02010600030101010101" pitchFamily="2" charset="-122"/>
              </a:rPr>
              <a:t>1  0111 1110  1000 0000 0000 0000 0000 000</a:t>
            </a:r>
          </a:p>
        </p:txBody>
      </p:sp>
      <p:sp>
        <p:nvSpPr>
          <p:cNvPr id="65543" name="Line 6">
            <a:extLst>
              <a:ext uri="{FF2B5EF4-FFF2-40B4-BE49-F238E27FC236}">
                <a16:creationId xmlns:a16="http://schemas.microsoft.com/office/drawing/2014/main" xmlns="" id="{DED69E7B-FBAB-41CF-8944-0A3A901B6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5040313"/>
            <a:ext cx="0" cy="47625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4" name="Line 7">
            <a:extLst>
              <a:ext uri="{FF2B5EF4-FFF2-40B4-BE49-F238E27FC236}">
                <a16:creationId xmlns:a16="http://schemas.microsoft.com/office/drawing/2014/main" xmlns="" id="{EE74F59E-3670-4025-AD80-816ACE031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3938" y="5040313"/>
            <a:ext cx="0" cy="47625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>
            <a:extLst>
              <a:ext uri="{FF2B5EF4-FFF2-40B4-BE49-F238E27FC236}">
                <a16:creationId xmlns:a16="http://schemas.microsoft.com/office/drawing/2014/main" xmlns="" id="{7FC6013D-FF87-4863-A861-62DEFA64A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浮点数十</a:t>
            </a:r>
            <a:r>
              <a:rPr lang="zh-CN" altLang="en-US">
                <a:latin typeface="迷你简启体"/>
              </a:rPr>
              <a:t>→</a:t>
            </a:r>
            <a:r>
              <a:rPr lang="zh-CN" altLang="en-US"/>
              <a:t>二进制转换（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xmlns="" id="{59C174C7-5BB1-4026-9500-40A990CA7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方正粗圆简体" pitchFamily="2" charset="-122"/>
              </a:rPr>
              <a:t>将小数化为分数，若分母</a:t>
            </a:r>
            <a:r>
              <a:rPr lang="zh-CN" altLang="en-US" sz="2400">
                <a:solidFill>
                  <a:srgbClr val="CC3300"/>
                </a:solidFill>
                <a:latin typeface="方正粗圆简体" pitchFamily="2" charset="-122"/>
              </a:rPr>
              <a:t>不是</a:t>
            </a:r>
            <a:r>
              <a:rPr lang="en-US" altLang="zh-CN" sz="2400">
                <a:latin typeface="方正粗圆简体" pitchFamily="2" charset="-122"/>
              </a:rPr>
              <a:t>2</a:t>
            </a:r>
            <a:r>
              <a:rPr lang="zh-CN" altLang="en-US" sz="2400">
                <a:latin typeface="方正粗圆简体" pitchFamily="2" charset="-122"/>
              </a:rPr>
              <a:t>的整数倍，转换方法为：</a:t>
            </a:r>
          </a:p>
          <a:p>
            <a:pPr lvl="1" eaLnBrk="1" hangingPunct="1"/>
            <a:r>
              <a:rPr lang="zh-CN" altLang="en-US" sz="2400">
                <a:latin typeface="方正粗圆简体" pitchFamily="2" charset="-122"/>
              </a:rPr>
              <a:t>求出足够多的有效位</a:t>
            </a:r>
          </a:p>
          <a:p>
            <a:pPr lvl="1" eaLnBrk="1" hangingPunct="1"/>
            <a:r>
              <a:rPr lang="zh-CN" altLang="en-US" sz="2400"/>
              <a:t>根据精度要求截断多余的位。</a:t>
            </a:r>
          </a:p>
          <a:p>
            <a:pPr lvl="1" eaLnBrk="1" hangingPunct="1"/>
            <a:r>
              <a:rPr lang="zh-CN" altLang="en-US" sz="2400"/>
              <a:t>按标准要求给出符号位、阶和尾数。</a:t>
            </a:r>
          </a:p>
          <a:p>
            <a:pPr eaLnBrk="1" hangingPunct="1"/>
            <a:r>
              <a:rPr lang="zh-CN" altLang="en-US" sz="2400"/>
              <a:t>如： 求</a:t>
            </a:r>
            <a:r>
              <a:rPr lang="en-US" altLang="zh-CN" sz="2400"/>
              <a:t>-2.15</a:t>
            </a:r>
            <a:r>
              <a:rPr lang="zh-CN" altLang="en-US" sz="2400"/>
              <a:t>的二进制</a:t>
            </a:r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 sz="2400"/>
              <a:t>规格化</a:t>
            </a:r>
          </a:p>
          <a:p>
            <a:pPr eaLnBrk="1" hangingPunct="1"/>
            <a:r>
              <a:rPr lang="zh-CN" altLang="en-US" sz="2400"/>
              <a:t>阶  </a:t>
            </a:r>
            <a:r>
              <a:rPr lang="en-US" altLang="zh-CN" sz="2400"/>
              <a:t>1</a:t>
            </a:r>
            <a:r>
              <a:rPr lang="zh-CN" altLang="en-US" sz="2400"/>
              <a:t>＋</a:t>
            </a:r>
            <a:r>
              <a:rPr lang="en-US" altLang="zh-CN" sz="2400"/>
              <a:t>127</a:t>
            </a:r>
            <a:r>
              <a:rPr lang="zh-CN" altLang="en-US" sz="2400"/>
              <a:t>＝</a:t>
            </a:r>
            <a:r>
              <a:rPr lang="en-US" altLang="zh-CN" sz="2400"/>
              <a:t>128</a:t>
            </a:r>
            <a:r>
              <a:rPr lang="zh-CN" altLang="en-US" sz="2400"/>
              <a:t>＝</a:t>
            </a:r>
            <a:r>
              <a:rPr lang="en-US" altLang="zh-CN" sz="2400"/>
              <a:t>10000000</a:t>
            </a:r>
            <a:r>
              <a:rPr lang="en-US" altLang="zh-CN" sz="2400" baseline="-25000"/>
              <a:t>2</a:t>
            </a:r>
          </a:p>
        </p:txBody>
      </p:sp>
      <p:grpSp>
        <p:nvGrpSpPr>
          <p:cNvPr id="66565" name="Group 4">
            <a:extLst>
              <a:ext uri="{FF2B5EF4-FFF2-40B4-BE49-F238E27FC236}">
                <a16:creationId xmlns:a16="http://schemas.microsoft.com/office/drawing/2014/main" xmlns="" id="{3C438CD8-B429-476D-BD4E-6856CA1B0C7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5832475"/>
            <a:ext cx="5765800" cy="476250"/>
            <a:chOff x="1020" y="3674"/>
            <a:chExt cx="3632" cy="300"/>
          </a:xfrm>
        </p:grpSpPr>
        <p:sp>
          <p:nvSpPr>
            <p:cNvPr id="66588" name="Text Box 5">
              <a:extLst>
                <a:ext uri="{FF2B5EF4-FFF2-40B4-BE49-F238E27FC236}">
                  <a16:creationId xmlns:a16="http://schemas.microsoft.com/office/drawing/2014/main" xmlns="" id="{DBE3ED30-AAFB-4AD8-93A2-85830A154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3674"/>
              <a:ext cx="3632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1  10000000  0001 0011 0011 0011 0011 001</a:t>
              </a:r>
            </a:p>
          </p:txBody>
        </p:sp>
        <p:sp>
          <p:nvSpPr>
            <p:cNvPr id="66589" name="Line 6">
              <a:extLst>
                <a:ext uri="{FF2B5EF4-FFF2-40B4-BE49-F238E27FC236}">
                  <a16:creationId xmlns:a16="http://schemas.microsoft.com/office/drawing/2014/main" xmlns="" id="{FE977CE9-A31B-4C4A-8025-CFB267754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3674"/>
              <a:ext cx="0" cy="3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0" name="Line 7">
              <a:extLst>
                <a:ext uri="{FF2B5EF4-FFF2-40B4-BE49-F238E27FC236}">
                  <a16:creationId xmlns:a16="http://schemas.microsoft.com/office/drawing/2014/main" xmlns="" id="{94701BF9-2882-45D0-BA12-689351585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3674"/>
              <a:ext cx="0" cy="3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66" name="Group 8">
            <a:extLst>
              <a:ext uri="{FF2B5EF4-FFF2-40B4-BE49-F238E27FC236}">
                <a16:creationId xmlns:a16="http://schemas.microsoft.com/office/drawing/2014/main" xmlns="" id="{7D6AD101-85A9-4111-8B23-5ACC30993F08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284538"/>
            <a:ext cx="939800" cy="1077912"/>
            <a:chOff x="295" y="2069"/>
            <a:chExt cx="592" cy="679"/>
          </a:xfrm>
        </p:grpSpPr>
        <p:sp>
          <p:nvSpPr>
            <p:cNvPr id="66586" name="Text Box 9">
              <a:extLst>
                <a:ext uri="{FF2B5EF4-FFF2-40B4-BE49-F238E27FC236}">
                  <a16:creationId xmlns:a16="http://schemas.microsoft.com/office/drawing/2014/main" xmlns="" id="{E4283351-E34A-46EB-9968-F5CBCF037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069"/>
              <a:ext cx="59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0.15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x 2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0 </a:t>
              </a:r>
              <a:r>
                <a:rPr lang="en-US" altLang="zh-CN" sz="2400">
                  <a:ea typeface="宋体" panose="02010600030101010101" pitchFamily="2" charset="-122"/>
                </a:rPr>
                <a:t>.30</a:t>
              </a:r>
            </a:p>
          </p:txBody>
        </p:sp>
        <p:sp>
          <p:nvSpPr>
            <p:cNvPr id="66587" name="Line 10">
              <a:extLst>
                <a:ext uri="{FF2B5EF4-FFF2-40B4-BE49-F238E27FC236}">
                  <a16:creationId xmlns:a16="http://schemas.microsoft.com/office/drawing/2014/main" xmlns="" id="{6F3E78D1-885C-4A0D-B4B5-C39EBC23F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" y="251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67" name="Group 11">
            <a:extLst>
              <a:ext uri="{FF2B5EF4-FFF2-40B4-BE49-F238E27FC236}">
                <a16:creationId xmlns:a16="http://schemas.microsoft.com/office/drawing/2014/main" xmlns="" id="{8A92A2AC-2395-47E8-934C-3EE044A0A391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3287713"/>
            <a:ext cx="939800" cy="1077912"/>
            <a:chOff x="295" y="2069"/>
            <a:chExt cx="592" cy="679"/>
          </a:xfrm>
        </p:grpSpPr>
        <p:sp>
          <p:nvSpPr>
            <p:cNvPr id="66584" name="Text Box 12">
              <a:extLst>
                <a:ext uri="{FF2B5EF4-FFF2-40B4-BE49-F238E27FC236}">
                  <a16:creationId xmlns:a16="http://schemas.microsoft.com/office/drawing/2014/main" xmlns="" id="{1B91A5D5-4F64-443F-A6CA-18FA58C4C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069"/>
              <a:ext cx="59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0.30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x 2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0 </a:t>
              </a:r>
              <a:r>
                <a:rPr lang="en-US" altLang="zh-CN" sz="2400">
                  <a:ea typeface="宋体" panose="02010600030101010101" pitchFamily="2" charset="-122"/>
                </a:rPr>
                <a:t>.60</a:t>
              </a:r>
            </a:p>
          </p:txBody>
        </p:sp>
        <p:sp>
          <p:nvSpPr>
            <p:cNvPr id="66585" name="Line 13">
              <a:extLst>
                <a:ext uri="{FF2B5EF4-FFF2-40B4-BE49-F238E27FC236}">
                  <a16:creationId xmlns:a16="http://schemas.microsoft.com/office/drawing/2014/main" xmlns="" id="{3D488C0C-2497-4C2D-AAF6-E928C7AD3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" y="251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68" name="Group 14">
            <a:extLst>
              <a:ext uri="{FF2B5EF4-FFF2-40B4-BE49-F238E27FC236}">
                <a16:creationId xmlns:a16="http://schemas.microsoft.com/office/drawing/2014/main" xmlns="" id="{D6BBE936-89D9-4537-87B3-59190F7BFDFB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3284538"/>
            <a:ext cx="939800" cy="1077912"/>
            <a:chOff x="295" y="2069"/>
            <a:chExt cx="592" cy="679"/>
          </a:xfrm>
        </p:grpSpPr>
        <p:sp>
          <p:nvSpPr>
            <p:cNvPr id="66582" name="Text Box 15">
              <a:extLst>
                <a:ext uri="{FF2B5EF4-FFF2-40B4-BE49-F238E27FC236}">
                  <a16:creationId xmlns:a16="http://schemas.microsoft.com/office/drawing/2014/main" xmlns="" id="{441BE872-3A56-4D21-A5DC-3268A530F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069"/>
              <a:ext cx="59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0.60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x 2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1 </a:t>
              </a:r>
              <a:r>
                <a:rPr lang="en-US" altLang="zh-CN" sz="2400">
                  <a:ea typeface="宋体" panose="02010600030101010101" pitchFamily="2" charset="-122"/>
                </a:rPr>
                <a:t>.20</a:t>
              </a:r>
            </a:p>
          </p:txBody>
        </p:sp>
        <p:sp>
          <p:nvSpPr>
            <p:cNvPr id="66583" name="Line 16">
              <a:extLst>
                <a:ext uri="{FF2B5EF4-FFF2-40B4-BE49-F238E27FC236}">
                  <a16:creationId xmlns:a16="http://schemas.microsoft.com/office/drawing/2014/main" xmlns="" id="{F544D50C-198B-4AF1-9E21-B1600B79C0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" y="251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69" name="Group 17">
            <a:extLst>
              <a:ext uri="{FF2B5EF4-FFF2-40B4-BE49-F238E27FC236}">
                <a16:creationId xmlns:a16="http://schemas.microsoft.com/office/drawing/2014/main" xmlns="" id="{AC140B88-F8D8-44A3-BF38-B78EAA7A13D8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3284538"/>
            <a:ext cx="939800" cy="1077912"/>
            <a:chOff x="295" y="2069"/>
            <a:chExt cx="592" cy="679"/>
          </a:xfrm>
        </p:grpSpPr>
        <p:sp>
          <p:nvSpPr>
            <p:cNvPr id="66580" name="Text Box 18">
              <a:extLst>
                <a:ext uri="{FF2B5EF4-FFF2-40B4-BE49-F238E27FC236}">
                  <a16:creationId xmlns:a16="http://schemas.microsoft.com/office/drawing/2014/main" xmlns="" id="{5C6D6818-F9C6-4279-B2EB-5EBC236C1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069"/>
              <a:ext cx="59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0.20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x 2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0 </a:t>
              </a:r>
              <a:r>
                <a:rPr lang="en-US" altLang="zh-CN" sz="2400">
                  <a:ea typeface="宋体" panose="02010600030101010101" pitchFamily="2" charset="-122"/>
                </a:rPr>
                <a:t>.40</a:t>
              </a:r>
            </a:p>
          </p:txBody>
        </p:sp>
        <p:sp>
          <p:nvSpPr>
            <p:cNvPr id="66581" name="Line 19">
              <a:extLst>
                <a:ext uri="{FF2B5EF4-FFF2-40B4-BE49-F238E27FC236}">
                  <a16:creationId xmlns:a16="http://schemas.microsoft.com/office/drawing/2014/main" xmlns="" id="{32D8B8CA-AA71-4D9A-A69D-3E0771897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" y="251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70" name="Group 20">
            <a:extLst>
              <a:ext uri="{FF2B5EF4-FFF2-40B4-BE49-F238E27FC236}">
                <a16:creationId xmlns:a16="http://schemas.microsoft.com/office/drawing/2014/main" xmlns="" id="{01E6877E-8E5F-43A2-BB89-5403E8B4E375}"/>
              </a:ext>
            </a:extLst>
          </p:cNvPr>
          <p:cNvGrpSpPr>
            <a:grpSpLocks/>
          </p:cNvGrpSpPr>
          <p:nvPr/>
        </p:nvGrpSpPr>
        <p:grpSpPr bwMode="auto">
          <a:xfrm>
            <a:off x="5432425" y="3284538"/>
            <a:ext cx="939800" cy="1077912"/>
            <a:chOff x="295" y="2069"/>
            <a:chExt cx="592" cy="679"/>
          </a:xfrm>
        </p:grpSpPr>
        <p:sp>
          <p:nvSpPr>
            <p:cNvPr id="66578" name="Text Box 21">
              <a:extLst>
                <a:ext uri="{FF2B5EF4-FFF2-40B4-BE49-F238E27FC236}">
                  <a16:creationId xmlns:a16="http://schemas.microsoft.com/office/drawing/2014/main" xmlns="" id="{1A0986DC-0479-494F-A011-04381B35E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069"/>
              <a:ext cx="59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0.40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x 2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0 </a:t>
              </a:r>
              <a:r>
                <a:rPr lang="en-US" altLang="zh-CN" sz="2400">
                  <a:ea typeface="宋体" panose="02010600030101010101" pitchFamily="2" charset="-122"/>
                </a:rPr>
                <a:t>.80</a:t>
              </a:r>
            </a:p>
          </p:txBody>
        </p:sp>
        <p:sp>
          <p:nvSpPr>
            <p:cNvPr id="66579" name="Line 22">
              <a:extLst>
                <a:ext uri="{FF2B5EF4-FFF2-40B4-BE49-F238E27FC236}">
                  <a16:creationId xmlns:a16="http://schemas.microsoft.com/office/drawing/2014/main" xmlns="" id="{B9434FA4-DE94-40ED-B92E-DE12B7D8A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" y="251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571" name="Group 23">
            <a:extLst>
              <a:ext uri="{FF2B5EF4-FFF2-40B4-BE49-F238E27FC236}">
                <a16:creationId xmlns:a16="http://schemas.microsoft.com/office/drawing/2014/main" xmlns="" id="{E436479F-F812-499A-A6D3-F940F7FA3866}"/>
              </a:ext>
            </a:extLst>
          </p:cNvPr>
          <p:cNvGrpSpPr>
            <a:grpSpLocks/>
          </p:cNvGrpSpPr>
          <p:nvPr/>
        </p:nvGrpSpPr>
        <p:grpSpPr bwMode="auto">
          <a:xfrm>
            <a:off x="6800850" y="3284538"/>
            <a:ext cx="939800" cy="1077912"/>
            <a:chOff x="295" y="2069"/>
            <a:chExt cx="592" cy="679"/>
          </a:xfrm>
        </p:grpSpPr>
        <p:sp>
          <p:nvSpPr>
            <p:cNvPr id="66576" name="Text Box 24">
              <a:extLst>
                <a:ext uri="{FF2B5EF4-FFF2-40B4-BE49-F238E27FC236}">
                  <a16:creationId xmlns:a16="http://schemas.microsoft.com/office/drawing/2014/main" xmlns="" id="{95FA2058-B735-487A-A2D3-BAC2850CE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069"/>
              <a:ext cx="592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0.80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x 2</a:t>
              </a:r>
            </a:p>
            <a:p>
              <a:pPr algn="r"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1 </a:t>
              </a:r>
              <a:r>
                <a:rPr lang="en-US" altLang="zh-CN" sz="2400">
                  <a:ea typeface="宋体" panose="02010600030101010101" pitchFamily="2" charset="-122"/>
                </a:rPr>
                <a:t>.60</a:t>
              </a:r>
            </a:p>
          </p:txBody>
        </p:sp>
        <p:sp>
          <p:nvSpPr>
            <p:cNvPr id="66577" name="Line 25">
              <a:extLst>
                <a:ext uri="{FF2B5EF4-FFF2-40B4-BE49-F238E27FC236}">
                  <a16:creationId xmlns:a16="http://schemas.microsoft.com/office/drawing/2014/main" xmlns="" id="{9E903AE5-241D-4C49-A183-E63AA3D42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" y="2519"/>
              <a:ext cx="4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572" name="AutoShape 26">
            <a:extLst>
              <a:ext uri="{FF2B5EF4-FFF2-40B4-BE49-F238E27FC236}">
                <a16:creationId xmlns:a16="http://schemas.microsoft.com/office/drawing/2014/main" xmlns="" id="{9F25E910-95B0-4FA0-A0FF-3791C7DFE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1" y="4479131"/>
            <a:ext cx="719138" cy="144462"/>
          </a:xfrm>
          <a:prstGeom prst="notchedRightArrow">
            <a:avLst>
              <a:gd name="adj1" fmla="val 50000"/>
              <a:gd name="adj2" fmla="val 124451"/>
            </a:avLst>
          </a:prstGeom>
          <a:solidFill>
            <a:schemeClr val="tx2"/>
          </a:solidFill>
          <a:ln w="158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66573" name="Text Box 27">
            <a:extLst>
              <a:ext uri="{FF2B5EF4-FFF2-40B4-BE49-F238E27FC236}">
                <a16:creationId xmlns:a16="http://schemas.microsoft.com/office/drawing/2014/main" xmlns="" id="{F3353CAD-9659-4F60-9395-41F04FB80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4221163"/>
            <a:ext cx="5827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- </a:t>
            </a:r>
            <a:r>
              <a:rPr lang="en-US" altLang="zh-CN" sz="2400">
                <a:solidFill>
                  <a:srgbClr val="3333CC"/>
                </a:solidFill>
                <a:ea typeface="宋体" panose="02010600030101010101" pitchFamily="2" charset="-122"/>
              </a:rPr>
              <a:t>10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.00100110011001100110011</a:t>
            </a:r>
            <a:r>
              <a:rPr lang="en-US" altLang="zh-CN" sz="2400">
                <a:ea typeface="宋体" panose="02010600030101010101" pitchFamily="2" charset="-122"/>
              </a:rPr>
              <a:t>001</a:t>
            </a:r>
            <a:r>
              <a:rPr lang="en-US" altLang="zh-CN" sz="2400" b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6574" name="Text Box 28">
            <a:extLst>
              <a:ext uri="{FF2B5EF4-FFF2-40B4-BE49-F238E27FC236}">
                <a16:creationId xmlns:a16="http://schemas.microsoft.com/office/drawing/2014/main" xmlns="" id="{976F00EC-5869-4BA5-AFA1-A5106E636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4781550"/>
            <a:ext cx="5827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-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1.00010011001100110011001</a:t>
            </a:r>
            <a:r>
              <a:rPr lang="en-US" altLang="zh-CN" sz="2400">
                <a:ea typeface="宋体" panose="02010600030101010101" pitchFamily="2" charset="-122"/>
              </a:rPr>
              <a:t>1001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… x 2</a:t>
            </a:r>
            <a:r>
              <a:rPr lang="en-US" altLang="zh-CN" sz="2400" baseline="3000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400" b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85085" name="Text Box 29">
            <a:extLst>
              <a:ext uri="{FF2B5EF4-FFF2-40B4-BE49-F238E27FC236}">
                <a16:creationId xmlns:a16="http://schemas.microsoft.com/office/drawing/2014/main" xmlns="" id="{DC46503A-6538-478D-AB73-7E19B95D9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6238" y="3300413"/>
            <a:ext cx="641350" cy="641350"/>
          </a:xfrm>
          <a:prstGeom prst="rect">
            <a:avLst/>
          </a:prstGeom>
          <a:noFill/>
          <a:ln w="158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ea typeface="方正准圆简体" pitchFamily="2" charset="-122"/>
              </a:rPr>
              <a:t>…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>
            <a:extLst>
              <a:ext uri="{FF2B5EF4-FFF2-40B4-BE49-F238E27FC236}">
                <a16:creationId xmlns:a16="http://schemas.microsoft.com/office/drawing/2014/main" xmlns="" id="{E37B26DF-92E3-4328-B7D5-102228A53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特殊的浮点数值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xmlns="" id="{5BEBCA1A-7E54-482F-A5D0-047AA8B4F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6551" y="1202391"/>
            <a:ext cx="8382000" cy="5232400"/>
          </a:xfrm>
        </p:spPr>
        <p:txBody>
          <a:bodyPr/>
          <a:lstStyle/>
          <a:p>
            <a:pPr eaLnBrk="1" hangingPunct="1"/>
            <a:r>
              <a:rPr lang="en-US" altLang="zh-CN" dirty="0"/>
              <a:t>IEEE</a:t>
            </a:r>
            <a:r>
              <a:rPr lang="zh-CN" altLang="en-US" dirty="0"/>
              <a:t>浮点标准中，阶码</a:t>
            </a:r>
            <a:r>
              <a:rPr lang="en-US" altLang="zh-CN" dirty="0"/>
              <a:t>0</a:t>
            </a:r>
            <a:r>
              <a:rPr lang="zh-CN" altLang="en-US" dirty="0"/>
              <a:t>、阶码（</a:t>
            </a:r>
            <a:r>
              <a:rPr lang="en-US" altLang="zh-CN" dirty="0"/>
              <a:t>2</a:t>
            </a:r>
            <a:r>
              <a:rPr lang="en-US" altLang="zh-CN" baseline="30000" dirty="0"/>
              <a:t>8 </a:t>
            </a:r>
            <a:r>
              <a:rPr lang="en-US" altLang="zh-CN" dirty="0"/>
              <a:t>- 1</a:t>
            </a:r>
            <a:r>
              <a:rPr lang="zh-CN" altLang="en-US" dirty="0"/>
              <a:t>）或（</a:t>
            </a:r>
            <a:r>
              <a:rPr lang="en-US" altLang="zh-CN" dirty="0"/>
              <a:t>2</a:t>
            </a:r>
            <a:r>
              <a:rPr lang="en-US" altLang="zh-CN" baseline="30000" dirty="0"/>
              <a:t>11 </a:t>
            </a:r>
            <a:r>
              <a:rPr lang="en-US" altLang="zh-CN" dirty="0"/>
              <a:t>- 1</a:t>
            </a:r>
            <a:r>
              <a:rPr lang="zh-CN" altLang="en-US" dirty="0"/>
              <a:t>）被保留，用作特殊用途</a:t>
            </a:r>
          </a:p>
        </p:txBody>
      </p:sp>
      <p:sp>
        <p:nvSpPr>
          <p:cNvPr id="67589" name="Rectangle 31">
            <a:extLst>
              <a:ext uri="{FF2B5EF4-FFF2-40B4-BE49-F238E27FC236}">
                <a16:creationId xmlns:a16="http://schemas.microsoft.com/office/drawing/2014/main" xmlns="" id="{1D6E4BB8-2777-401F-9827-58DF1A1C7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557713"/>
            <a:ext cx="291147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67590" name="Rectangle 32">
            <a:extLst>
              <a:ext uri="{FF2B5EF4-FFF2-40B4-BE49-F238E27FC236}">
                <a16:creationId xmlns:a16="http://schemas.microsoft.com/office/drawing/2014/main" xmlns="" id="{03082F89-9C77-4157-A7D4-1EA91C85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4557713"/>
            <a:ext cx="262413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1111…1111</a:t>
            </a:r>
          </a:p>
        </p:txBody>
      </p:sp>
      <p:sp>
        <p:nvSpPr>
          <p:cNvPr id="67591" name="Rectangle 33">
            <a:extLst>
              <a:ext uri="{FF2B5EF4-FFF2-40B4-BE49-F238E27FC236}">
                <a16:creationId xmlns:a16="http://schemas.microsoft.com/office/drawing/2014/main" xmlns="" id="{8C7C10AB-3A93-4CFB-86BD-1348C031E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557713"/>
            <a:ext cx="32004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+/-</a:t>
            </a:r>
            <a:r>
              <a:rPr lang="en-US" altLang="zh-CN" sz="2400">
                <a:latin typeface="方正粗圆简体" pitchFamily="2" charset="-122"/>
              </a:rPr>
              <a:t> </a:t>
            </a:r>
            <a:r>
              <a:rPr lang="en-US" altLang="zh-CN" sz="2800">
                <a:latin typeface="方正粗圆简体" pitchFamily="2" charset="-122"/>
              </a:rPr>
              <a:t>∞</a:t>
            </a:r>
          </a:p>
        </p:txBody>
      </p:sp>
      <p:sp>
        <p:nvSpPr>
          <p:cNvPr id="67592" name="Rectangle 34">
            <a:extLst>
              <a:ext uri="{FF2B5EF4-FFF2-40B4-BE49-F238E27FC236}">
                <a16:creationId xmlns:a16="http://schemas.microsoft.com/office/drawing/2014/main" xmlns="" id="{07C3BB56-0903-4286-BB65-2D5BA87DA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102100"/>
            <a:ext cx="29114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67593" name="Rectangle 35">
            <a:extLst>
              <a:ext uri="{FF2B5EF4-FFF2-40B4-BE49-F238E27FC236}">
                <a16:creationId xmlns:a16="http://schemas.microsoft.com/office/drawing/2014/main" xmlns="" id="{DF3A6971-3BAB-4F82-B6C6-6F21F8DE9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4102100"/>
            <a:ext cx="26241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1111…1111</a:t>
            </a:r>
          </a:p>
        </p:txBody>
      </p:sp>
      <p:sp>
        <p:nvSpPr>
          <p:cNvPr id="67594" name="Rectangle 36">
            <a:extLst>
              <a:ext uri="{FF2B5EF4-FFF2-40B4-BE49-F238E27FC236}">
                <a16:creationId xmlns:a16="http://schemas.microsoft.com/office/drawing/2014/main" xmlns="" id="{2D4D613E-7615-4FA5-B743-CA1235346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102100"/>
            <a:ext cx="352901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NaN</a:t>
            </a:r>
            <a:r>
              <a:rPr lang="zh-CN" altLang="en-US" sz="2400"/>
              <a:t>（</a:t>
            </a:r>
            <a:r>
              <a:rPr lang="en-US" altLang="zh-CN" sz="2000"/>
              <a:t>Not a Number</a:t>
            </a:r>
            <a:r>
              <a:rPr lang="zh-CN" altLang="en-US" sz="2000"/>
              <a:t>）</a:t>
            </a:r>
          </a:p>
        </p:txBody>
      </p:sp>
      <p:sp>
        <p:nvSpPr>
          <p:cNvPr id="67595" name="Rectangle 37">
            <a:extLst>
              <a:ext uri="{FF2B5EF4-FFF2-40B4-BE49-F238E27FC236}">
                <a16:creationId xmlns:a16="http://schemas.microsoft.com/office/drawing/2014/main" xmlns="" id="{BFFB3C79-A57E-4F7F-9C9C-5A39569FF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3646488"/>
            <a:ext cx="291147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67596" name="Rectangle 38">
            <a:extLst>
              <a:ext uri="{FF2B5EF4-FFF2-40B4-BE49-F238E27FC236}">
                <a16:creationId xmlns:a16="http://schemas.microsoft.com/office/drawing/2014/main" xmlns="" id="{0D24695F-A98A-440D-87CC-9E1FB91CE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3646488"/>
            <a:ext cx="262413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0000…0000</a:t>
            </a:r>
          </a:p>
        </p:txBody>
      </p:sp>
      <p:sp>
        <p:nvSpPr>
          <p:cNvPr id="67597" name="Rectangle 39">
            <a:extLst>
              <a:ext uri="{FF2B5EF4-FFF2-40B4-BE49-F238E27FC236}">
                <a16:creationId xmlns:a16="http://schemas.microsoft.com/office/drawing/2014/main" xmlns="" id="{59E5FDCF-C47D-4C08-8EFE-EE4DAC651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646488"/>
            <a:ext cx="32004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600" dirty="0">
                <a:latin typeface="楷体" panose="02010609060101010101" pitchFamily="49" charset="-122"/>
                <a:ea typeface="楷体" panose="02010609060101010101" pitchFamily="49" charset="-122"/>
              </a:rPr>
              <a:t>非规格化数</a:t>
            </a:r>
          </a:p>
        </p:txBody>
      </p:sp>
      <p:sp>
        <p:nvSpPr>
          <p:cNvPr id="67598" name="Rectangle 40">
            <a:extLst>
              <a:ext uri="{FF2B5EF4-FFF2-40B4-BE49-F238E27FC236}">
                <a16:creationId xmlns:a16="http://schemas.microsoft.com/office/drawing/2014/main" xmlns="" id="{8072988A-3E49-4DFD-AFE0-27464C3C9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3190875"/>
            <a:ext cx="29114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67599" name="Rectangle 41">
            <a:extLst>
              <a:ext uri="{FF2B5EF4-FFF2-40B4-BE49-F238E27FC236}">
                <a16:creationId xmlns:a16="http://schemas.microsoft.com/office/drawing/2014/main" xmlns="" id="{0604AD2D-3AA4-4917-B3E1-8C7F5792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3190875"/>
            <a:ext cx="262413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US" altLang="zh-CN" sz="2400"/>
              <a:t>0000…0000</a:t>
            </a:r>
          </a:p>
        </p:txBody>
      </p:sp>
      <p:sp>
        <p:nvSpPr>
          <p:cNvPr id="67600" name="Rectangle 42">
            <a:extLst>
              <a:ext uri="{FF2B5EF4-FFF2-40B4-BE49-F238E27FC236}">
                <a16:creationId xmlns:a16="http://schemas.microsoft.com/office/drawing/2014/main" xmlns="" id="{DA5D4437-18F2-4965-8376-A18EAE1EC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190875"/>
            <a:ext cx="32004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+/- 0</a:t>
            </a:r>
          </a:p>
        </p:txBody>
      </p:sp>
      <p:sp>
        <p:nvSpPr>
          <p:cNvPr id="67601" name="Rectangle 43">
            <a:extLst>
              <a:ext uri="{FF2B5EF4-FFF2-40B4-BE49-F238E27FC236}">
                <a16:creationId xmlns:a16="http://schemas.microsoft.com/office/drawing/2014/main" xmlns="" id="{1B489A6A-FA0B-45FB-A702-A2223D3A7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2673350"/>
            <a:ext cx="253841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小数（尾数）</a:t>
            </a:r>
          </a:p>
        </p:txBody>
      </p:sp>
      <p:sp>
        <p:nvSpPr>
          <p:cNvPr id="67602" name="Rectangle 44">
            <a:extLst>
              <a:ext uri="{FF2B5EF4-FFF2-40B4-BE49-F238E27FC236}">
                <a16:creationId xmlns:a16="http://schemas.microsoft.com/office/drawing/2014/main" xmlns="" id="{7A576920-68BD-4EED-B7A2-0EA71C2C1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2673350"/>
            <a:ext cx="26241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阶</a:t>
            </a:r>
          </a:p>
        </p:txBody>
      </p:sp>
      <p:sp>
        <p:nvSpPr>
          <p:cNvPr id="67603" name="Rectangle 45">
            <a:extLst>
              <a:ext uri="{FF2B5EF4-FFF2-40B4-BE49-F238E27FC236}">
                <a16:creationId xmlns:a16="http://schemas.microsoft.com/office/drawing/2014/main" xmlns="" id="{A55CEE7D-670D-4AA1-9225-D2A3288A4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673350"/>
            <a:ext cx="32004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特殊值</a:t>
            </a:r>
          </a:p>
        </p:txBody>
      </p:sp>
      <p:sp>
        <p:nvSpPr>
          <p:cNvPr id="67604" name="Line 46">
            <a:extLst>
              <a:ext uri="{FF2B5EF4-FFF2-40B4-BE49-F238E27FC236}">
                <a16:creationId xmlns:a16="http://schemas.microsoft.com/office/drawing/2014/main" xmlns="" id="{558564A6-571F-47E1-AAA7-746063F8C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2673350"/>
            <a:ext cx="8736012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5" name="Line 47">
            <a:extLst>
              <a:ext uri="{FF2B5EF4-FFF2-40B4-BE49-F238E27FC236}">
                <a16:creationId xmlns:a16="http://schemas.microsoft.com/office/drawing/2014/main" xmlns="" id="{4644E8F0-F47C-4FE7-8228-9B5FDAF493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3190875"/>
            <a:ext cx="8736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6" name="Line 48">
            <a:extLst>
              <a:ext uri="{FF2B5EF4-FFF2-40B4-BE49-F238E27FC236}">
                <a16:creationId xmlns:a16="http://schemas.microsoft.com/office/drawing/2014/main" xmlns="" id="{A9A48857-68D1-4988-859B-601E4FC2CA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3646488"/>
            <a:ext cx="8736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7" name="Line 49">
            <a:extLst>
              <a:ext uri="{FF2B5EF4-FFF2-40B4-BE49-F238E27FC236}">
                <a16:creationId xmlns:a16="http://schemas.microsoft.com/office/drawing/2014/main" xmlns="" id="{1231C6CC-4306-4BAB-ABE0-40BE73DB83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4102100"/>
            <a:ext cx="8736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8" name="Line 50">
            <a:extLst>
              <a:ext uri="{FF2B5EF4-FFF2-40B4-BE49-F238E27FC236}">
                <a16:creationId xmlns:a16="http://schemas.microsoft.com/office/drawing/2014/main" xmlns="" id="{BD67FBC9-92D6-4A5F-98AE-EA9DA3DF5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4557713"/>
            <a:ext cx="87360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09" name="Line 51">
            <a:extLst>
              <a:ext uri="{FF2B5EF4-FFF2-40B4-BE49-F238E27FC236}">
                <a16:creationId xmlns:a16="http://schemas.microsoft.com/office/drawing/2014/main" xmlns="" id="{F064BC35-95BD-4763-A6E3-0173E1C7B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5013325"/>
            <a:ext cx="8736012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0" name="Line 52">
            <a:extLst>
              <a:ext uri="{FF2B5EF4-FFF2-40B4-BE49-F238E27FC236}">
                <a16:creationId xmlns:a16="http://schemas.microsoft.com/office/drawing/2014/main" xmlns="" id="{B7093AFF-5459-4396-BF8C-36528EECC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2673350"/>
            <a:ext cx="0" cy="23399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1" name="Line 53">
            <a:extLst>
              <a:ext uri="{FF2B5EF4-FFF2-40B4-BE49-F238E27FC236}">
                <a16:creationId xmlns:a16="http://schemas.microsoft.com/office/drawing/2014/main" xmlns="" id="{52D0E684-81B1-42A4-9764-FB7ED6F36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7288" y="2673350"/>
            <a:ext cx="0" cy="2339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2" name="Line 54">
            <a:extLst>
              <a:ext uri="{FF2B5EF4-FFF2-40B4-BE49-F238E27FC236}">
                <a16:creationId xmlns:a16="http://schemas.microsoft.com/office/drawing/2014/main" xmlns="" id="{0F9ECD5C-7847-47B9-A191-7C819CAC6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673350"/>
            <a:ext cx="0" cy="2339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3" name="Line 55">
            <a:extLst>
              <a:ext uri="{FF2B5EF4-FFF2-40B4-BE49-F238E27FC236}">
                <a16:creationId xmlns:a16="http://schemas.microsoft.com/office/drawing/2014/main" xmlns="" id="{7C8BA553-26AB-4DDA-8335-C31FF6376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2673350"/>
            <a:ext cx="0" cy="23399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14" name="文本框 1">
            <a:extLst>
              <a:ext uri="{FF2B5EF4-FFF2-40B4-BE49-F238E27FC236}">
                <a16:creationId xmlns:a16="http://schemas.microsoft.com/office/drawing/2014/main" xmlns="" id="{93464D56-29A2-4580-8277-B5EABA030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5219700"/>
            <a:ext cx="4432300" cy="400050"/>
          </a:xfrm>
          <a:prstGeom prst="rect">
            <a:avLst/>
          </a:prstGeom>
          <a:noFill/>
          <a:ln w="12700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342900" indent="-3429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lvl="1" eaLnBrk="1" hangingPunct="1">
              <a:spcBef>
                <a:spcPts val="500"/>
              </a:spcBef>
              <a:buClr>
                <a:srgbClr val="990000"/>
              </a:buClr>
              <a:buSzPct val="110000"/>
            </a:pPr>
            <a:r>
              <a:rPr kumimoji="0" lang="zh-CN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例如：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sqrt(–1), 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Symbol" panose="05050102010706020507" pitchFamily="18" charset="2"/>
              </a:rPr>
              <a:t>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 − 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Symbol" panose="05050102010706020507" pitchFamily="18" charset="2"/>
              </a:rPr>
              <a:t>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, 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Symbol" panose="05050102010706020507" pitchFamily="18" charset="2"/>
              </a:rPr>
              <a:t>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 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Symbol" panose="05050102010706020507" pitchFamily="18" charset="2"/>
              </a:rPr>
              <a:t>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 0</a:t>
            </a:r>
            <a:r>
              <a:rPr kumimoji="0" lang="zh-CN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等就是</a:t>
            </a:r>
            <a:r>
              <a:rPr kumimoji="0" lang="en-US" altLang="zh-CN" sz="200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Apple Symbols"/>
                <a:sym typeface="Calibri" panose="020F0502020204030204" pitchFamily="34" charset="0"/>
              </a:rPr>
              <a:t>NaN</a:t>
            </a:r>
          </a:p>
        </p:txBody>
      </p:sp>
    </p:spTree>
  </p:cSld>
  <p:clrMapOvr>
    <a:masterClrMapping/>
  </p:clrMapOvr>
  <p:transition spd="med">
    <p:pull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>
            <a:extLst>
              <a:ext uri="{FF2B5EF4-FFF2-40B4-BE49-F238E27FC236}">
                <a16:creationId xmlns:a16="http://schemas.microsoft.com/office/drawing/2014/main" xmlns="" id="{039B3DDD-8067-4C9D-9B86-B6D8190FF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非规格化数表示范围（单精度）</a:t>
            </a:r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xmlns="" id="{E14F8CC7-73C1-44D7-A789-8D0E52710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7" y="1066800"/>
            <a:ext cx="8785225" cy="5400675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800" dirty="0"/>
              <a:t>非规格化数 </a:t>
            </a:r>
            <a:r>
              <a:rPr lang="zh-CN" altLang="en-US" sz="2800" dirty="0">
                <a:sym typeface="Symbol" panose="05050102010706020507" pitchFamily="18" charset="2"/>
              </a:rPr>
              <a:t> </a:t>
            </a:r>
            <a:r>
              <a:rPr lang="en-US" altLang="zh-CN" sz="2800" dirty="0"/>
              <a:t>E</a:t>
            </a:r>
            <a:r>
              <a:rPr lang="zh-CN" altLang="en-US" sz="2800" dirty="0"/>
              <a:t>＝</a:t>
            </a:r>
            <a:r>
              <a:rPr lang="en-US" altLang="zh-CN" sz="2800" dirty="0"/>
              <a:t>0</a:t>
            </a:r>
          </a:p>
          <a:p>
            <a:pPr marL="0" indent="0" eaLnBrk="1" hangingPunct="1"/>
            <a:r>
              <a:rPr lang="en-US" altLang="zh-CN" sz="2800" dirty="0"/>
              <a:t>M=Frac</a:t>
            </a:r>
            <a:r>
              <a:rPr lang="zh-CN" altLang="en-US" sz="2800" dirty="0"/>
              <a:t>，没有隐含的前导</a:t>
            </a:r>
            <a:r>
              <a:rPr lang="en-US" altLang="zh-CN" sz="2800" dirty="0"/>
              <a:t>1</a:t>
            </a:r>
          </a:p>
          <a:p>
            <a:pPr marL="0" indent="0" eaLnBrk="1" hangingPunct="1"/>
            <a:r>
              <a:rPr lang="en-US" altLang="zh-CN" sz="2800" dirty="0"/>
              <a:t>e = 1 - Bias = 1 – 127 = -126</a:t>
            </a:r>
            <a:r>
              <a:rPr lang="zh-CN" altLang="en-US" sz="2800" dirty="0"/>
              <a:t>，注：不是</a:t>
            </a:r>
            <a:r>
              <a:rPr lang="en-US" altLang="zh-CN" sz="2800" dirty="0"/>
              <a:t>-127</a:t>
            </a:r>
            <a:r>
              <a:rPr lang="zh-CN" altLang="en-US" sz="2800" dirty="0"/>
              <a:t>，保证了非规格化值到规格化值的平滑过渡</a:t>
            </a:r>
            <a:endParaRPr lang="en-US" altLang="zh-CN" sz="2800" dirty="0"/>
          </a:p>
          <a:p>
            <a:pPr marL="0" indent="0" eaLnBrk="1" hangingPunct="1"/>
            <a:r>
              <a:rPr lang="zh-CN" altLang="en-US" sz="2800" dirty="0"/>
              <a:t>最小的正数： </a:t>
            </a:r>
            <a:r>
              <a:rPr lang="en-US" altLang="zh-CN" sz="2800" dirty="0"/>
              <a:t>M=0.00…1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 lvl="1" eaLnBrk="1" hangingPunct="1"/>
            <a:r>
              <a:rPr lang="en-US" altLang="zh-CN" dirty="0"/>
              <a:t> a</a:t>
            </a:r>
            <a:r>
              <a:rPr lang="en-US" altLang="zh-CN" dirty="0">
                <a:latin typeface="Aharoni" panose="02010803020104030203" pitchFamily="2" charset="-79"/>
                <a:cs typeface="Aharoni" panose="02010803020104030203" pitchFamily="2" charset="-79"/>
              </a:rPr>
              <a:t>'</a:t>
            </a:r>
            <a:r>
              <a:rPr lang="en-US" altLang="zh-CN" dirty="0"/>
              <a:t> = 0.0…1</a:t>
            </a:r>
            <a:r>
              <a:rPr lang="en-US" altLang="zh-CN" baseline="-25000" dirty="0"/>
              <a:t>2</a:t>
            </a:r>
            <a:r>
              <a:rPr lang="en-US" altLang="zh-CN" dirty="0"/>
              <a:t> * 2</a:t>
            </a:r>
            <a:r>
              <a:rPr lang="en-US" altLang="zh-CN" baseline="30000" dirty="0"/>
              <a:t>1-127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= 2</a:t>
            </a:r>
            <a:r>
              <a:rPr lang="en-US" altLang="zh-CN" baseline="30000" dirty="0"/>
              <a:t>-23</a:t>
            </a:r>
            <a:r>
              <a:rPr lang="en-US" altLang="zh-CN" dirty="0"/>
              <a:t> * 2</a:t>
            </a:r>
            <a:r>
              <a:rPr lang="en-US" altLang="zh-CN" baseline="30000" dirty="0"/>
              <a:t>-126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aseline="30000" dirty="0"/>
              <a:t>            </a:t>
            </a:r>
            <a:r>
              <a:rPr lang="en-US" altLang="zh-CN" dirty="0"/>
              <a:t>= 2</a:t>
            </a:r>
            <a:r>
              <a:rPr lang="en-US" altLang="zh-CN" baseline="30000" dirty="0"/>
              <a:t>-149</a:t>
            </a:r>
            <a:endParaRPr lang="en-US" altLang="zh-CN" dirty="0"/>
          </a:p>
          <a:p>
            <a:pPr marL="0" indent="0" eaLnBrk="1" hangingPunct="1"/>
            <a:r>
              <a:rPr lang="zh-CN" altLang="en-US" sz="2800" dirty="0"/>
              <a:t>最大的正数： </a:t>
            </a:r>
            <a:r>
              <a:rPr lang="en-US" altLang="zh-CN" sz="2800" dirty="0"/>
              <a:t>M=0.11…1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 lvl="1" eaLnBrk="1" hangingPunct="1"/>
            <a:r>
              <a:rPr lang="en-US" altLang="zh-CN" dirty="0">
                <a:cs typeface="Aharoni" panose="02010803020104030203" pitchFamily="2" charset="-79"/>
              </a:rPr>
              <a:t>b</a:t>
            </a:r>
            <a:r>
              <a:rPr lang="en-US" altLang="zh-CN" dirty="0">
                <a:latin typeface="Aharoni" panose="02010803020104030203" pitchFamily="2" charset="-79"/>
                <a:cs typeface="Aharoni" panose="02010803020104030203" pitchFamily="2" charset="-79"/>
              </a:rPr>
              <a:t>‘</a:t>
            </a:r>
            <a:r>
              <a:rPr lang="en-US" altLang="zh-CN" dirty="0"/>
              <a:t>= </a:t>
            </a:r>
            <a:r>
              <a:rPr lang="en-US" altLang="zh-CN" sz="3200" dirty="0">
                <a:solidFill>
                  <a:srgbClr val="000000"/>
                </a:solidFill>
                <a:ea typeface="楷体_GB2312" pitchFamily="49" charset="-122"/>
              </a:rPr>
              <a:t>0.11…1</a:t>
            </a:r>
            <a:r>
              <a:rPr lang="en-US" altLang="zh-CN" sz="3200" baseline="-25000" dirty="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en-US" altLang="zh-CN" sz="32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rgbClr val="000000"/>
                </a:solidFill>
                <a:ea typeface="楷体_GB2312" pitchFamily="49" charset="-122"/>
              </a:rPr>
              <a:t>* </a:t>
            </a:r>
            <a:r>
              <a:rPr lang="en-US" altLang="zh-CN" dirty="0">
                <a:solidFill>
                  <a:srgbClr val="000000"/>
                </a:solidFill>
              </a:rPr>
              <a:t>2 </a:t>
            </a:r>
            <a:r>
              <a:rPr lang="en-US" altLang="zh-CN" baseline="30000" dirty="0">
                <a:solidFill>
                  <a:srgbClr val="000000"/>
                </a:solidFill>
              </a:rPr>
              <a:t>1-127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0.11…1</a:t>
            </a:r>
            <a:r>
              <a:rPr lang="en-US" altLang="zh-CN" baseline="-25000" dirty="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000000"/>
                </a:solidFill>
                <a:ea typeface="楷体_GB2312" pitchFamily="49" charset="-122"/>
              </a:rPr>
              <a:t>* </a:t>
            </a:r>
            <a:r>
              <a:rPr lang="en-US" altLang="zh-CN" dirty="0">
                <a:solidFill>
                  <a:srgbClr val="000000"/>
                </a:solidFill>
              </a:rPr>
              <a:t>2 </a:t>
            </a:r>
            <a:r>
              <a:rPr lang="en-US" altLang="zh-CN" baseline="30000" dirty="0">
                <a:solidFill>
                  <a:srgbClr val="000000"/>
                </a:solidFill>
              </a:rPr>
              <a:t>-126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= (1</a:t>
            </a:r>
            <a:r>
              <a:rPr lang="en-US" altLang="zh-CN" sz="3200" dirty="0">
                <a:solidFill>
                  <a:srgbClr val="000000"/>
                </a:solidFill>
                <a:ea typeface="楷体_GB2312" pitchFamily="49" charset="-122"/>
              </a:rPr>
              <a:t> - 2</a:t>
            </a:r>
            <a:r>
              <a:rPr lang="en-US" altLang="zh-CN" sz="3200" baseline="30000" dirty="0">
                <a:solidFill>
                  <a:srgbClr val="000000"/>
                </a:solidFill>
                <a:ea typeface="楷体_GB2312" pitchFamily="49" charset="-122"/>
              </a:rPr>
              <a:t>-23</a:t>
            </a:r>
            <a:r>
              <a:rPr lang="en-US" altLang="zh-CN" sz="3200" dirty="0">
                <a:solidFill>
                  <a:srgbClr val="000000"/>
                </a:solidFill>
                <a:ea typeface="楷体_GB2312" pitchFamily="49" charset="-122"/>
              </a:rPr>
              <a:t>)</a:t>
            </a:r>
            <a:r>
              <a:rPr lang="en-US" altLang="zh-CN" sz="3200" baseline="300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3200" dirty="0">
                <a:solidFill>
                  <a:srgbClr val="000000"/>
                </a:solidFill>
                <a:ea typeface="楷体_GB2312" pitchFamily="49" charset="-122"/>
              </a:rPr>
              <a:t>* </a:t>
            </a:r>
            <a:r>
              <a:rPr lang="en-US" altLang="zh-CN" dirty="0"/>
              <a:t>2</a:t>
            </a:r>
            <a:r>
              <a:rPr lang="en-US" altLang="zh-CN" baseline="30000" dirty="0"/>
              <a:t>-126</a:t>
            </a:r>
            <a:endParaRPr lang="en-US" altLang="zh-CN" dirty="0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8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>
            <a:extLst>
              <a:ext uri="{FF2B5EF4-FFF2-40B4-BE49-F238E27FC236}">
                <a16:creationId xmlns:a16="http://schemas.microsoft.com/office/drawing/2014/main" xmlns="" id="{5ED90406-F358-437E-B2BD-C06911BD7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C00000"/>
                </a:solidFill>
              </a:rPr>
              <a:t>浮点数</a:t>
            </a:r>
            <a:r>
              <a:rPr lang="zh-CN" altLang="en-US" dirty="0"/>
              <a:t>表示的数值范围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xmlns="" id="{5AFF9440-B513-4471-8845-2C41D89BCC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5084763"/>
            <a:ext cx="8736012" cy="1439862"/>
          </a:xfrm>
        </p:spPr>
        <p:txBody>
          <a:bodyPr/>
          <a:lstStyle/>
          <a:p>
            <a:pPr eaLnBrk="1" hangingPunct="1"/>
            <a:endParaRPr lang="en-US" altLang="zh-CN" baseline="30000"/>
          </a:p>
        </p:txBody>
      </p:sp>
      <p:sp>
        <p:nvSpPr>
          <p:cNvPr id="71685" name="Line 4">
            <a:extLst>
              <a:ext uri="{FF2B5EF4-FFF2-40B4-BE49-F238E27FC236}">
                <a16:creationId xmlns:a16="http://schemas.microsoft.com/office/drawing/2014/main" xmlns="" id="{FEC89660-92BD-44D1-9F00-CD32ECD9E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2414588"/>
            <a:ext cx="79248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xmlns="" id="{EB773C23-D12F-4942-997B-2658A5927B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950" y="203993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7" name="Line 7">
            <a:extLst>
              <a:ext uri="{FF2B5EF4-FFF2-40B4-BE49-F238E27FC236}">
                <a16:creationId xmlns:a16="http://schemas.microsoft.com/office/drawing/2014/main" xmlns="" id="{CC8DBAA7-558B-4880-BA34-23AA61B2B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0335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8" name="Line 8">
            <a:extLst>
              <a:ext uri="{FF2B5EF4-FFF2-40B4-BE49-F238E27FC236}">
                <a16:creationId xmlns:a16="http://schemas.microsoft.com/office/drawing/2014/main" xmlns="" id="{9FAC851E-4025-4F3B-B1F5-F2DCFAFA3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3488" y="20304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9" name="Line 9">
            <a:extLst>
              <a:ext uri="{FF2B5EF4-FFF2-40B4-BE49-F238E27FC236}">
                <a16:creationId xmlns:a16="http://schemas.microsoft.com/office/drawing/2014/main" xmlns="" id="{9F338A51-82EF-4B8D-9C09-BA627024DB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1038" y="2033588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0" name="Rectangle 10">
            <a:extLst>
              <a:ext uri="{FF2B5EF4-FFF2-40B4-BE49-F238E27FC236}">
                <a16:creationId xmlns:a16="http://schemas.microsoft.com/office/drawing/2014/main" xmlns="" id="{FC3BED7C-3475-49E7-9FEB-3F47825A6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2116138"/>
            <a:ext cx="1023937" cy="30480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r>
              <a:rPr lang="en-US" altLang="zh-CN" sz="1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规格化数</a:t>
            </a:r>
          </a:p>
        </p:txBody>
      </p:sp>
      <p:sp>
        <p:nvSpPr>
          <p:cNvPr id="71691" name="Rectangle 11">
            <a:extLst>
              <a:ext uri="{FF2B5EF4-FFF2-40B4-BE49-F238E27FC236}">
                <a16:creationId xmlns:a16="http://schemas.microsoft.com/office/drawing/2014/main" xmlns="" id="{87A28535-654A-4016-B10C-4AB616AD4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109788"/>
            <a:ext cx="1014413" cy="3048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r>
              <a:rPr lang="en-US" altLang="zh-CN" sz="1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12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规格化数</a:t>
            </a:r>
          </a:p>
        </p:txBody>
      </p:sp>
      <p:sp>
        <p:nvSpPr>
          <p:cNvPr id="71692" name="AutoShape 16">
            <a:extLst>
              <a:ext uri="{FF2B5EF4-FFF2-40B4-BE49-F238E27FC236}">
                <a16:creationId xmlns:a16="http://schemas.microsoft.com/office/drawing/2014/main" xmlns="" id="{84A6A2C9-4DCB-415E-8EA1-768D702DB3C7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3223419" y="865982"/>
            <a:ext cx="152400" cy="2030412"/>
          </a:xfrm>
          <a:prstGeom prst="rightBrace">
            <a:avLst>
              <a:gd name="adj1" fmla="val 13329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71693" name="AutoShape 17">
            <a:extLst>
              <a:ext uri="{FF2B5EF4-FFF2-40B4-BE49-F238E27FC236}">
                <a16:creationId xmlns:a16="http://schemas.microsoft.com/office/drawing/2014/main" xmlns="" id="{0D806970-234D-42C9-87F8-386B08B69F3D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5990432" y="916781"/>
            <a:ext cx="152400" cy="1928813"/>
          </a:xfrm>
          <a:prstGeom prst="rightBrace">
            <a:avLst>
              <a:gd name="adj1" fmla="val 13335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71694" name="Text Box 24">
            <a:extLst>
              <a:ext uri="{FF2B5EF4-FFF2-40B4-BE49-F238E27FC236}">
                <a16:creationId xmlns:a16="http://schemas.microsoft.com/office/drawing/2014/main" xmlns="" id="{03492E8F-470C-4955-AC47-1926496BA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1492250"/>
            <a:ext cx="1905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可表示的正数</a:t>
            </a:r>
          </a:p>
        </p:txBody>
      </p:sp>
      <p:sp>
        <p:nvSpPr>
          <p:cNvPr id="71695" name="Text Box 25">
            <a:extLst>
              <a:ext uri="{FF2B5EF4-FFF2-40B4-BE49-F238E27FC236}">
                <a16:creationId xmlns:a16="http://schemas.microsoft.com/office/drawing/2014/main" xmlns="" id="{1AD0E384-1D00-4178-860C-0326A703B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025" y="1492250"/>
            <a:ext cx="20574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lnSpc>
                <a:spcPct val="95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可表示的负数</a:t>
            </a:r>
          </a:p>
        </p:txBody>
      </p:sp>
      <p:sp>
        <p:nvSpPr>
          <p:cNvPr id="71696" name="Text Box 30">
            <a:extLst>
              <a:ext uri="{FF2B5EF4-FFF2-40B4-BE49-F238E27FC236}">
                <a16:creationId xmlns:a16="http://schemas.microsoft.com/office/drawing/2014/main" xmlns="" id="{EF8D01D2-8506-47D1-8EA1-198EEE7AF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4145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endParaRPr lang="en-US" altLang="zh-CN" sz="1800" baseline="30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1697" name="Rectangle 11">
            <a:extLst>
              <a:ext uri="{FF2B5EF4-FFF2-40B4-BE49-F238E27FC236}">
                <a16:creationId xmlns:a16="http://schemas.microsoft.com/office/drawing/2014/main" xmlns="" id="{A79D514B-4CA9-4F7D-AC11-3C90D34BE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2109788"/>
            <a:ext cx="966787" cy="304800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 2" panose="05020102010507070707" pitchFamily="18" charset="2"/>
              <a:buNone/>
            </a:pPr>
            <a:r>
              <a:rPr lang="en-US" altLang="zh-CN" sz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非规格化数</a:t>
            </a:r>
          </a:p>
        </p:txBody>
      </p:sp>
      <p:sp>
        <p:nvSpPr>
          <p:cNvPr id="71698" name="Rectangle 11">
            <a:extLst>
              <a:ext uri="{FF2B5EF4-FFF2-40B4-BE49-F238E27FC236}">
                <a16:creationId xmlns:a16="http://schemas.microsoft.com/office/drawing/2014/main" xmlns="" id="{1096A2FD-F707-4ADB-A586-A2167667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0413" y="2116138"/>
            <a:ext cx="998537" cy="304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 2" panose="05020102010507070707" pitchFamily="18" charset="2"/>
              <a:buNone/>
            </a:pPr>
            <a:r>
              <a:rPr lang="en-US" altLang="zh-CN" sz="1200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1200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非规格化数</a:t>
            </a:r>
          </a:p>
        </p:txBody>
      </p:sp>
      <p:sp>
        <p:nvSpPr>
          <p:cNvPr id="71699" name="Line 5">
            <a:extLst>
              <a:ext uri="{FF2B5EF4-FFF2-40B4-BE49-F238E27FC236}">
                <a16:creationId xmlns:a16="http://schemas.microsoft.com/office/drawing/2014/main" xmlns="" id="{6CB3345A-7ADD-4126-BDF3-F059B3238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4413" y="20304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xmlns="" id="{0DDBBD0C-F7AD-4B31-80BF-AD16C96E8C7B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740275" y="2487613"/>
            <a:ext cx="228600" cy="38100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 kern="0">
              <a:solidFill>
                <a:srgbClr val="000000"/>
              </a:solidFill>
              <a:latin typeface="Calibri Bold"/>
              <a:sym typeface="Gill Sans" charset="0"/>
            </a:endParaRPr>
          </a:p>
        </p:txBody>
      </p:sp>
      <p:sp>
        <p:nvSpPr>
          <p:cNvPr id="71701" name="Rectangle 29">
            <a:extLst>
              <a:ext uri="{FF2B5EF4-FFF2-40B4-BE49-F238E27FC236}">
                <a16:creationId xmlns:a16="http://schemas.microsoft.com/office/drawing/2014/main" xmlns="" id="{E0DF688F-1FFA-4E90-B510-516318A8CDB5}"/>
              </a:ext>
            </a:extLst>
          </p:cNvPr>
          <p:cNvSpPr>
            <a:spLocks/>
          </p:cNvSpPr>
          <p:nvPr/>
        </p:nvSpPr>
        <p:spPr bwMode="auto">
          <a:xfrm>
            <a:off x="4740275" y="2868613"/>
            <a:ext cx="3397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000000"/>
                </a:solidFill>
                <a:latin typeface="Calibri Bold" panose="020F0702030404030204" pitchFamily="34" charset="0"/>
                <a:sym typeface="Calibri" panose="020F0502020204030204" pitchFamily="34" charset="0"/>
              </a:rPr>
              <a:t>+0</a:t>
            </a:r>
          </a:p>
        </p:txBody>
      </p:sp>
      <p:sp>
        <p:nvSpPr>
          <p:cNvPr id="71702" name="Rectangle 16">
            <a:extLst>
              <a:ext uri="{FF2B5EF4-FFF2-40B4-BE49-F238E27FC236}">
                <a16:creationId xmlns:a16="http://schemas.microsoft.com/office/drawing/2014/main" xmlns="" id="{ACE08FD3-2DAE-43B2-B802-1CE52550FC3B}"/>
              </a:ext>
            </a:extLst>
          </p:cNvPr>
          <p:cNvSpPr>
            <a:spLocks/>
          </p:cNvSpPr>
          <p:nvPr/>
        </p:nvSpPr>
        <p:spPr bwMode="auto">
          <a:xfrm>
            <a:off x="4024313" y="2830513"/>
            <a:ext cx="331787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000000"/>
                </a:solidFill>
                <a:latin typeface="Calibri Bold" panose="020F0702030404030204" pitchFamily="34" charset="0"/>
                <a:sym typeface="Symbol" panose="05050102010706020507" pitchFamily="18" charset="2"/>
              </a:rPr>
              <a:t></a:t>
            </a:r>
            <a:r>
              <a:rPr kumimoji="0" lang="en-US" altLang="zh-CN" sz="1800">
                <a:solidFill>
                  <a:srgbClr val="000000"/>
                </a:solidFill>
                <a:latin typeface="Calibri Bold" panose="020F0702030404030204" pitchFamily="34" charset="0"/>
                <a:sym typeface="Calibri" panose="020F0502020204030204" pitchFamily="34" charset="0"/>
              </a:rPr>
              <a:t>0</a:t>
            </a:r>
          </a:p>
        </p:txBody>
      </p:sp>
      <p:sp>
        <p:nvSpPr>
          <p:cNvPr id="32" name="Line 27">
            <a:extLst>
              <a:ext uri="{FF2B5EF4-FFF2-40B4-BE49-F238E27FC236}">
                <a16:creationId xmlns:a16="http://schemas.microsoft.com/office/drawing/2014/main" xmlns="" id="{ED688CCA-CFAC-409E-B6F2-06DE0CD8B94F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4329113" y="2452688"/>
            <a:ext cx="228600" cy="38100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 kern="0">
              <a:solidFill>
                <a:srgbClr val="000000"/>
              </a:solidFill>
              <a:latin typeface="Calibri Bold"/>
              <a:sym typeface="Gill Sans" charset="0"/>
            </a:endParaRPr>
          </a:p>
        </p:txBody>
      </p:sp>
      <p:sp>
        <p:nvSpPr>
          <p:cNvPr id="33" name="Line 5">
            <a:extLst>
              <a:ext uri="{FF2B5EF4-FFF2-40B4-BE49-F238E27FC236}">
                <a16:creationId xmlns:a16="http://schemas.microsoft.com/office/drawing/2014/main" xmlns="" id="{755F60A2-43B6-489D-A864-B8EF430F3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047875"/>
            <a:ext cx="0" cy="36353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 kern="0">
              <a:solidFill>
                <a:srgbClr val="000000"/>
              </a:solidFill>
              <a:latin typeface="Calibri Bold"/>
              <a:sym typeface="Gill Sans" charset="0"/>
            </a:endParaRPr>
          </a:p>
        </p:txBody>
      </p:sp>
      <p:sp>
        <p:nvSpPr>
          <p:cNvPr id="34" name="Line 5">
            <a:extLst>
              <a:ext uri="{FF2B5EF4-FFF2-40B4-BE49-F238E27FC236}">
                <a16:creationId xmlns:a16="http://schemas.microsoft.com/office/drawing/2014/main" xmlns="" id="{52C4C1DA-C802-4C1F-877A-6B45A710B2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6913" y="2057400"/>
            <a:ext cx="0" cy="363538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4000" kern="0">
              <a:solidFill>
                <a:srgbClr val="000000"/>
              </a:solidFill>
              <a:latin typeface="Calibri Bold"/>
              <a:sym typeface="Gill Sans" charset="0"/>
            </a:endParaRPr>
          </a:p>
        </p:txBody>
      </p:sp>
      <p:sp>
        <p:nvSpPr>
          <p:cNvPr id="71706" name="Rectangle 14">
            <a:extLst>
              <a:ext uri="{FF2B5EF4-FFF2-40B4-BE49-F238E27FC236}">
                <a16:creationId xmlns:a16="http://schemas.microsoft.com/office/drawing/2014/main" xmlns="" id="{230EF734-7ED5-462E-9E73-94597FA1FDD7}"/>
              </a:ext>
            </a:extLst>
          </p:cNvPr>
          <p:cNvSpPr>
            <a:spLocks/>
          </p:cNvSpPr>
          <p:nvPr/>
        </p:nvSpPr>
        <p:spPr bwMode="auto">
          <a:xfrm>
            <a:off x="8158163" y="1646238"/>
            <a:ext cx="376237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000000"/>
                </a:solidFill>
                <a:latin typeface="Calibri Bold" panose="020F0702030404030204" pitchFamily="34" charset="0"/>
                <a:sym typeface="Gill Sans"/>
              </a:rPr>
              <a:t>+</a:t>
            </a:r>
            <a:r>
              <a:rPr kumimoji="0" lang="en-US" altLang="zh-CN" sz="1800">
                <a:solidFill>
                  <a:srgbClr val="000000"/>
                </a:solidFill>
                <a:latin typeface="Calibri Bold" panose="020F0702030404030204" pitchFamily="34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71707" name="Rectangle 15">
            <a:extLst>
              <a:ext uri="{FF2B5EF4-FFF2-40B4-BE49-F238E27FC236}">
                <a16:creationId xmlns:a16="http://schemas.microsoft.com/office/drawing/2014/main" xmlns="" id="{CA09693C-72AB-4357-9147-E5682133382F}"/>
              </a:ext>
            </a:extLst>
          </p:cNvPr>
          <p:cNvSpPr>
            <a:spLocks/>
          </p:cNvSpPr>
          <p:nvPr/>
        </p:nvSpPr>
        <p:spPr bwMode="auto">
          <a:xfrm>
            <a:off x="1052513" y="1679575"/>
            <a:ext cx="376237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8100" tIns="38100" rIns="38100" bIns="381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000000"/>
                </a:solidFill>
                <a:latin typeface="Calibri Bold" panose="020F0702030404030204" pitchFamily="34" charset="0"/>
                <a:sym typeface="Gill Sans"/>
              </a:rPr>
              <a:t>−</a:t>
            </a:r>
            <a:r>
              <a:rPr kumimoji="0" lang="en-US" altLang="zh-CN" sz="1800">
                <a:solidFill>
                  <a:srgbClr val="000000"/>
                </a:solidFill>
                <a:latin typeface="Calibri Bold" panose="020F0702030404030204" pitchFamily="34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8" name="Line 6">
            <a:extLst>
              <a:ext uri="{FF2B5EF4-FFF2-40B4-BE49-F238E27FC236}">
                <a16:creationId xmlns:a16="http://schemas.microsoft.com/office/drawing/2014/main" xmlns="" id="{67BE2797-A911-4476-86AD-26B1D1B88C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5488" y="2803525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000">
              <a:latin typeface="+mn-lt"/>
            </a:endParaRP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xmlns="" id="{DF1BBE20-FB43-4F8A-B2D4-4829CC8747E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5488" y="2955925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000">
              <a:latin typeface="+mn-lt"/>
            </a:endParaRPr>
          </a:p>
        </p:txBody>
      </p:sp>
      <p:sp>
        <p:nvSpPr>
          <p:cNvPr id="40" name="Line 10">
            <a:extLst>
              <a:ext uri="{FF2B5EF4-FFF2-40B4-BE49-F238E27FC236}">
                <a16:creationId xmlns:a16="http://schemas.microsoft.com/office/drawing/2014/main" xmlns="" id="{3724F763-3B89-4592-B325-B259D12C2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8888" y="2803525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000">
              <a:latin typeface="+mn-lt"/>
            </a:endParaRPr>
          </a:p>
        </p:txBody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xmlns="" id="{EB0996B9-F003-48F8-95DE-C74200E4ECBF}"/>
              </a:ext>
            </a:extLst>
          </p:cNvPr>
          <p:cNvSpPr>
            <a:spLocks/>
          </p:cNvSpPr>
          <p:nvPr/>
        </p:nvSpPr>
        <p:spPr bwMode="auto">
          <a:xfrm>
            <a:off x="8353425" y="2565400"/>
            <a:ext cx="539750" cy="3540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>
              <a:defRPr/>
            </a:pPr>
            <a:r>
              <a:rPr lang="en-US" sz="1800"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42" name="Line 11">
            <a:extLst>
              <a:ext uri="{FF2B5EF4-FFF2-40B4-BE49-F238E27FC236}">
                <a16:creationId xmlns:a16="http://schemas.microsoft.com/office/drawing/2014/main" xmlns="" id="{9C0B1FBA-0CCC-4B85-84FB-0B644B898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388" y="2768600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000">
              <a:latin typeface="+mn-lt"/>
            </a:endParaRPr>
          </a:p>
        </p:txBody>
      </p:sp>
      <p:sp>
        <p:nvSpPr>
          <p:cNvPr id="43" name="Line 12">
            <a:extLst>
              <a:ext uri="{FF2B5EF4-FFF2-40B4-BE49-F238E27FC236}">
                <a16:creationId xmlns:a16="http://schemas.microsoft.com/office/drawing/2014/main" xmlns="" id="{61A06927-3405-4027-A99C-93C7AE27BF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388" y="2921000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000">
              <a:latin typeface="+mn-lt"/>
            </a:endParaRPr>
          </a:p>
        </p:txBody>
      </p:sp>
      <p:sp>
        <p:nvSpPr>
          <p:cNvPr id="44" name="Line 13">
            <a:extLst>
              <a:ext uri="{FF2B5EF4-FFF2-40B4-BE49-F238E27FC236}">
                <a16:creationId xmlns:a16="http://schemas.microsoft.com/office/drawing/2014/main" xmlns="" id="{55918ABB-6492-4FC2-B31C-25761CBD8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3788" y="2768600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>
              <a:defRPr/>
            </a:pPr>
            <a:endParaRPr lang="en-US" sz="4000">
              <a:latin typeface="+mn-lt"/>
            </a:endParaRPr>
          </a:p>
        </p:txBody>
      </p:sp>
      <p:sp>
        <p:nvSpPr>
          <p:cNvPr id="45" name="Rectangle 30">
            <a:extLst>
              <a:ext uri="{FF2B5EF4-FFF2-40B4-BE49-F238E27FC236}">
                <a16:creationId xmlns:a16="http://schemas.microsoft.com/office/drawing/2014/main" xmlns="" id="{0DFB6564-412C-4301-B43F-62188435436A}"/>
              </a:ext>
            </a:extLst>
          </p:cNvPr>
          <p:cNvSpPr>
            <a:spLocks/>
          </p:cNvSpPr>
          <p:nvPr/>
        </p:nvSpPr>
        <p:spPr bwMode="auto">
          <a:xfrm>
            <a:off x="576263" y="2540000"/>
            <a:ext cx="539750" cy="3540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>
              <a:defRPr/>
            </a:pPr>
            <a:r>
              <a:rPr lang="en-US" sz="1800"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71716" name="文本框 1">
            <a:extLst>
              <a:ext uri="{FF2B5EF4-FFF2-40B4-BE49-F238E27FC236}">
                <a16:creationId xmlns:a16="http://schemas.microsoft.com/office/drawing/2014/main" xmlns="" id="{23533AAE-A3AC-45DC-B557-8EC3196AC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2387600"/>
            <a:ext cx="363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800" b="1"/>
              <a:t>a'</a:t>
            </a:r>
            <a:endParaRPr lang="zh-CN" altLang="en-US" sz="1800" b="1"/>
          </a:p>
        </p:txBody>
      </p:sp>
      <p:sp>
        <p:nvSpPr>
          <p:cNvPr id="71717" name="文本框 36">
            <a:extLst>
              <a:ext uri="{FF2B5EF4-FFF2-40B4-BE49-F238E27FC236}">
                <a16:creationId xmlns:a16="http://schemas.microsoft.com/office/drawing/2014/main" xmlns="" id="{A9637C9F-946A-4D08-98D6-AB0E8F813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175" y="2398713"/>
            <a:ext cx="376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800" b="1"/>
              <a:t>b'</a:t>
            </a:r>
            <a:endParaRPr lang="zh-CN" altLang="en-US" sz="1800" b="1"/>
          </a:p>
        </p:txBody>
      </p:sp>
    </p:spTree>
  </p:cSld>
  <p:clrMapOvr>
    <a:masterClrMapping/>
  </p:clrMapOvr>
  <p:transition spd="med">
    <p:pull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Rectangle 2">
            <a:extLst>
              <a:ext uri="{FF2B5EF4-FFF2-40B4-BE49-F238E27FC236}">
                <a16:creationId xmlns:a16="http://schemas.microsoft.com/office/drawing/2014/main" xmlns="" id="{3092304E-679C-4374-8999-AE96844E43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IEEE 754 32</a:t>
            </a:r>
            <a:r>
              <a:rPr lang="zh-CN" altLang="en-US"/>
              <a:t>位浮点数 小结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xmlns="" id="{4D960F02-4D3A-4696-B978-8E84C2A58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4781" y="1062318"/>
            <a:ext cx="8834438" cy="540067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800" dirty="0"/>
              <a:t>对</a:t>
            </a:r>
            <a:r>
              <a:rPr lang="en-US" altLang="zh-CN" sz="2800" dirty="0"/>
              <a:t>32</a:t>
            </a:r>
            <a:r>
              <a:rPr lang="zh-CN" altLang="en-US" sz="2800" dirty="0"/>
              <a:t>位浮点数</a:t>
            </a:r>
            <a:r>
              <a:rPr lang="en-US" altLang="zh-CN" sz="2800" dirty="0"/>
              <a:t>N</a:t>
            </a:r>
            <a:r>
              <a:rPr lang="zh-CN" altLang="en-US" sz="2800" dirty="0"/>
              <a:t>：</a:t>
            </a:r>
          </a:p>
          <a:p>
            <a:pPr eaLnBrk="1" hangingPunct="1"/>
            <a:r>
              <a:rPr lang="zh-CN" altLang="en-US" sz="2400" dirty="0"/>
              <a:t>若</a:t>
            </a:r>
            <a:r>
              <a:rPr lang="en-US" altLang="zh-CN" sz="2400" dirty="0"/>
              <a:t>0 &lt; E &lt; 255</a:t>
            </a:r>
            <a:r>
              <a:rPr lang="zh-CN" altLang="en-US" sz="2400" dirty="0"/>
              <a:t>，则</a:t>
            </a:r>
            <a:endParaRPr lang="en-US" altLang="zh-CN" sz="2400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N </a:t>
            </a:r>
            <a:r>
              <a:rPr lang="zh-CN" altLang="en-US" sz="2400" dirty="0"/>
              <a:t>＝ </a:t>
            </a:r>
            <a:r>
              <a:rPr lang="en-US" altLang="zh-CN" sz="2400" dirty="0"/>
              <a:t>(-1)</a:t>
            </a:r>
            <a:r>
              <a:rPr lang="en-US" altLang="zh-CN" sz="2400" baseline="30000" dirty="0"/>
              <a:t>s </a:t>
            </a:r>
            <a:r>
              <a:rPr lang="en-US" altLang="zh-CN" sz="2400" dirty="0"/>
              <a:t>×1.M ×2</a:t>
            </a:r>
            <a:r>
              <a:rPr lang="en-US" altLang="zh-CN" sz="2400" baseline="30000" dirty="0"/>
              <a:t>E-127 </a:t>
            </a:r>
            <a:r>
              <a:rPr lang="zh-CN" altLang="en-US" sz="2400" dirty="0"/>
              <a:t>，规格化数表示</a:t>
            </a:r>
          </a:p>
          <a:p>
            <a:pPr eaLnBrk="1" hangingPunct="1"/>
            <a:r>
              <a:rPr lang="zh-CN" altLang="en-US" sz="2400" dirty="0"/>
              <a:t>若</a:t>
            </a:r>
            <a:r>
              <a:rPr lang="en-US" altLang="zh-CN" sz="2400" dirty="0"/>
              <a:t>E = 0</a:t>
            </a:r>
            <a:r>
              <a:rPr lang="zh-CN" altLang="en-US" sz="2400" dirty="0"/>
              <a:t>且</a:t>
            </a:r>
            <a:r>
              <a:rPr lang="en-US" altLang="zh-CN" sz="2400" dirty="0"/>
              <a:t>M </a:t>
            </a:r>
            <a:r>
              <a:rPr lang="zh-CN" altLang="en-US" sz="2400" dirty="0"/>
              <a:t>＝ </a:t>
            </a:r>
            <a:r>
              <a:rPr lang="en-US" altLang="zh-CN" sz="2400" dirty="0"/>
              <a:t>0</a:t>
            </a:r>
            <a:r>
              <a:rPr lang="zh-CN" altLang="en-US" sz="2400" dirty="0"/>
              <a:t>，则</a:t>
            </a:r>
            <a:endParaRPr lang="en-US" altLang="zh-CN" sz="2400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N </a:t>
            </a:r>
            <a:r>
              <a:rPr lang="zh-CN" altLang="en-US" sz="2400" dirty="0"/>
              <a:t>＝ </a:t>
            </a:r>
            <a:r>
              <a:rPr lang="en-US" altLang="zh-CN" sz="2400" dirty="0"/>
              <a:t>(-1)</a:t>
            </a:r>
            <a:r>
              <a:rPr lang="en-US" altLang="zh-CN" sz="2400" baseline="30000" dirty="0"/>
              <a:t>s </a:t>
            </a:r>
            <a:r>
              <a:rPr lang="en-US" altLang="zh-CN" sz="2400" dirty="0"/>
              <a:t>0</a:t>
            </a:r>
            <a:r>
              <a:rPr lang="zh-CN" altLang="en-US" sz="2400" dirty="0"/>
              <a:t>，机器</a:t>
            </a:r>
            <a:r>
              <a:rPr lang="en-US" altLang="zh-CN" sz="2400" dirty="0"/>
              <a:t>+0</a:t>
            </a:r>
            <a:r>
              <a:rPr lang="zh-CN" altLang="en-US" sz="2400" dirty="0"/>
              <a:t>、</a:t>
            </a:r>
            <a:r>
              <a:rPr lang="en-US" altLang="zh-CN" sz="2400" dirty="0"/>
              <a:t>-0</a:t>
            </a:r>
            <a:r>
              <a:rPr lang="zh-CN" altLang="en-US" sz="2400" dirty="0"/>
              <a:t>表示</a:t>
            </a:r>
          </a:p>
          <a:p>
            <a:pPr eaLnBrk="1" hangingPunct="1"/>
            <a:r>
              <a:rPr lang="zh-CN" altLang="en-US" sz="2400" dirty="0"/>
              <a:t>若</a:t>
            </a:r>
            <a:r>
              <a:rPr lang="en-US" altLang="zh-CN" sz="2400" dirty="0"/>
              <a:t>E = 0</a:t>
            </a:r>
            <a:r>
              <a:rPr lang="zh-CN" altLang="en-US" sz="2400" dirty="0"/>
              <a:t>且</a:t>
            </a:r>
            <a:r>
              <a:rPr lang="en-US" altLang="zh-CN" sz="2400" dirty="0"/>
              <a:t>M </a:t>
            </a:r>
            <a:r>
              <a:rPr lang="en-US" altLang="en-US" sz="2400" dirty="0"/>
              <a:t>≠</a:t>
            </a:r>
            <a:r>
              <a:rPr lang="en-US" altLang="zh-CN" sz="2400" dirty="0"/>
              <a:t> 0</a:t>
            </a:r>
            <a:r>
              <a:rPr lang="zh-CN" altLang="en-US" sz="2400" dirty="0"/>
              <a:t>，则</a:t>
            </a:r>
            <a:endParaRPr lang="en-US" altLang="zh-CN" sz="2400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N </a:t>
            </a:r>
            <a:r>
              <a:rPr lang="zh-CN" altLang="en-US" sz="2400" dirty="0"/>
              <a:t>＝ </a:t>
            </a:r>
            <a:r>
              <a:rPr lang="en-US" altLang="zh-CN" sz="2400" dirty="0"/>
              <a:t>(-1)</a:t>
            </a:r>
            <a:r>
              <a:rPr lang="en-US" altLang="zh-CN" sz="2400" baseline="30000" dirty="0"/>
              <a:t>s </a:t>
            </a:r>
            <a:r>
              <a:rPr lang="en-US" altLang="zh-CN" sz="2400" dirty="0"/>
              <a:t>×</a:t>
            </a:r>
            <a:r>
              <a:rPr lang="en-US" altLang="zh-CN" sz="2400" baseline="30000" dirty="0"/>
              <a:t> </a:t>
            </a:r>
            <a:r>
              <a:rPr lang="en-US" altLang="zh-CN" sz="2400" dirty="0"/>
              <a:t>0.M</a:t>
            </a:r>
            <a:r>
              <a:rPr lang="en-US" altLang="zh-CN" sz="2400" baseline="30000" dirty="0"/>
              <a:t> </a:t>
            </a:r>
            <a:r>
              <a:rPr lang="en-US" altLang="zh-CN" sz="2400" dirty="0"/>
              <a:t>×</a:t>
            </a:r>
            <a:r>
              <a:rPr lang="en-US" altLang="zh-CN" sz="2400" baseline="30000" dirty="0"/>
              <a:t> 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1-127 </a:t>
            </a:r>
            <a:r>
              <a:rPr lang="zh-CN" altLang="en-US" sz="2400" dirty="0"/>
              <a:t>，非规格化数表示</a:t>
            </a:r>
          </a:p>
          <a:p>
            <a:pPr eaLnBrk="1" hangingPunct="1"/>
            <a:r>
              <a:rPr lang="zh-CN" altLang="en-US" sz="2400" dirty="0"/>
              <a:t>若</a:t>
            </a:r>
            <a:r>
              <a:rPr lang="en-US" altLang="zh-CN" sz="2400" dirty="0"/>
              <a:t>E= 255</a:t>
            </a:r>
            <a:r>
              <a:rPr lang="zh-CN" altLang="en-US" sz="2400" dirty="0"/>
              <a:t>且</a:t>
            </a:r>
            <a:r>
              <a:rPr lang="en-US" altLang="zh-CN" sz="2400" dirty="0"/>
              <a:t>M </a:t>
            </a:r>
            <a:r>
              <a:rPr lang="zh-CN" altLang="en-US" sz="2400" dirty="0"/>
              <a:t>＝ </a:t>
            </a:r>
            <a:r>
              <a:rPr lang="en-US" altLang="zh-CN" sz="2400" dirty="0"/>
              <a:t>0</a:t>
            </a:r>
            <a:r>
              <a:rPr lang="zh-CN" altLang="en-US" sz="2400" dirty="0"/>
              <a:t>，则</a:t>
            </a:r>
            <a:endParaRPr lang="en-US" altLang="zh-CN" sz="2400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N</a:t>
            </a:r>
            <a:r>
              <a:rPr lang="zh-CN" altLang="en-US" sz="2400" dirty="0"/>
              <a:t>＝</a:t>
            </a:r>
            <a:r>
              <a:rPr lang="en-US" altLang="zh-CN" sz="2400" dirty="0"/>
              <a:t>(-1)</a:t>
            </a:r>
            <a:r>
              <a:rPr lang="en-US" altLang="zh-CN" sz="2400" baseline="30000" dirty="0"/>
              <a:t>s</a:t>
            </a:r>
            <a:r>
              <a:rPr lang="en-US" altLang="zh-CN" sz="2400" dirty="0"/>
              <a:t>∞</a:t>
            </a:r>
            <a:r>
              <a:rPr lang="zh-CN" altLang="en-US" sz="2400" dirty="0"/>
              <a:t>（正无穷大，负无穷大）</a:t>
            </a:r>
          </a:p>
          <a:p>
            <a:pPr eaLnBrk="1" hangingPunct="1"/>
            <a:r>
              <a:rPr lang="zh-CN" altLang="en-US" sz="2400" dirty="0"/>
              <a:t>若</a:t>
            </a:r>
            <a:r>
              <a:rPr lang="en-US" altLang="zh-CN" sz="2400" dirty="0"/>
              <a:t>E = 255</a:t>
            </a:r>
            <a:r>
              <a:rPr lang="zh-CN" altLang="en-US" sz="2400" dirty="0"/>
              <a:t>且</a:t>
            </a:r>
            <a:r>
              <a:rPr lang="en-US" altLang="zh-CN" sz="2400" dirty="0"/>
              <a:t>M </a:t>
            </a:r>
            <a:r>
              <a:rPr lang="en-US" altLang="en-US" sz="2400" dirty="0"/>
              <a:t>≠</a:t>
            </a:r>
            <a:r>
              <a:rPr lang="en-US" altLang="zh-CN" sz="2400" dirty="0"/>
              <a:t> 0</a:t>
            </a:r>
            <a:r>
              <a:rPr lang="zh-CN" altLang="en-US" sz="2400" dirty="0"/>
              <a:t>，则</a:t>
            </a:r>
            <a:endParaRPr lang="en-US" altLang="zh-CN" sz="2400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N </a:t>
            </a:r>
            <a:r>
              <a:rPr lang="zh-CN" altLang="en-US" sz="2400" dirty="0"/>
              <a:t>＝ </a:t>
            </a:r>
            <a:r>
              <a:rPr lang="en-US" altLang="zh-CN" sz="2400" dirty="0" err="1"/>
              <a:t>NaN</a:t>
            </a:r>
            <a:r>
              <a:rPr lang="zh-CN" altLang="en-US" sz="2400" dirty="0"/>
              <a:t>，非数</a:t>
            </a:r>
            <a:r>
              <a:rPr lang="en-US" altLang="zh-CN" sz="2400" dirty="0" err="1"/>
              <a:t>NaN</a:t>
            </a:r>
            <a:r>
              <a:rPr lang="zh-CN" altLang="en-US" sz="2400" dirty="0"/>
              <a:t>（</a:t>
            </a:r>
            <a:r>
              <a:rPr lang="en-US" altLang="zh-CN" sz="2400" dirty="0"/>
              <a:t>Not a Number</a:t>
            </a:r>
            <a:r>
              <a:rPr lang="zh-CN" altLang="en-US" sz="2400" dirty="0"/>
              <a:t>）</a:t>
            </a:r>
          </a:p>
        </p:txBody>
      </p:sp>
    </p:spTree>
  </p:cSld>
  <p:clrMapOvr>
    <a:masterClrMapping/>
  </p:clrMapOvr>
  <p:transition spd="med">
    <p:pull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Rectangle 2">
            <a:extLst>
              <a:ext uri="{FF2B5EF4-FFF2-40B4-BE49-F238E27FC236}">
                <a16:creationId xmlns:a16="http://schemas.microsoft.com/office/drawing/2014/main" xmlns="" id="{3116B2C5-6C7B-4DC6-8E7B-C7E3B95DD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itchFamily="2" charset="-122"/>
              </a:rPr>
              <a:t>例</a:t>
            </a:r>
            <a:r>
              <a:rPr lang="en-US" altLang="zh-CN" dirty="0">
                <a:latin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</a:rPr>
              <a:t>1</a:t>
            </a:r>
            <a:r>
              <a:rPr lang="zh-CN" altLang="en-US" dirty="0">
                <a:latin typeface="黑体" pitchFamily="2" charset="-122"/>
              </a:rPr>
              <a:t>）</a:t>
            </a:r>
            <a:r>
              <a:rPr lang="zh-CN" altLang="en-US" sz="2400" dirty="0"/>
              <a:t>　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xmlns="" id="{FC38C3B4-F2AF-4A40-83A0-BC71B6154C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假设由</a:t>
            </a:r>
            <a:r>
              <a:rPr lang="en-US" altLang="zh-CN"/>
              <a:t>S</a:t>
            </a:r>
            <a:r>
              <a:rPr lang="zh-CN" altLang="en-US"/>
              <a:t>，</a:t>
            </a:r>
            <a:r>
              <a:rPr lang="en-US" altLang="zh-CN"/>
              <a:t>E</a:t>
            </a:r>
            <a:r>
              <a:rPr lang="zh-CN" altLang="en-US"/>
              <a:t>和</a:t>
            </a:r>
            <a:r>
              <a:rPr lang="en-US" altLang="zh-CN"/>
              <a:t>M</a:t>
            </a:r>
            <a:r>
              <a:rPr lang="zh-CN" altLang="en-US"/>
              <a:t>三个域组成的一个</a:t>
            </a:r>
            <a:r>
              <a:rPr lang="en-US" altLang="zh-CN"/>
              <a:t>32</a:t>
            </a:r>
            <a:r>
              <a:rPr lang="zh-CN" altLang="en-US"/>
              <a:t>位二进制数，所表示的非零规格化浮点数ｘ，真值表示为（注：不是</a:t>
            </a:r>
            <a:r>
              <a:rPr lang="en-US" altLang="zh-CN"/>
              <a:t>IEEE754</a:t>
            </a:r>
            <a:r>
              <a:rPr lang="zh-CN" altLang="en-US"/>
              <a:t>格式）：</a:t>
            </a:r>
            <a:br>
              <a:rPr lang="zh-CN" altLang="en-US"/>
            </a:br>
            <a:r>
              <a:rPr lang="zh-CN" altLang="en-US"/>
              <a:t>ｘ＝</a:t>
            </a:r>
            <a:r>
              <a:rPr lang="en-US" altLang="zh-CN"/>
              <a:t>(</a:t>
            </a:r>
            <a:r>
              <a:rPr lang="zh-CN" altLang="en-US"/>
              <a:t>－</a:t>
            </a:r>
            <a:r>
              <a:rPr lang="en-US" altLang="zh-CN"/>
              <a:t>1)</a:t>
            </a:r>
            <a:r>
              <a:rPr lang="en-US" altLang="zh-CN" baseline="30000"/>
              <a:t>s</a:t>
            </a:r>
            <a:r>
              <a:rPr lang="en-US" altLang="zh-CN"/>
              <a:t>×(1.M)×2</a:t>
            </a:r>
            <a:r>
              <a:rPr lang="en-US" altLang="zh-CN" baseline="30000"/>
              <a:t>E</a:t>
            </a:r>
            <a:r>
              <a:rPr lang="zh-CN" altLang="en-US" baseline="30000"/>
              <a:t>－</a:t>
            </a:r>
            <a:r>
              <a:rPr lang="en-US" altLang="zh-CN" baseline="30000"/>
              <a:t>128</a:t>
            </a:r>
            <a:r>
              <a:rPr lang="en-US" altLang="zh-CN"/>
              <a:t/>
            </a:r>
            <a:br>
              <a:rPr lang="en-US" altLang="zh-CN"/>
            </a:br>
            <a:r>
              <a:rPr lang="zh-CN" altLang="en-US"/>
              <a:t>问：它所表示的规格化的最大正数、最小正数、最大负数、最小负数是多少？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(1)</a:t>
            </a:r>
            <a:r>
              <a:rPr lang="zh-CN" altLang="en-US"/>
              <a:t>最大正数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0 </a:t>
            </a:r>
            <a:r>
              <a:rPr lang="en-US" altLang="zh-CN">
                <a:solidFill>
                  <a:srgbClr val="FF0000"/>
                </a:solidFill>
              </a:rPr>
              <a:t>1111 1111</a:t>
            </a:r>
            <a:r>
              <a:rPr lang="en-US" altLang="zh-CN"/>
              <a:t> 111 1111 1111 1111 1111 1111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i="1"/>
              <a:t>ｘ</a:t>
            </a:r>
            <a:r>
              <a:rPr lang="zh-CN" altLang="en-US"/>
              <a:t>＝</a:t>
            </a:r>
            <a:r>
              <a:rPr lang="en-US" altLang="zh-CN"/>
              <a:t>[1</a:t>
            </a:r>
            <a:r>
              <a:rPr lang="zh-CN" altLang="en-US"/>
              <a:t>＋</a:t>
            </a:r>
            <a:r>
              <a:rPr lang="en-US" altLang="zh-CN"/>
              <a:t>(1</a:t>
            </a:r>
            <a:r>
              <a:rPr lang="zh-CN" altLang="en-US"/>
              <a:t>－</a:t>
            </a:r>
            <a:r>
              <a:rPr lang="en-US" altLang="zh-CN"/>
              <a:t>2</a:t>
            </a:r>
            <a:r>
              <a:rPr lang="en-US" altLang="zh-CN" b="0" baseline="30000">
                <a:solidFill>
                  <a:schemeClr val="tx2"/>
                </a:solidFill>
              </a:rPr>
              <a:t>-23</a:t>
            </a:r>
            <a:r>
              <a:rPr lang="en-US" altLang="zh-CN"/>
              <a:t>)]×2</a:t>
            </a:r>
            <a:r>
              <a:rPr lang="en-US" altLang="zh-CN" b="0" baseline="30000">
                <a:solidFill>
                  <a:schemeClr val="tx2"/>
                </a:solidFill>
              </a:rPr>
              <a:t>127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 spd="med">
    <p:pull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0" name="Rectangle 2">
            <a:extLst>
              <a:ext uri="{FF2B5EF4-FFF2-40B4-BE49-F238E27FC236}">
                <a16:creationId xmlns:a16="http://schemas.microsoft.com/office/drawing/2014/main" xmlns="" id="{278C4268-2978-41A5-AD40-FA48B8181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黑体" pitchFamily="2" charset="-122"/>
              </a:rPr>
              <a:t>例</a:t>
            </a:r>
            <a:r>
              <a:rPr lang="en-US" altLang="zh-CN" dirty="0">
                <a:latin typeface="黑体" pitchFamily="2" charset="-122"/>
              </a:rPr>
              <a:t>3</a:t>
            </a:r>
            <a:r>
              <a:rPr lang="zh-CN" altLang="en-US" dirty="0">
                <a:latin typeface="黑体" pitchFamily="2" charset="-122"/>
              </a:rPr>
              <a:t>（</a:t>
            </a:r>
            <a:r>
              <a:rPr lang="en-US" altLang="zh-CN" dirty="0">
                <a:latin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</a:rPr>
              <a:t>）</a:t>
            </a:r>
            <a:r>
              <a:rPr lang="zh-CN" altLang="en-US" sz="2400" dirty="0"/>
              <a:t>　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xmlns="" id="{8890429E-5964-44DE-9B36-F517A12483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(2)</a:t>
            </a:r>
            <a:r>
              <a:rPr lang="zh-CN" altLang="en-US"/>
              <a:t>最小正数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000 000 000000 000 000 000 000 000 000 00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i="1"/>
              <a:t>ｘ</a:t>
            </a:r>
            <a:r>
              <a:rPr lang="zh-CN" altLang="en-US"/>
              <a:t>＝</a:t>
            </a:r>
            <a:r>
              <a:rPr lang="en-US" altLang="zh-CN"/>
              <a:t>1.0×2</a:t>
            </a:r>
            <a:r>
              <a:rPr lang="zh-CN" altLang="en-US" sz="2400" b="0" baseline="30000">
                <a:solidFill>
                  <a:schemeClr val="tx2"/>
                </a:solidFill>
              </a:rPr>
              <a:t>－</a:t>
            </a:r>
            <a:r>
              <a:rPr lang="en-US" altLang="zh-CN" sz="2400" b="0" baseline="30000">
                <a:solidFill>
                  <a:schemeClr val="tx2"/>
                </a:solidFill>
              </a:rPr>
              <a:t>128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(3)</a:t>
            </a:r>
            <a:r>
              <a:rPr lang="zh-CN" altLang="en-US"/>
              <a:t>最小负数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111 111 111111 111 111 111 111 111 111 11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i="1"/>
              <a:t>ｘ</a:t>
            </a:r>
            <a:r>
              <a:rPr lang="zh-CN" altLang="en-US"/>
              <a:t>＝－</a:t>
            </a:r>
            <a:r>
              <a:rPr lang="en-US" altLang="zh-CN"/>
              <a:t>[1</a:t>
            </a:r>
            <a:r>
              <a:rPr lang="zh-CN" altLang="en-US"/>
              <a:t>＋</a:t>
            </a:r>
            <a:r>
              <a:rPr lang="en-US" altLang="zh-CN"/>
              <a:t>(1</a:t>
            </a:r>
            <a:r>
              <a:rPr lang="zh-CN" altLang="en-US"/>
              <a:t>－</a:t>
            </a:r>
            <a:r>
              <a:rPr lang="en-US" altLang="zh-CN"/>
              <a:t>2</a:t>
            </a:r>
            <a:r>
              <a:rPr lang="zh-CN" altLang="en-US" sz="2400" b="0" baseline="30000">
                <a:solidFill>
                  <a:schemeClr val="tx2"/>
                </a:solidFill>
              </a:rPr>
              <a:t>－</a:t>
            </a:r>
            <a:r>
              <a:rPr lang="en-US" altLang="zh-CN" sz="2400" b="0" baseline="30000">
                <a:solidFill>
                  <a:schemeClr val="tx2"/>
                </a:solidFill>
              </a:rPr>
              <a:t>23</a:t>
            </a:r>
            <a:r>
              <a:rPr lang="en-US" altLang="zh-CN"/>
              <a:t>)]×2</a:t>
            </a:r>
            <a:r>
              <a:rPr lang="en-US" altLang="zh-CN" sz="2400" b="0" baseline="30000">
                <a:solidFill>
                  <a:schemeClr val="tx2"/>
                </a:solidFill>
              </a:rPr>
              <a:t>127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/>
              <a:t>(4)</a:t>
            </a:r>
            <a:r>
              <a:rPr lang="zh-CN" altLang="en-US"/>
              <a:t>最大负数</a:t>
            </a:r>
            <a:br>
              <a:rPr lang="zh-CN" altLang="en-US"/>
            </a:br>
            <a:r>
              <a:rPr lang="en-US" altLang="zh-CN"/>
              <a:t>100 000 000000 000 000 000 000 000 000 00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i="1"/>
              <a:t>ｘ</a:t>
            </a:r>
            <a:r>
              <a:rPr lang="zh-CN" altLang="en-US"/>
              <a:t>＝－</a:t>
            </a:r>
            <a:r>
              <a:rPr lang="en-US" altLang="zh-CN"/>
              <a:t>1.0×2</a:t>
            </a:r>
            <a:r>
              <a:rPr lang="zh-CN" altLang="en-US" sz="2400" b="0" baseline="30000">
                <a:solidFill>
                  <a:schemeClr val="tx2"/>
                </a:solidFill>
              </a:rPr>
              <a:t>－</a:t>
            </a:r>
            <a:r>
              <a:rPr lang="en-US" altLang="zh-CN" sz="2400" b="0" baseline="30000">
                <a:solidFill>
                  <a:schemeClr val="tx2"/>
                </a:solidFill>
              </a:rPr>
              <a:t>128</a:t>
            </a:r>
          </a:p>
        </p:txBody>
      </p:sp>
    </p:spTree>
  </p:cSld>
  <p:clrMapOvr>
    <a:masterClrMapping/>
  </p:clrMapOvr>
  <p:transition spd="med">
    <p:pull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EDFFCCF-A551-45B5-BF64-A80BB1F2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例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76803" name="内容占位符 2">
            <a:extLst>
              <a:ext uri="{FF2B5EF4-FFF2-40B4-BE49-F238E27FC236}">
                <a16:creationId xmlns:a16="http://schemas.microsoft.com/office/drawing/2014/main" xmlns="" id="{4DDD2CE7-EBED-4807-86AC-2497F67DD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float</a:t>
            </a:r>
            <a:r>
              <a:rPr lang="zh-CN" altLang="en-US" dirty="0"/>
              <a:t>型整数据常用</a:t>
            </a:r>
            <a:r>
              <a:rPr lang="en-US" altLang="zh-CN" dirty="0"/>
              <a:t>IEEE754</a:t>
            </a:r>
            <a:r>
              <a:rPr lang="zh-CN" altLang="en-US" dirty="0"/>
              <a:t>单精度浮点格式表示，假设两个</a:t>
            </a:r>
            <a:r>
              <a:rPr lang="en-US" altLang="zh-CN" dirty="0"/>
              <a:t>float</a:t>
            </a:r>
            <a:r>
              <a:rPr lang="zh-CN" altLang="en-US" dirty="0"/>
              <a:t>型变量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分别在</a:t>
            </a:r>
            <a:r>
              <a:rPr lang="en-US" altLang="zh-CN" dirty="0"/>
              <a:t>32</a:t>
            </a:r>
            <a:r>
              <a:rPr lang="zh-CN" altLang="en-US" dirty="0"/>
              <a:t>为寄存器</a:t>
            </a:r>
            <a:r>
              <a:rPr lang="en-US" altLang="zh-CN" dirty="0"/>
              <a:t>f1</a:t>
            </a:r>
            <a:r>
              <a:rPr lang="zh-CN" altLang="en-US" dirty="0"/>
              <a:t>和</a:t>
            </a:r>
            <a:r>
              <a:rPr lang="en-US" altLang="zh-CN" dirty="0"/>
              <a:t>f2</a:t>
            </a:r>
            <a:r>
              <a:rPr lang="zh-CN" altLang="en-US" dirty="0"/>
              <a:t>中，若（</a:t>
            </a:r>
            <a:r>
              <a:rPr lang="en-US" altLang="zh-CN" dirty="0"/>
              <a:t>f1</a:t>
            </a:r>
            <a:r>
              <a:rPr lang="zh-CN" altLang="en-US" dirty="0"/>
              <a:t>）</a:t>
            </a:r>
            <a:r>
              <a:rPr lang="en-US" altLang="zh-CN" dirty="0"/>
              <a:t>=CC900000H, </a:t>
            </a:r>
            <a:r>
              <a:rPr lang="zh-CN" altLang="en-US" dirty="0"/>
              <a:t>（</a:t>
            </a:r>
            <a:r>
              <a:rPr lang="en-US" altLang="zh-CN" dirty="0"/>
              <a:t>f2</a:t>
            </a:r>
            <a:r>
              <a:rPr lang="zh-CN" altLang="en-US" dirty="0"/>
              <a:t>）</a:t>
            </a:r>
            <a:r>
              <a:rPr lang="en-US" altLang="zh-CN" dirty="0"/>
              <a:t>=B0C00000H</a:t>
            </a:r>
            <a:r>
              <a:rPr lang="zh-CN" altLang="en-US" dirty="0"/>
              <a:t>，则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之间的关系为：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A  x&lt;y</a:t>
            </a:r>
            <a:r>
              <a:rPr lang="zh-CN" altLang="en-US" dirty="0"/>
              <a:t>且符号相同  </a:t>
            </a:r>
            <a:endParaRPr lang="en-US" altLang="zh-CN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B  x&lt;y</a:t>
            </a:r>
            <a:r>
              <a:rPr lang="zh-CN" altLang="en-US" dirty="0"/>
              <a:t>且符号不同  </a:t>
            </a:r>
            <a:endParaRPr lang="en-US" altLang="zh-CN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C  x&gt;y</a:t>
            </a:r>
            <a:r>
              <a:rPr lang="zh-CN" altLang="en-US" dirty="0"/>
              <a:t>且符号相同   </a:t>
            </a:r>
            <a:endParaRPr lang="en-US" altLang="zh-CN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 dirty="0"/>
              <a:t>D  x&gt;y</a:t>
            </a:r>
            <a:r>
              <a:rPr lang="zh-CN" altLang="en-US" dirty="0"/>
              <a:t>且符号不同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>
            <a:extLst>
              <a:ext uri="{FF2B5EF4-FFF2-40B4-BE49-F238E27FC236}">
                <a16:creationId xmlns:a16="http://schemas.microsoft.com/office/drawing/2014/main" xmlns="" id="{B85BCF37-3D9C-43AB-B7CA-EF856EA4D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十进制数表示方法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xmlns="" id="{401E7FF0-A3AE-4F6A-8233-A89E6CA4E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字符串形式：一个字节存放一个十进制的数位或符号位</a:t>
            </a:r>
          </a:p>
          <a:p>
            <a:pPr eaLnBrk="1" hangingPunct="1"/>
            <a:r>
              <a:rPr lang="zh-CN" altLang="en-US" dirty="0"/>
              <a:t>压缩的十进制数：一个字节存放两个十进制的数位</a:t>
            </a: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用四位二进制表示一位十进制，</a:t>
            </a:r>
            <a:r>
              <a:rPr lang="en-US" altLang="zh-CN" dirty="0">
                <a:latin typeface="宋体" panose="02010600030101010101" pitchFamily="2" charset="-122"/>
              </a:rPr>
              <a:t>16</a:t>
            </a:r>
            <a:r>
              <a:rPr lang="zh-CN" altLang="en-US" dirty="0">
                <a:latin typeface="宋体" panose="02010600030101010101" pitchFamily="2" charset="-122"/>
              </a:rPr>
              <a:t>个编码状态选用其中的</a:t>
            </a:r>
            <a:r>
              <a:rPr lang="en-US" altLang="zh-CN" dirty="0">
                <a:latin typeface="宋体" panose="02010600030101010101" pitchFamily="2" charset="-122"/>
              </a:rPr>
              <a:t>10</a:t>
            </a:r>
            <a:r>
              <a:rPr lang="zh-CN" altLang="en-US" dirty="0">
                <a:latin typeface="宋体" panose="02010600030101010101" pitchFamily="2" charset="-122"/>
              </a:rPr>
              <a:t>个编码</a:t>
            </a:r>
          </a:p>
          <a:p>
            <a:pPr lvl="1" eaLnBrk="1" hangingPunct="1"/>
            <a:r>
              <a:rPr lang="zh-CN" altLang="en-US" dirty="0"/>
              <a:t>有多种方案</a:t>
            </a:r>
          </a:p>
          <a:p>
            <a:pPr lvl="2" eaLnBrk="1" hangingPunct="1"/>
            <a:r>
              <a:rPr lang="en-US" altLang="zh-CN" dirty="0"/>
              <a:t>8421</a:t>
            </a:r>
            <a:r>
              <a:rPr lang="zh-CN" altLang="en-US" dirty="0"/>
              <a:t>码</a:t>
            </a:r>
          </a:p>
          <a:p>
            <a:pPr lvl="2" eaLnBrk="1" hangingPunct="1"/>
            <a:r>
              <a:rPr lang="zh-CN" altLang="en-US" dirty="0"/>
              <a:t>余 </a:t>
            </a:r>
            <a:r>
              <a:rPr lang="en-US" altLang="zh-CN" dirty="0"/>
              <a:t>3 </a:t>
            </a:r>
            <a:r>
              <a:rPr lang="zh-CN" altLang="en-US" dirty="0"/>
              <a:t>码</a:t>
            </a:r>
          </a:p>
          <a:p>
            <a:pPr lvl="2" eaLnBrk="1" hangingPunct="1"/>
            <a:r>
              <a:rPr lang="zh-CN" altLang="en-US" dirty="0"/>
              <a:t>循环码</a:t>
            </a:r>
          </a:p>
        </p:txBody>
      </p:sp>
    </p:spTree>
  </p:cSld>
  <p:clrMapOvr>
    <a:masterClrMapping/>
  </p:clrMapOvr>
  <p:transition spd="med">
    <p:pull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2">
            <a:extLst>
              <a:ext uri="{FF2B5EF4-FFF2-40B4-BE49-F238E27FC236}">
                <a16:creationId xmlns:a16="http://schemas.microsoft.com/office/drawing/2014/main" xmlns="" id="{81AA8070-0802-452F-B426-8A1103714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082675"/>
            <a:ext cx="552132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0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0000</a:t>
            </a:r>
            <a:r>
              <a:rPr lang="en-US" altLang="zh-CN" sz="2800">
                <a:ea typeface="宋体" panose="02010600030101010101" pitchFamily="2" charset="-122"/>
              </a:rPr>
              <a:t>          0011            0000  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1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0001</a:t>
            </a:r>
            <a:r>
              <a:rPr lang="en-US" altLang="zh-CN" sz="2800">
                <a:ea typeface="宋体" panose="02010600030101010101" pitchFamily="2" charset="-122"/>
              </a:rPr>
              <a:t>          0100            0001  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2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0010   </a:t>
            </a:r>
            <a:r>
              <a:rPr lang="en-US" altLang="zh-CN" sz="2800">
                <a:ea typeface="宋体" panose="02010600030101010101" pitchFamily="2" charset="-122"/>
              </a:rPr>
              <a:t>       0101            0011  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3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0011</a:t>
            </a:r>
            <a:r>
              <a:rPr lang="en-US" altLang="zh-CN" sz="2800">
                <a:ea typeface="宋体" panose="02010600030101010101" pitchFamily="2" charset="-122"/>
              </a:rPr>
              <a:t>          0110            0010  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4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0100  </a:t>
            </a:r>
            <a:r>
              <a:rPr lang="en-US" altLang="zh-CN" sz="2800">
                <a:ea typeface="宋体" panose="02010600030101010101" pitchFamily="2" charset="-122"/>
              </a:rPr>
              <a:t>        0111            0110      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5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0101</a:t>
            </a:r>
            <a:r>
              <a:rPr lang="en-US" altLang="zh-CN" sz="2800">
                <a:ea typeface="宋体" panose="02010600030101010101" pitchFamily="2" charset="-122"/>
              </a:rPr>
              <a:t>          1000            1110  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6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0110 </a:t>
            </a:r>
            <a:r>
              <a:rPr lang="en-US" altLang="zh-CN" sz="2800">
                <a:ea typeface="宋体" panose="02010600030101010101" pitchFamily="2" charset="-122"/>
              </a:rPr>
              <a:t>         1001            1010      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7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0111 </a:t>
            </a:r>
            <a:r>
              <a:rPr lang="en-US" altLang="zh-CN" sz="2800">
                <a:ea typeface="宋体" panose="02010600030101010101" pitchFamily="2" charset="-122"/>
              </a:rPr>
              <a:t>         1010            1000  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8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1000  </a:t>
            </a:r>
            <a:r>
              <a:rPr lang="en-US" altLang="zh-CN" sz="2800">
                <a:ea typeface="宋体" panose="02010600030101010101" pitchFamily="2" charset="-122"/>
              </a:rPr>
              <a:t>        1011            1100      </a:t>
            </a:r>
            <a:endParaRPr lang="en-US" altLang="zh-CN" sz="2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ea typeface="宋体" panose="02010600030101010101" pitchFamily="2" charset="-122"/>
              </a:rPr>
              <a:t>9 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1001  </a:t>
            </a:r>
            <a:r>
              <a:rPr lang="en-US" altLang="zh-CN" sz="2800">
                <a:ea typeface="宋体" panose="02010600030101010101" pitchFamily="2" charset="-122"/>
              </a:rPr>
              <a:t>        1100            0100      </a:t>
            </a:r>
          </a:p>
        </p:txBody>
      </p:sp>
      <p:sp>
        <p:nvSpPr>
          <p:cNvPr id="79876" name="Text Box 3">
            <a:extLst>
              <a:ext uri="{FF2B5EF4-FFF2-40B4-BE49-F238E27FC236}">
                <a16:creationId xmlns:a16="http://schemas.microsoft.com/office/drawing/2014/main" xmlns="" id="{E771849C-1EDB-4405-B210-5CEA62C6B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437063"/>
            <a:ext cx="12557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有权码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无权码</a:t>
            </a:r>
          </a:p>
        </p:txBody>
      </p:sp>
      <p:sp>
        <p:nvSpPr>
          <p:cNvPr id="79877" name="Text Box 4">
            <a:extLst>
              <a:ext uri="{FF2B5EF4-FFF2-40B4-BE49-F238E27FC236}">
                <a16:creationId xmlns:a16="http://schemas.microsoft.com/office/drawing/2014/main" xmlns="" id="{D9C572E2-5AF3-45AE-AE04-94AA701D3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8600"/>
            <a:ext cx="13017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400">
                <a:solidFill>
                  <a:srgbClr val="FF0000"/>
                </a:solidFill>
                <a:ea typeface="宋体" panose="02010600030101010101" pitchFamily="2" charset="-122"/>
              </a:rPr>
              <a:t>8421</a:t>
            </a:r>
            <a:endParaRPr lang="en-US" altLang="zh-CN" sz="4400">
              <a:ea typeface="宋体" panose="02010600030101010101" pitchFamily="2" charset="-122"/>
            </a:endParaRPr>
          </a:p>
        </p:txBody>
      </p:sp>
      <p:sp>
        <p:nvSpPr>
          <p:cNvPr id="79878" name="Text Box 5">
            <a:extLst>
              <a:ext uri="{FF2B5EF4-FFF2-40B4-BE49-F238E27FC236}">
                <a16:creationId xmlns:a16="http://schemas.microsoft.com/office/drawing/2014/main" xmlns="" id="{B9A38367-4CE2-406E-A53A-B36C62004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219075"/>
            <a:ext cx="15843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400" dirty="0">
                <a:ea typeface="宋体" panose="02010600030101010101" pitchFamily="2" charset="-122"/>
              </a:rPr>
              <a:t>余</a:t>
            </a:r>
            <a:r>
              <a:rPr lang="en-US" altLang="zh-CN" sz="4400" dirty="0">
                <a:ea typeface="宋体" panose="02010600030101010101" pitchFamily="2" charset="-122"/>
              </a:rPr>
              <a:t>3</a:t>
            </a:r>
            <a:r>
              <a:rPr lang="zh-CN" altLang="en-US" sz="4400" dirty="0">
                <a:ea typeface="宋体" panose="02010600030101010101" pitchFamily="2" charset="-122"/>
              </a:rPr>
              <a:t>码</a:t>
            </a:r>
          </a:p>
        </p:txBody>
      </p:sp>
      <p:sp>
        <p:nvSpPr>
          <p:cNvPr id="79879" name="Text Box 6">
            <a:extLst>
              <a:ext uri="{FF2B5EF4-FFF2-40B4-BE49-F238E27FC236}">
                <a16:creationId xmlns:a16="http://schemas.microsoft.com/office/drawing/2014/main" xmlns="" id="{2888B4AD-16D3-40C9-B629-30571DEA3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207963"/>
            <a:ext cx="18653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400" dirty="0">
                <a:ea typeface="宋体" panose="02010600030101010101" pitchFamily="2" charset="-122"/>
              </a:rPr>
              <a:t>循环码</a:t>
            </a:r>
          </a:p>
        </p:txBody>
      </p:sp>
      <p:sp>
        <p:nvSpPr>
          <p:cNvPr id="79880" name="Rectangle 9">
            <a:extLst>
              <a:ext uri="{FF2B5EF4-FFF2-40B4-BE49-F238E27FC236}">
                <a16:creationId xmlns:a16="http://schemas.microsoft.com/office/drawing/2014/main" xmlns="" id="{6FA6C589-C0A6-4685-87CB-9CF09FC5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988" y="4652963"/>
            <a:ext cx="450850" cy="2159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79881" name="Rectangle 10">
            <a:extLst>
              <a:ext uri="{FF2B5EF4-FFF2-40B4-BE49-F238E27FC236}">
                <a16:creationId xmlns:a16="http://schemas.microsoft.com/office/drawing/2014/main" xmlns="" id="{920A6762-1529-4B87-8F6A-257EC05D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513" y="5086350"/>
            <a:ext cx="450850" cy="2159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strips dir="r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F61E483-3025-4343-AD1B-AC12BB2B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字符型数据的表示</a:t>
            </a:r>
          </a:p>
        </p:txBody>
      </p:sp>
      <p:sp>
        <p:nvSpPr>
          <p:cNvPr id="81923" name="内容占位符 2">
            <a:extLst>
              <a:ext uri="{FF2B5EF4-FFF2-40B4-BE49-F238E27FC236}">
                <a16:creationId xmlns:a16="http://schemas.microsoft.com/office/drawing/2014/main" xmlns="" id="{9482ACC5-2618-476D-A328-1A72738F29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    字符作为人一机联系的媒介，是最重要的数据类型之一，最常见的是</a:t>
            </a:r>
            <a:r>
              <a:rPr lang="en-US" altLang="zh-CN"/>
              <a:t>ASCII</a:t>
            </a:r>
            <a:r>
              <a:rPr lang="zh-CN" altLang="en-US"/>
              <a:t>字符编码，每个字符用</a:t>
            </a:r>
            <a:r>
              <a:rPr lang="en-US" altLang="zh-CN"/>
              <a:t>7</a:t>
            </a:r>
            <a:r>
              <a:rPr lang="zh-CN" altLang="en-US"/>
              <a:t>位二进制数表示，可表示 </a:t>
            </a:r>
            <a:r>
              <a:rPr lang="en-US" altLang="zh-CN"/>
              <a:t>128 </a:t>
            </a:r>
            <a:r>
              <a:rPr lang="zh-CN" altLang="en-US"/>
              <a:t>个字符。在计算机内部用 </a:t>
            </a:r>
            <a:r>
              <a:rPr lang="en-US" altLang="zh-CN"/>
              <a:t>1</a:t>
            </a:r>
            <a:r>
              <a:rPr lang="zh-CN" altLang="en-US"/>
              <a:t>个字节表示每一个符号，最高位为</a:t>
            </a:r>
            <a:r>
              <a:rPr lang="en-US" altLang="zh-CN"/>
              <a:t>0</a:t>
            </a:r>
            <a:r>
              <a:rPr lang="zh-CN" altLang="en-US"/>
              <a:t>，或最高位作校验位。</a:t>
            </a:r>
            <a:endParaRPr lang="en-US" altLang="zh-CN"/>
          </a:p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通用的两个标准字符集为：</a:t>
            </a:r>
          </a:p>
          <a:p>
            <a:pPr marL="0" indent="0"/>
            <a:r>
              <a:rPr lang="zh-CN" altLang="en-US"/>
              <a:t> </a:t>
            </a:r>
            <a:r>
              <a:rPr lang="en-US" altLang="zh-CN"/>
              <a:t>ASCII </a:t>
            </a:r>
            <a:r>
              <a:rPr lang="zh-CN" altLang="en-US"/>
              <a:t>码</a:t>
            </a:r>
          </a:p>
          <a:p>
            <a:pPr lvl="1"/>
            <a:r>
              <a:rPr lang="zh-CN" altLang="en-US"/>
              <a:t>大小写字母、数字、专用符号、控制字符</a:t>
            </a:r>
          </a:p>
          <a:p>
            <a:pPr marL="0" indent="0"/>
            <a:r>
              <a:rPr lang="zh-CN" altLang="en-US"/>
              <a:t> </a:t>
            </a:r>
            <a:r>
              <a:rPr lang="en-US" altLang="zh-CN"/>
              <a:t>Unicode</a:t>
            </a:r>
            <a:r>
              <a:rPr lang="zh-CN" altLang="en-US"/>
              <a:t>或 </a:t>
            </a:r>
            <a:r>
              <a:rPr lang="en-US" altLang="zh-CN"/>
              <a:t>ISO 10646   </a:t>
            </a:r>
          </a:p>
          <a:p>
            <a:pPr lvl="1"/>
            <a:r>
              <a:rPr lang="zh-CN" altLang="en-US"/>
              <a:t>统一码，表示多种语言文字</a:t>
            </a:r>
          </a:p>
        </p:txBody>
      </p:sp>
    </p:spTree>
  </p:cSld>
  <p:clrMapOvr>
    <a:masterClrMapping/>
  </p:clrMapOvr>
  <p:transition spd="med">
    <p:pull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>
            <a:extLst>
              <a:ext uri="{FF2B5EF4-FFF2-40B4-BE49-F238E27FC236}">
                <a16:creationId xmlns:a16="http://schemas.microsoft.com/office/drawing/2014/main" xmlns="" id="{747AED35-C2E0-42F6-8DE9-D29C9074A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742237" cy="72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UNICODE</a:t>
            </a:r>
            <a:r>
              <a:rPr lang="zh-CN" altLang="zh-CN" dirty="0"/>
              <a:t>编码</a:t>
            </a:r>
            <a:endParaRPr lang="zh-CN" altLang="en-US" dirty="0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xmlns="" id="{E967065F-9B1B-4D8B-902F-1C50B077B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43000"/>
            <a:ext cx="8642350" cy="5184775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Unicode</a:t>
            </a:r>
            <a:r>
              <a:rPr lang="zh-CN" altLang="en-US" sz="2400" dirty="0"/>
              <a:t>是国际组织制定的可以容纳世界上所有文字和符号的字符编码方案，它为每种语言中的每个字符设定了唯一的二进制编码，以满足跨语言、跨平台进行文本转换、处理的要求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Unicode </a:t>
            </a:r>
            <a:r>
              <a:rPr lang="zh-CN" altLang="en-US" sz="2400" dirty="0"/>
              <a:t>规划的总空间是</a:t>
            </a:r>
            <a:r>
              <a:rPr lang="en-US" altLang="zh-CN" sz="2400" dirty="0"/>
              <a:t>17</a:t>
            </a:r>
            <a:r>
              <a:rPr lang="zh-CN" altLang="en-US" sz="2400" dirty="0"/>
              <a:t>个平面（平面</a:t>
            </a:r>
            <a:r>
              <a:rPr lang="en-US" altLang="zh-CN" sz="2400" dirty="0"/>
              <a:t>0</a:t>
            </a:r>
            <a:r>
              <a:rPr lang="zh-CN" altLang="en-US" sz="2400" dirty="0"/>
              <a:t>至</a:t>
            </a:r>
            <a:r>
              <a:rPr lang="en-US" altLang="zh-CN" sz="2400" dirty="0"/>
              <a:t>16</a:t>
            </a:r>
            <a:r>
              <a:rPr lang="zh-CN" altLang="en-US" sz="2400" dirty="0"/>
              <a:t>），</a:t>
            </a:r>
            <a:r>
              <a:rPr lang="en-US" altLang="zh-CN" sz="2400" dirty="0"/>
              <a:t>0x0000 </a:t>
            </a:r>
            <a:r>
              <a:rPr lang="zh-CN" altLang="en-US" sz="2400" dirty="0"/>
              <a:t>至 </a:t>
            </a:r>
            <a:r>
              <a:rPr lang="en-US" altLang="zh-CN" sz="2400" dirty="0"/>
              <a:t>0x10FFFF</a:t>
            </a:r>
            <a:r>
              <a:rPr lang="zh-CN" altLang="en-US" sz="2400" dirty="0"/>
              <a:t>。每个平面有 </a:t>
            </a:r>
            <a:r>
              <a:rPr lang="en-US" altLang="zh-CN" sz="2400" dirty="0"/>
              <a:t>65536 </a:t>
            </a:r>
            <a:r>
              <a:rPr lang="zh-CN" altLang="en-US" sz="2400" dirty="0"/>
              <a:t>个编码。</a:t>
            </a:r>
            <a:endParaRPr lang="en-US" altLang="zh-CN" sz="2400" dirty="0"/>
          </a:p>
          <a:p>
            <a:pPr lvl="1" eaLnBrk="1" hangingPunct="1"/>
            <a:r>
              <a:rPr lang="zh-CN" altLang="en-US" sz="2000" dirty="0"/>
              <a:t>平面</a:t>
            </a:r>
            <a:r>
              <a:rPr lang="en-US" altLang="zh-CN" sz="2000" dirty="0"/>
              <a:t>2</a:t>
            </a:r>
            <a:r>
              <a:rPr lang="zh-CN" altLang="en-US" sz="2000" dirty="0"/>
              <a:t>的</a:t>
            </a:r>
            <a:r>
              <a:rPr lang="en-US" altLang="zh-CN" sz="2000" dirty="0"/>
              <a:t>43253</a:t>
            </a:r>
            <a:r>
              <a:rPr lang="zh-CN" altLang="en-US" sz="2000" dirty="0"/>
              <a:t>个字符都是汉字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/>
              <a:t>平面</a:t>
            </a:r>
            <a:r>
              <a:rPr lang="en-US" altLang="zh-CN" sz="2000" dirty="0"/>
              <a:t>0</a:t>
            </a:r>
            <a:r>
              <a:rPr lang="zh-CN" altLang="en-US" sz="2000" dirty="0"/>
              <a:t>上定义了</a:t>
            </a:r>
            <a:r>
              <a:rPr lang="en-US" altLang="zh-CN" sz="2000" dirty="0"/>
              <a:t>27973</a:t>
            </a:r>
            <a:r>
              <a:rPr lang="zh-CN" altLang="en-US" sz="2000" dirty="0"/>
              <a:t>个汉字</a:t>
            </a:r>
            <a:endParaRPr lang="en-US" altLang="zh-CN" sz="2000" dirty="0"/>
          </a:p>
          <a:p>
            <a:pPr eaLnBrk="1" hangingPunct="1"/>
            <a:r>
              <a:rPr lang="zh-CN" altLang="en-US" sz="2400" dirty="0"/>
              <a:t>在</a:t>
            </a:r>
            <a:r>
              <a:rPr lang="en-US" altLang="zh-CN" sz="2400" dirty="0"/>
              <a:t>Unicode</a:t>
            </a:r>
            <a:r>
              <a:rPr lang="zh-CN" altLang="en-US" sz="2400" dirty="0"/>
              <a:t>中，汉字的“汉”，其编码是</a:t>
            </a:r>
            <a:r>
              <a:rPr lang="en-US" altLang="zh-CN" sz="2400" dirty="0"/>
              <a:t>0x6C49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UTF</a:t>
            </a:r>
            <a:r>
              <a:rPr lang="zh-CN" altLang="en-US" sz="2400" dirty="0"/>
              <a:t>（</a:t>
            </a:r>
            <a:r>
              <a:rPr lang="en-US" altLang="zh-CN" sz="2400" dirty="0"/>
              <a:t>Unicode Transformation Format</a:t>
            </a:r>
            <a:r>
              <a:rPr lang="zh-CN" altLang="en-US" sz="2400" dirty="0"/>
              <a:t>）是</a:t>
            </a:r>
            <a:r>
              <a:rPr lang="en-US" altLang="zh-CN" sz="2400" dirty="0"/>
              <a:t>Unicode</a:t>
            </a:r>
            <a:r>
              <a:rPr lang="zh-CN" altLang="en-US" sz="2400" dirty="0"/>
              <a:t>字符集转换格式，是一种储存和传送的格式。可理解为</a:t>
            </a:r>
            <a:r>
              <a:rPr lang="en-US" altLang="zh-CN" sz="2400" dirty="0"/>
              <a:t>Unicode</a:t>
            </a:r>
            <a:r>
              <a:rPr lang="zh-CN" altLang="en-US" sz="2400" dirty="0"/>
              <a:t>的压缩形式。</a:t>
            </a:r>
            <a:r>
              <a:rPr lang="en-US" altLang="zh-CN" sz="2400" dirty="0"/>
              <a:t>UTF</a:t>
            </a:r>
            <a:r>
              <a:rPr lang="zh-CN" altLang="en-US" sz="2400" dirty="0"/>
              <a:t>格式包括</a:t>
            </a:r>
            <a:r>
              <a:rPr lang="en-US" altLang="zh-CN" sz="2400" dirty="0"/>
              <a:t>UTF-8</a:t>
            </a:r>
            <a:r>
              <a:rPr lang="zh-CN" altLang="en-US" sz="2400" dirty="0"/>
              <a:t>、</a:t>
            </a:r>
            <a:r>
              <a:rPr lang="en-US" altLang="zh-CN" sz="2400" dirty="0"/>
              <a:t>UTF-16</a:t>
            </a:r>
            <a:r>
              <a:rPr lang="zh-CN" altLang="en-US" sz="2400" dirty="0"/>
              <a:t>、</a:t>
            </a:r>
            <a:r>
              <a:rPr lang="en-US" altLang="zh-CN" sz="2400" dirty="0"/>
              <a:t>UTF-32</a:t>
            </a:r>
          </a:p>
          <a:p>
            <a:pPr eaLnBrk="1" hangingPunct="1"/>
            <a:r>
              <a:rPr lang="en-US" altLang="zh-CN" sz="2400" dirty="0"/>
              <a:t>UTF-8</a:t>
            </a:r>
            <a:r>
              <a:rPr lang="zh-CN" altLang="en-US" sz="2400" dirty="0"/>
              <a:t>是一种变长字符编码，</a:t>
            </a:r>
            <a:r>
              <a:rPr lang="en-US" altLang="zh-CN" sz="2400" dirty="0"/>
              <a:t>1~6</a:t>
            </a:r>
            <a:r>
              <a:rPr lang="zh-CN" altLang="en-US" sz="2400" dirty="0"/>
              <a:t>个字节。</a:t>
            </a:r>
          </a:p>
        </p:txBody>
      </p:sp>
    </p:spTree>
  </p:cSld>
  <p:clrMapOvr>
    <a:masterClrMapping/>
  </p:clrMapOvr>
  <p:transition spd="med">
    <p:pull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F40156F-1B7C-4D0C-AD91-DDA3A011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例：</a:t>
            </a:r>
            <a:r>
              <a:rPr lang="en-US" altLang="zh-CN" dirty="0"/>
              <a:t>UTF-8</a:t>
            </a:r>
            <a:endParaRPr lang="zh-CN" altLang="en-US" dirty="0"/>
          </a:p>
        </p:txBody>
      </p:sp>
      <p:sp>
        <p:nvSpPr>
          <p:cNvPr id="84995" name="内容占位符 2">
            <a:extLst>
              <a:ext uri="{FF2B5EF4-FFF2-40B4-BE49-F238E27FC236}">
                <a16:creationId xmlns:a16="http://schemas.microsoft.com/office/drawing/2014/main" xmlns="" id="{81BF1673-8780-4A8E-A67C-C00A65A60C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/>
              <a:t>UTF-8</a:t>
            </a:r>
            <a:r>
              <a:rPr lang="zh-CN" altLang="en-US" sz="2800"/>
              <a:t>以字节为单位对</a:t>
            </a:r>
            <a:r>
              <a:rPr lang="en-US" altLang="zh-CN" sz="2800"/>
              <a:t>Unicode</a:t>
            </a:r>
            <a:r>
              <a:rPr lang="zh-CN" altLang="en-US" sz="2800"/>
              <a:t>进行编码。从</a:t>
            </a:r>
            <a:r>
              <a:rPr lang="en-US" altLang="zh-CN" sz="2800"/>
              <a:t>Unicode</a:t>
            </a:r>
            <a:r>
              <a:rPr lang="zh-CN" altLang="en-US" sz="2800"/>
              <a:t>到</a:t>
            </a:r>
            <a:r>
              <a:rPr lang="en-US" altLang="zh-CN" sz="2800"/>
              <a:t>UTF-8</a:t>
            </a:r>
            <a:r>
              <a:rPr lang="zh-CN" altLang="en-US" sz="2800"/>
              <a:t>的编码方式如下：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“汉”字的</a:t>
            </a:r>
            <a:r>
              <a:rPr lang="en-US" altLang="zh-CN" sz="2800"/>
              <a:t>Unicode</a:t>
            </a:r>
            <a:r>
              <a:rPr lang="zh-CN" altLang="en-US" sz="2800"/>
              <a:t>编码是</a:t>
            </a:r>
            <a:r>
              <a:rPr lang="en-US" altLang="zh-CN" sz="2800"/>
              <a:t>0x6C49</a:t>
            </a:r>
          </a:p>
          <a:p>
            <a:r>
              <a:rPr lang="en-US" altLang="zh-CN" sz="2800"/>
              <a:t>0x6C49 </a:t>
            </a:r>
            <a:r>
              <a:rPr lang="zh-CN" altLang="en-US" sz="2800">
                <a:sym typeface="Symbol" panose="05050102010706020507" pitchFamily="18" charset="2"/>
              </a:rPr>
              <a:t> </a:t>
            </a:r>
            <a:r>
              <a:rPr lang="en-US" altLang="zh-CN" sz="2800">
                <a:solidFill>
                  <a:srgbClr val="FF0000"/>
                </a:solidFill>
              </a:rPr>
              <a:t>0110</a:t>
            </a:r>
            <a:r>
              <a:rPr lang="en-US" altLang="zh-CN" sz="2800"/>
              <a:t> </a:t>
            </a:r>
            <a:r>
              <a:rPr lang="en-US" altLang="zh-CN" sz="2800">
                <a:solidFill>
                  <a:schemeClr val="accent2"/>
                </a:solidFill>
              </a:rPr>
              <a:t>1100 01 </a:t>
            </a:r>
            <a:r>
              <a:rPr lang="en-US" altLang="zh-CN" sz="2800">
                <a:solidFill>
                  <a:srgbClr val="008000"/>
                </a:solidFill>
              </a:rPr>
              <a:t>00 1001</a:t>
            </a:r>
          </a:p>
          <a:p>
            <a:r>
              <a:rPr lang="en-US" altLang="zh-CN" sz="2800"/>
              <a:t>UTF-8</a:t>
            </a:r>
            <a:r>
              <a:rPr lang="zh-CN" altLang="en-US" sz="2800"/>
              <a:t>为</a:t>
            </a:r>
            <a:r>
              <a:rPr lang="pl-PL" altLang="zh-CN" sz="2800"/>
              <a:t>1110</a:t>
            </a:r>
            <a:r>
              <a:rPr lang="pl-PL" altLang="zh-CN" sz="2800">
                <a:solidFill>
                  <a:srgbClr val="FF0000"/>
                </a:solidFill>
              </a:rPr>
              <a:t>0110</a:t>
            </a:r>
            <a:r>
              <a:rPr lang="pl-PL" altLang="zh-CN" sz="2800"/>
              <a:t> 10</a:t>
            </a:r>
            <a:r>
              <a:rPr lang="pl-PL" altLang="zh-CN" sz="2800">
                <a:solidFill>
                  <a:schemeClr val="accent2"/>
                </a:solidFill>
              </a:rPr>
              <a:t>110001</a:t>
            </a:r>
            <a:r>
              <a:rPr lang="pl-PL" altLang="zh-CN" sz="2800"/>
              <a:t> 10</a:t>
            </a:r>
            <a:r>
              <a:rPr lang="pl-PL" altLang="zh-CN" sz="2800">
                <a:solidFill>
                  <a:srgbClr val="008000"/>
                </a:solidFill>
              </a:rPr>
              <a:t>001001</a:t>
            </a:r>
            <a:r>
              <a:rPr lang="zh-CN" altLang="pl-PL" sz="2800"/>
              <a:t>，即</a:t>
            </a:r>
            <a:r>
              <a:rPr lang="pl-PL" altLang="zh-CN" sz="2800"/>
              <a:t>E6 B1 89</a:t>
            </a:r>
            <a:endParaRPr lang="en-US" altLang="zh-CN" sz="2800"/>
          </a:p>
          <a:p>
            <a:endParaRPr lang="zh-CN" altLang="en-US" sz="280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F5577E60-C196-48A6-A762-0F0AEE11B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054994"/>
              </p:ext>
            </p:extLst>
          </p:nvPr>
        </p:nvGraphicFramePr>
        <p:xfrm>
          <a:off x="1008063" y="1989138"/>
          <a:ext cx="7127875" cy="1857375"/>
        </p:xfrm>
        <a:graphic>
          <a:graphicData uri="http://schemas.openxmlformats.org/drawingml/2006/table">
            <a:tbl>
              <a:tblPr/>
              <a:tblGrid>
                <a:gridCol w="3209925">
                  <a:extLst>
                    <a:ext uri="{9D8B030D-6E8A-4147-A177-3AD203B41FA5}">
                      <a16:colId xmlns:a16="http://schemas.microsoft.com/office/drawing/2014/main" xmlns="" val="2573506959"/>
                    </a:ext>
                  </a:extLst>
                </a:gridCol>
                <a:gridCol w="3917950">
                  <a:extLst>
                    <a:ext uri="{9D8B030D-6E8A-4147-A177-3AD203B41FA5}">
                      <a16:colId xmlns:a16="http://schemas.microsoft.com/office/drawing/2014/main" xmlns="" val="2551921878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Unicode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编码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十六进制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)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　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UTF-8 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字节流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二进制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)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97695516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000000-00007F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0xxxxxxx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65128405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000080-0007FF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110xxxxx 10xxxxxx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93719267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000800-00FFFF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1110xxxx 10xxxxxx 10xxxxxx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51406696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010000-10FFFF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11110xxx10xxxxxx10xxxxxx10xxxxxx</a:t>
                      </a:r>
                    </a:p>
                  </a:txBody>
                  <a:tcPr marL="95238" marR="95238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0765403"/>
                  </a:ext>
                </a:extLst>
              </a:tr>
            </a:tbl>
          </a:graphicData>
        </a:graphic>
      </p:graphicFrame>
      <p:cxnSp>
        <p:nvCxnSpPr>
          <p:cNvPr id="85017" name="直接箭头连接符 6">
            <a:extLst>
              <a:ext uri="{FF2B5EF4-FFF2-40B4-BE49-F238E27FC236}">
                <a16:creationId xmlns:a16="http://schemas.microsoft.com/office/drawing/2014/main" xmlns="" id="{46D478A9-34C5-42A7-8AF2-8998554E245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14625" y="3284538"/>
            <a:ext cx="1497013" cy="720725"/>
          </a:xfrm>
          <a:prstGeom prst="straightConnector1">
            <a:avLst/>
          </a:prstGeom>
          <a:noFill/>
          <a:ln w="25400" algn="ctr">
            <a:solidFill>
              <a:srgbClr val="C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pull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A2AC364-09A4-4920-A2F5-CC6DF342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汉字编码</a:t>
            </a:r>
          </a:p>
        </p:txBody>
      </p:sp>
      <p:sp>
        <p:nvSpPr>
          <p:cNvPr id="87043" name="内容占位符 2">
            <a:extLst>
              <a:ext uri="{FF2B5EF4-FFF2-40B4-BE49-F238E27FC236}">
                <a16:creationId xmlns:a16="http://schemas.microsoft.com/office/drawing/2014/main" xmlns="" id="{17AE62CC-7FAD-46C2-BA21-CB01354FD1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/>
              <a:t>计算机处理汉字信息的过程：</a:t>
            </a:r>
            <a:endParaRPr lang="en-US" altLang="zh-CN"/>
          </a:p>
          <a:p>
            <a:pPr marL="0" indent="0">
              <a:buFont typeface="Times New Roman" panose="02020603050405020304" pitchFamily="18" charset="0"/>
              <a:buAutoNum type="arabicPeriod"/>
            </a:pPr>
            <a:r>
              <a:rPr lang="zh-CN" altLang="en-US"/>
              <a:t>汉字输入到计算机 </a:t>
            </a:r>
            <a:r>
              <a:rPr lang="en-US" altLang="zh-CN"/>
              <a:t>– </a:t>
            </a:r>
            <a:r>
              <a:rPr lang="zh-CN" altLang="en-US"/>
              <a:t>汉字输入码</a:t>
            </a:r>
            <a:endParaRPr lang="en-US" altLang="zh-CN"/>
          </a:p>
          <a:p>
            <a:pPr marL="0" indent="0">
              <a:buFont typeface="Times New Roman" panose="02020603050405020304" pitchFamily="18" charset="0"/>
              <a:buAutoNum type="arabicPeriod"/>
            </a:pPr>
            <a:r>
              <a:rPr lang="zh-CN" altLang="en-US"/>
              <a:t>计算机内部的表示和存储 </a:t>
            </a:r>
            <a:r>
              <a:rPr lang="en-US" altLang="zh-CN"/>
              <a:t>– </a:t>
            </a:r>
            <a:r>
              <a:rPr lang="zh-CN" altLang="en-US"/>
              <a:t>汉字内码</a:t>
            </a:r>
            <a:endParaRPr lang="en-US" altLang="zh-CN"/>
          </a:p>
          <a:p>
            <a:pPr marL="0" indent="0">
              <a:buFont typeface="Times New Roman" panose="02020603050405020304" pitchFamily="18" charset="0"/>
              <a:buAutoNum type="arabicPeriod"/>
            </a:pPr>
            <a:r>
              <a:rPr lang="zh-CN" altLang="en-US"/>
              <a:t>计算机向外部显示和打印</a:t>
            </a:r>
            <a:r>
              <a:rPr lang="en-US" altLang="zh-CN"/>
              <a:t>– </a:t>
            </a:r>
            <a:r>
              <a:rPr lang="zh-CN" altLang="en-US"/>
              <a:t>汉字字形（字模）码</a:t>
            </a:r>
            <a:endParaRPr lang="en-US" altLang="zh-CN"/>
          </a:p>
          <a:p>
            <a:pPr marL="0" indent="0">
              <a:buFont typeface="Times New Roman" panose="02020603050405020304" pitchFamily="18" charset="0"/>
              <a:buAutoNum type="arabicPeriod"/>
            </a:pPr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xmlns="" id="{3BCB59A9-0B7D-4E75-AAB1-D3FF36A7C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汉字交换码（国标码）</a:t>
            </a:r>
          </a:p>
          <a:p>
            <a:pPr lvl="1"/>
            <a:r>
              <a:rPr lang="zh-CN" altLang="en-US" dirty="0"/>
              <a:t>信息交换用汉字编码字符集，是我国</a:t>
            </a:r>
            <a:r>
              <a:rPr lang="en-US" altLang="zh-CN" dirty="0"/>
              <a:t>1980</a:t>
            </a:r>
            <a:r>
              <a:rPr lang="zh-CN" altLang="en-US" dirty="0"/>
              <a:t>年发布，</a:t>
            </a:r>
            <a:r>
              <a:rPr lang="en-US" altLang="zh-CN" dirty="0"/>
              <a:t>1981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日开始实施的一套国家标准，标准号是</a:t>
            </a:r>
            <a:r>
              <a:rPr lang="en-US" altLang="zh-CN" dirty="0"/>
              <a:t>GB 2312—1980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基本集共收入汉字</a:t>
            </a:r>
            <a:r>
              <a:rPr lang="en-US" altLang="zh-CN" dirty="0"/>
              <a:t>6763</a:t>
            </a:r>
            <a:r>
              <a:rPr lang="zh-CN" altLang="en-US" dirty="0"/>
              <a:t>个和非汉字图形字符</a:t>
            </a:r>
            <a:r>
              <a:rPr lang="en-US" altLang="zh-CN" dirty="0"/>
              <a:t>682</a:t>
            </a:r>
            <a:r>
              <a:rPr lang="zh-CN" altLang="en-US" dirty="0"/>
              <a:t>个</a:t>
            </a:r>
          </a:p>
          <a:p>
            <a:pPr lvl="1"/>
            <a:r>
              <a:rPr lang="zh-CN" altLang="en-US" dirty="0"/>
              <a:t>整个字符集分成</a:t>
            </a:r>
            <a:r>
              <a:rPr lang="en-US" altLang="zh-CN" dirty="0"/>
              <a:t>94</a:t>
            </a:r>
            <a:r>
              <a:rPr lang="zh-CN" altLang="en-US" dirty="0"/>
              <a:t>个区，每区有</a:t>
            </a:r>
            <a:r>
              <a:rPr lang="en-US" altLang="zh-CN" dirty="0"/>
              <a:t>94</a:t>
            </a:r>
            <a:r>
              <a:rPr lang="zh-CN" altLang="en-US" dirty="0"/>
              <a:t>个位。每个区位上只有一个字符，因此可用所在的区和位来对汉字进行编码，称为</a:t>
            </a:r>
            <a:r>
              <a:rPr lang="zh-CN" altLang="en-US" dirty="0">
                <a:solidFill>
                  <a:srgbClr val="C00000"/>
                </a:solidFill>
              </a:rPr>
              <a:t>区位码</a:t>
            </a:r>
            <a:r>
              <a:rPr lang="zh-CN" altLang="en-US" dirty="0"/>
              <a:t>。这个码是唯一的，不会有重码字。</a:t>
            </a:r>
          </a:p>
          <a:p>
            <a:pPr lvl="1"/>
            <a:r>
              <a:rPr lang="zh-CN" altLang="en-US" dirty="0"/>
              <a:t>把换算成十六进制的区位码加上</a:t>
            </a:r>
            <a:r>
              <a:rPr lang="en-US" altLang="zh-CN" dirty="0"/>
              <a:t>2020H</a:t>
            </a:r>
            <a:r>
              <a:rPr lang="zh-CN" altLang="en-US" dirty="0"/>
              <a:t>，就得到</a:t>
            </a:r>
            <a:r>
              <a:rPr lang="zh-CN" altLang="en-US" dirty="0">
                <a:solidFill>
                  <a:srgbClr val="C00000"/>
                </a:solidFill>
              </a:rPr>
              <a:t>国标码</a:t>
            </a:r>
            <a:r>
              <a:rPr lang="zh-CN" altLang="en-US" dirty="0"/>
              <a:t>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C5CFC982-9726-401F-83D6-F8BC0C43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汉字的表示方法（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17295705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5E08D54-63E9-4EC8-9787-70934C41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汉字的表示方法（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AFD07E-4F4E-4C7C-83D6-A1EBED298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汉字输入码（外码）</a:t>
            </a:r>
          </a:p>
          <a:p>
            <a:pPr lvl="1"/>
            <a:r>
              <a:rPr lang="zh-CN" altLang="en-US" dirty="0"/>
              <a:t>为了通过键盘字符把汉字输入计算机而设计的一种编码。 汉字输入方案有很多，大致可分为以下</a:t>
            </a:r>
            <a:r>
              <a:rPr lang="en-US" altLang="zh-CN" dirty="0"/>
              <a:t>4</a:t>
            </a:r>
            <a:r>
              <a:rPr lang="zh-CN" altLang="en-US" dirty="0"/>
              <a:t>种类型</a:t>
            </a:r>
          </a:p>
          <a:p>
            <a:pPr lvl="2"/>
            <a:r>
              <a:rPr lang="zh-CN" altLang="en-US" dirty="0"/>
              <a:t>音码：如全拼、双拼、微软拼音等 </a:t>
            </a:r>
          </a:p>
          <a:p>
            <a:pPr lvl="2"/>
            <a:r>
              <a:rPr lang="zh-CN" altLang="en-US" dirty="0"/>
              <a:t>形码：如五笔字型、郑码、表形码等 </a:t>
            </a:r>
          </a:p>
          <a:p>
            <a:pPr lvl="2"/>
            <a:r>
              <a:rPr lang="zh-CN" altLang="en-US" dirty="0"/>
              <a:t>音形码：如智能</a:t>
            </a:r>
            <a:r>
              <a:rPr lang="en-US" altLang="zh-CN" dirty="0"/>
              <a:t>ABC</a:t>
            </a:r>
            <a:r>
              <a:rPr lang="zh-CN" altLang="en-US" dirty="0"/>
              <a:t>、自然码等</a:t>
            </a:r>
          </a:p>
          <a:p>
            <a:pPr lvl="2"/>
            <a:r>
              <a:rPr lang="zh-CN" altLang="en-US" dirty="0"/>
              <a:t>数字码：如区位码、电报码等</a:t>
            </a:r>
          </a:p>
        </p:txBody>
      </p:sp>
    </p:spTree>
    <p:extLst>
      <p:ext uri="{BB962C8B-B14F-4D97-AF65-F5344CB8AC3E}">
        <p14:creationId xmlns:p14="http://schemas.microsoft.com/office/powerpoint/2010/main" val="673962438"/>
      </p:ext>
    </p:extLst>
  </p:cSld>
  <p:clrMapOvr>
    <a:masterClrMapping/>
  </p:clrMapOvr>
  <p:transition spd="med">
    <p:pull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>
            <a:extLst>
              <a:ext uri="{FF2B5EF4-FFF2-40B4-BE49-F238E27FC236}">
                <a16:creationId xmlns:a16="http://schemas.microsoft.com/office/drawing/2014/main" xmlns="" id="{A5CEE51A-D89A-46C2-9CE6-E1A8B2E4C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汉字的表示方法（</a:t>
            </a:r>
            <a:r>
              <a:rPr lang="en-US" altLang="zh-CN"/>
              <a:t>3</a:t>
            </a:r>
            <a:r>
              <a:rPr lang="zh-CN" altLang="en-US"/>
              <a:t>）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xmlns="" id="{88EE7A8C-94D0-4BF7-BAD3-F8060CAC9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汉字机内码（内码）</a:t>
            </a:r>
          </a:p>
          <a:p>
            <a:pPr lvl="1" eaLnBrk="1" hangingPunct="1"/>
            <a:r>
              <a:rPr lang="zh-CN" altLang="en-US" dirty="0"/>
              <a:t>用于在计算机内部存储汉字而设计的一种</a:t>
            </a:r>
            <a:r>
              <a:rPr lang="en-US" altLang="zh-CN" dirty="0"/>
              <a:t>2</a:t>
            </a:r>
            <a:r>
              <a:rPr lang="zh-CN" altLang="en-US" dirty="0"/>
              <a:t>字节编码。为了避免</a:t>
            </a:r>
            <a:r>
              <a:rPr lang="en-US" altLang="zh-CN" dirty="0"/>
              <a:t>ASCII</a:t>
            </a:r>
            <a:r>
              <a:rPr lang="zh-CN" altLang="en-US" dirty="0"/>
              <a:t>码和国标码一起使用时产生二义性问题，把国标码每个字节的最高位置</a:t>
            </a:r>
            <a:r>
              <a:rPr lang="en-US" altLang="zh-CN" dirty="0"/>
              <a:t>1</a:t>
            </a:r>
            <a:r>
              <a:rPr lang="zh-CN" altLang="en-US" dirty="0"/>
              <a:t>，用以区别</a:t>
            </a: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码，称为汉字机内码</a:t>
            </a:r>
            <a:endParaRPr lang="en-US" altLang="zh-CN" dirty="0"/>
          </a:p>
          <a:p>
            <a:pPr lvl="1" eaLnBrk="1" hangingPunct="1"/>
            <a:endParaRPr lang="zh-CN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C635F6C-A622-46D3-ADB3-1CA3A801F1D9}"/>
              </a:ext>
            </a:extLst>
          </p:cNvPr>
          <p:cNvSpPr txBox="1"/>
          <p:nvPr/>
        </p:nvSpPr>
        <p:spPr>
          <a:xfrm>
            <a:off x="678656" y="3810000"/>
            <a:ext cx="7786687" cy="1138238"/>
          </a:xfrm>
          <a:prstGeom prst="rect">
            <a:avLst/>
          </a:prstGeom>
          <a:noFill/>
          <a:ln w="19050">
            <a:solidFill>
              <a:srgbClr val="00CCFF"/>
            </a:solidFill>
          </a:ln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汉字机内码、国标码和区位码三者之间的关系为：</a:t>
            </a:r>
            <a:endParaRPr lang="en-US" altLang="zh-CN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区位码（十六进制）的两个字节分别加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20H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得到对应的国标码；</a:t>
            </a:r>
            <a:endParaRPr lang="en-US" altLang="zh-CN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eaLnBrk="1" hangingPunct="1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汉字交换码（国标码）的两个字节分别加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80H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得到对应的机内码；</a:t>
            </a:r>
          </a:p>
        </p:txBody>
      </p:sp>
    </p:spTree>
  </p:cSld>
  <p:clrMapOvr>
    <a:masterClrMapping/>
  </p:clrMapOvr>
  <p:transition spd="med">
    <p:pull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>
            <a:extLst>
              <a:ext uri="{FF2B5EF4-FFF2-40B4-BE49-F238E27FC236}">
                <a16:creationId xmlns:a16="http://schemas.microsoft.com/office/drawing/2014/main" xmlns="" id="{CCCF2FF1-C00A-40CE-815D-F4D678C2D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汉字的表示方法（</a:t>
            </a:r>
            <a:r>
              <a:rPr lang="en-US" altLang="zh-CN"/>
              <a:t>4</a:t>
            </a:r>
            <a:r>
              <a:rPr lang="zh-CN" altLang="en-US"/>
              <a:t>）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xmlns="" id="{4DD12BEC-5B21-4C81-906E-3FE0D42ABA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汉字字模码（输出码）</a:t>
            </a:r>
          </a:p>
          <a:p>
            <a:pPr lvl="1" eaLnBrk="1" hangingPunct="1"/>
            <a:r>
              <a:rPr lang="zh-CN" altLang="en-US" dirty="0"/>
              <a:t>用于把机内码转成能显示和打印的一种汉字编码，即用点阵表示的汉字代码</a:t>
            </a:r>
          </a:p>
        </p:txBody>
      </p:sp>
      <p:pic>
        <p:nvPicPr>
          <p:cNvPr id="92165" name="Picture 4" descr="2">
            <a:extLst>
              <a:ext uri="{FF2B5EF4-FFF2-40B4-BE49-F238E27FC236}">
                <a16:creationId xmlns:a16="http://schemas.microsoft.com/office/drawing/2014/main" xmlns="" id="{4369ADAE-7C36-4994-ADB7-443E799BA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68" y="2438400"/>
            <a:ext cx="39290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>
            <a:extLst>
              <a:ext uri="{FF2B5EF4-FFF2-40B4-BE49-F238E27FC236}">
                <a16:creationId xmlns:a16="http://schemas.microsoft.com/office/drawing/2014/main" xmlns="" id="{56BDE7BC-516E-4B20-AE16-3BEDE9238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汉字的表示方法（</a:t>
            </a:r>
            <a:r>
              <a:rPr lang="en-US" altLang="zh-CN"/>
              <a:t>5</a:t>
            </a:r>
            <a:r>
              <a:rPr lang="zh-CN" altLang="en-US"/>
              <a:t>）</a:t>
            </a:r>
          </a:p>
        </p:txBody>
      </p:sp>
      <p:sp>
        <p:nvSpPr>
          <p:cNvPr id="694275" name="Rectangle 3">
            <a:extLst>
              <a:ext uri="{FF2B5EF4-FFF2-40B4-BE49-F238E27FC236}">
                <a16:creationId xmlns:a16="http://schemas.microsoft.com/office/drawing/2014/main" xmlns="" id="{98F41658-E668-42FF-BA57-455591B48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汉字的输入码、汉字内码、字模码是计算机中用于输入、内部处理、输出三种不同用途的编码</a:t>
            </a:r>
            <a:endParaRPr lang="en-US" altLang="zh-CN" dirty="0"/>
          </a:p>
          <a:p>
            <a:pPr eaLnBrk="1" hangingPunct="1"/>
            <a:r>
              <a:rPr lang="zh-CN" altLang="en-US" dirty="0"/>
              <a:t>输入汉字时，实际上是通过输入法将输入编码转换为汉字内码</a:t>
            </a:r>
          </a:p>
          <a:p>
            <a:pPr eaLnBrk="1" hangingPunct="1"/>
            <a:r>
              <a:rPr lang="zh-CN" altLang="en-US" dirty="0"/>
              <a:t>显示和打印汉字时，需要先将通过汉字内码在字库文件中找到对应的字模码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>
            <a:extLst>
              <a:ext uri="{FF2B5EF4-FFF2-40B4-BE49-F238E27FC236}">
                <a16:creationId xmlns:a16="http://schemas.microsoft.com/office/drawing/2014/main" xmlns="" id="{74A76C0B-1351-43FF-B565-3544437A6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校验码</a:t>
            </a:r>
          </a:p>
        </p:txBody>
      </p:sp>
      <p:sp>
        <p:nvSpPr>
          <p:cNvPr id="697347" name="Rectangle 3">
            <a:extLst>
              <a:ext uri="{FF2B5EF4-FFF2-40B4-BE49-F238E27FC236}">
                <a16:creationId xmlns:a16="http://schemas.microsoft.com/office/drawing/2014/main" xmlns="" id="{15723668-230E-4CD7-82C6-44C436F21D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在数据存储、传输过程中，附加在数据中的可以用来检查和纠正因元件故障、噪声干扰等因素导致数据错误的编码</a:t>
            </a:r>
            <a:endParaRPr lang="en-US" altLang="zh-CN"/>
          </a:p>
          <a:p>
            <a:pPr eaLnBrk="1" hangingPunct="1"/>
            <a:r>
              <a:rPr lang="zh-CN" altLang="en-US"/>
              <a:t>数据校验原理</a:t>
            </a:r>
            <a:endParaRPr lang="en-US" altLang="zh-CN"/>
          </a:p>
          <a:p>
            <a:pPr eaLnBrk="1" hangingPunct="1">
              <a:buFont typeface="Wingdings 2" panose="05020102010507070707" pitchFamily="18" charset="2"/>
              <a:buNone/>
            </a:pPr>
            <a:endParaRPr lang="zh-CN" altLang="en-US"/>
          </a:p>
          <a:p>
            <a:pPr eaLnBrk="1" hangingPunct="1"/>
            <a:r>
              <a:rPr lang="zh-CN" altLang="en-US"/>
              <a:t>分类</a:t>
            </a:r>
          </a:p>
          <a:p>
            <a:pPr lvl="1" eaLnBrk="1" hangingPunct="1"/>
            <a:r>
              <a:rPr lang="zh-CN" altLang="en-US"/>
              <a:t>检错码，如奇偶校验码、海明码、循环冗余校验码</a:t>
            </a:r>
          </a:p>
          <a:p>
            <a:pPr lvl="1" eaLnBrk="1" hangingPunct="1"/>
            <a:r>
              <a:rPr lang="zh-CN" altLang="en-US"/>
              <a:t>纠错码，如海明码、</a:t>
            </a:r>
            <a:r>
              <a:rPr lang="en-US" altLang="zh-CN"/>
              <a:t>BCH</a:t>
            </a:r>
            <a:r>
              <a:rPr lang="zh-CN" altLang="en-US"/>
              <a:t>码、</a:t>
            </a:r>
            <a:r>
              <a:rPr lang="en-US" altLang="zh-CN"/>
              <a:t>RS</a:t>
            </a:r>
            <a:r>
              <a:rPr lang="zh-CN" altLang="en-US"/>
              <a:t>码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70933895-047B-4CA7-A7CF-E8898B649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336349"/>
              </p:ext>
            </p:extLst>
          </p:nvPr>
        </p:nvGraphicFramePr>
        <p:xfrm>
          <a:off x="1828800" y="3057525"/>
          <a:ext cx="4821238" cy="371475"/>
        </p:xfrm>
        <a:graphic>
          <a:graphicData uri="http://schemas.openxmlformats.org/drawingml/2006/table">
            <a:tbl>
              <a:tblPr/>
              <a:tblGrid>
                <a:gridCol w="2808288">
                  <a:extLst>
                    <a:ext uri="{9D8B030D-6E8A-4147-A177-3AD203B41FA5}">
                      <a16:colId xmlns:a16="http://schemas.microsoft.com/office/drawing/2014/main" xmlns="" val="1087098323"/>
                    </a:ext>
                  </a:extLst>
                </a:gridCol>
                <a:gridCol w="2012950">
                  <a:extLst>
                    <a:ext uri="{9D8B030D-6E8A-4147-A177-3AD203B41FA5}">
                      <a16:colId xmlns:a16="http://schemas.microsoft.com/office/drawing/2014/main" xmlns="" val="311362325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信息位（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k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位）</a:t>
                      </a:r>
                    </a:p>
                  </a:txBody>
                  <a:tcPr marL="91424" marR="91424" marT="45798" marB="457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校验码（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r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位）</a:t>
                      </a:r>
                    </a:p>
                  </a:txBody>
                  <a:tcPr marL="91424" marR="91424" marT="45798" marB="4579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8131347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>
            <a:extLst>
              <a:ext uri="{FF2B5EF4-FFF2-40B4-BE49-F238E27FC236}">
                <a16:creationId xmlns:a16="http://schemas.microsoft.com/office/drawing/2014/main" xmlns="" id="{C7AFFD79-E822-4F63-B96D-9DFF75F91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奇偶校验码</a:t>
            </a:r>
          </a:p>
        </p:txBody>
      </p:sp>
      <p:sp>
        <p:nvSpPr>
          <p:cNvPr id="698371" name="Rectangle 3">
            <a:extLst>
              <a:ext uri="{FF2B5EF4-FFF2-40B4-BE49-F238E27FC236}">
                <a16:creationId xmlns:a16="http://schemas.microsoft.com/office/drawing/2014/main" xmlns="" id="{A8C96A40-5DBB-4C5B-B6D6-7972066852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/>
              <a:t>设 </a:t>
            </a:r>
            <a:r>
              <a:rPr lang="en-US" altLang="zh-CN" dirty="0"/>
              <a:t>X=</a:t>
            </a:r>
            <a:r>
              <a:rPr lang="zh-CN" altLang="en-US" dirty="0"/>
              <a:t>（</a:t>
            </a:r>
            <a:r>
              <a:rPr lang="en-US" altLang="zh-CN" dirty="0"/>
              <a:t>x</a:t>
            </a:r>
            <a:r>
              <a:rPr lang="en-US" altLang="zh-CN" baseline="-25000" dirty="0"/>
              <a:t>0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x</a:t>
            </a:r>
            <a:r>
              <a:rPr lang="en-US" altLang="zh-CN" baseline="-25000" dirty="0">
                <a:sym typeface="Symbol" panose="05050102010706020507" pitchFamily="18" charset="2"/>
              </a:rPr>
              <a:t>n-1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/>
            <a:r>
              <a:rPr lang="zh-CN" altLang="en-US" dirty="0"/>
              <a:t>奇校验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加上检验位后，传输的位组中，“</a:t>
            </a:r>
            <a:r>
              <a:rPr lang="en-US" altLang="zh-CN" dirty="0"/>
              <a:t>1</a:t>
            </a:r>
            <a:r>
              <a:rPr lang="zh-CN" altLang="en-US" dirty="0"/>
              <a:t>”</a:t>
            </a:r>
            <a:r>
              <a:rPr lang="en-US" altLang="zh-CN" dirty="0"/>
              <a:t> </a:t>
            </a:r>
            <a:r>
              <a:rPr lang="zh-CN" altLang="en-US" dirty="0"/>
              <a:t>的个数一定为奇数；否则就发生了错误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奇校验位</a:t>
            </a:r>
            <a:r>
              <a:rPr lang="en-US" altLang="zh-CN" dirty="0"/>
              <a:t>C= x</a:t>
            </a:r>
            <a:r>
              <a:rPr lang="en-US" altLang="zh-CN" baseline="-25000" dirty="0"/>
              <a:t>0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    x</a:t>
            </a:r>
            <a:r>
              <a:rPr lang="en-US" altLang="zh-CN" baseline="-25000" dirty="0">
                <a:sym typeface="Symbol" panose="05050102010706020507" pitchFamily="18" charset="2"/>
              </a:rPr>
              <a:t>n-1</a:t>
            </a:r>
            <a:endParaRPr lang="zh-CN" altLang="en-US" dirty="0"/>
          </a:p>
          <a:p>
            <a:pPr eaLnBrk="1" hangingPunct="1"/>
            <a:r>
              <a:rPr lang="zh-CN" altLang="en-US" dirty="0"/>
              <a:t>偶校验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加上检验位后，传输的位组中，“</a:t>
            </a:r>
            <a:r>
              <a:rPr lang="en-US" altLang="zh-CN" dirty="0"/>
              <a:t>1</a:t>
            </a:r>
            <a:r>
              <a:rPr lang="zh-CN" altLang="en-US" dirty="0"/>
              <a:t>”</a:t>
            </a:r>
            <a:r>
              <a:rPr lang="en-US" altLang="zh-CN" dirty="0"/>
              <a:t> </a:t>
            </a:r>
            <a:r>
              <a:rPr lang="zh-CN" altLang="en-US" dirty="0"/>
              <a:t>的个数一定为偶数；否则就发生了错误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偶校验位</a:t>
            </a:r>
            <a:r>
              <a:rPr lang="en-US" altLang="zh-CN" dirty="0"/>
              <a:t>C= x</a:t>
            </a:r>
            <a:r>
              <a:rPr lang="en-US" altLang="zh-CN" baseline="-25000" dirty="0"/>
              <a:t>0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    x</a:t>
            </a:r>
            <a:r>
              <a:rPr lang="en-US" altLang="zh-CN" baseline="-25000" dirty="0">
                <a:sym typeface="Symbol" panose="05050102010706020507" pitchFamily="18" charset="2"/>
              </a:rPr>
              <a:t>n-1</a:t>
            </a:r>
            <a:endParaRPr lang="zh-CN" altLang="en-US" dirty="0"/>
          </a:p>
          <a:p>
            <a:pPr eaLnBrk="1" hangingPunct="1"/>
            <a:r>
              <a:rPr lang="zh-CN" altLang="en-US" dirty="0"/>
              <a:t>奇偶校验能检测奇数个错误，无法检测偶数个错误。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xmlns="" id="{179BED86-1FCF-40C2-BBDC-AEE2BCDF267E}"/>
              </a:ext>
            </a:extLst>
          </p:cNvPr>
          <p:cNvCxnSpPr/>
          <p:nvPr/>
        </p:nvCxnSpPr>
        <p:spPr bwMode="auto">
          <a:xfrm>
            <a:off x="2133600" y="2895600"/>
            <a:ext cx="28575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2B6C617-6C02-44CE-9DB6-38813C1B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实例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xmlns="" id="{1A8F0538-3F7E-4A6E-BA4C-E423B65C6D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8313" y="1412875"/>
          <a:ext cx="8280400" cy="2346418"/>
        </p:xfrm>
        <a:graphic>
          <a:graphicData uri="http://schemas.openxmlformats.org/drawingml/2006/table">
            <a:tbl>
              <a:tblPr/>
              <a:tblGrid>
                <a:gridCol w="2760662">
                  <a:extLst>
                    <a:ext uri="{9D8B030D-6E8A-4147-A177-3AD203B41FA5}">
                      <a16:colId xmlns:a16="http://schemas.microsoft.com/office/drawing/2014/main" xmlns="" val="1306223003"/>
                    </a:ext>
                  </a:extLst>
                </a:gridCol>
                <a:gridCol w="2759075">
                  <a:extLst>
                    <a:ext uri="{9D8B030D-6E8A-4147-A177-3AD203B41FA5}">
                      <a16:colId xmlns:a16="http://schemas.microsoft.com/office/drawing/2014/main" xmlns="" val="2681295580"/>
                    </a:ext>
                  </a:extLst>
                </a:gridCol>
                <a:gridCol w="2760663">
                  <a:extLst>
                    <a:ext uri="{9D8B030D-6E8A-4147-A177-3AD203B41FA5}">
                      <a16:colId xmlns:a16="http://schemas.microsoft.com/office/drawing/2014/main" xmlns="" val="1454459294"/>
                    </a:ext>
                  </a:extLst>
                </a:gridCol>
              </a:tblGrid>
              <a:tr h="517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数据</a:t>
                      </a: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偶校验编码</a:t>
                      </a: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奇校验编码</a:t>
                      </a: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D2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87151871"/>
                  </a:ext>
                </a:extLst>
              </a:tr>
              <a:tr h="457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10101010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10101010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10101010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30730313"/>
                  </a:ext>
                </a:extLst>
              </a:tr>
              <a:tr h="457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01010100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01010100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01010100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8959716"/>
                  </a:ext>
                </a:extLst>
              </a:tr>
              <a:tr h="457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00000000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00000000 0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00000000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9941241"/>
                  </a:ext>
                </a:extLst>
              </a:tr>
              <a:tr h="457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11111111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11111111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11111111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91434" marR="91434" marT="45649" marB="4564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431007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9D40645-F2E6-4AB8-9DC1-00F26947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数据在存储器中的表示</a:t>
            </a:r>
          </a:p>
        </p:txBody>
      </p:sp>
      <p:sp>
        <p:nvSpPr>
          <p:cNvPr id="98307" name="内容占位符 2">
            <a:extLst>
              <a:ext uri="{FF2B5EF4-FFF2-40B4-BE49-F238E27FC236}">
                <a16:creationId xmlns:a16="http://schemas.microsoft.com/office/drawing/2014/main" xmlns="" id="{54447F26-0991-4C99-8DD3-D59A6C965E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0814" y="1066800"/>
            <a:ext cx="4824412" cy="5400675"/>
          </a:xfrm>
        </p:spPr>
        <p:txBody>
          <a:bodyPr/>
          <a:lstStyle/>
          <a:p>
            <a:r>
              <a:rPr lang="zh-CN" altLang="en-US" sz="2800" dirty="0"/>
              <a:t>按字节寻址的存储器可视为一个很大的字节数组，数组下标为存储器地址，数组元素的值即为存储器存储的内容</a:t>
            </a:r>
            <a:endParaRPr lang="en-US" altLang="zh-CN" sz="2800" dirty="0"/>
          </a:p>
          <a:p>
            <a:r>
              <a:rPr lang="zh-CN" altLang="en-US" sz="2800" dirty="0"/>
              <a:t>连续存放的</a:t>
            </a:r>
            <a:r>
              <a:rPr lang="en-US" altLang="zh-CN" sz="2800" dirty="0"/>
              <a:t>32</a:t>
            </a:r>
            <a:r>
              <a:rPr lang="zh-CN" altLang="en-US" sz="2800" dirty="0"/>
              <a:t>位或</a:t>
            </a:r>
            <a:r>
              <a:rPr lang="en-US" altLang="zh-CN" sz="2800" dirty="0"/>
              <a:t>64</a:t>
            </a:r>
            <a:r>
              <a:rPr lang="zh-CN" altLang="en-US" sz="2800" dirty="0"/>
              <a:t>位的字数据的地址差值为</a:t>
            </a:r>
            <a:r>
              <a:rPr lang="en-US" altLang="zh-CN" sz="2800" dirty="0"/>
              <a:t>4</a:t>
            </a:r>
            <a:r>
              <a:rPr lang="zh-CN" altLang="en-US" sz="2800" dirty="0"/>
              <a:t>或</a:t>
            </a:r>
            <a:r>
              <a:rPr lang="en-US" altLang="zh-CN" sz="2800" dirty="0"/>
              <a:t>8</a:t>
            </a:r>
          </a:p>
          <a:p>
            <a:r>
              <a:rPr lang="zh-CN" altLang="en-US" sz="2800" dirty="0"/>
              <a:t>多字节的字数据在存储器中是如何存放的？</a:t>
            </a:r>
          </a:p>
        </p:txBody>
      </p:sp>
      <p:grpSp>
        <p:nvGrpSpPr>
          <p:cNvPr id="98309" name="Group 5">
            <a:extLst>
              <a:ext uri="{FF2B5EF4-FFF2-40B4-BE49-F238E27FC236}">
                <a16:creationId xmlns:a16="http://schemas.microsoft.com/office/drawing/2014/main" xmlns="" id="{8C9EA29B-03BB-4D29-8D9F-F0FC2BA56D43}"/>
              </a:ext>
            </a:extLst>
          </p:cNvPr>
          <p:cNvGrpSpPr>
            <a:grpSpLocks/>
          </p:cNvGrpSpPr>
          <p:nvPr/>
        </p:nvGrpSpPr>
        <p:grpSpPr bwMode="auto">
          <a:xfrm>
            <a:off x="5262563" y="962025"/>
            <a:ext cx="3467100" cy="5591175"/>
            <a:chOff x="0" y="0"/>
            <a:chExt cx="2184" cy="3522"/>
          </a:xfrm>
        </p:grpSpPr>
        <p:sp>
          <p:nvSpPr>
            <p:cNvPr id="98316" name="Rectangle 6">
              <a:extLst>
                <a:ext uri="{FF2B5EF4-FFF2-40B4-BE49-F238E27FC236}">
                  <a16:creationId xmlns:a16="http://schemas.microsoft.com/office/drawing/2014/main" xmlns="" id="{2C1924C3-E853-4BFC-BD36-80B6ED458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41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17" name="Rectangle 7">
              <a:extLst>
                <a:ext uri="{FF2B5EF4-FFF2-40B4-BE49-F238E27FC236}">
                  <a16:creationId xmlns:a16="http://schemas.microsoft.com/office/drawing/2014/main" xmlns="" id="{5BF641F5-E15B-4445-AF40-EC5F0A70D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61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18" name="Rectangle 8">
              <a:extLst>
                <a:ext uri="{FF2B5EF4-FFF2-40B4-BE49-F238E27FC236}">
                  <a16:creationId xmlns:a16="http://schemas.microsoft.com/office/drawing/2014/main" xmlns="" id="{A5AD216F-799A-42AE-8D01-74855435E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80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19" name="Rectangle 9">
              <a:extLst>
                <a:ext uri="{FF2B5EF4-FFF2-40B4-BE49-F238E27FC236}">
                  <a16:creationId xmlns:a16="http://schemas.microsoft.com/office/drawing/2014/main" xmlns="" id="{6F0894FC-4615-4BD6-B029-1ED78A1B9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99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0" name="Rectangle 10">
              <a:extLst>
                <a:ext uri="{FF2B5EF4-FFF2-40B4-BE49-F238E27FC236}">
                  <a16:creationId xmlns:a16="http://schemas.microsoft.com/office/drawing/2014/main" xmlns="" id="{B174C58D-2A36-40EA-92CB-CA20F6AB1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18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1" name="Rectangle 11">
              <a:extLst>
                <a:ext uri="{FF2B5EF4-FFF2-40B4-BE49-F238E27FC236}">
                  <a16:creationId xmlns:a16="http://schemas.microsoft.com/office/drawing/2014/main" xmlns="" id="{3C810151-38FF-4DB4-80C1-D9D06F55C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37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2" name="Rectangle 12">
              <a:extLst>
                <a:ext uri="{FF2B5EF4-FFF2-40B4-BE49-F238E27FC236}">
                  <a16:creationId xmlns:a16="http://schemas.microsoft.com/office/drawing/2014/main" xmlns="" id="{7F1032DA-2C3C-452F-8AAB-07A20FB78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57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3" name="Rectangle 13">
              <a:extLst>
                <a:ext uri="{FF2B5EF4-FFF2-40B4-BE49-F238E27FC236}">
                  <a16:creationId xmlns:a16="http://schemas.microsoft.com/office/drawing/2014/main" xmlns="" id="{8E726ECD-497E-42F7-83A7-1EACBAC0C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76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4" name="Rectangle 14">
              <a:extLst>
                <a:ext uri="{FF2B5EF4-FFF2-40B4-BE49-F238E27FC236}">
                  <a16:creationId xmlns:a16="http://schemas.microsoft.com/office/drawing/2014/main" xmlns="" id="{2634D2D1-DA00-4296-ADE9-24C60961C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195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5" name="Rectangle 15">
              <a:extLst>
                <a:ext uri="{FF2B5EF4-FFF2-40B4-BE49-F238E27FC236}">
                  <a16:creationId xmlns:a16="http://schemas.microsoft.com/office/drawing/2014/main" xmlns="" id="{D537A240-9626-4E09-AF8E-31D334A47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14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6" name="Rectangle 16">
              <a:extLst>
                <a:ext uri="{FF2B5EF4-FFF2-40B4-BE49-F238E27FC236}">
                  <a16:creationId xmlns:a16="http://schemas.microsoft.com/office/drawing/2014/main" xmlns="" id="{3ED569C8-A01E-4538-9ADA-AB24D4803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33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7" name="Rectangle 17">
              <a:extLst>
                <a:ext uri="{FF2B5EF4-FFF2-40B4-BE49-F238E27FC236}">
                  <a16:creationId xmlns:a16="http://schemas.microsoft.com/office/drawing/2014/main" xmlns="" id="{0434767F-3E9E-4F6C-8DA8-825B0BD59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530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28" name="Rectangle 18">
              <a:extLst>
                <a:ext uri="{FF2B5EF4-FFF2-40B4-BE49-F238E27FC236}">
                  <a16:creationId xmlns:a16="http://schemas.microsoft.com/office/drawing/2014/main" xmlns="" id="{C6E9ADF5-E910-4633-A001-79AEE4686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418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0000</a:t>
              </a:r>
            </a:p>
          </p:txBody>
        </p:sp>
        <p:sp>
          <p:nvSpPr>
            <p:cNvPr id="98329" name="Rectangle 19">
              <a:extLst>
                <a:ext uri="{FF2B5EF4-FFF2-40B4-BE49-F238E27FC236}">
                  <a16:creationId xmlns:a16="http://schemas.microsoft.com/office/drawing/2014/main" xmlns="" id="{4820BBE7-ECA1-41AE-A30A-230CAAD16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610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0001</a:t>
              </a:r>
            </a:p>
          </p:txBody>
        </p:sp>
        <p:sp>
          <p:nvSpPr>
            <p:cNvPr id="98330" name="Rectangle 20">
              <a:extLst>
                <a:ext uri="{FF2B5EF4-FFF2-40B4-BE49-F238E27FC236}">
                  <a16:creationId xmlns:a16="http://schemas.microsoft.com/office/drawing/2014/main" xmlns="" id="{114F75F1-319E-4978-B700-99FDF5A1E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802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0002</a:t>
              </a:r>
            </a:p>
          </p:txBody>
        </p:sp>
        <p:sp>
          <p:nvSpPr>
            <p:cNvPr id="98331" name="Rectangle 21">
              <a:extLst>
                <a:ext uri="{FF2B5EF4-FFF2-40B4-BE49-F238E27FC236}">
                  <a16:creationId xmlns:a16="http://schemas.microsoft.com/office/drawing/2014/main" xmlns="" id="{79351241-1926-4152-8FC1-6F94D0EB7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994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0003</a:t>
              </a:r>
            </a:p>
          </p:txBody>
        </p:sp>
        <p:sp>
          <p:nvSpPr>
            <p:cNvPr id="98332" name="Rectangle 22">
              <a:extLst>
                <a:ext uri="{FF2B5EF4-FFF2-40B4-BE49-F238E27FC236}">
                  <a16:creationId xmlns:a16="http://schemas.microsoft.com/office/drawing/2014/main" xmlns="" id="{059FFD46-3C17-4435-BE05-B8F5B829C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186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0004</a:t>
              </a:r>
            </a:p>
          </p:txBody>
        </p:sp>
        <p:sp>
          <p:nvSpPr>
            <p:cNvPr id="98333" name="Rectangle 23">
              <a:extLst>
                <a:ext uri="{FF2B5EF4-FFF2-40B4-BE49-F238E27FC236}">
                  <a16:creationId xmlns:a16="http://schemas.microsoft.com/office/drawing/2014/main" xmlns="" id="{70E782A7-C2FA-40CA-811B-3041CF02A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378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0005</a:t>
              </a:r>
            </a:p>
          </p:txBody>
        </p:sp>
        <p:sp>
          <p:nvSpPr>
            <p:cNvPr id="98334" name="Rectangle 24">
              <a:extLst>
                <a:ext uri="{FF2B5EF4-FFF2-40B4-BE49-F238E27FC236}">
                  <a16:creationId xmlns:a16="http://schemas.microsoft.com/office/drawing/2014/main" xmlns="" id="{6AB755B5-69E1-441D-9DC7-B69CFDB54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570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0006</a:t>
              </a:r>
            </a:p>
          </p:txBody>
        </p:sp>
        <p:sp>
          <p:nvSpPr>
            <p:cNvPr id="98335" name="Rectangle 25">
              <a:extLst>
                <a:ext uri="{FF2B5EF4-FFF2-40B4-BE49-F238E27FC236}">
                  <a16:creationId xmlns:a16="http://schemas.microsoft.com/office/drawing/2014/main" xmlns="" id="{90429B24-7366-45EE-8D5F-4E6ACE5EA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762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0007</a:t>
              </a:r>
            </a:p>
          </p:txBody>
        </p:sp>
        <p:sp>
          <p:nvSpPr>
            <p:cNvPr id="98336" name="Rectangle 26">
              <a:extLst>
                <a:ext uri="{FF2B5EF4-FFF2-40B4-BE49-F238E27FC236}">
                  <a16:creationId xmlns:a16="http://schemas.microsoft.com/office/drawing/2014/main" xmlns="" id="{F7DF5827-42A4-4C89-82DC-0F89D982D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954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0008</a:t>
              </a:r>
            </a:p>
          </p:txBody>
        </p:sp>
        <p:sp>
          <p:nvSpPr>
            <p:cNvPr id="98337" name="Rectangle 27">
              <a:extLst>
                <a:ext uri="{FF2B5EF4-FFF2-40B4-BE49-F238E27FC236}">
                  <a16:creationId xmlns:a16="http://schemas.microsoft.com/office/drawing/2014/main" xmlns="" id="{6CB49F18-EBBC-4B09-8F8B-6CCCCDC1C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146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0009</a:t>
              </a:r>
            </a:p>
          </p:txBody>
        </p:sp>
        <p:sp>
          <p:nvSpPr>
            <p:cNvPr id="98338" name="Rectangle 28">
              <a:extLst>
                <a:ext uri="{FF2B5EF4-FFF2-40B4-BE49-F238E27FC236}">
                  <a16:creationId xmlns:a16="http://schemas.microsoft.com/office/drawing/2014/main" xmlns="" id="{61B7CD45-7EEE-4A00-9014-05A11B9CD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338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0010</a:t>
              </a:r>
            </a:p>
          </p:txBody>
        </p:sp>
        <p:sp>
          <p:nvSpPr>
            <p:cNvPr id="98339" name="Rectangle 29">
              <a:extLst>
                <a:ext uri="{FF2B5EF4-FFF2-40B4-BE49-F238E27FC236}">
                  <a16:creationId xmlns:a16="http://schemas.microsoft.com/office/drawing/2014/main" xmlns="" id="{A85C9E02-B9A4-4474-B348-E3EDBFA4C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530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0011</a:t>
              </a:r>
            </a:p>
          </p:txBody>
        </p:sp>
        <p:grpSp>
          <p:nvGrpSpPr>
            <p:cNvPr id="98340" name="Group 30">
              <a:extLst>
                <a:ext uri="{FF2B5EF4-FFF2-40B4-BE49-F238E27FC236}">
                  <a16:creationId xmlns:a16="http://schemas.microsoft.com/office/drawing/2014/main" xmlns="" id="{AA36A84B-F355-4DC1-B4CB-25A71D6271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7" y="418"/>
              <a:ext cx="384" cy="3072"/>
              <a:chOff x="0" y="0"/>
              <a:chExt cx="384" cy="3072"/>
            </a:xfrm>
          </p:grpSpPr>
          <p:sp>
            <p:nvSpPr>
              <p:cNvPr id="98384" name="Rectangle 31">
                <a:extLst>
                  <a:ext uri="{FF2B5EF4-FFF2-40B4-BE49-F238E27FC236}">
                    <a16:creationId xmlns:a16="http://schemas.microsoft.com/office/drawing/2014/main" xmlns="" id="{66DDEDAF-D550-4ED9-81AE-9AC188A53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1536"/>
                <a:ext cx="384" cy="15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kumimoji="0" lang="en-US" altLang="zh-CN" sz="42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98385" name="Rectangle 32">
                <a:extLst>
                  <a:ext uri="{FF2B5EF4-FFF2-40B4-BE49-F238E27FC236}">
                    <a16:creationId xmlns:a16="http://schemas.microsoft.com/office/drawing/2014/main" xmlns="" id="{F98EDA3C-D92D-4EFF-9948-2185335D04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84" cy="15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kumimoji="0" lang="en-US" altLang="zh-CN" sz="42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</p:grpSp>
        <p:grpSp>
          <p:nvGrpSpPr>
            <p:cNvPr id="98341" name="Group 33">
              <a:extLst>
                <a:ext uri="{FF2B5EF4-FFF2-40B4-BE49-F238E27FC236}">
                  <a16:creationId xmlns:a16="http://schemas.microsoft.com/office/drawing/2014/main" xmlns="" id="{E2EC7BE7-0D7F-4D04-962A-DC7E8A6C6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" y="418"/>
              <a:ext cx="384" cy="3072"/>
              <a:chOff x="0" y="0"/>
              <a:chExt cx="384" cy="3072"/>
            </a:xfrm>
          </p:grpSpPr>
          <p:sp>
            <p:nvSpPr>
              <p:cNvPr id="98380" name="Rectangle 34">
                <a:extLst>
                  <a:ext uri="{FF2B5EF4-FFF2-40B4-BE49-F238E27FC236}">
                    <a16:creationId xmlns:a16="http://schemas.microsoft.com/office/drawing/2014/main" xmlns="" id="{5E1E6405-035A-4DE5-B427-3F5C8C85B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kumimoji="0" lang="en-US" altLang="zh-CN" sz="42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98381" name="Rectangle 35">
                <a:extLst>
                  <a:ext uri="{FF2B5EF4-FFF2-40B4-BE49-F238E27FC236}">
                    <a16:creationId xmlns:a16="http://schemas.microsoft.com/office/drawing/2014/main" xmlns="" id="{C6FE8597-B78E-4DF0-8803-252D732E6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kumimoji="0" lang="en-US" altLang="zh-CN" sz="42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98382" name="Rectangle 36">
                <a:extLst>
                  <a:ext uri="{FF2B5EF4-FFF2-40B4-BE49-F238E27FC236}">
                    <a16:creationId xmlns:a16="http://schemas.microsoft.com/office/drawing/2014/main" xmlns="" id="{1937360E-FF5F-446E-A0CB-96351EFE0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kumimoji="0" lang="en-US" altLang="zh-CN" sz="42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  <p:sp>
            <p:nvSpPr>
              <p:cNvPr id="98383" name="Rectangle 37">
                <a:extLst>
                  <a:ext uri="{FF2B5EF4-FFF2-40B4-BE49-F238E27FC236}">
                    <a16:creationId xmlns:a16="http://schemas.microsoft.com/office/drawing/2014/main" xmlns="" id="{E4A3C3BA-A418-4508-9B6E-A33672EEE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66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kumimoji="0" lang="en-US" altLang="zh-CN" sz="4200">
                  <a:solidFill>
                    <a:srgbClr val="000000"/>
                  </a:solidFill>
                  <a:latin typeface="Gill Sans"/>
                  <a:ea typeface="ヒラギノ角ゴ ProN W3"/>
                  <a:cs typeface="ヒラギノ角ゴ ProN W3"/>
                  <a:sym typeface="Gill Sans"/>
                </a:endParaRPr>
              </a:p>
            </p:txBody>
          </p:sp>
        </p:grpSp>
        <p:sp>
          <p:nvSpPr>
            <p:cNvPr id="98342" name="Rectangle 38">
              <a:extLst>
                <a:ext uri="{FF2B5EF4-FFF2-40B4-BE49-F238E27FC236}">
                  <a16:creationId xmlns:a16="http://schemas.microsoft.com/office/drawing/2014/main" xmlns="" id="{0830E9A3-CEC8-4DE9-82B4-C428E139A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43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32-bit</a:t>
              </a:r>
            </a:p>
            <a:p>
              <a:pPr algn="ctr" eaLnBrk="1" hangingPunct="1"/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Words</a:t>
              </a:r>
            </a:p>
          </p:txBody>
        </p:sp>
        <p:sp>
          <p:nvSpPr>
            <p:cNvPr id="98343" name="Rectangle 39">
              <a:extLst>
                <a:ext uri="{FF2B5EF4-FFF2-40B4-BE49-F238E27FC236}">
                  <a16:creationId xmlns:a16="http://schemas.microsoft.com/office/drawing/2014/main" xmlns="" id="{2A9ED12B-DAEC-4AC9-91B4-BDF4983A7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82"/>
              <a:ext cx="49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Bytes</a:t>
              </a:r>
            </a:p>
          </p:txBody>
        </p:sp>
        <p:sp>
          <p:nvSpPr>
            <p:cNvPr id="98344" name="Rectangle 40">
              <a:extLst>
                <a:ext uri="{FF2B5EF4-FFF2-40B4-BE49-F238E27FC236}">
                  <a16:creationId xmlns:a16="http://schemas.microsoft.com/office/drawing/2014/main" xmlns="" id="{E25D0BD0-D561-4CA5-BC1E-20EDD892F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8" y="82"/>
              <a:ext cx="46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Addr.</a:t>
              </a:r>
            </a:p>
          </p:txBody>
        </p:sp>
        <p:sp>
          <p:nvSpPr>
            <p:cNvPr id="98345" name="Rectangle 41">
              <a:extLst>
                <a:ext uri="{FF2B5EF4-FFF2-40B4-BE49-F238E27FC236}">
                  <a16:creationId xmlns:a16="http://schemas.microsoft.com/office/drawing/2014/main" xmlns="" id="{2AE2603C-36A9-477B-86DB-F92B7B78A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722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46" name="Rectangle 42">
              <a:extLst>
                <a:ext uri="{FF2B5EF4-FFF2-40B4-BE49-F238E27FC236}">
                  <a16:creationId xmlns:a16="http://schemas.microsoft.com/office/drawing/2014/main" xmlns="" id="{229046F0-755B-46A7-87E8-245DF3F2B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722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0012</a:t>
              </a:r>
            </a:p>
          </p:txBody>
        </p:sp>
        <p:sp>
          <p:nvSpPr>
            <p:cNvPr id="98347" name="Rectangle 43">
              <a:extLst>
                <a:ext uri="{FF2B5EF4-FFF2-40B4-BE49-F238E27FC236}">
                  <a16:creationId xmlns:a16="http://schemas.microsoft.com/office/drawing/2014/main" xmlns="" id="{20321BC0-2BA8-48BA-BD02-F23D7A747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2914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48" name="Rectangle 44">
              <a:extLst>
                <a:ext uri="{FF2B5EF4-FFF2-40B4-BE49-F238E27FC236}">
                  <a16:creationId xmlns:a16="http://schemas.microsoft.com/office/drawing/2014/main" xmlns="" id="{9A615110-F98F-4628-9FB6-1B839E049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2914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0013</a:t>
              </a:r>
            </a:p>
          </p:txBody>
        </p:sp>
        <p:sp>
          <p:nvSpPr>
            <p:cNvPr id="98349" name="Rectangle 45">
              <a:extLst>
                <a:ext uri="{FF2B5EF4-FFF2-40B4-BE49-F238E27FC236}">
                  <a16:creationId xmlns:a16="http://schemas.microsoft.com/office/drawing/2014/main" xmlns="" id="{187DF41E-18D7-4F0F-85E6-8A120F13C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106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50" name="Rectangle 46">
              <a:extLst>
                <a:ext uri="{FF2B5EF4-FFF2-40B4-BE49-F238E27FC236}">
                  <a16:creationId xmlns:a16="http://schemas.microsoft.com/office/drawing/2014/main" xmlns="" id="{A0C32D00-5FD2-467B-AE3D-B75F85779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3106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0014</a:t>
              </a:r>
            </a:p>
          </p:txBody>
        </p:sp>
        <p:sp>
          <p:nvSpPr>
            <p:cNvPr id="98351" name="Rectangle 47">
              <a:extLst>
                <a:ext uri="{FF2B5EF4-FFF2-40B4-BE49-F238E27FC236}">
                  <a16:creationId xmlns:a16="http://schemas.microsoft.com/office/drawing/2014/main" xmlns="" id="{42340822-27ED-4EF3-84F3-1584A3CC0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" y="3298"/>
              <a:ext cx="384" cy="19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6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kumimoji="0" lang="en-US" altLang="zh-CN" sz="4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endParaRPr>
            </a:p>
          </p:txBody>
        </p:sp>
        <p:sp>
          <p:nvSpPr>
            <p:cNvPr id="98352" name="Rectangle 48">
              <a:extLst>
                <a:ext uri="{FF2B5EF4-FFF2-40B4-BE49-F238E27FC236}">
                  <a16:creationId xmlns:a16="http://schemas.microsoft.com/office/drawing/2014/main" xmlns="" id="{8DCD17A9-EA61-4EF4-BAF6-F3C146096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3298"/>
              <a:ext cx="443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0015</a:t>
              </a:r>
            </a:p>
          </p:txBody>
        </p:sp>
        <p:sp>
          <p:nvSpPr>
            <p:cNvPr id="98353" name="Rectangle 49">
              <a:extLst>
                <a:ext uri="{FF2B5EF4-FFF2-40B4-BE49-F238E27FC236}">
                  <a16:creationId xmlns:a16="http://schemas.microsoft.com/office/drawing/2014/main" xmlns="" id="{D93E6F30-C33B-4A86-9AB1-20201F172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0"/>
              <a:ext cx="543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64-bit</a:t>
              </a:r>
            </a:p>
            <a:p>
              <a:pPr algn="ctr" eaLnBrk="1" hangingPunct="1"/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Words</a:t>
              </a:r>
            </a:p>
          </p:txBody>
        </p:sp>
        <p:sp>
          <p:nvSpPr>
            <p:cNvPr id="98354" name="Rectangle 50">
              <a:extLst>
                <a:ext uri="{FF2B5EF4-FFF2-40B4-BE49-F238E27FC236}">
                  <a16:creationId xmlns:a16="http://schemas.microsoft.com/office/drawing/2014/main" xmlns="" id="{9919C92A-34A9-499D-888E-EDBA40591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946"/>
              <a:ext cx="392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Addr </a:t>
              </a:r>
            </a:p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=</a:t>
              </a:r>
            </a:p>
            <a:p>
              <a:pPr algn="ctr" eaLnBrk="1" hangingPunct="1"/>
              <a:r>
                <a:rPr kumimoji="0" lang="en-US" altLang="zh-CN" sz="14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??</a:t>
              </a:r>
            </a:p>
          </p:txBody>
        </p:sp>
        <p:sp>
          <p:nvSpPr>
            <p:cNvPr id="98355" name="Rectangle 51">
              <a:extLst>
                <a:ext uri="{FF2B5EF4-FFF2-40B4-BE49-F238E27FC236}">
                  <a16:creationId xmlns:a16="http://schemas.microsoft.com/office/drawing/2014/main" xmlns="" id="{6F3F11CE-CAFC-4677-A2AA-91554B275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2434"/>
              <a:ext cx="392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Addr </a:t>
              </a:r>
            </a:p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=</a:t>
              </a:r>
            </a:p>
            <a:p>
              <a:pPr algn="ctr" eaLnBrk="1" hangingPunct="1"/>
              <a:r>
                <a:rPr kumimoji="0" lang="en-US" altLang="zh-CN" sz="14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??</a:t>
              </a:r>
            </a:p>
          </p:txBody>
        </p:sp>
        <p:sp>
          <p:nvSpPr>
            <p:cNvPr id="98356" name="Rectangle 52">
              <a:extLst>
                <a:ext uri="{FF2B5EF4-FFF2-40B4-BE49-F238E27FC236}">
                  <a16:creationId xmlns:a16="http://schemas.microsoft.com/office/drawing/2014/main" xmlns="" id="{7D1FBB2A-278D-469D-8E40-B4506AA9C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" y="562"/>
              <a:ext cx="392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Addr </a:t>
              </a:r>
            </a:p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=</a:t>
              </a:r>
            </a:p>
            <a:p>
              <a:pPr algn="ctr" eaLnBrk="1" hangingPunct="1"/>
              <a:r>
                <a:rPr kumimoji="0" lang="en-US" altLang="zh-CN" sz="14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??</a:t>
              </a:r>
            </a:p>
          </p:txBody>
        </p:sp>
        <p:sp>
          <p:nvSpPr>
            <p:cNvPr id="98357" name="Rectangle 53">
              <a:extLst>
                <a:ext uri="{FF2B5EF4-FFF2-40B4-BE49-F238E27FC236}">
                  <a16:creationId xmlns:a16="http://schemas.microsoft.com/office/drawing/2014/main" xmlns="" id="{B08371D8-9D26-46DA-8CEC-BBEE113F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" y="1330"/>
              <a:ext cx="392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Addr </a:t>
              </a:r>
            </a:p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=</a:t>
              </a:r>
            </a:p>
            <a:p>
              <a:pPr algn="ctr" eaLnBrk="1" hangingPunct="1"/>
              <a:r>
                <a:rPr kumimoji="0" lang="en-US" altLang="zh-CN" sz="14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??</a:t>
              </a:r>
            </a:p>
          </p:txBody>
        </p:sp>
        <p:sp>
          <p:nvSpPr>
            <p:cNvPr id="98358" name="Rectangle 54">
              <a:extLst>
                <a:ext uri="{FF2B5EF4-FFF2-40B4-BE49-F238E27FC236}">
                  <a16:creationId xmlns:a16="http://schemas.microsoft.com/office/drawing/2014/main" xmlns="" id="{64F793B8-40E9-485D-9C06-5C934FE9C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" y="2098"/>
              <a:ext cx="392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Addr </a:t>
              </a:r>
            </a:p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=</a:t>
              </a:r>
            </a:p>
            <a:p>
              <a:pPr algn="ctr" eaLnBrk="1" hangingPunct="1"/>
              <a:r>
                <a:rPr kumimoji="0" lang="en-US" altLang="zh-CN" sz="14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??</a:t>
              </a:r>
            </a:p>
          </p:txBody>
        </p:sp>
        <p:sp>
          <p:nvSpPr>
            <p:cNvPr id="98359" name="Rectangle 55">
              <a:extLst>
                <a:ext uri="{FF2B5EF4-FFF2-40B4-BE49-F238E27FC236}">
                  <a16:creationId xmlns:a16="http://schemas.microsoft.com/office/drawing/2014/main" xmlns="" id="{091033EF-3E52-4BF9-A6FD-E593247E0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" y="2866"/>
              <a:ext cx="392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0800" tIns="50800" bIns="50800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Addr </a:t>
              </a:r>
            </a:p>
            <a:p>
              <a:pPr algn="ctr" eaLnBrk="1" hangingPunct="1"/>
              <a:r>
                <a:rPr kumimoji="0" lang="en-US" altLang="zh-CN" sz="14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=</a:t>
              </a:r>
            </a:p>
            <a:p>
              <a:pPr algn="ctr" eaLnBrk="1" hangingPunct="1"/>
              <a:r>
                <a:rPr kumimoji="0" lang="en-US" altLang="zh-CN" sz="1400">
                  <a:solidFill>
                    <a:srgbClr val="000066"/>
                  </a:solidFill>
                  <a:latin typeface="Courier New" panose="02070309020205020404" pitchFamily="49" charset="0"/>
                  <a:cs typeface="Courier New" panose="02070309020205020404" pitchFamily="49" charset="0"/>
                  <a:sym typeface="Courier New" panose="02070309020205020404" pitchFamily="49" charset="0"/>
                </a:rPr>
                <a:t>??</a:t>
              </a:r>
            </a:p>
          </p:txBody>
        </p:sp>
        <p:grpSp>
          <p:nvGrpSpPr>
            <p:cNvPr id="98360" name="Group 56">
              <a:extLst>
                <a:ext uri="{FF2B5EF4-FFF2-40B4-BE49-F238E27FC236}">
                  <a16:creationId xmlns:a16="http://schemas.microsoft.com/office/drawing/2014/main" xmlns="" id="{C8E394F8-EFA2-4085-8DF3-375552D7C2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826"/>
              <a:ext cx="340" cy="2496"/>
              <a:chOff x="0" y="0"/>
              <a:chExt cx="340" cy="2496"/>
            </a:xfrm>
          </p:grpSpPr>
          <p:grpSp>
            <p:nvGrpSpPr>
              <p:cNvPr id="98368" name="Group 57">
                <a:extLst>
                  <a:ext uri="{FF2B5EF4-FFF2-40B4-BE49-F238E27FC236}">
                    <a16:creationId xmlns:a16="http://schemas.microsoft.com/office/drawing/2014/main" xmlns="" id="{8A57488B-068A-4FBC-BEC8-898B66BF0FA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40" cy="192"/>
                <a:chOff x="0" y="0"/>
                <a:chExt cx="340" cy="192"/>
              </a:xfrm>
            </p:grpSpPr>
            <p:sp>
              <p:nvSpPr>
                <p:cNvPr id="98378" name="Rectangle 58">
                  <a:extLst>
                    <a:ext uri="{FF2B5EF4-FFF2-40B4-BE49-F238E27FC236}">
                      <a16:creationId xmlns:a16="http://schemas.microsoft.com/office/drawing/2014/main" xmlns="" id="{C8965476-2CFB-470E-A6FF-F4E529B96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98379" name="Rectangle 59">
                  <a:extLst>
                    <a:ext uri="{FF2B5EF4-FFF2-40B4-BE49-F238E27FC236}">
                      <a16:creationId xmlns:a16="http://schemas.microsoft.com/office/drawing/2014/main" xmlns="" id="{42E3B961-0586-4154-A786-FDBD23D1A1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rIns="4572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</a:pPr>
                  <a:r>
                    <a:rPr kumimoji="0" lang="en-US" altLang="zh-CN" sz="1400">
                      <a:solidFill>
                        <a:srgbClr val="000066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  <a:sym typeface="Courier New" panose="02070309020205020404" pitchFamily="49" charset="0"/>
                    </a:rPr>
                    <a:t>0000</a:t>
                  </a:r>
                </a:p>
              </p:txBody>
            </p:sp>
          </p:grpSp>
          <p:grpSp>
            <p:nvGrpSpPr>
              <p:cNvPr id="98369" name="Group 60">
                <a:extLst>
                  <a:ext uri="{FF2B5EF4-FFF2-40B4-BE49-F238E27FC236}">
                    <a16:creationId xmlns:a16="http://schemas.microsoft.com/office/drawing/2014/main" xmlns="" id="{439D3BF9-4823-416D-97D8-059B183137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340" cy="192"/>
                <a:chOff x="0" y="0"/>
                <a:chExt cx="340" cy="192"/>
              </a:xfrm>
            </p:grpSpPr>
            <p:sp>
              <p:nvSpPr>
                <p:cNvPr id="98376" name="Rectangle 61">
                  <a:extLst>
                    <a:ext uri="{FF2B5EF4-FFF2-40B4-BE49-F238E27FC236}">
                      <a16:creationId xmlns:a16="http://schemas.microsoft.com/office/drawing/2014/main" xmlns="" id="{5FBA673C-E3DA-41E4-86C8-21299D1B19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98377" name="Rectangle 62">
                  <a:extLst>
                    <a:ext uri="{FF2B5EF4-FFF2-40B4-BE49-F238E27FC236}">
                      <a16:creationId xmlns:a16="http://schemas.microsoft.com/office/drawing/2014/main" xmlns="" id="{F424D865-5630-4C57-8357-48DA8CA699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rIns="4572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</a:pPr>
                  <a:r>
                    <a:rPr kumimoji="0" lang="en-US" altLang="zh-CN" sz="1400">
                      <a:solidFill>
                        <a:srgbClr val="000066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  <a:sym typeface="Courier New" panose="02070309020205020404" pitchFamily="49" charset="0"/>
                    </a:rPr>
                    <a:t>0004</a:t>
                  </a:r>
                </a:p>
              </p:txBody>
            </p:sp>
          </p:grpSp>
          <p:grpSp>
            <p:nvGrpSpPr>
              <p:cNvPr id="98370" name="Group 63">
                <a:extLst>
                  <a:ext uri="{FF2B5EF4-FFF2-40B4-BE49-F238E27FC236}">
                    <a16:creationId xmlns:a16="http://schemas.microsoft.com/office/drawing/2014/main" xmlns="" id="{742395D1-B5C1-4D16-93C0-4D2D4BBCB7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36"/>
                <a:ext cx="340" cy="192"/>
                <a:chOff x="0" y="0"/>
                <a:chExt cx="340" cy="192"/>
              </a:xfrm>
            </p:grpSpPr>
            <p:sp>
              <p:nvSpPr>
                <p:cNvPr id="98374" name="Rectangle 64">
                  <a:extLst>
                    <a:ext uri="{FF2B5EF4-FFF2-40B4-BE49-F238E27FC236}">
                      <a16:creationId xmlns:a16="http://schemas.microsoft.com/office/drawing/2014/main" xmlns="" id="{F46B872D-733B-454C-98E7-6B4FF647F7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98375" name="Rectangle 65">
                  <a:extLst>
                    <a:ext uri="{FF2B5EF4-FFF2-40B4-BE49-F238E27FC236}">
                      <a16:creationId xmlns:a16="http://schemas.microsoft.com/office/drawing/2014/main" xmlns="" id="{BC48DB99-9169-4CAC-8063-29E3D01531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rIns="4572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</a:pPr>
                  <a:r>
                    <a:rPr kumimoji="0" lang="en-US" altLang="zh-CN" sz="1400">
                      <a:solidFill>
                        <a:srgbClr val="000066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  <a:sym typeface="Courier New" panose="02070309020205020404" pitchFamily="49" charset="0"/>
                    </a:rPr>
                    <a:t>0008</a:t>
                  </a:r>
                </a:p>
              </p:txBody>
            </p:sp>
          </p:grpSp>
          <p:grpSp>
            <p:nvGrpSpPr>
              <p:cNvPr id="98371" name="Group 66">
                <a:extLst>
                  <a:ext uri="{FF2B5EF4-FFF2-40B4-BE49-F238E27FC236}">
                    <a16:creationId xmlns:a16="http://schemas.microsoft.com/office/drawing/2014/main" xmlns="" id="{1E198B36-AC19-4289-9729-AEB43153D1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04"/>
                <a:ext cx="340" cy="192"/>
                <a:chOff x="0" y="0"/>
                <a:chExt cx="340" cy="192"/>
              </a:xfrm>
            </p:grpSpPr>
            <p:sp>
              <p:nvSpPr>
                <p:cNvPr id="98372" name="Rectangle 67">
                  <a:extLst>
                    <a:ext uri="{FF2B5EF4-FFF2-40B4-BE49-F238E27FC236}">
                      <a16:creationId xmlns:a16="http://schemas.microsoft.com/office/drawing/2014/main" xmlns="" id="{8CB5BFFA-8B66-40C4-910B-7F446CB765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98373" name="Rectangle 68">
                  <a:extLst>
                    <a:ext uri="{FF2B5EF4-FFF2-40B4-BE49-F238E27FC236}">
                      <a16:creationId xmlns:a16="http://schemas.microsoft.com/office/drawing/2014/main" xmlns="" id="{988483E9-0503-4708-B040-9D4A3075E4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rIns="4572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</a:pPr>
                  <a:r>
                    <a:rPr kumimoji="0" lang="en-US" altLang="zh-CN" sz="1400">
                      <a:solidFill>
                        <a:srgbClr val="000066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  <a:sym typeface="Courier New" panose="02070309020205020404" pitchFamily="49" charset="0"/>
                    </a:rPr>
                    <a:t>0012</a:t>
                  </a:r>
                </a:p>
              </p:txBody>
            </p:sp>
          </p:grpSp>
        </p:grpSp>
        <p:grpSp>
          <p:nvGrpSpPr>
            <p:cNvPr id="98361" name="Group 69">
              <a:extLst>
                <a:ext uri="{FF2B5EF4-FFF2-40B4-BE49-F238E27FC236}">
                  <a16:creationId xmlns:a16="http://schemas.microsoft.com/office/drawing/2014/main" xmlns="" id="{C001416B-C8AE-49C4-8D10-BB3B9BB6C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9" y="1210"/>
              <a:ext cx="340" cy="1680"/>
              <a:chOff x="0" y="0"/>
              <a:chExt cx="340" cy="1680"/>
            </a:xfrm>
          </p:grpSpPr>
          <p:grpSp>
            <p:nvGrpSpPr>
              <p:cNvPr id="98362" name="Group 70">
                <a:extLst>
                  <a:ext uri="{FF2B5EF4-FFF2-40B4-BE49-F238E27FC236}">
                    <a16:creationId xmlns:a16="http://schemas.microsoft.com/office/drawing/2014/main" xmlns="" id="{68CC0AAD-40CA-4CD4-9B2B-F9E1DF808E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40" cy="192"/>
                <a:chOff x="0" y="0"/>
                <a:chExt cx="340" cy="192"/>
              </a:xfrm>
            </p:grpSpPr>
            <p:sp>
              <p:nvSpPr>
                <p:cNvPr id="98366" name="Rectangle 71">
                  <a:extLst>
                    <a:ext uri="{FF2B5EF4-FFF2-40B4-BE49-F238E27FC236}">
                      <a16:creationId xmlns:a16="http://schemas.microsoft.com/office/drawing/2014/main" xmlns="" id="{A2657DE3-5F96-4C5B-B6AB-216FAAAB94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98367" name="Rectangle 72">
                  <a:extLst>
                    <a:ext uri="{FF2B5EF4-FFF2-40B4-BE49-F238E27FC236}">
                      <a16:creationId xmlns:a16="http://schemas.microsoft.com/office/drawing/2014/main" xmlns="" id="{10E430E3-DB05-4E7A-BD7E-EFB5ADE6DB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rIns="4572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</a:pPr>
                  <a:r>
                    <a:rPr kumimoji="0" lang="en-US" altLang="zh-CN" sz="1400">
                      <a:solidFill>
                        <a:srgbClr val="000066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  <a:sym typeface="Courier New" panose="02070309020205020404" pitchFamily="49" charset="0"/>
                    </a:rPr>
                    <a:t>0000</a:t>
                  </a:r>
                </a:p>
              </p:txBody>
            </p:sp>
          </p:grpSp>
          <p:grpSp>
            <p:nvGrpSpPr>
              <p:cNvPr id="98363" name="Group 73">
                <a:extLst>
                  <a:ext uri="{FF2B5EF4-FFF2-40B4-BE49-F238E27FC236}">
                    <a16:creationId xmlns:a16="http://schemas.microsoft.com/office/drawing/2014/main" xmlns="" id="{18BA663F-1DF6-4F4B-BB6E-96A8571F20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88"/>
                <a:ext cx="340" cy="192"/>
                <a:chOff x="0" y="0"/>
                <a:chExt cx="340" cy="192"/>
              </a:xfrm>
            </p:grpSpPr>
            <p:sp>
              <p:nvSpPr>
                <p:cNvPr id="98364" name="Rectangle 74">
                  <a:extLst>
                    <a:ext uri="{FF2B5EF4-FFF2-40B4-BE49-F238E27FC236}">
                      <a16:creationId xmlns:a16="http://schemas.microsoft.com/office/drawing/2014/main" xmlns="" id="{051201FB-ABBE-44BF-A568-8683DB80F4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" y="24"/>
                  <a:ext cx="288" cy="144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98365" name="Rectangle 75">
                  <a:extLst>
                    <a:ext uri="{FF2B5EF4-FFF2-40B4-BE49-F238E27FC236}">
                      <a16:creationId xmlns:a16="http://schemas.microsoft.com/office/drawing/2014/main" xmlns="" id="{E8BC5B2A-38F6-48D7-B8F5-5D59796DE5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40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rIns="4572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90000"/>
                    </a:lnSpc>
                  </a:pPr>
                  <a:r>
                    <a:rPr kumimoji="0" lang="en-US" altLang="zh-CN" sz="1400">
                      <a:solidFill>
                        <a:srgbClr val="000066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  <a:sym typeface="Courier New" panose="02070309020205020404" pitchFamily="49" charset="0"/>
                    </a:rPr>
                    <a:t>0008</a:t>
                  </a:r>
                </a:p>
              </p:txBody>
            </p:sp>
          </p:grpSp>
        </p:grpSp>
      </p:grpSp>
      <p:sp>
        <p:nvSpPr>
          <p:cNvPr id="98310" name="Rectangle 72">
            <a:extLst>
              <a:ext uri="{FF2B5EF4-FFF2-40B4-BE49-F238E27FC236}">
                <a16:creationId xmlns:a16="http://schemas.microsoft.com/office/drawing/2014/main" xmlns="" id="{22D4D433-0B52-4E45-8B7C-4A0911F14BF5}"/>
              </a:ext>
            </a:extLst>
          </p:cNvPr>
          <p:cNvSpPr>
            <a:spLocks/>
          </p:cNvSpPr>
          <p:nvPr/>
        </p:nvSpPr>
        <p:spPr bwMode="auto">
          <a:xfrm>
            <a:off x="6286500" y="2135188"/>
            <a:ext cx="6350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4572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kumimoji="0" lang="en-US" altLang="zh-CN" sz="1400" b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data1</a:t>
            </a:r>
          </a:p>
        </p:txBody>
      </p:sp>
      <p:sp>
        <p:nvSpPr>
          <p:cNvPr id="98311" name="Rectangle 72">
            <a:extLst>
              <a:ext uri="{FF2B5EF4-FFF2-40B4-BE49-F238E27FC236}">
                <a16:creationId xmlns:a16="http://schemas.microsoft.com/office/drawing/2014/main" xmlns="" id="{58282129-B019-43C4-9603-C0EE3242DE31}"/>
              </a:ext>
            </a:extLst>
          </p:cNvPr>
          <p:cNvSpPr>
            <a:spLocks/>
          </p:cNvSpPr>
          <p:nvPr/>
        </p:nvSpPr>
        <p:spPr bwMode="auto">
          <a:xfrm>
            <a:off x="6300788" y="4427538"/>
            <a:ext cx="63341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4572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kumimoji="0" lang="en-US" altLang="zh-CN" sz="1400" b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data2</a:t>
            </a:r>
          </a:p>
        </p:txBody>
      </p:sp>
      <p:sp>
        <p:nvSpPr>
          <p:cNvPr id="98312" name="Rectangle 72">
            <a:extLst>
              <a:ext uri="{FF2B5EF4-FFF2-40B4-BE49-F238E27FC236}">
                <a16:creationId xmlns:a16="http://schemas.microsoft.com/office/drawing/2014/main" xmlns="" id="{7BB5E181-6889-40DD-B524-F36235306432}"/>
              </a:ext>
            </a:extLst>
          </p:cNvPr>
          <p:cNvSpPr>
            <a:spLocks/>
          </p:cNvSpPr>
          <p:nvPr/>
        </p:nvSpPr>
        <p:spPr bwMode="auto">
          <a:xfrm>
            <a:off x="5378450" y="1633538"/>
            <a:ext cx="63341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4572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kumimoji="0" lang="en-US" altLang="zh-CN" sz="1400" b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data1</a:t>
            </a:r>
          </a:p>
        </p:txBody>
      </p:sp>
      <p:sp>
        <p:nvSpPr>
          <p:cNvPr id="98313" name="Rectangle 72">
            <a:extLst>
              <a:ext uri="{FF2B5EF4-FFF2-40B4-BE49-F238E27FC236}">
                <a16:creationId xmlns:a16="http://schemas.microsoft.com/office/drawing/2014/main" xmlns="" id="{41D347A7-CE81-4579-BEE3-67A33314F9FB}"/>
              </a:ext>
            </a:extLst>
          </p:cNvPr>
          <p:cNvSpPr>
            <a:spLocks/>
          </p:cNvSpPr>
          <p:nvPr/>
        </p:nvSpPr>
        <p:spPr bwMode="auto">
          <a:xfrm>
            <a:off x="5378450" y="2857500"/>
            <a:ext cx="63341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4572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kumimoji="0" lang="en-US" altLang="zh-CN" sz="1400" b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data2</a:t>
            </a:r>
          </a:p>
        </p:txBody>
      </p:sp>
      <p:sp>
        <p:nvSpPr>
          <p:cNvPr id="98314" name="Rectangle 72">
            <a:extLst>
              <a:ext uri="{FF2B5EF4-FFF2-40B4-BE49-F238E27FC236}">
                <a16:creationId xmlns:a16="http://schemas.microsoft.com/office/drawing/2014/main" xmlns="" id="{612CC598-318C-495B-93B0-6D9A0B55FEAF}"/>
              </a:ext>
            </a:extLst>
          </p:cNvPr>
          <p:cNvSpPr>
            <a:spLocks/>
          </p:cNvSpPr>
          <p:nvPr/>
        </p:nvSpPr>
        <p:spPr bwMode="auto">
          <a:xfrm>
            <a:off x="5364163" y="4081463"/>
            <a:ext cx="6350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4572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kumimoji="0" lang="en-US" altLang="zh-CN" sz="1400" b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data3</a:t>
            </a:r>
          </a:p>
        </p:txBody>
      </p:sp>
      <p:sp>
        <p:nvSpPr>
          <p:cNvPr id="98315" name="Rectangle 72">
            <a:extLst>
              <a:ext uri="{FF2B5EF4-FFF2-40B4-BE49-F238E27FC236}">
                <a16:creationId xmlns:a16="http://schemas.microsoft.com/office/drawing/2014/main" xmlns="" id="{5B85522C-1772-4929-BDB9-5750FD0A7935}"/>
              </a:ext>
            </a:extLst>
          </p:cNvPr>
          <p:cNvSpPr>
            <a:spLocks/>
          </p:cNvSpPr>
          <p:nvPr/>
        </p:nvSpPr>
        <p:spPr bwMode="auto">
          <a:xfrm>
            <a:off x="5364163" y="5291138"/>
            <a:ext cx="6350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rIns="4572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kumimoji="0" lang="en-US" altLang="zh-CN" sz="1400" b="1">
                <a:solidFill>
                  <a:srgbClr val="000066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 panose="02070309020205020404" pitchFamily="49" charset="0"/>
              </a:rPr>
              <a:t>data4</a:t>
            </a:r>
          </a:p>
        </p:txBody>
      </p:sp>
    </p:spTree>
  </p:cSld>
  <p:clrMapOvr>
    <a:masterClrMapping/>
  </p:clrMapOvr>
  <p:transition spd="med">
    <p:pull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FA28804-418D-4003-B41B-A51AA4B8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存储器中的字节序</a:t>
            </a:r>
          </a:p>
        </p:txBody>
      </p:sp>
      <p:sp>
        <p:nvSpPr>
          <p:cNvPr id="99331" name="内容占位符 2">
            <a:extLst>
              <a:ext uri="{FF2B5EF4-FFF2-40B4-BE49-F238E27FC236}">
                <a16:creationId xmlns:a16="http://schemas.microsoft.com/office/drawing/2014/main" xmlns="" id="{CAAE55B7-F7A5-4412-B9A0-A0E5D892D9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小端方式</a:t>
            </a:r>
            <a:r>
              <a:rPr lang="en-US" altLang="zh-CN"/>
              <a:t>Little Endian</a:t>
            </a:r>
          </a:p>
          <a:p>
            <a:pPr lvl="1"/>
            <a:r>
              <a:rPr lang="zh-CN" altLang="en-US"/>
              <a:t>低字节存放在小地址处，即低字节在前高字节后</a:t>
            </a:r>
            <a:endParaRPr lang="en-US" altLang="zh-CN"/>
          </a:p>
          <a:p>
            <a:pPr lvl="1"/>
            <a:r>
              <a:rPr lang="en-US" altLang="zh-CN"/>
              <a:t>x86</a:t>
            </a:r>
            <a:r>
              <a:rPr lang="zh-CN" altLang="en-US"/>
              <a:t>处理器</a:t>
            </a:r>
            <a:endParaRPr lang="en-US" altLang="zh-CN"/>
          </a:p>
          <a:p>
            <a:r>
              <a:rPr lang="zh-CN" altLang="en-US"/>
              <a:t>大端方式</a:t>
            </a:r>
            <a:r>
              <a:rPr lang="en-US" altLang="zh-CN"/>
              <a:t>Big Endian</a:t>
            </a:r>
          </a:p>
          <a:p>
            <a:pPr lvl="1"/>
            <a:r>
              <a:rPr lang="zh-CN" altLang="en-US"/>
              <a:t>低字节存放在大地址处，即高字节在前低字节后</a:t>
            </a:r>
            <a:endParaRPr lang="en-US" altLang="zh-CN"/>
          </a:p>
          <a:p>
            <a:pPr lvl="1"/>
            <a:r>
              <a:rPr lang="en-US" altLang="zh-CN"/>
              <a:t>SPARC</a:t>
            </a:r>
            <a:r>
              <a:rPr lang="zh-CN" altLang="en-US"/>
              <a:t>处理器，</a:t>
            </a:r>
            <a:r>
              <a:rPr lang="en-US" altLang="zh-CN"/>
              <a:t>IBM Power</a:t>
            </a:r>
            <a:r>
              <a:rPr lang="zh-CN" altLang="en-US"/>
              <a:t>处理器</a:t>
            </a:r>
          </a:p>
          <a:p>
            <a:pPr lvl="1"/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169C0DE-2900-4585-9997-D58E42EE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CN" altLang="en-US"/>
              <a:t>例   不同处理器存储整数的字节序      </a:t>
            </a:r>
          </a:p>
        </p:txBody>
      </p:sp>
      <p:sp>
        <p:nvSpPr>
          <p:cNvPr id="100355" name="内容占位符 2">
            <a:extLst>
              <a:ext uri="{FF2B5EF4-FFF2-40B4-BE49-F238E27FC236}">
                <a16:creationId xmlns:a16="http://schemas.microsoft.com/office/drawing/2014/main" xmlns="" id="{B0062ADF-4477-4862-B37F-278B1FBC2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0BED6354-E3CC-4726-AF1C-CD8A77CDF516}"/>
              </a:ext>
            </a:extLst>
          </p:cNvPr>
          <p:cNvSpPr>
            <a:spLocks/>
          </p:cNvSpPr>
          <p:nvPr/>
        </p:nvSpPr>
        <p:spPr bwMode="auto">
          <a:xfrm>
            <a:off x="5697538" y="3095625"/>
            <a:ext cx="2730500" cy="18415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rgbClr val="808080">
                <a:alpha val="75000"/>
              </a:srgbClr>
            </a:outerShdw>
          </a:effectLst>
        </p:spPr>
        <p:txBody>
          <a:bodyPr lIns="0" tIns="0" rIns="0" bIns="0"/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en-US" sz="4200" kern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364EED57-0CA2-4CCA-9DC7-9244E0D5C41B}"/>
              </a:ext>
            </a:extLst>
          </p:cNvPr>
          <p:cNvSpPr>
            <a:spLocks/>
          </p:cNvSpPr>
          <p:nvPr/>
        </p:nvSpPr>
        <p:spPr bwMode="auto">
          <a:xfrm>
            <a:off x="977900" y="3135313"/>
            <a:ext cx="2730500" cy="1841500"/>
          </a:xfrm>
          <a:prstGeom prst="rect">
            <a:avLst/>
          </a:prstGeom>
          <a:solidFill>
            <a:srgbClr val="F2F2F2"/>
          </a:solidFill>
          <a:ln w="12700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rgbClr val="808080">
                <a:alpha val="75000"/>
              </a:srgbClr>
            </a:outerShdw>
          </a:effectLst>
        </p:spPr>
        <p:txBody>
          <a:bodyPr lIns="0" tIns="0" rIns="0" bIns="0"/>
          <a:lstStyle/>
          <a:p>
            <a:pPr eaLnBrk="1" fontAlgn="auto" hangingPunct="1">
              <a:spcAft>
                <a:spcPts val="0"/>
              </a:spcAft>
              <a:defRPr/>
            </a:pPr>
            <a:endParaRPr kumimoji="0" lang="en-US" sz="4200" kern="0">
              <a:solidFill>
                <a:srgbClr val="000000"/>
              </a:solidFill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grpSp>
        <p:nvGrpSpPr>
          <p:cNvPr id="100359" name="Group 8">
            <a:extLst>
              <a:ext uri="{FF2B5EF4-FFF2-40B4-BE49-F238E27FC236}">
                <a16:creationId xmlns:a16="http://schemas.microsoft.com/office/drawing/2014/main" xmlns="" id="{B5D1F5C4-F0B9-415F-AE37-1BF25B540838}"/>
              </a:ext>
            </a:extLst>
          </p:cNvPr>
          <p:cNvGrpSpPr>
            <a:grpSpLocks/>
          </p:cNvGrpSpPr>
          <p:nvPr/>
        </p:nvGrpSpPr>
        <p:grpSpPr bwMode="auto">
          <a:xfrm>
            <a:off x="965200" y="3121025"/>
            <a:ext cx="1476375" cy="1703388"/>
            <a:chOff x="0" y="0"/>
            <a:chExt cx="930" cy="1073"/>
          </a:xfrm>
        </p:grpSpPr>
        <p:grpSp>
          <p:nvGrpSpPr>
            <p:cNvPr id="100422" name="Group 9">
              <a:extLst>
                <a:ext uri="{FF2B5EF4-FFF2-40B4-BE49-F238E27FC236}">
                  <a16:creationId xmlns:a16="http://schemas.microsoft.com/office/drawing/2014/main" xmlns="" id="{4DF4385B-0273-425F-902B-2BF305C0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65"/>
              <a:ext cx="384" cy="808"/>
              <a:chOff x="0" y="-8"/>
              <a:chExt cx="384" cy="808"/>
            </a:xfrm>
          </p:grpSpPr>
          <p:grpSp>
            <p:nvGrpSpPr>
              <p:cNvPr id="100424" name="Group 10">
                <a:extLst>
                  <a:ext uri="{FF2B5EF4-FFF2-40B4-BE49-F238E27FC236}">
                    <a16:creationId xmlns:a16="http://schemas.microsoft.com/office/drawing/2014/main" xmlns="" id="{FD94BA4E-3B01-43BF-B14F-FD5C7B0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-8"/>
                <a:ext cx="384" cy="239"/>
                <a:chOff x="0" y="-8"/>
                <a:chExt cx="384" cy="239"/>
              </a:xfrm>
            </p:grpSpPr>
            <p:sp>
              <p:nvSpPr>
                <p:cNvPr id="100434" name="Rectangle 11">
                  <a:extLst>
                    <a:ext uri="{FF2B5EF4-FFF2-40B4-BE49-F238E27FC236}">
                      <a16:creationId xmlns:a16="http://schemas.microsoft.com/office/drawing/2014/main" xmlns="" id="{4DCF04C7-2A07-4FC6-ACEF-2A2EE1EFEA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35" name="Rectangle 12">
                  <a:extLst>
                    <a:ext uri="{FF2B5EF4-FFF2-40B4-BE49-F238E27FC236}">
                      <a16:creationId xmlns:a16="http://schemas.microsoft.com/office/drawing/2014/main" xmlns="" id="{904EA296-1C33-410E-A803-5371E65E5B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6A</a:t>
                  </a:r>
                </a:p>
              </p:txBody>
            </p:sp>
          </p:grpSp>
          <p:grpSp>
            <p:nvGrpSpPr>
              <p:cNvPr id="100425" name="Group 13">
                <a:extLst>
                  <a:ext uri="{FF2B5EF4-FFF2-40B4-BE49-F238E27FC236}">
                    <a16:creationId xmlns:a16="http://schemas.microsoft.com/office/drawing/2014/main" xmlns="" id="{C7221947-CF8E-4DD7-A335-126B3C2E70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84"/>
                <a:ext cx="384" cy="239"/>
                <a:chOff x="0" y="-8"/>
                <a:chExt cx="384" cy="239"/>
              </a:xfrm>
            </p:grpSpPr>
            <p:sp>
              <p:nvSpPr>
                <p:cNvPr id="100432" name="Rectangle 14">
                  <a:extLst>
                    <a:ext uri="{FF2B5EF4-FFF2-40B4-BE49-F238E27FC236}">
                      <a16:creationId xmlns:a16="http://schemas.microsoft.com/office/drawing/2014/main" xmlns="" id="{9F2D47FB-BEBA-4D90-8B89-27A61C2E55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33" name="Rectangle 15">
                  <a:extLst>
                    <a:ext uri="{FF2B5EF4-FFF2-40B4-BE49-F238E27FC236}">
                      <a16:creationId xmlns:a16="http://schemas.microsoft.com/office/drawing/2014/main" xmlns="" id="{C69376B4-4E7B-456A-99E3-4A2CA63DBC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39</a:t>
                  </a:r>
                </a:p>
              </p:txBody>
            </p:sp>
          </p:grpSp>
          <p:grpSp>
            <p:nvGrpSpPr>
              <p:cNvPr id="100426" name="Group 16">
                <a:extLst>
                  <a:ext uri="{FF2B5EF4-FFF2-40B4-BE49-F238E27FC236}">
                    <a16:creationId xmlns:a16="http://schemas.microsoft.com/office/drawing/2014/main" xmlns="" id="{D9F83697-90F2-4E82-966E-458A0B83FA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76"/>
                <a:ext cx="384" cy="239"/>
                <a:chOff x="0" y="-8"/>
                <a:chExt cx="384" cy="239"/>
              </a:xfrm>
            </p:grpSpPr>
            <p:sp>
              <p:nvSpPr>
                <p:cNvPr id="100430" name="Rectangle 17">
                  <a:extLst>
                    <a:ext uri="{FF2B5EF4-FFF2-40B4-BE49-F238E27FC236}">
                      <a16:creationId xmlns:a16="http://schemas.microsoft.com/office/drawing/2014/main" xmlns="" id="{9AFF3BB6-C35A-4FCB-A3F7-49DD4C0F8B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31" name="Rectangle 18">
                  <a:extLst>
                    <a:ext uri="{FF2B5EF4-FFF2-40B4-BE49-F238E27FC236}">
                      <a16:creationId xmlns:a16="http://schemas.microsoft.com/office/drawing/2014/main" xmlns="" id="{DCA34AF0-8CB8-4621-8560-D68524E494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03</a:t>
                  </a:r>
                </a:p>
              </p:txBody>
            </p:sp>
          </p:grpSp>
          <p:grpSp>
            <p:nvGrpSpPr>
              <p:cNvPr id="100427" name="Group 19">
                <a:extLst>
                  <a:ext uri="{FF2B5EF4-FFF2-40B4-BE49-F238E27FC236}">
                    <a16:creationId xmlns:a16="http://schemas.microsoft.com/office/drawing/2014/main" xmlns="" id="{2004698F-4AD9-41C8-9899-C128B8F610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100428" name="Rectangle 20">
                  <a:extLst>
                    <a:ext uri="{FF2B5EF4-FFF2-40B4-BE49-F238E27FC236}">
                      <a16:creationId xmlns:a16="http://schemas.microsoft.com/office/drawing/2014/main" xmlns="" id="{35F458ED-D306-46C2-ADB5-BD4BFF1E4E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29" name="Rectangle 21">
                  <a:extLst>
                    <a:ext uri="{FF2B5EF4-FFF2-40B4-BE49-F238E27FC236}">
                      <a16:creationId xmlns:a16="http://schemas.microsoft.com/office/drawing/2014/main" xmlns="" id="{CF51117F-4C5D-4239-B3F2-7A4B13CDDB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00</a:t>
                  </a:r>
                </a:p>
              </p:txBody>
            </p:sp>
          </p:grpSp>
        </p:grpSp>
        <p:sp>
          <p:nvSpPr>
            <p:cNvPr id="100423" name="Rectangle 22">
              <a:extLst>
                <a:ext uri="{FF2B5EF4-FFF2-40B4-BE49-F238E27FC236}">
                  <a16:creationId xmlns:a16="http://schemas.microsoft.com/office/drawing/2014/main" xmlns="" id="{C22CC4BF-3C8D-44F3-9B01-AF2B5C227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3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IA32, x86-64</a:t>
              </a:r>
            </a:p>
          </p:txBody>
        </p:sp>
      </p:grpSp>
      <p:grpSp>
        <p:nvGrpSpPr>
          <p:cNvPr id="100360" name="Group 23">
            <a:extLst>
              <a:ext uri="{FF2B5EF4-FFF2-40B4-BE49-F238E27FC236}">
                <a16:creationId xmlns:a16="http://schemas.microsoft.com/office/drawing/2014/main" xmlns="" id="{683D0E8D-11F5-47BE-A278-2743CE9644E7}"/>
              </a:ext>
            </a:extLst>
          </p:cNvPr>
          <p:cNvGrpSpPr>
            <a:grpSpLocks/>
          </p:cNvGrpSpPr>
          <p:nvPr/>
        </p:nvGrpSpPr>
        <p:grpSpPr bwMode="auto">
          <a:xfrm>
            <a:off x="2725738" y="3121025"/>
            <a:ext cx="935037" cy="1714500"/>
            <a:chOff x="-91" y="0"/>
            <a:chExt cx="589" cy="1080"/>
          </a:xfrm>
        </p:grpSpPr>
        <p:grpSp>
          <p:nvGrpSpPr>
            <p:cNvPr id="100408" name="Group 24">
              <a:extLst>
                <a:ext uri="{FF2B5EF4-FFF2-40B4-BE49-F238E27FC236}">
                  <a16:creationId xmlns:a16="http://schemas.microsoft.com/office/drawing/2014/main" xmlns="" id="{8585025A-4D0E-4D65-AF76-52385786A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73"/>
              <a:ext cx="384" cy="807"/>
              <a:chOff x="0" y="0"/>
              <a:chExt cx="384" cy="807"/>
            </a:xfrm>
          </p:grpSpPr>
          <p:grpSp>
            <p:nvGrpSpPr>
              <p:cNvPr id="100410" name="Group 25">
                <a:extLst>
                  <a:ext uri="{FF2B5EF4-FFF2-40B4-BE49-F238E27FC236}">
                    <a16:creationId xmlns:a16="http://schemas.microsoft.com/office/drawing/2014/main" xmlns="" id="{FCFBB4DE-E41C-4A99-9447-C48695A583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76"/>
                <a:ext cx="384" cy="239"/>
                <a:chOff x="0" y="-8"/>
                <a:chExt cx="384" cy="239"/>
              </a:xfrm>
            </p:grpSpPr>
            <p:sp>
              <p:nvSpPr>
                <p:cNvPr id="100420" name="Rectangle 26">
                  <a:extLst>
                    <a:ext uri="{FF2B5EF4-FFF2-40B4-BE49-F238E27FC236}">
                      <a16:creationId xmlns:a16="http://schemas.microsoft.com/office/drawing/2014/main" xmlns="" id="{8253E6D8-E8F4-46BE-9E32-C58E5F6300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21" name="Rectangle 27">
                  <a:extLst>
                    <a:ext uri="{FF2B5EF4-FFF2-40B4-BE49-F238E27FC236}">
                      <a16:creationId xmlns:a16="http://schemas.microsoft.com/office/drawing/2014/main" xmlns="" id="{F9F26F2F-F20C-40E1-87BD-85BAC1BC39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39</a:t>
                  </a:r>
                </a:p>
              </p:txBody>
            </p:sp>
          </p:grpSp>
          <p:grpSp>
            <p:nvGrpSpPr>
              <p:cNvPr id="100411" name="Group 28">
                <a:extLst>
                  <a:ext uri="{FF2B5EF4-FFF2-40B4-BE49-F238E27FC236}">
                    <a16:creationId xmlns:a16="http://schemas.microsoft.com/office/drawing/2014/main" xmlns="" id="{42121D80-50C6-40DB-B699-C0CC780375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68"/>
                <a:ext cx="384" cy="239"/>
                <a:chOff x="0" y="-8"/>
                <a:chExt cx="384" cy="239"/>
              </a:xfrm>
            </p:grpSpPr>
            <p:sp>
              <p:nvSpPr>
                <p:cNvPr id="100418" name="Rectangle 29">
                  <a:extLst>
                    <a:ext uri="{FF2B5EF4-FFF2-40B4-BE49-F238E27FC236}">
                      <a16:creationId xmlns:a16="http://schemas.microsoft.com/office/drawing/2014/main" xmlns="" id="{DEF0305C-81C8-4964-A574-252BE3DA2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19" name="Rectangle 30">
                  <a:extLst>
                    <a:ext uri="{FF2B5EF4-FFF2-40B4-BE49-F238E27FC236}">
                      <a16:creationId xmlns:a16="http://schemas.microsoft.com/office/drawing/2014/main" xmlns="" id="{E8CF6561-8C95-4A90-9E32-2F290D75ED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6A</a:t>
                  </a:r>
                </a:p>
              </p:txBody>
            </p:sp>
          </p:grpSp>
          <p:grpSp>
            <p:nvGrpSpPr>
              <p:cNvPr id="100412" name="Group 31">
                <a:extLst>
                  <a:ext uri="{FF2B5EF4-FFF2-40B4-BE49-F238E27FC236}">
                    <a16:creationId xmlns:a16="http://schemas.microsoft.com/office/drawing/2014/main" xmlns="" id="{F68E1A76-9F68-4356-8D5B-3F94B82A6C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100416" name="Rectangle 32">
                  <a:extLst>
                    <a:ext uri="{FF2B5EF4-FFF2-40B4-BE49-F238E27FC236}">
                      <a16:creationId xmlns:a16="http://schemas.microsoft.com/office/drawing/2014/main" xmlns="" id="{A0931DBC-6044-4837-8CFA-924ADBAB40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17" name="Rectangle 33">
                  <a:extLst>
                    <a:ext uri="{FF2B5EF4-FFF2-40B4-BE49-F238E27FC236}">
                      <a16:creationId xmlns:a16="http://schemas.microsoft.com/office/drawing/2014/main" xmlns="" id="{67C8B417-4B5A-47A5-ACA3-4F1EF2D9BA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00</a:t>
                  </a:r>
                </a:p>
              </p:txBody>
            </p:sp>
          </p:grpSp>
          <p:grpSp>
            <p:nvGrpSpPr>
              <p:cNvPr id="100413" name="Group 34">
                <a:extLst>
                  <a:ext uri="{FF2B5EF4-FFF2-40B4-BE49-F238E27FC236}">
                    <a16:creationId xmlns:a16="http://schemas.microsoft.com/office/drawing/2014/main" xmlns="" id="{FB6D8A30-7623-4EF0-903C-838BA3A049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84"/>
                <a:ext cx="384" cy="239"/>
                <a:chOff x="0" y="-8"/>
                <a:chExt cx="384" cy="239"/>
              </a:xfrm>
            </p:grpSpPr>
            <p:sp>
              <p:nvSpPr>
                <p:cNvPr id="100414" name="Rectangle 35">
                  <a:extLst>
                    <a:ext uri="{FF2B5EF4-FFF2-40B4-BE49-F238E27FC236}">
                      <a16:creationId xmlns:a16="http://schemas.microsoft.com/office/drawing/2014/main" xmlns="" id="{7F3492C5-EA34-45BD-B7FE-C1A114CB1C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15" name="Rectangle 36">
                  <a:extLst>
                    <a:ext uri="{FF2B5EF4-FFF2-40B4-BE49-F238E27FC236}">
                      <a16:creationId xmlns:a16="http://schemas.microsoft.com/office/drawing/2014/main" xmlns="" id="{3EBC6FF7-FA12-4235-9489-6FC291B28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03</a:t>
                  </a:r>
                </a:p>
              </p:txBody>
            </p:sp>
          </p:grpSp>
        </p:grpSp>
        <p:sp>
          <p:nvSpPr>
            <p:cNvPr id="100409" name="Rectangle 37">
              <a:extLst>
                <a:ext uri="{FF2B5EF4-FFF2-40B4-BE49-F238E27FC236}">
                  <a16:creationId xmlns:a16="http://schemas.microsoft.com/office/drawing/2014/main" xmlns="" id="{0F78202D-682D-425C-B3B7-2012D7748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-91" y="0"/>
              <a:ext cx="58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SPARC</a:t>
              </a:r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xmlns="" id="{A829567F-BCE6-40AE-906B-29A10BA3B618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3732213"/>
            <a:ext cx="1066800" cy="914400"/>
            <a:chOff x="0" y="0"/>
            <a:chExt cx="672" cy="576"/>
          </a:xfrm>
        </p:grpSpPr>
        <p:sp>
          <p:nvSpPr>
            <p:cNvPr id="100404" name="Line 39">
              <a:extLst>
                <a:ext uri="{FF2B5EF4-FFF2-40B4-BE49-F238E27FC236}">
                  <a16:creationId xmlns:a16="http://schemas.microsoft.com/office/drawing/2014/main" xmlns="" id="{4F917DBF-FA8A-4FB4-8A2F-5B0E4B953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0405" name="Line 40">
              <a:extLst>
                <a:ext uri="{FF2B5EF4-FFF2-40B4-BE49-F238E27FC236}">
                  <a16:creationId xmlns:a16="http://schemas.microsoft.com/office/drawing/2014/main" xmlns="" id="{B49110F0-C1A2-4E08-94C1-4FC67FEAA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0406" name="Line 41">
              <a:extLst>
                <a:ext uri="{FF2B5EF4-FFF2-40B4-BE49-F238E27FC236}">
                  <a16:creationId xmlns:a16="http://schemas.microsoft.com/office/drawing/2014/main" xmlns="" id="{10FCE070-F139-4C31-BF57-0A2D5D7651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0407" name="Line 42">
              <a:extLst>
                <a:ext uri="{FF2B5EF4-FFF2-40B4-BE49-F238E27FC236}">
                  <a16:creationId xmlns:a16="http://schemas.microsoft.com/office/drawing/2014/main" xmlns="" id="{157D3695-2899-4975-934E-B8A2A420F0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sp>
        <p:nvSpPr>
          <p:cNvPr id="100362" name="Rectangle 43">
            <a:extLst>
              <a:ext uri="{FF2B5EF4-FFF2-40B4-BE49-F238E27FC236}">
                <a16:creationId xmlns:a16="http://schemas.microsoft.com/office/drawing/2014/main" xmlns="" id="{E43705D0-7C6F-4D97-8E5B-C490F913ED52}"/>
              </a:ext>
            </a:extLst>
          </p:cNvPr>
          <p:cNvSpPr>
            <a:spLocks/>
          </p:cNvSpPr>
          <p:nvPr/>
        </p:nvSpPr>
        <p:spPr bwMode="auto">
          <a:xfrm>
            <a:off x="585788" y="2665413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kumimoji="0" lang="en-US" altLang="zh-CN"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rPr>
              <a:t>int A = 211306;</a:t>
            </a:r>
          </a:p>
        </p:txBody>
      </p:sp>
      <p:grpSp>
        <p:nvGrpSpPr>
          <p:cNvPr id="100363" name="Group 44">
            <a:extLst>
              <a:ext uri="{FF2B5EF4-FFF2-40B4-BE49-F238E27FC236}">
                <a16:creationId xmlns:a16="http://schemas.microsoft.com/office/drawing/2014/main" xmlns="" id="{9BA4CC1E-496F-451E-976D-1FC41B27F2F3}"/>
              </a:ext>
            </a:extLst>
          </p:cNvPr>
          <p:cNvGrpSpPr>
            <a:grpSpLocks/>
          </p:cNvGrpSpPr>
          <p:nvPr/>
        </p:nvGrpSpPr>
        <p:grpSpPr bwMode="auto">
          <a:xfrm>
            <a:off x="5697538" y="3106738"/>
            <a:ext cx="1476375" cy="1703387"/>
            <a:chOff x="0" y="0"/>
            <a:chExt cx="930" cy="1073"/>
          </a:xfrm>
        </p:grpSpPr>
        <p:grpSp>
          <p:nvGrpSpPr>
            <p:cNvPr id="100390" name="Group 45">
              <a:extLst>
                <a:ext uri="{FF2B5EF4-FFF2-40B4-BE49-F238E27FC236}">
                  <a16:creationId xmlns:a16="http://schemas.microsoft.com/office/drawing/2014/main" xmlns="" id="{EB0AF2DF-10D9-4421-9863-E7403ED0AA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65"/>
              <a:ext cx="384" cy="808"/>
              <a:chOff x="0" y="-8"/>
              <a:chExt cx="384" cy="808"/>
            </a:xfrm>
          </p:grpSpPr>
          <p:grpSp>
            <p:nvGrpSpPr>
              <p:cNvPr id="100392" name="Group 46">
                <a:extLst>
                  <a:ext uri="{FF2B5EF4-FFF2-40B4-BE49-F238E27FC236}">
                    <a16:creationId xmlns:a16="http://schemas.microsoft.com/office/drawing/2014/main" xmlns="" id="{DD0ACE37-8FE2-45BE-93EE-B91FD48770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-8"/>
                <a:ext cx="384" cy="239"/>
                <a:chOff x="0" y="-8"/>
                <a:chExt cx="384" cy="239"/>
              </a:xfrm>
            </p:grpSpPr>
            <p:sp>
              <p:nvSpPr>
                <p:cNvPr id="100402" name="Rectangle 47">
                  <a:extLst>
                    <a:ext uri="{FF2B5EF4-FFF2-40B4-BE49-F238E27FC236}">
                      <a16:creationId xmlns:a16="http://schemas.microsoft.com/office/drawing/2014/main" xmlns="" id="{9B21A70E-C13F-44EE-A0AB-CBCE1F5CE8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03" name="Rectangle 48">
                  <a:extLst>
                    <a:ext uri="{FF2B5EF4-FFF2-40B4-BE49-F238E27FC236}">
                      <a16:creationId xmlns:a16="http://schemas.microsoft.com/office/drawing/2014/main" xmlns="" id="{6A287186-706B-4747-85BE-CEBD7971E9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96</a:t>
                  </a:r>
                </a:p>
              </p:txBody>
            </p:sp>
          </p:grpSp>
          <p:grpSp>
            <p:nvGrpSpPr>
              <p:cNvPr id="100393" name="Group 49">
                <a:extLst>
                  <a:ext uri="{FF2B5EF4-FFF2-40B4-BE49-F238E27FC236}">
                    <a16:creationId xmlns:a16="http://schemas.microsoft.com/office/drawing/2014/main" xmlns="" id="{E5810C2D-6686-4BB9-8AB5-970C1E77CB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84"/>
                <a:ext cx="384" cy="239"/>
                <a:chOff x="0" y="-8"/>
                <a:chExt cx="384" cy="239"/>
              </a:xfrm>
            </p:grpSpPr>
            <p:sp>
              <p:nvSpPr>
                <p:cNvPr id="100400" name="Rectangle 50">
                  <a:extLst>
                    <a:ext uri="{FF2B5EF4-FFF2-40B4-BE49-F238E27FC236}">
                      <a16:creationId xmlns:a16="http://schemas.microsoft.com/office/drawing/2014/main" xmlns="" id="{445A34B4-14AB-4D73-BFD5-BC55B0BC72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401" name="Rectangle 51">
                  <a:extLst>
                    <a:ext uri="{FF2B5EF4-FFF2-40B4-BE49-F238E27FC236}">
                      <a16:creationId xmlns:a16="http://schemas.microsoft.com/office/drawing/2014/main" xmlns="" id="{65C495C8-E3D5-4B55-AF3E-C59E3821AC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C6</a:t>
                  </a:r>
                </a:p>
              </p:txBody>
            </p:sp>
          </p:grpSp>
          <p:grpSp>
            <p:nvGrpSpPr>
              <p:cNvPr id="100394" name="Group 52">
                <a:extLst>
                  <a:ext uri="{FF2B5EF4-FFF2-40B4-BE49-F238E27FC236}">
                    <a16:creationId xmlns:a16="http://schemas.microsoft.com/office/drawing/2014/main" xmlns="" id="{CDB6D426-F6C0-4F30-81E0-19F0CEB938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76"/>
                <a:ext cx="384" cy="239"/>
                <a:chOff x="0" y="-8"/>
                <a:chExt cx="384" cy="239"/>
              </a:xfrm>
            </p:grpSpPr>
            <p:sp>
              <p:nvSpPr>
                <p:cNvPr id="100398" name="Rectangle 53">
                  <a:extLst>
                    <a:ext uri="{FF2B5EF4-FFF2-40B4-BE49-F238E27FC236}">
                      <a16:creationId xmlns:a16="http://schemas.microsoft.com/office/drawing/2014/main" xmlns="" id="{85512389-A1AA-46CA-9461-9D2E935BF0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399" name="Rectangle 54">
                  <a:extLst>
                    <a:ext uri="{FF2B5EF4-FFF2-40B4-BE49-F238E27FC236}">
                      <a16:creationId xmlns:a16="http://schemas.microsoft.com/office/drawing/2014/main" xmlns="" id="{90B28843-405A-4BFF-9BEC-69679DB8DD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FC</a:t>
                  </a:r>
                </a:p>
              </p:txBody>
            </p:sp>
          </p:grpSp>
          <p:grpSp>
            <p:nvGrpSpPr>
              <p:cNvPr id="100395" name="Group 55">
                <a:extLst>
                  <a:ext uri="{FF2B5EF4-FFF2-40B4-BE49-F238E27FC236}">
                    <a16:creationId xmlns:a16="http://schemas.microsoft.com/office/drawing/2014/main" xmlns="" id="{D763384C-88D3-48FF-86EB-6FA9BB05C0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76"/>
                <a:ext cx="384" cy="224"/>
                <a:chOff x="0" y="0"/>
                <a:chExt cx="384" cy="224"/>
              </a:xfrm>
            </p:grpSpPr>
            <p:sp>
              <p:nvSpPr>
                <p:cNvPr id="100396" name="Rectangle 56">
                  <a:extLst>
                    <a:ext uri="{FF2B5EF4-FFF2-40B4-BE49-F238E27FC236}">
                      <a16:creationId xmlns:a16="http://schemas.microsoft.com/office/drawing/2014/main" xmlns="" id="{FDE3255F-6E53-4529-80E0-02208179FA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397" name="Rectangle 57">
                  <a:extLst>
                    <a:ext uri="{FF2B5EF4-FFF2-40B4-BE49-F238E27FC236}">
                      <a16:creationId xmlns:a16="http://schemas.microsoft.com/office/drawing/2014/main" xmlns="" id="{105D3D2C-3BB9-4FF5-B78C-45042683FE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FF</a:t>
                  </a:r>
                </a:p>
              </p:txBody>
            </p:sp>
          </p:grpSp>
        </p:grpSp>
        <p:sp>
          <p:nvSpPr>
            <p:cNvPr id="100391" name="Rectangle 58">
              <a:extLst>
                <a:ext uri="{FF2B5EF4-FFF2-40B4-BE49-F238E27FC236}">
                  <a16:creationId xmlns:a16="http://schemas.microsoft.com/office/drawing/2014/main" xmlns="" id="{12362E8C-B9A3-484B-BC3A-4A9C904D6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3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IA32, x86-64</a:t>
              </a:r>
            </a:p>
          </p:txBody>
        </p:sp>
      </p:grpSp>
      <p:grpSp>
        <p:nvGrpSpPr>
          <p:cNvPr id="100364" name="Group 59">
            <a:extLst>
              <a:ext uri="{FF2B5EF4-FFF2-40B4-BE49-F238E27FC236}">
                <a16:creationId xmlns:a16="http://schemas.microsoft.com/office/drawing/2014/main" xmlns="" id="{E6991CD4-93BA-4DDD-9459-F69A230D1558}"/>
              </a:ext>
            </a:extLst>
          </p:cNvPr>
          <p:cNvGrpSpPr>
            <a:grpSpLocks/>
          </p:cNvGrpSpPr>
          <p:nvPr/>
        </p:nvGrpSpPr>
        <p:grpSpPr bwMode="auto">
          <a:xfrm>
            <a:off x="7458075" y="3106738"/>
            <a:ext cx="935038" cy="1714500"/>
            <a:chOff x="-91" y="0"/>
            <a:chExt cx="589" cy="1080"/>
          </a:xfrm>
        </p:grpSpPr>
        <p:grpSp>
          <p:nvGrpSpPr>
            <p:cNvPr id="100376" name="Group 60">
              <a:extLst>
                <a:ext uri="{FF2B5EF4-FFF2-40B4-BE49-F238E27FC236}">
                  <a16:creationId xmlns:a16="http://schemas.microsoft.com/office/drawing/2014/main" xmlns="" id="{8359E2C3-22B6-4FD6-9E23-B4F3D21A53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73"/>
              <a:ext cx="384" cy="807"/>
              <a:chOff x="0" y="0"/>
              <a:chExt cx="384" cy="807"/>
            </a:xfrm>
          </p:grpSpPr>
          <p:grpSp>
            <p:nvGrpSpPr>
              <p:cNvPr id="100378" name="Group 61">
                <a:extLst>
                  <a:ext uri="{FF2B5EF4-FFF2-40B4-BE49-F238E27FC236}">
                    <a16:creationId xmlns:a16="http://schemas.microsoft.com/office/drawing/2014/main" xmlns="" id="{6CDB6DB4-FF55-41F8-AD77-D9BB732EB7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76"/>
                <a:ext cx="384" cy="239"/>
                <a:chOff x="0" y="-8"/>
                <a:chExt cx="384" cy="239"/>
              </a:xfrm>
            </p:grpSpPr>
            <p:sp>
              <p:nvSpPr>
                <p:cNvPr id="100388" name="Rectangle 62">
                  <a:extLst>
                    <a:ext uri="{FF2B5EF4-FFF2-40B4-BE49-F238E27FC236}">
                      <a16:creationId xmlns:a16="http://schemas.microsoft.com/office/drawing/2014/main" xmlns="" id="{24E47C3B-2934-4E95-8EBA-7FF5D136FA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389" name="Rectangle 63">
                  <a:extLst>
                    <a:ext uri="{FF2B5EF4-FFF2-40B4-BE49-F238E27FC236}">
                      <a16:creationId xmlns:a16="http://schemas.microsoft.com/office/drawing/2014/main" xmlns="" id="{80BA29EF-EECB-4F42-8785-07BEF18954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C6</a:t>
                  </a:r>
                </a:p>
              </p:txBody>
            </p:sp>
          </p:grpSp>
          <p:grpSp>
            <p:nvGrpSpPr>
              <p:cNvPr id="100379" name="Group 64">
                <a:extLst>
                  <a:ext uri="{FF2B5EF4-FFF2-40B4-BE49-F238E27FC236}">
                    <a16:creationId xmlns:a16="http://schemas.microsoft.com/office/drawing/2014/main" xmlns="" id="{3C5BC35D-E568-4701-B1BE-766653B91D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68"/>
                <a:ext cx="384" cy="239"/>
                <a:chOff x="0" y="-8"/>
                <a:chExt cx="384" cy="239"/>
              </a:xfrm>
            </p:grpSpPr>
            <p:sp>
              <p:nvSpPr>
                <p:cNvPr id="100386" name="Rectangle 65">
                  <a:extLst>
                    <a:ext uri="{FF2B5EF4-FFF2-40B4-BE49-F238E27FC236}">
                      <a16:creationId xmlns:a16="http://schemas.microsoft.com/office/drawing/2014/main" xmlns="" id="{1E58B42A-63DB-4944-B5BC-892748DB47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387" name="Rectangle 66">
                  <a:extLst>
                    <a:ext uri="{FF2B5EF4-FFF2-40B4-BE49-F238E27FC236}">
                      <a16:creationId xmlns:a16="http://schemas.microsoft.com/office/drawing/2014/main" xmlns="" id="{8A532125-A83D-47FF-97BF-FBD0E26AEB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96</a:t>
                  </a:r>
                </a:p>
              </p:txBody>
            </p:sp>
          </p:grpSp>
          <p:grpSp>
            <p:nvGrpSpPr>
              <p:cNvPr id="100380" name="Group 67">
                <a:extLst>
                  <a:ext uri="{FF2B5EF4-FFF2-40B4-BE49-F238E27FC236}">
                    <a16:creationId xmlns:a16="http://schemas.microsoft.com/office/drawing/2014/main" xmlns="" id="{2C2C0567-0C50-4925-9B4E-0C33DBE7E8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84" cy="224"/>
                <a:chOff x="0" y="0"/>
                <a:chExt cx="384" cy="224"/>
              </a:xfrm>
            </p:grpSpPr>
            <p:sp>
              <p:nvSpPr>
                <p:cNvPr id="100384" name="Rectangle 68">
                  <a:extLst>
                    <a:ext uri="{FF2B5EF4-FFF2-40B4-BE49-F238E27FC236}">
                      <a16:creationId xmlns:a16="http://schemas.microsoft.com/office/drawing/2014/main" xmlns="" id="{BB7BA049-2F76-483A-BA60-CECA9D914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385" name="Rectangle 69">
                  <a:extLst>
                    <a:ext uri="{FF2B5EF4-FFF2-40B4-BE49-F238E27FC236}">
                      <a16:creationId xmlns:a16="http://schemas.microsoft.com/office/drawing/2014/main" xmlns="" id="{E8163594-6FEE-4B62-82C6-2338EC1FC0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0"/>
                  <a:ext cx="271" cy="2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FF</a:t>
                  </a:r>
                </a:p>
              </p:txBody>
            </p:sp>
          </p:grpSp>
          <p:grpSp>
            <p:nvGrpSpPr>
              <p:cNvPr id="100381" name="Group 70">
                <a:extLst>
                  <a:ext uri="{FF2B5EF4-FFF2-40B4-BE49-F238E27FC236}">
                    <a16:creationId xmlns:a16="http://schemas.microsoft.com/office/drawing/2014/main" xmlns="" id="{BD925CAF-BFD8-4265-8158-75EC027815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84"/>
                <a:ext cx="384" cy="239"/>
                <a:chOff x="0" y="-8"/>
                <a:chExt cx="384" cy="239"/>
              </a:xfrm>
            </p:grpSpPr>
            <p:sp>
              <p:nvSpPr>
                <p:cNvPr id="100382" name="Rectangle 71">
                  <a:extLst>
                    <a:ext uri="{FF2B5EF4-FFF2-40B4-BE49-F238E27FC236}">
                      <a16:creationId xmlns:a16="http://schemas.microsoft.com/office/drawing/2014/main" xmlns="" id="{11A571E7-2EE5-49F4-A5A1-FFDF8535AE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16"/>
                  <a:ext cx="384" cy="192"/>
                </a:xfrm>
                <a:prstGeom prst="rect">
                  <a:avLst/>
                </a:prstGeom>
                <a:solidFill>
                  <a:srgbClr val="FFFFFF"/>
                </a:solidFill>
                <a:ln w="25400">
                  <a:solidFill>
                    <a:srgbClr val="000066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kumimoji="0" lang="en-US" altLang="zh-CN" sz="4200">
                    <a:solidFill>
                      <a:srgbClr val="000000"/>
                    </a:solidFill>
                    <a:latin typeface="Gill Sans"/>
                    <a:ea typeface="ヒラギノ角ゴ ProN W3"/>
                    <a:cs typeface="ヒラギノ角ゴ ProN W3"/>
                    <a:sym typeface="Gill Sans"/>
                  </a:endParaRPr>
                </a:p>
              </p:txBody>
            </p:sp>
            <p:sp>
              <p:nvSpPr>
                <p:cNvPr id="100383" name="Rectangle 72">
                  <a:extLst>
                    <a:ext uri="{FF2B5EF4-FFF2-40B4-BE49-F238E27FC236}">
                      <a16:creationId xmlns:a16="http://schemas.microsoft.com/office/drawing/2014/main" xmlns="" id="{106D58A7-2944-41F7-ABB2-499D1F7096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" y="-8"/>
                  <a:ext cx="264" cy="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50800" tIns="50800" bIns="50800" anchor="ctr">
                  <a:spAutoFit/>
                </a:bodyPr>
                <a:lstStyle>
                  <a:lvl1pPr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r>
                    <a:rPr kumimoji="0" lang="en-US" altLang="zh-CN" sz="1800">
                      <a:solidFill>
                        <a:srgbClr val="000066"/>
                      </a:solidFill>
                      <a:latin typeface="Courier New Bold" panose="02070609020205020404" pitchFamily="49" charset="0"/>
                      <a:cs typeface="Courier New Bold" panose="02070609020205020404" pitchFamily="49" charset="0"/>
                      <a:sym typeface="Courier New Bold" panose="02070609020205020404" pitchFamily="49" charset="0"/>
                    </a:rPr>
                    <a:t>FC</a:t>
                  </a:r>
                </a:p>
              </p:txBody>
            </p:sp>
          </p:grpSp>
        </p:grpSp>
        <p:sp>
          <p:nvSpPr>
            <p:cNvPr id="100377" name="Rectangle 73">
              <a:extLst>
                <a:ext uri="{FF2B5EF4-FFF2-40B4-BE49-F238E27FC236}">
                  <a16:creationId xmlns:a16="http://schemas.microsoft.com/office/drawing/2014/main" xmlns="" id="{65E6BDA8-0496-46E2-99C9-4D73F435D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-91" y="0"/>
              <a:ext cx="58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0800" tIns="50800" bIns="50800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kumimoji="0" lang="en-US" altLang="zh-CN" sz="1800" b="1">
                  <a:solidFill>
                    <a:srgbClr val="000066"/>
                  </a:solidFill>
                  <a:latin typeface="Helvetica" panose="020B0604020202020204" pitchFamily="34" charset="0"/>
                  <a:sym typeface="Helvetica" panose="020B0604020202020204" pitchFamily="34" charset="0"/>
                </a:rPr>
                <a:t>SPARC</a:t>
              </a:r>
            </a:p>
          </p:txBody>
        </p:sp>
      </p:grpSp>
      <p:grpSp>
        <p:nvGrpSpPr>
          <p:cNvPr id="74" name="Group 74">
            <a:extLst>
              <a:ext uri="{FF2B5EF4-FFF2-40B4-BE49-F238E27FC236}">
                <a16:creationId xmlns:a16="http://schemas.microsoft.com/office/drawing/2014/main" xmlns="" id="{47A21ED1-9D58-4ED8-BCB3-94FFB8B42344}"/>
              </a:ext>
            </a:extLst>
          </p:cNvPr>
          <p:cNvGrpSpPr>
            <a:grpSpLocks/>
          </p:cNvGrpSpPr>
          <p:nvPr/>
        </p:nvGrpSpPr>
        <p:grpSpPr bwMode="auto">
          <a:xfrm>
            <a:off x="6535738" y="3717925"/>
            <a:ext cx="1066800" cy="914400"/>
            <a:chOff x="0" y="0"/>
            <a:chExt cx="672" cy="576"/>
          </a:xfrm>
        </p:grpSpPr>
        <p:sp>
          <p:nvSpPr>
            <p:cNvPr id="100372" name="Line 75">
              <a:extLst>
                <a:ext uri="{FF2B5EF4-FFF2-40B4-BE49-F238E27FC236}">
                  <a16:creationId xmlns:a16="http://schemas.microsoft.com/office/drawing/2014/main" xmlns="" id="{67B10AF1-5EE9-4DB2-843D-915E7F315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0373" name="Line 76">
              <a:extLst>
                <a:ext uri="{FF2B5EF4-FFF2-40B4-BE49-F238E27FC236}">
                  <a16:creationId xmlns:a16="http://schemas.microsoft.com/office/drawing/2014/main" xmlns="" id="{8ABE7292-6380-411E-8ED9-68C0AFF7F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0374" name="Line 77">
              <a:extLst>
                <a:ext uri="{FF2B5EF4-FFF2-40B4-BE49-F238E27FC236}">
                  <a16:creationId xmlns:a16="http://schemas.microsoft.com/office/drawing/2014/main" xmlns="" id="{6FC9BE0D-4989-4C35-AFCF-F027853130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192"/>
              <a:ext cx="672" cy="192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0375" name="Line 78">
              <a:extLst>
                <a:ext uri="{FF2B5EF4-FFF2-40B4-BE49-F238E27FC236}">
                  <a16:creationId xmlns:a16="http://schemas.microsoft.com/office/drawing/2014/main" xmlns="" id="{1962399C-BF88-4F6E-BF12-237F7C1D22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0" y="0"/>
              <a:ext cx="672" cy="576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sp>
        <p:nvSpPr>
          <p:cNvPr id="100366" name="Rectangle 79">
            <a:extLst>
              <a:ext uri="{FF2B5EF4-FFF2-40B4-BE49-F238E27FC236}">
                <a16:creationId xmlns:a16="http://schemas.microsoft.com/office/drawing/2014/main" xmlns="" id="{931EB618-68A3-4EE3-80F0-5A8089308253}"/>
              </a:ext>
            </a:extLst>
          </p:cNvPr>
          <p:cNvSpPr>
            <a:spLocks/>
          </p:cNvSpPr>
          <p:nvPr/>
        </p:nvSpPr>
        <p:spPr bwMode="auto">
          <a:xfrm>
            <a:off x="7602538" y="5426075"/>
            <a:ext cx="129857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bIns="508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kumimoji="0" lang="zh-CN" altLang="en-US" sz="1800" b="1">
                <a:solidFill>
                  <a:srgbClr val="000066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二进制补码</a:t>
            </a:r>
            <a:endParaRPr kumimoji="0" lang="en-US" altLang="zh-CN" sz="1800" b="1">
              <a:solidFill>
                <a:srgbClr val="000066"/>
              </a:solidFill>
              <a:latin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100367" name="Line 80">
            <a:extLst>
              <a:ext uri="{FF2B5EF4-FFF2-40B4-BE49-F238E27FC236}">
                <a16:creationId xmlns:a16="http://schemas.microsoft.com/office/drawing/2014/main" xmlns="" id="{5AB5A28C-4904-4384-8CE2-D7DFE7D33CC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7173913" y="4862513"/>
            <a:ext cx="965200" cy="6223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100368" name="Rectangle 81">
            <a:extLst>
              <a:ext uri="{FF2B5EF4-FFF2-40B4-BE49-F238E27FC236}">
                <a16:creationId xmlns:a16="http://schemas.microsoft.com/office/drawing/2014/main" xmlns="" id="{D241883A-7395-44DC-A034-4F0499206B7D}"/>
              </a:ext>
            </a:extLst>
          </p:cNvPr>
          <p:cNvSpPr>
            <a:spLocks/>
          </p:cNvSpPr>
          <p:nvPr/>
        </p:nvSpPr>
        <p:spPr bwMode="auto">
          <a:xfrm>
            <a:off x="5303838" y="2651125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kumimoji="0" lang="en-US" altLang="zh-CN" sz="24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rPr>
              <a:t>int B = -211306;</a:t>
            </a:r>
          </a:p>
        </p:txBody>
      </p:sp>
      <p:sp>
        <p:nvSpPr>
          <p:cNvPr id="151" name="Rectangle 7">
            <a:extLst>
              <a:ext uri="{FF2B5EF4-FFF2-40B4-BE49-F238E27FC236}">
                <a16:creationId xmlns:a16="http://schemas.microsoft.com/office/drawing/2014/main" xmlns="" id="{F37A47CA-6A52-4752-A108-1DE10280C93C}"/>
              </a:ext>
            </a:extLst>
          </p:cNvPr>
          <p:cNvSpPr>
            <a:spLocks/>
          </p:cNvSpPr>
          <p:nvPr/>
        </p:nvSpPr>
        <p:spPr bwMode="auto">
          <a:xfrm>
            <a:off x="2601912" y="1491691"/>
            <a:ext cx="4572000" cy="784225"/>
          </a:xfrm>
          <a:prstGeom prst="rect">
            <a:avLst/>
          </a:prstGeom>
          <a:solidFill>
            <a:srgbClr val="FFFF99"/>
          </a:solidFill>
          <a:ln w="12700" cap="flat">
            <a:solidFill>
              <a:srgbClr val="000066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76199" dir="2700000" algn="ctr" rotWithShape="0">
              <a:srgbClr val="808080">
                <a:alpha val="75000"/>
              </a:srgbClr>
            </a:outerShdw>
          </a:effectLst>
        </p:spPr>
        <p:txBody>
          <a:bodyPr lIns="50800" tIns="50800" bIns="50800"/>
          <a:lstStyle>
            <a:lvl1pPr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30300" algn="l"/>
                <a:tab pos="18669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dirty="0">
                <a:solidFill>
                  <a:srgbClr val="000066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十进制</a:t>
            </a:r>
            <a:r>
              <a:rPr kumimoji="0" lang="en-US" altLang="zh-CN" sz="1600" dirty="0">
                <a:solidFill>
                  <a:srgbClr val="000066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:	</a:t>
            </a:r>
            <a:r>
              <a:rPr kumimoji="0" lang="en-US" altLang="zh-CN" sz="1600" dirty="0">
                <a:solidFill>
                  <a:srgbClr val="000066"/>
                </a:solidFill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211306</a:t>
            </a:r>
          </a:p>
          <a:p>
            <a:pPr eaLnBrk="1" hangingPunct="1">
              <a:defRPr/>
            </a:pPr>
            <a:r>
              <a:rPr kumimoji="0" lang="zh-CN" altLang="en-US" sz="1600" dirty="0">
                <a:solidFill>
                  <a:srgbClr val="000066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二进制</a:t>
            </a:r>
            <a:r>
              <a:rPr kumimoji="0" lang="en-US" altLang="zh-CN" sz="1600" dirty="0">
                <a:solidFill>
                  <a:srgbClr val="000066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:</a:t>
            </a:r>
            <a:r>
              <a:rPr kumimoji="0" lang="en-US" altLang="zh-CN" sz="1600" dirty="0">
                <a:solidFill>
                  <a:srgbClr val="000066"/>
                </a:solidFill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  	0011 0011 1001 0110 1010</a:t>
            </a:r>
          </a:p>
          <a:p>
            <a:pPr eaLnBrk="1" hangingPunct="1">
              <a:defRPr/>
            </a:pPr>
            <a:r>
              <a:rPr kumimoji="0" lang="zh-CN" altLang="en-US" sz="1600" dirty="0">
                <a:solidFill>
                  <a:srgbClr val="000066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十六进制</a:t>
            </a:r>
            <a:r>
              <a:rPr kumimoji="0" lang="en-US" altLang="zh-CN" sz="1600" dirty="0">
                <a:solidFill>
                  <a:srgbClr val="000066"/>
                </a:solidFill>
                <a:latin typeface="Helvetica" panose="020B0604020202020204" pitchFamily="34" charset="0"/>
                <a:sym typeface="Helvetica" panose="020B0604020202020204" pitchFamily="34" charset="0"/>
              </a:rPr>
              <a:t>:</a:t>
            </a:r>
            <a:r>
              <a:rPr kumimoji="0" lang="en-US" altLang="zh-CN" sz="1600" dirty="0">
                <a:solidFill>
                  <a:srgbClr val="000066"/>
                </a:solidFill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   3    3    9    6    A</a:t>
            </a:r>
          </a:p>
        </p:txBody>
      </p:sp>
      <p:sp>
        <p:nvSpPr>
          <p:cNvPr id="100370" name="Rectangle 12">
            <a:extLst>
              <a:ext uri="{FF2B5EF4-FFF2-40B4-BE49-F238E27FC236}">
                <a16:creationId xmlns:a16="http://schemas.microsoft.com/office/drawing/2014/main" xmlns="" id="{7F3AE1FE-53A4-40C9-834C-8E27A62BC643}"/>
              </a:ext>
            </a:extLst>
          </p:cNvPr>
          <p:cNvSpPr>
            <a:spLocks/>
          </p:cNvSpPr>
          <p:nvPr/>
        </p:nvSpPr>
        <p:spPr bwMode="auto">
          <a:xfrm>
            <a:off x="977900" y="3514725"/>
            <a:ext cx="28098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kumimoji="0" lang="en-US" altLang="zh-CN" sz="1800">
                <a:solidFill>
                  <a:srgbClr val="000066"/>
                </a:solidFill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0</a:t>
            </a:r>
          </a:p>
        </p:txBody>
      </p:sp>
      <p:sp>
        <p:nvSpPr>
          <p:cNvPr id="100371" name="Rectangle 12">
            <a:extLst>
              <a:ext uri="{FF2B5EF4-FFF2-40B4-BE49-F238E27FC236}">
                <a16:creationId xmlns:a16="http://schemas.microsoft.com/office/drawing/2014/main" xmlns="" id="{2B8A64EE-85C9-4D22-8FD7-31786D2453DF}"/>
              </a:ext>
            </a:extLst>
          </p:cNvPr>
          <p:cNvSpPr>
            <a:spLocks/>
          </p:cNvSpPr>
          <p:nvPr/>
        </p:nvSpPr>
        <p:spPr bwMode="auto">
          <a:xfrm>
            <a:off x="5700713" y="3551238"/>
            <a:ext cx="280987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0800" tIns="50800" bIns="50800" anchor="ctr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kumimoji="0" lang="en-US" altLang="zh-CN" sz="1800">
                <a:solidFill>
                  <a:srgbClr val="000066"/>
                </a:solidFill>
                <a:latin typeface="Courier New Bold" panose="02070609020205020404" pitchFamily="49" charset="0"/>
                <a:cs typeface="Courier New Bold" panose="02070609020205020404" pitchFamily="49" charset="0"/>
                <a:sym typeface="Courier New Bold" panose="02070609020205020404" pitchFamily="49" charset="0"/>
              </a:rPr>
              <a:t>0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ABAAD32B-BC5C-4789-9566-2169593B5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D1D9BE91-EFF0-4860-AA3F-CFA1A85E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定点加法、减法运算</a:t>
            </a:r>
          </a:p>
        </p:txBody>
      </p:sp>
    </p:spTree>
    <p:extLst>
      <p:ext uri="{BB962C8B-B14F-4D97-AF65-F5344CB8AC3E}">
        <p14:creationId xmlns:p14="http://schemas.microsoft.com/office/powerpoint/2010/main" val="3120872594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>
            <a:extLst>
              <a:ext uri="{FF2B5EF4-FFF2-40B4-BE49-F238E27FC236}">
                <a16:creationId xmlns:a16="http://schemas.microsoft.com/office/drawing/2014/main" xmlns="" id="{7FBE560D-E235-4427-8BA0-3C57CA994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加法与减法运算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xmlns="" id="{B6680371-CC61-43F0-8244-00F7DE727F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821737" cy="5400675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补码加法公式</a:t>
            </a:r>
          </a:p>
          <a:p>
            <a:pPr marL="358775" lvl="1" indent="-1793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整数 	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zh-CN" altLang="en-US" dirty="0"/>
              <a:t>＋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en-US" altLang="zh-CN" dirty="0"/>
              <a:t>=[</a:t>
            </a:r>
            <a:r>
              <a:rPr lang="en-US" altLang="zh-CN" dirty="0" err="1"/>
              <a:t>x+y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	  （</a:t>
            </a:r>
            <a:r>
              <a:rPr lang="en-US" altLang="zh-CN" dirty="0"/>
              <a:t>mod 2</a:t>
            </a:r>
            <a:r>
              <a:rPr lang="en-US" altLang="zh-CN" baseline="30000" dirty="0"/>
              <a:t>n+1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58775" lvl="1" indent="-179388"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marL="358775" lvl="1" indent="-1793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小数</a:t>
            </a:r>
            <a:r>
              <a:rPr lang="en-US" altLang="zh-CN" dirty="0"/>
              <a:t>	[x]</a:t>
            </a:r>
            <a:r>
              <a:rPr lang="zh-CN" altLang="en-US" baseline="-25000" dirty="0"/>
              <a:t>补</a:t>
            </a:r>
            <a:r>
              <a:rPr lang="zh-CN" altLang="en-US" dirty="0"/>
              <a:t>＋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en-US" altLang="zh-CN" dirty="0"/>
              <a:t>=[</a:t>
            </a:r>
            <a:r>
              <a:rPr lang="en-US" altLang="zh-CN" dirty="0" err="1"/>
              <a:t>x+y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	  （</a:t>
            </a:r>
            <a:r>
              <a:rPr lang="en-US" altLang="zh-CN" dirty="0"/>
              <a:t>mod 2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58775" lvl="1" indent="-179388"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pPr eaLnBrk="1" hangingPunct="1"/>
            <a:r>
              <a:rPr lang="zh-CN" altLang="en-US" sz="2800" dirty="0"/>
              <a:t>补码减法公式</a:t>
            </a:r>
            <a:endParaRPr lang="en-US" altLang="zh-CN" sz="2800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800" dirty="0">
                <a:ea typeface="华文新魏" panose="02010800040101010101" pitchFamily="2" charset="-122"/>
              </a:rPr>
              <a:t>   整数</a:t>
            </a:r>
            <a:r>
              <a:rPr lang="en-US" altLang="zh-CN" sz="2800" dirty="0">
                <a:ea typeface="华文新魏" panose="02010800040101010101" pitchFamily="2" charset="-122"/>
              </a:rPr>
              <a:t>	</a:t>
            </a:r>
            <a:r>
              <a:rPr lang="en-US" altLang="zh-CN" sz="2800" dirty="0"/>
              <a:t>[x]</a:t>
            </a:r>
            <a:r>
              <a:rPr lang="zh-CN" altLang="en-US" sz="2800" baseline="-25000" dirty="0"/>
              <a:t>补</a:t>
            </a:r>
            <a:r>
              <a:rPr lang="en-US" altLang="zh-CN" sz="2800" dirty="0"/>
              <a:t>–[y]</a:t>
            </a:r>
            <a:r>
              <a:rPr lang="zh-CN" altLang="en-US" sz="2800" baseline="-25000" dirty="0"/>
              <a:t>补</a:t>
            </a:r>
            <a:r>
              <a:rPr lang="en-US" altLang="zh-CN" sz="2800" dirty="0"/>
              <a:t>=</a:t>
            </a:r>
            <a:r>
              <a:rPr lang="zh-CN" altLang="en-US" sz="2800" dirty="0"/>
              <a:t> </a:t>
            </a:r>
            <a:r>
              <a:rPr lang="en-US" altLang="zh-CN" sz="2800" dirty="0"/>
              <a:t>[x]</a:t>
            </a:r>
            <a:r>
              <a:rPr lang="zh-CN" altLang="en-US" sz="2800" baseline="-25000" dirty="0"/>
              <a:t>补</a:t>
            </a:r>
            <a:r>
              <a:rPr lang="en-US" altLang="zh-CN" sz="2800" dirty="0"/>
              <a:t>+[–y]</a:t>
            </a:r>
            <a:r>
              <a:rPr lang="zh-CN" altLang="en-US" sz="2800" baseline="-25000" dirty="0"/>
              <a:t>补</a:t>
            </a:r>
            <a:r>
              <a:rPr lang="en-US" altLang="zh-CN" sz="2800" dirty="0"/>
              <a:t>= [x–y]</a:t>
            </a:r>
            <a:r>
              <a:rPr lang="zh-CN" altLang="en-US" sz="2800" baseline="-25000" dirty="0"/>
              <a:t>补</a:t>
            </a:r>
            <a:r>
              <a:rPr lang="zh-CN" altLang="en-US" sz="2800" dirty="0"/>
              <a:t>（</a:t>
            </a:r>
            <a:r>
              <a:rPr lang="en-US" altLang="zh-CN" sz="2800" dirty="0"/>
              <a:t>mod 2</a:t>
            </a:r>
            <a:r>
              <a:rPr lang="en-US" altLang="zh-CN" sz="2800" baseline="30000" dirty="0"/>
              <a:t>n+1</a:t>
            </a:r>
            <a:r>
              <a:rPr lang="zh-CN" altLang="en-US" sz="2800" dirty="0"/>
              <a:t>）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800" dirty="0"/>
          </a:p>
          <a:p>
            <a:pPr marL="358775" lvl="1" indent="-179388" eaLnBrk="1" hangingPunct="1">
              <a:buClr>
                <a:srgbClr val="CC3300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/>
              <a:t>   小数          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–[y]</a:t>
            </a:r>
            <a:r>
              <a:rPr lang="zh-CN" altLang="en-US" baseline="-25000" dirty="0"/>
              <a:t>补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+[–y]</a:t>
            </a:r>
            <a:r>
              <a:rPr lang="zh-CN" altLang="en-US" baseline="-25000" dirty="0"/>
              <a:t>补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[x–y]</a:t>
            </a:r>
            <a:r>
              <a:rPr lang="zh-CN" altLang="en-US" baseline="-25000" dirty="0"/>
              <a:t>补</a:t>
            </a:r>
            <a:r>
              <a:rPr lang="zh-CN" altLang="en-US" dirty="0"/>
              <a:t> （</a:t>
            </a:r>
            <a:r>
              <a:rPr lang="en-US" altLang="zh-CN" dirty="0"/>
              <a:t>mod 2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dirty="0"/>
          </a:p>
          <a:p>
            <a:pPr eaLnBrk="1" hangingPunct="1">
              <a:buFont typeface="Wingdings 2" panose="05020102010507070707" pitchFamily="18" charset="2"/>
              <a:buNone/>
            </a:pPr>
            <a:endParaRPr lang="zh-CN" altLang="en-US" dirty="0"/>
          </a:p>
          <a:p>
            <a:pPr marL="358775" lvl="1" indent="-179388" eaLnBrk="1" hangingPunct="1">
              <a:buFont typeface="Wingdings" panose="05000000000000000000" pitchFamily="2" charset="2"/>
              <a:buNone/>
            </a:pPr>
            <a:endParaRPr lang="zh-CN" altLang="en-US" sz="3200" dirty="0"/>
          </a:p>
        </p:txBody>
      </p:sp>
    </p:spTree>
  </p:cSld>
  <p:clrMapOvr>
    <a:masterClrMapping/>
  </p:clrMapOvr>
  <p:transition spd="med">
    <p:pull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68A04CA-F818-4983-9153-342763CD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证明</a:t>
            </a:r>
            <a:r>
              <a:rPr lang="en-US" altLang="zh-CN"/>
              <a:t>[x]</a:t>
            </a:r>
            <a:r>
              <a:rPr lang="zh-CN" altLang="en-US" baseline="-25000"/>
              <a:t>补</a:t>
            </a:r>
            <a:r>
              <a:rPr lang="zh-CN" altLang="en-US"/>
              <a:t>＋</a:t>
            </a:r>
            <a:r>
              <a:rPr lang="en-US" altLang="zh-CN"/>
              <a:t>[y]</a:t>
            </a:r>
            <a:r>
              <a:rPr lang="zh-CN" altLang="en-US" baseline="-25000"/>
              <a:t>补</a:t>
            </a:r>
            <a:r>
              <a:rPr lang="en-US" altLang="zh-CN"/>
              <a:t>=[x+y]</a:t>
            </a:r>
            <a:r>
              <a:rPr lang="zh-CN" altLang="en-US" baseline="-25000"/>
              <a:t>补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104451" name="内容占位符 2">
            <a:extLst>
              <a:ext uri="{FF2B5EF4-FFF2-40B4-BE49-F238E27FC236}">
                <a16:creationId xmlns:a16="http://schemas.microsoft.com/office/drawing/2014/main" xmlns="" id="{DE356120-DD4A-411E-8B3C-10B7664E1C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82000" cy="523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假设</a:t>
            </a:r>
            <a:r>
              <a:rPr lang="en-US" altLang="zh-CN" sz="2400" dirty="0"/>
              <a:t>︱</a:t>
            </a:r>
            <a:r>
              <a:rPr lang="zh-CN" altLang="en-US" sz="2400" i="1" dirty="0"/>
              <a:t>ｘ</a:t>
            </a:r>
            <a:r>
              <a:rPr lang="en-US" altLang="zh-CN" sz="2400" dirty="0"/>
              <a:t>︱﹤1, ︱</a:t>
            </a:r>
            <a:r>
              <a:rPr lang="zh-CN" altLang="en-US" sz="2400" i="1" dirty="0"/>
              <a:t>ｙ</a:t>
            </a:r>
            <a:r>
              <a:rPr lang="en-US" altLang="zh-CN" sz="2400" dirty="0"/>
              <a:t>︱﹤1, ︱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︱﹤1 </a:t>
            </a:r>
          </a:p>
          <a:p>
            <a:pPr>
              <a:lnSpc>
                <a:spcPct val="90000"/>
              </a:lnSpc>
            </a:pPr>
            <a:r>
              <a:rPr lang="zh-CN" altLang="en-US" sz="2400" dirty="0"/>
              <a:t>现分四种情况来证明 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 sz="2400" dirty="0"/>
              <a:t>    (1)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﹥</a:t>
            </a:r>
            <a:r>
              <a:rPr lang="en-US" altLang="zh-CN" sz="2400" dirty="0"/>
              <a:t>0,</a:t>
            </a:r>
            <a:r>
              <a:rPr lang="zh-CN" altLang="en-US" sz="2400" i="1" dirty="0"/>
              <a:t>ｙ</a:t>
            </a:r>
            <a:r>
              <a:rPr lang="zh-CN" altLang="en-US" sz="2400" dirty="0"/>
              <a:t>﹥</a:t>
            </a:r>
            <a:r>
              <a:rPr lang="en-US" altLang="zh-CN" sz="2400" dirty="0"/>
              <a:t>0</a:t>
            </a:r>
            <a:r>
              <a:rPr lang="zh-CN" altLang="en-US" sz="2400" dirty="0"/>
              <a:t>，则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zh-CN" altLang="en-US" sz="2400" dirty="0"/>
              <a:t>﹥</a:t>
            </a:r>
            <a:r>
              <a:rPr lang="en-US" altLang="zh-CN" sz="2400" dirty="0"/>
              <a:t>0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en-US" altLang="zh-CN" sz="2400" dirty="0"/>
              <a:t>=x</a:t>
            </a:r>
            <a:r>
              <a:rPr lang="zh-CN" altLang="en-US" sz="2400" dirty="0"/>
              <a:t>，</a:t>
            </a:r>
            <a:r>
              <a:rPr lang="en-US" altLang="zh-CN" sz="2400" dirty="0"/>
              <a:t> [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en-US" altLang="zh-CN" sz="2400" dirty="0"/>
              <a:t>=y</a:t>
            </a:r>
            <a:r>
              <a:rPr lang="zh-CN" altLang="en-US" sz="2400" dirty="0"/>
              <a:t>，</a:t>
            </a:r>
            <a:r>
              <a:rPr lang="en-US" altLang="zh-CN" sz="2400" dirty="0"/>
              <a:t> [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en-US" altLang="zh-CN" sz="2400" dirty="0"/>
              <a:t>=</a:t>
            </a:r>
            <a:r>
              <a:rPr lang="en-US" altLang="zh-CN" sz="2400" dirty="0" err="1"/>
              <a:t>x+y</a:t>
            </a:r>
            <a:endParaRPr lang="en-US" altLang="zh-CN" sz="24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所以等式成立</a:t>
            </a:r>
            <a:r>
              <a:rPr lang="en-US" altLang="zh-CN" sz="2400" dirty="0"/>
              <a:t>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(2)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﹥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  <a:r>
              <a:rPr lang="zh-CN" altLang="en-US" sz="2400" i="1" dirty="0"/>
              <a:t>ｙ</a:t>
            </a:r>
            <a:r>
              <a:rPr lang="zh-CN" altLang="en-US" sz="2400" dirty="0"/>
              <a:t>﹤</a:t>
            </a:r>
            <a:r>
              <a:rPr lang="en-US" altLang="zh-CN" sz="2400" dirty="0"/>
              <a:t>0</a:t>
            </a:r>
            <a:r>
              <a:rPr lang="zh-CN" altLang="en-US" sz="2400" dirty="0"/>
              <a:t>，则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&gt;0</a:t>
            </a:r>
            <a:r>
              <a:rPr lang="zh-CN" altLang="en-US" sz="2400" dirty="0"/>
              <a:t>或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&lt;0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en-US" altLang="zh-CN" sz="2400" dirty="0"/>
              <a:t>=x</a:t>
            </a:r>
            <a:r>
              <a:rPr lang="zh-CN" altLang="en-US" sz="2400" dirty="0"/>
              <a:t>，</a:t>
            </a:r>
            <a:r>
              <a:rPr lang="en-US" altLang="zh-CN" sz="2400" dirty="0"/>
              <a:t>[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en-US" altLang="zh-CN" sz="2400" dirty="0"/>
              <a:t>=2+y,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＋</a:t>
            </a:r>
            <a:r>
              <a:rPr lang="en-US" altLang="zh-CN" sz="2400" dirty="0"/>
              <a:t>[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en-US" altLang="zh-CN" sz="2400" dirty="0"/>
              <a:t>=x+ 2+y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当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&gt;0</a:t>
            </a:r>
            <a:r>
              <a:rPr lang="zh-CN" altLang="en-US" sz="2400" dirty="0"/>
              <a:t>时，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(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) &gt; 2,</a:t>
            </a:r>
            <a:r>
              <a:rPr lang="zh-CN" altLang="en-US" sz="2400" dirty="0"/>
              <a:t>进位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必丢失</a:t>
            </a:r>
            <a:r>
              <a:rPr lang="en-US" altLang="zh-CN" sz="2400" dirty="0"/>
              <a:t>,</a:t>
            </a:r>
            <a:r>
              <a:rPr lang="zh-CN" altLang="en-US" sz="2400" dirty="0"/>
              <a:t>又因</a:t>
            </a:r>
            <a:r>
              <a:rPr lang="en-US" altLang="zh-CN" sz="2400" dirty="0"/>
              <a:t>(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)&gt;0</a:t>
            </a:r>
            <a:r>
              <a:rPr lang="zh-CN" altLang="en-US" sz="2400" dirty="0"/>
              <a:t>故　</a:t>
            </a:r>
            <a:r>
              <a:rPr lang="en-US" altLang="zh-CN" sz="2400" dirty="0"/>
              <a:t>[</a:t>
            </a:r>
            <a:r>
              <a:rPr lang="zh-CN" altLang="en-US" sz="2400" i="1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＋</a:t>
            </a:r>
            <a:r>
              <a:rPr lang="en-US" altLang="zh-CN" sz="2400" dirty="0"/>
              <a:t>[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＝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zh-CN" altLang="en-US" sz="2400" dirty="0"/>
              <a:t>＝</a:t>
            </a:r>
            <a:r>
              <a:rPr lang="en-US" altLang="zh-CN" sz="2400" dirty="0"/>
              <a:t>[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　　　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当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＋ｙ</a:t>
            </a:r>
            <a:r>
              <a:rPr lang="en-US" altLang="zh-CN" sz="2400" dirty="0"/>
              <a:t>&lt;0</a:t>
            </a:r>
            <a:r>
              <a:rPr lang="zh-CN" altLang="en-US" sz="2400" dirty="0"/>
              <a:t>时，</a:t>
            </a:r>
            <a:r>
              <a:rPr lang="en-US" altLang="zh-CN" sz="2400" dirty="0"/>
              <a:t> 2 </a:t>
            </a:r>
            <a:r>
              <a:rPr lang="zh-CN" altLang="en-US" sz="2400" dirty="0"/>
              <a:t>＋ </a:t>
            </a:r>
            <a:r>
              <a:rPr lang="en-US" altLang="zh-CN" sz="2400" dirty="0"/>
              <a:t>(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) &lt; 2</a:t>
            </a:r>
            <a:r>
              <a:rPr lang="zh-CN" altLang="en-US" sz="2400" dirty="0"/>
              <a:t>，又因</a:t>
            </a:r>
            <a:r>
              <a:rPr lang="en-US" altLang="zh-CN" sz="2400" dirty="0"/>
              <a:t>(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)&lt;0</a:t>
            </a:r>
            <a:r>
              <a:rPr lang="zh-CN" altLang="en-US" sz="2400" dirty="0"/>
              <a:t>，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故　</a:t>
            </a:r>
            <a:r>
              <a:rPr lang="en-US" altLang="zh-CN" sz="2400" dirty="0"/>
              <a:t>[</a:t>
            </a:r>
            <a:r>
              <a:rPr lang="zh-CN" altLang="en-US" sz="2400" i="1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＋</a:t>
            </a:r>
            <a:r>
              <a:rPr lang="en-US" altLang="zh-CN" sz="2400" dirty="0"/>
              <a:t>[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＝</a:t>
            </a:r>
            <a:r>
              <a:rPr lang="en-US" altLang="zh-CN" sz="2400" dirty="0"/>
              <a:t>2</a:t>
            </a:r>
            <a:r>
              <a:rPr lang="zh-CN" altLang="en-US" sz="2400" dirty="0"/>
              <a:t>＋</a:t>
            </a:r>
            <a:r>
              <a:rPr lang="en-US" altLang="zh-CN" sz="2400" dirty="0"/>
              <a:t>(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)</a:t>
            </a:r>
            <a:r>
              <a:rPr lang="zh-CN" altLang="en-US" sz="2400" dirty="0"/>
              <a:t>＝</a:t>
            </a:r>
            <a:r>
              <a:rPr lang="en-US" altLang="zh-CN" sz="2400" dirty="0"/>
              <a:t>[</a:t>
            </a:r>
            <a:r>
              <a:rPr lang="zh-CN" altLang="en-US" sz="2400" i="1" dirty="0"/>
              <a:t>ｘ</a:t>
            </a:r>
            <a:r>
              <a:rPr lang="zh-CN" altLang="en-US" sz="2400" dirty="0"/>
              <a:t>＋</a:t>
            </a:r>
            <a:r>
              <a:rPr lang="zh-CN" altLang="en-US" sz="2400" i="1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　　　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所以上式成立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C7B3D28-216B-43F5-BFE0-5BD68495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证明</a:t>
            </a:r>
            <a:r>
              <a:rPr lang="en-US" altLang="zh-CN"/>
              <a:t>[x]</a:t>
            </a:r>
            <a:r>
              <a:rPr lang="zh-CN" altLang="en-US" baseline="-25000"/>
              <a:t>补</a:t>
            </a:r>
            <a:r>
              <a:rPr lang="zh-CN" altLang="en-US"/>
              <a:t>＋</a:t>
            </a:r>
            <a:r>
              <a:rPr lang="en-US" altLang="zh-CN"/>
              <a:t>[y]</a:t>
            </a:r>
            <a:r>
              <a:rPr lang="zh-CN" altLang="en-US" baseline="-25000"/>
              <a:t>补</a:t>
            </a:r>
            <a:r>
              <a:rPr lang="en-US" altLang="zh-CN"/>
              <a:t>=[x+y]</a:t>
            </a:r>
            <a:r>
              <a:rPr lang="zh-CN" altLang="en-US" baseline="-25000"/>
              <a:t>补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105475" name="内容占位符 2">
            <a:extLst>
              <a:ext uri="{FF2B5EF4-FFF2-40B4-BE49-F238E27FC236}">
                <a16:creationId xmlns:a16="http://schemas.microsoft.com/office/drawing/2014/main" xmlns="" id="{F25A4F65-C16A-4F4F-AD40-F83D0FF72F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indent="-447675">
              <a:buFont typeface="Wingdings" panose="05000000000000000000" pitchFamily="2" charset="2"/>
              <a:buNone/>
            </a:pPr>
            <a:r>
              <a:rPr lang="en-US" altLang="zh-CN" sz="2400"/>
              <a:t>(3)</a:t>
            </a:r>
            <a:r>
              <a:rPr lang="zh-CN" altLang="en-US" sz="2400" i="1"/>
              <a:t>ｘ</a:t>
            </a:r>
            <a:r>
              <a:rPr lang="en-US" altLang="zh-CN" sz="2400"/>
              <a:t>&lt;0,</a:t>
            </a:r>
            <a:r>
              <a:rPr lang="zh-CN" altLang="en-US" sz="2400" i="1"/>
              <a:t>ｙ</a:t>
            </a:r>
            <a:r>
              <a:rPr lang="en-US" altLang="zh-CN" sz="2400"/>
              <a:t>&gt;0</a:t>
            </a:r>
            <a:r>
              <a:rPr lang="zh-CN" altLang="en-US" sz="2400"/>
              <a:t>，则</a:t>
            </a:r>
            <a:r>
              <a:rPr lang="zh-CN" altLang="en-US" sz="2400" i="1"/>
              <a:t>ｘ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r>
              <a:rPr lang="en-US" altLang="zh-CN" sz="2400"/>
              <a:t>&gt;0</a:t>
            </a:r>
            <a:r>
              <a:rPr lang="zh-CN" altLang="en-US" sz="2400"/>
              <a:t>或 </a:t>
            </a:r>
            <a:r>
              <a:rPr lang="zh-CN" altLang="en-US" sz="2400" i="1"/>
              <a:t>ｘ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r>
              <a:rPr lang="en-US" altLang="zh-CN" sz="2400"/>
              <a:t>&lt;0 </a:t>
            </a:r>
          </a:p>
          <a:p>
            <a:pPr lvl="1" indent="-447675">
              <a:buFont typeface="Wingdings" panose="05000000000000000000" pitchFamily="2" charset="2"/>
              <a:buNone/>
            </a:pPr>
            <a:r>
              <a:rPr lang="en-US" altLang="zh-CN" sz="2400"/>
              <a:t>   </a:t>
            </a:r>
            <a:r>
              <a:rPr lang="zh-CN" altLang="en-US" sz="2400"/>
              <a:t>这种情况和第</a:t>
            </a:r>
            <a:r>
              <a:rPr lang="en-US" altLang="zh-CN" sz="2400"/>
              <a:t>2</a:t>
            </a:r>
            <a:r>
              <a:rPr lang="zh-CN" altLang="en-US" sz="2400"/>
              <a:t>种情况一样，把</a:t>
            </a:r>
            <a:r>
              <a:rPr lang="zh-CN" altLang="en-US" sz="2400" i="1"/>
              <a:t>ｘ</a:t>
            </a:r>
            <a:r>
              <a:rPr lang="zh-CN" altLang="en-US" sz="2400"/>
              <a:t>和</a:t>
            </a:r>
            <a:r>
              <a:rPr lang="zh-CN" altLang="en-US" sz="2400" i="1"/>
              <a:t>ｙ</a:t>
            </a:r>
            <a:r>
              <a:rPr lang="zh-CN" altLang="en-US" sz="2400"/>
              <a:t>的位置对调即得证。 </a:t>
            </a:r>
          </a:p>
          <a:p>
            <a:pPr lvl="1" indent="-447675">
              <a:buFont typeface="Wingdings" panose="05000000000000000000" pitchFamily="2" charset="2"/>
              <a:buNone/>
            </a:pPr>
            <a:r>
              <a:rPr lang="en-US" altLang="zh-CN" sz="2400"/>
              <a:t>(4)</a:t>
            </a:r>
            <a:r>
              <a:rPr lang="zh-CN" altLang="en-US" sz="2400" i="1"/>
              <a:t>ｘ</a:t>
            </a:r>
            <a:r>
              <a:rPr lang="en-US" altLang="zh-CN" sz="2400"/>
              <a:t>&lt;0</a:t>
            </a:r>
            <a:r>
              <a:rPr lang="zh-CN" altLang="en-US" sz="2400"/>
              <a:t>，</a:t>
            </a:r>
            <a:r>
              <a:rPr lang="zh-CN" altLang="en-US" sz="2400" i="1"/>
              <a:t>ｙ</a:t>
            </a:r>
            <a:r>
              <a:rPr lang="en-US" altLang="zh-CN" sz="2400"/>
              <a:t>&lt;0</a:t>
            </a:r>
            <a:r>
              <a:rPr lang="zh-CN" altLang="en-US" sz="2400"/>
              <a:t>，则</a:t>
            </a:r>
            <a:r>
              <a:rPr lang="zh-CN" altLang="en-US" sz="2400" i="1"/>
              <a:t>ｘ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r>
              <a:rPr lang="en-US" altLang="zh-CN" sz="2400"/>
              <a:t>&lt;0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　相加两数都是负数</a:t>
            </a:r>
            <a:r>
              <a:rPr lang="en-US" altLang="zh-CN" sz="2400"/>
              <a:t>,</a:t>
            </a:r>
            <a:r>
              <a:rPr lang="zh-CN" altLang="en-US" sz="2400"/>
              <a:t>则其和也一定是负数。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　∵</a:t>
            </a:r>
            <a:r>
              <a:rPr lang="en-US" altLang="zh-CN" sz="2400"/>
              <a:t>[</a:t>
            </a:r>
            <a:r>
              <a:rPr lang="zh-CN" altLang="en-US" sz="2400" i="1"/>
              <a:t>ｘ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＝</a:t>
            </a:r>
            <a:r>
              <a:rPr lang="en-US" altLang="zh-CN" sz="2400"/>
              <a:t>2</a:t>
            </a:r>
            <a:r>
              <a:rPr lang="zh-CN" altLang="en-US" sz="2400"/>
              <a:t>＋</a:t>
            </a:r>
            <a:r>
              <a:rPr lang="zh-CN" altLang="en-US" sz="2400" i="1"/>
              <a:t>ｘ</a:t>
            </a:r>
            <a:r>
              <a:rPr lang="en-US" altLang="zh-CN" sz="2400"/>
              <a:t>,</a:t>
            </a:r>
            <a:r>
              <a:rPr lang="zh-CN" altLang="en-US" sz="2400"/>
              <a:t>　　　</a:t>
            </a:r>
            <a:r>
              <a:rPr lang="en-US" altLang="zh-CN" sz="2400"/>
              <a:t>[</a:t>
            </a:r>
            <a:r>
              <a:rPr lang="zh-CN" altLang="en-US" sz="2400" i="1"/>
              <a:t>ｙ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＝</a:t>
            </a:r>
            <a:r>
              <a:rPr lang="en-US" altLang="zh-CN" sz="2400"/>
              <a:t>2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endParaRPr lang="zh-CN" altLang="en-US" sz="240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　∴</a:t>
            </a:r>
            <a:r>
              <a:rPr lang="en-US" altLang="zh-CN" sz="2400"/>
              <a:t>[</a:t>
            </a:r>
            <a:r>
              <a:rPr lang="zh-CN" altLang="en-US" sz="2400" i="1"/>
              <a:t>ｘ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＋</a:t>
            </a:r>
            <a:r>
              <a:rPr lang="en-US" altLang="zh-CN" sz="2400"/>
              <a:t>[</a:t>
            </a:r>
            <a:r>
              <a:rPr lang="zh-CN" altLang="en-US" sz="2400" i="1"/>
              <a:t>ｙ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＝</a:t>
            </a:r>
            <a:r>
              <a:rPr lang="en-US" altLang="zh-CN" sz="2400"/>
              <a:t>2</a:t>
            </a:r>
            <a:r>
              <a:rPr lang="zh-CN" altLang="en-US" sz="2400"/>
              <a:t>＋</a:t>
            </a:r>
            <a:r>
              <a:rPr lang="zh-CN" altLang="en-US" sz="2400" i="1"/>
              <a:t>ｘ</a:t>
            </a:r>
            <a:r>
              <a:rPr lang="zh-CN" altLang="en-US" sz="2400"/>
              <a:t>＋</a:t>
            </a:r>
            <a:r>
              <a:rPr lang="en-US" altLang="zh-CN" sz="2400"/>
              <a:t>2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r>
              <a:rPr lang="zh-CN" altLang="en-US" sz="2400"/>
              <a:t>＝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zh-CN" altLang="en-US" sz="2400"/>
              <a:t>＋</a:t>
            </a:r>
            <a:r>
              <a:rPr lang="en-US" altLang="zh-CN" sz="2400"/>
              <a:t>(2</a:t>
            </a:r>
            <a:r>
              <a:rPr lang="zh-CN" altLang="en-US" sz="2400"/>
              <a:t>＋</a:t>
            </a:r>
            <a:r>
              <a:rPr lang="zh-CN" altLang="en-US" sz="2400" i="1"/>
              <a:t>ｘ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r>
              <a:rPr lang="en-US" altLang="zh-CN" sz="2400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/>
              <a:t>　上式右边分为“</a:t>
            </a:r>
            <a:r>
              <a:rPr lang="en-US" altLang="zh-CN" sz="2400"/>
              <a:t>2”</a:t>
            </a:r>
            <a:r>
              <a:rPr lang="zh-CN" altLang="en-US" sz="2400"/>
              <a:t>和</a:t>
            </a:r>
            <a:r>
              <a:rPr lang="en-US" altLang="zh-CN" sz="2400"/>
              <a:t>(2</a:t>
            </a:r>
            <a:r>
              <a:rPr lang="zh-CN" altLang="en-US" sz="2400"/>
              <a:t>＋</a:t>
            </a:r>
            <a:r>
              <a:rPr lang="zh-CN" altLang="en-US" sz="2400" i="1"/>
              <a:t>ｘ</a:t>
            </a:r>
            <a:r>
              <a:rPr lang="zh-CN" altLang="en-US" sz="2400"/>
              <a:t>＋ｙ</a:t>
            </a:r>
            <a:r>
              <a:rPr lang="en-US" altLang="zh-CN" sz="2400"/>
              <a:t>)</a:t>
            </a:r>
            <a:r>
              <a:rPr lang="zh-CN" altLang="en-US" sz="2400"/>
              <a:t>两部分。既然</a:t>
            </a:r>
            <a:r>
              <a:rPr lang="en-US" altLang="zh-CN" sz="2400"/>
              <a:t>(</a:t>
            </a:r>
            <a:r>
              <a:rPr lang="zh-CN" altLang="en-US" sz="2400" i="1"/>
              <a:t>ｘ</a:t>
            </a:r>
            <a:r>
              <a:rPr lang="zh-CN" altLang="en-US" sz="2400"/>
              <a:t>＋ｙ</a:t>
            </a:r>
            <a:r>
              <a:rPr lang="en-US" altLang="zh-CN" sz="2400"/>
              <a:t>)</a:t>
            </a:r>
            <a:r>
              <a:rPr lang="zh-CN" altLang="en-US" sz="2400"/>
              <a:t>是负数，而其绝对值又小于</a:t>
            </a:r>
            <a:r>
              <a:rPr lang="en-US" altLang="zh-CN" sz="2400"/>
              <a:t>1</a:t>
            </a:r>
            <a:r>
              <a:rPr lang="zh-CN" altLang="en-US" sz="2400"/>
              <a:t>，那么</a:t>
            </a:r>
            <a:r>
              <a:rPr lang="en-US" altLang="zh-CN" sz="2400"/>
              <a:t>(2</a:t>
            </a:r>
            <a:r>
              <a:rPr lang="zh-CN" altLang="en-US" sz="2400"/>
              <a:t>＋</a:t>
            </a:r>
            <a:r>
              <a:rPr lang="zh-CN" altLang="en-US" sz="2400" i="1"/>
              <a:t>ｘ</a:t>
            </a:r>
            <a:r>
              <a:rPr lang="zh-CN" altLang="en-US" sz="2400"/>
              <a:t>＋ｙ</a:t>
            </a:r>
            <a:r>
              <a:rPr lang="en-US" altLang="zh-CN" sz="2400"/>
              <a:t>)</a:t>
            </a:r>
            <a:r>
              <a:rPr lang="zh-CN" altLang="en-US" sz="2400"/>
              <a:t>就一定是小于</a:t>
            </a:r>
            <a:r>
              <a:rPr lang="en-US" altLang="zh-CN" sz="2400"/>
              <a:t>2</a:t>
            </a:r>
            <a:r>
              <a:rPr lang="zh-CN" altLang="en-US" sz="2400"/>
              <a:t>而大于</a:t>
            </a:r>
            <a:r>
              <a:rPr lang="en-US" altLang="zh-CN" sz="2400"/>
              <a:t>1</a:t>
            </a:r>
            <a:r>
              <a:rPr lang="zh-CN" altLang="en-US" sz="2400"/>
              <a:t>的数，进位“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en-US" altLang="zh-CN" sz="2400"/>
              <a:t>”</a:t>
            </a:r>
            <a:r>
              <a:rPr lang="zh-CN" altLang="en-US" sz="2400"/>
              <a:t>必丢失。又因</a:t>
            </a:r>
            <a:r>
              <a:rPr lang="en-US" altLang="zh-CN" sz="2400"/>
              <a:t>(</a:t>
            </a:r>
            <a:r>
              <a:rPr lang="zh-CN" altLang="en-US" sz="2400" i="1"/>
              <a:t>ｘ</a:t>
            </a:r>
            <a:r>
              <a:rPr lang="zh-CN" altLang="en-US" sz="2400"/>
              <a:t>＋ｙ</a:t>
            </a:r>
            <a:r>
              <a:rPr lang="en-US" altLang="zh-CN" sz="2400"/>
              <a:t>)&lt;0, </a:t>
            </a:r>
            <a:r>
              <a:rPr lang="zh-CN" altLang="en-US" sz="2400"/>
              <a:t>所以</a:t>
            </a:r>
            <a:r>
              <a:rPr lang="en-US" altLang="zh-CN" sz="2400"/>
              <a:t>[</a:t>
            </a:r>
            <a:r>
              <a:rPr lang="zh-CN" altLang="en-US" sz="2400" i="1"/>
              <a:t>ｘ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＋</a:t>
            </a:r>
            <a:r>
              <a:rPr lang="en-US" altLang="zh-CN" sz="2400"/>
              <a:t>[</a:t>
            </a:r>
            <a:r>
              <a:rPr lang="zh-CN" altLang="en-US" sz="2400" i="1"/>
              <a:t>ｙ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＝</a:t>
            </a:r>
            <a:r>
              <a:rPr lang="en-US" altLang="zh-CN" sz="2400"/>
              <a:t>2</a:t>
            </a:r>
            <a:r>
              <a:rPr lang="zh-CN" altLang="en-US" sz="2400"/>
              <a:t>＋</a:t>
            </a:r>
            <a:r>
              <a:rPr lang="en-US" altLang="zh-CN" sz="2400"/>
              <a:t>(</a:t>
            </a:r>
            <a:r>
              <a:rPr lang="zh-CN" altLang="en-US" sz="2400" i="1"/>
              <a:t>ｘ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r>
              <a:rPr lang="en-US" altLang="zh-CN" sz="2400"/>
              <a:t>)</a:t>
            </a:r>
            <a:r>
              <a:rPr lang="zh-CN" altLang="en-US" sz="2400"/>
              <a:t>＝</a:t>
            </a:r>
            <a:r>
              <a:rPr lang="en-US" altLang="zh-CN" sz="2400"/>
              <a:t>[</a:t>
            </a:r>
            <a:r>
              <a:rPr lang="zh-CN" altLang="en-US" sz="2400" i="1"/>
              <a:t>ｘ</a:t>
            </a:r>
            <a:r>
              <a:rPr lang="zh-CN" altLang="en-US" sz="2400"/>
              <a:t>＋</a:t>
            </a:r>
            <a:r>
              <a:rPr lang="zh-CN" altLang="en-US" sz="2400" i="1"/>
              <a:t>ｙ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　　　</a:t>
            </a:r>
          </a:p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>
            <a:extLst>
              <a:ext uri="{FF2B5EF4-FFF2-40B4-BE49-F238E27FC236}">
                <a16:creationId xmlns:a16="http://schemas.microsoft.com/office/drawing/2014/main" xmlns="" id="{49506438-9D91-4FB7-9E63-DF7E27492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举例</a:t>
            </a:r>
          </a:p>
        </p:txBody>
      </p:sp>
      <p:sp>
        <p:nvSpPr>
          <p:cNvPr id="702467" name="Rectangle 3">
            <a:extLst>
              <a:ext uri="{FF2B5EF4-FFF2-40B4-BE49-F238E27FC236}">
                <a16:creationId xmlns:a16="http://schemas.microsoft.com/office/drawing/2014/main" xmlns="" id="{96964F59-EF6A-4BF3-8842-363777555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zh-CN" altLang="en-US" dirty="0"/>
              <a:t>ｘ＝</a:t>
            </a:r>
            <a:r>
              <a:rPr lang="en-US" altLang="zh-CN" dirty="0"/>
              <a:t>0.1001</a:t>
            </a:r>
            <a:r>
              <a:rPr lang="zh-CN" altLang="en-US" dirty="0"/>
              <a:t>，ｙ＝</a:t>
            </a:r>
            <a:r>
              <a:rPr lang="en-US" altLang="zh-CN" dirty="0"/>
              <a:t>0.0101</a:t>
            </a:r>
            <a:r>
              <a:rPr lang="zh-CN" altLang="en-US" dirty="0"/>
              <a:t>，求ｘ＋ｙ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解：</a:t>
            </a:r>
            <a:r>
              <a:rPr lang="en-US" altLang="zh-CN" dirty="0"/>
              <a:t>[</a:t>
            </a:r>
            <a:r>
              <a:rPr lang="zh-CN" altLang="en-US" dirty="0"/>
              <a:t>ｘ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0.1001, [</a:t>
            </a:r>
            <a:r>
              <a:rPr lang="zh-CN" altLang="en-US" dirty="0"/>
              <a:t>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0.0101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  [</a:t>
            </a:r>
            <a:r>
              <a:rPr lang="zh-CN" altLang="en-US" dirty="0"/>
              <a:t>ｘ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/>
              <a:t>0.1001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＋</a:t>
            </a:r>
            <a:r>
              <a:rPr lang="en-US" altLang="zh-CN" dirty="0"/>
              <a:t>[</a:t>
            </a:r>
            <a:r>
              <a:rPr lang="zh-CN" altLang="en-US" dirty="0"/>
              <a:t>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/>
              <a:t>0.0101</a:t>
            </a:r>
            <a:r>
              <a:rPr lang="zh-CN" altLang="en-US" dirty="0"/>
              <a:t>　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[</a:t>
            </a:r>
            <a:r>
              <a:rPr lang="zh-CN" altLang="en-US" dirty="0"/>
              <a:t>ｘ＋ｙ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   </a:t>
            </a:r>
            <a:r>
              <a:rPr lang="en-US" altLang="zh-CN" dirty="0"/>
              <a:t>0.1110</a:t>
            </a:r>
            <a:r>
              <a:rPr lang="zh-CN" altLang="en-US" dirty="0"/>
              <a:t>　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所以ｘ＋ｙ＝＋</a:t>
            </a:r>
            <a:r>
              <a:rPr lang="en-US" altLang="zh-CN" dirty="0"/>
              <a:t>0.1110 </a:t>
            </a:r>
          </a:p>
        </p:txBody>
      </p:sp>
      <p:sp>
        <p:nvSpPr>
          <p:cNvPr id="702468" name="Line 4">
            <a:extLst>
              <a:ext uri="{FF2B5EF4-FFF2-40B4-BE49-F238E27FC236}">
                <a16:creationId xmlns:a16="http://schemas.microsoft.com/office/drawing/2014/main" xmlns="" id="{C15D6A9D-234B-4D25-B7E4-769ED85607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76600"/>
            <a:ext cx="36433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>
            <a:extLst>
              <a:ext uri="{FF2B5EF4-FFF2-40B4-BE49-F238E27FC236}">
                <a16:creationId xmlns:a16="http://schemas.microsoft.com/office/drawing/2014/main" xmlns="" id="{B82E659E-7015-41B2-89EF-D40D030CA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举例</a:t>
            </a:r>
          </a:p>
        </p:txBody>
      </p:sp>
      <p:sp>
        <p:nvSpPr>
          <p:cNvPr id="703491" name="Rectangle 3">
            <a:extLst>
              <a:ext uri="{FF2B5EF4-FFF2-40B4-BE49-F238E27FC236}">
                <a16:creationId xmlns:a16="http://schemas.microsoft.com/office/drawing/2014/main" xmlns="" id="{6A3C79D6-62F7-4393-9584-1B5DD8E635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zh-CN" altLang="en-US" dirty="0"/>
              <a:t>ｘ＝＋</a:t>
            </a:r>
            <a:r>
              <a:rPr lang="en-US" altLang="zh-CN" dirty="0"/>
              <a:t>0.1011</a:t>
            </a:r>
            <a:r>
              <a:rPr lang="zh-CN" altLang="en-US" dirty="0"/>
              <a:t>，ｙ＝－</a:t>
            </a:r>
            <a:r>
              <a:rPr lang="en-US" altLang="zh-CN" dirty="0"/>
              <a:t>0.0101</a:t>
            </a:r>
            <a:r>
              <a:rPr lang="zh-CN" altLang="en-US" dirty="0"/>
              <a:t>， 求ｘ＋ｙ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解：</a:t>
            </a:r>
            <a:r>
              <a:rPr lang="en-US" altLang="zh-CN" dirty="0"/>
              <a:t>[</a:t>
            </a:r>
            <a:r>
              <a:rPr lang="zh-CN" altLang="en-US" dirty="0"/>
              <a:t>ｘ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0.1011, [</a:t>
            </a:r>
            <a:r>
              <a:rPr lang="zh-CN" altLang="en-US" dirty="0"/>
              <a:t>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1.1011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  [</a:t>
            </a:r>
            <a:r>
              <a:rPr lang="zh-CN" altLang="en-US" dirty="0"/>
              <a:t>ｘ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/>
              <a:t>0.1011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＋</a:t>
            </a:r>
            <a:r>
              <a:rPr lang="en-US" altLang="zh-CN" dirty="0"/>
              <a:t>[</a:t>
            </a:r>
            <a:r>
              <a:rPr lang="zh-CN" altLang="en-US" dirty="0"/>
              <a:t>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/>
              <a:t>1.1011</a:t>
            </a:r>
            <a:r>
              <a:rPr lang="zh-CN" altLang="en-US" dirty="0"/>
              <a:t>　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[</a:t>
            </a:r>
            <a:r>
              <a:rPr lang="zh-CN" altLang="en-US" dirty="0"/>
              <a:t>ｘ＋ｙ</a:t>
            </a:r>
            <a:r>
              <a:rPr lang="en-US" altLang="zh-CN" dirty="0"/>
              <a:t>]</a:t>
            </a:r>
            <a:r>
              <a:rPr lang="zh-CN" altLang="en-US" baseline="-25000" dirty="0"/>
              <a:t>补 </a:t>
            </a:r>
            <a:r>
              <a:rPr lang="en-US" altLang="zh-CN" dirty="0">
                <a:solidFill>
                  <a:srgbClr val="CC3300"/>
                </a:solidFill>
              </a:rPr>
              <a:t>1</a:t>
            </a:r>
            <a:r>
              <a:rPr lang="en-US" altLang="zh-CN" dirty="0"/>
              <a:t>0.0110</a:t>
            </a:r>
            <a:r>
              <a:rPr lang="zh-CN" altLang="en-US" dirty="0"/>
              <a:t>　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</a:p>
          <a:p>
            <a:pPr marL="180975" lvl="1" indent="-1588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所以　　ｘ＋ｙ＝＋</a:t>
            </a:r>
            <a:r>
              <a:rPr lang="en-US" altLang="zh-CN" dirty="0"/>
              <a:t>0.0110 </a:t>
            </a:r>
          </a:p>
        </p:txBody>
      </p:sp>
      <p:sp>
        <p:nvSpPr>
          <p:cNvPr id="703492" name="Line 4">
            <a:extLst>
              <a:ext uri="{FF2B5EF4-FFF2-40B4-BE49-F238E27FC236}">
                <a16:creationId xmlns:a16="http://schemas.microsoft.com/office/drawing/2014/main" xmlns="" id="{FACC9F42-A3FB-404E-A9FA-4CB7B9435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352800"/>
            <a:ext cx="36433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3495" name="Text Box 7">
            <a:extLst>
              <a:ext uri="{FF2B5EF4-FFF2-40B4-BE49-F238E27FC236}">
                <a16:creationId xmlns:a16="http://schemas.microsoft.com/office/drawing/2014/main" xmlns="" id="{F110DBB2-B6B2-4934-82B3-4804BE989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8150" y="4953000"/>
            <a:ext cx="4825360" cy="830997"/>
          </a:xfrm>
          <a:prstGeom prst="rect">
            <a:avLst/>
          </a:prstGeom>
          <a:noFill/>
          <a:ln w="22225" algn="ctr">
            <a:solidFill>
              <a:srgbClr val="00CC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kumimoji="0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补码加法：符号位要作为数的一部</a:t>
            </a:r>
          </a:p>
          <a:p>
            <a:pPr algn="l" eaLnBrk="1" hangingPunct="1">
              <a:defRPr/>
            </a:pPr>
            <a:r>
              <a:rPr kumimoji="0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分参与运算，进行模</a:t>
            </a:r>
            <a:r>
              <a:rPr kumimoji="0" lang="en-US" altLang="zh-CN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的加法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>
            <a:extLst>
              <a:ext uri="{FF2B5EF4-FFF2-40B4-BE49-F238E27FC236}">
                <a16:creationId xmlns:a16="http://schemas.microsoft.com/office/drawing/2014/main" xmlns="" id="{1108E679-8BBD-4BE9-B208-DC3096E9F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证明</a:t>
            </a:r>
            <a:r>
              <a:rPr lang="en-US" altLang="zh-CN"/>
              <a:t>[x]</a:t>
            </a:r>
            <a:r>
              <a:rPr lang="zh-CN" altLang="en-US" baseline="-25000"/>
              <a:t>补</a:t>
            </a:r>
            <a:r>
              <a:rPr lang="en-US" altLang="zh-CN"/>
              <a:t>–[y]</a:t>
            </a:r>
            <a:r>
              <a:rPr lang="zh-CN" altLang="en-US" baseline="-25000"/>
              <a:t>补</a:t>
            </a:r>
            <a:r>
              <a:rPr lang="en-US" altLang="zh-CN"/>
              <a:t>=</a:t>
            </a:r>
            <a:r>
              <a:rPr lang="zh-CN" altLang="en-US"/>
              <a:t> </a:t>
            </a:r>
            <a:r>
              <a:rPr lang="en-US" altLang="zh-CN"/>
              <a:t>[x–y]</a:t>
            </a:r>
            <a:r>
              <a:rPr lang="zh-CN" altLang="en-US" baseline="-25000"/>
              <a:t>补</a:t>
            </a:r>
            <a:endParaRPr lang="zh-CN" altLang="en-US">
              <a:sym typeface="Wingdings 3" panose="05040102010807070707" pitchFamily="18" charset="2"/>
            </a:endParaRPr>
          </a:p>
        </p:txBody>
      </p:sp>
      <p:sp>
        <p:nvSpPr>
          <p:cNvPr id="704515" name="Rectangle 3">
            <a:extLst>
              <a:ext uri="{FF2B5EF4-FFF2-40B4-BE49-F238E27FC236}">
                <a16:creationId xmlns:a16="http://schemas.microsoft.com/office/drawing/2014/main" xmlns="" id="{160CDA7B-98AE-4C5F-AEFC-8E034D448C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82000" cy="5232400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dirty="0"/>
              <a:t>补码减法的公式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–[y]</a:t>
            </a:r>
            <a:r>
              <a:rPr lang="zh-CN" altLang="en-US" baseline="-25000" dirty="0"/>
              <a:t>补</a:t>
            </a:r>
            <a:r>
              <a:rPr lang="zh-CN" altLang="en-US" dirty="0"/>
              <a:t>＝ </a:t>
            </a:r>
            <a:r>
              <a:rPr lang="en-US" altLang="zh-CN" dirty="0"/>
              <a:t>[x–y]</a:t>
            </a:r>
            <a:r>
              <a:rPr lang="zh-CN" altLang="en-US" baseline="-25000" dirty="0"/>
              <a:t>补</a:t>
            </a:r>
            <a:r>
              <a:rPr lang="zh-CN" altLang="en-US" dirty="0"/>
              <a:t>＝ 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+[–y]</a:t>
            </a:r>
            <a:r>
              <a:rPr lang="zh-CN" altLang="en-US" baseline="-25000" dirty="0"/>
              <a:t>补</a:t>
            </a:r>
            <a:r>
              <a:rPr lang="zh-CN" altLang="en-US" dirty="0"/>
              <a:t>         </a:t>
            </a:r>
            <a:r>
              <a:rPr lang="en-US" altLang="zh-CN" dirty="0"/>
              <a:t>(mod 2)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endParaRPr lang="en-US" altLang="zh-CN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dirty="0"/>
              <a:t>   证明上述公式成立的关键是</a:t>
            </a:r>
            <a:r>
              <a:rPr lang="en-US" altLang="zh-CN" dirty="0"/>
              <a:t>[–y]</a:t>
            </a:r>
            <a:r>
              <a:rPr lang="zh-CN" altLang="en-US" baseline="-25000" dirty="0"/>
              <a:t>补</a:t>
            </a:r>
            <a:r>
              <a:rPr lang="en-US" altLang="zh-CN" dirty="0"/>
              <a:t>= –[y]</a:t>
            </a:r>
            <a:r>
              <a:rPr lang="zh-CN" altLang="en-US" baseline="-25000" dirty="0"/>
              <a:t>补</a:t>
            </a:r>
          </a:p>
        </p:txBody>
      </p:sp>
      <p:sp>
        <p:nvSpPr>
          <p:cNvPr id="108549" name="TextBox 4">
            <a:extLst>
              <a:ext uri="{FF2B5EF4-FFF2-40B4-BE49-F238E27FC236}">
                <a16:creationId xmlns:a16="http://schemas.microsoft.com/office/drawing/2014/main" xmlns="" id="{D61F5679-C9B0-43FD-BE92-475334405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447800"/>
            <a:ext cx="3905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?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0" name="Rectangle 2">
            <a:extLst>
              <a:ext uri="{FF2B5EF4-FFF2-40B4-BE49-F238E27FC236}">
                <a16:creationId xmlns:a16="http://schemas.microsoft.com/office/drawing/2014/main" xmlns="" id="{D86B08C9-C255-40C0-A9B0-B4139C8A0D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latin typeface="迷你简启体"/>
              </a:rPr>
              <a:t>证明</a:t>
            </a:r>
            <a:r>
              <a:rPr lang="en-US" altLang="zh-CN">
                <a:cs typeface="Times New Roman" panose="02020603050405020304" pitchFamily="18" charset="0"/>
              </a:rPr>
              <a:t>[</a:t>
            </a:r>
            <a:r>
              <a:rPr lang="en-US" altLang="zh-CN"/>
              <a:t>–</a:t>
            </a:r>
            <a:r>
              <a:rPr lang="zh-CN" altLang="en-US" i="1">
                <a:latin typeface="宋体" panose="02010600030101010101" pitchFamily="2" charset="-122"/>
                <a:ea typeface="宋体" panose="02010600030101010101" pitchFamily="2" charset="-122"/>
              </a:rPr>
              <a:t>ｙ</a:t>
            </a:r>
            <a:r>
              <a:rPr lang="en-US" altLang="zh-CN">
                <a:cs typeface="Times New Roman" panose="02020603050405020304" pitchFamily="18" charset="0"/>
              </a:rPr>
              <a:t>]</a:t>
            </a:r>
            <a:r>
              <a:rPr lang="zh-CN" altLang="en-US" baseline="-3000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/>
              <a:t>–</a:t>
            </a:r>
            <a:r>
              <a:rPr lang="en-US" altLang="zh-CN">
                <a:cs typeface="Times New Roman" panose="02020603050405020304" pitchFamily="18" charset="0"/>
              </a:rPr>
              <a:t>[</a:t>
            </a:r>
            <a:r>
              <a:rPr lang="zh-CN" altLang="en-US" i="1">
                <a:latin typeface="宋体" panose="02010600030101010101" pitchFamily="2" charset="-122"/>
                <a:ea typeface="宋体" panose="02010600030101010101" pitchFamily="2" charset="-122"/>
              </a:rPr>
              <a:t>ｙ</a:t>
            </a:r>
            <a:r>
              <a:rPr lang="en-US" altLang="zh-CN">
                <a:cs typeface="Times New Roman" panose="02020603050405020304" pitchFamily="18" charset="0"/>
              </a:rPr>
              <a:t>]</a:t>
            </a:r>
            <a:r>
              <a:rPr lang="zh-CN" altLang="en-US" baseline="-3000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zh-CN" altLang="en-US"/>
              <a:t> 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xmlns="" id="{197175D2-3D66-49D2-B038-C5331681CC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203325"/>
            <a:ext cx="8388350" cy="5400675"/>
          </a:xfrm>
        </p:spPr>
        <p:txBody>
          <a:bodyPr/>
          <a:lstStyle/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证：</a:t>
            </a:r>
            <a:endParaRPr lang="zh-CN" altLang="en-US" dirty="0">
              <a:ea typeface="Arial Unicode MS" pitchFamily="34" charset="-128"/>
            </a:endParaRP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令 </a:t>
            </a:r>
            <a:r>
              <a:rPr lang="en-US" altLang="zh-CN" dirty="0">
                <a:ea typeface="Arial Unicode MS" pitchFamily="34" charset="-128"/>
              </a:rPr>
              <a:t>x= </a:t>
            </a:r>
            <a:r>
              <a:rPr lang="en-US" altLang="zh-CN" dirty="0"/>
              <a:t>–</a:t>
            </a:r>
            <a:r>
              <a:rPr lang="en-US" altLang="zh-CN" dirty="0">
                <a:ea typeface="Arial Unicode MS" pitchFamily="34" charset="-128"/>
              </a:rPr>
              <a:t>y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，于是</a:t>
            </a:r>
            <a:endParaRPr lang="zh-CN" altLang="en-US" dirty="0">
              <a:ea typeface="Arial Unicode MS" pitchFamily="34" charset="-128"/>
            </a:endParaRP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ea typeface="Arial Unicode MS" pitchFamily="34" charset="-128"/>
              </a:rPr>
              <a:t>	</a:t>
            </a:r>
            <a:r>
              <a:rPr lang="en-US" altLang="zh-CN" dirty="0">
                <a:ea typeface="Arial Unicode MS" pitchFamily="34" charset="-128"/>
              </a:rPr>
              <a:t>[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ｘ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dirty="0">
                <a:ea typeface="Arial Unicode MS" pitchFamily="34" charset="-128"/>
              </a:rPr>
              <a:t>y]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en-US" altLang="zh-CN" dirty="0">
                <a:ea typeface="Arial Unicode MS" pitchFamily="34" charset="-128"/>
              </a:rPr>
              <a:t>=[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ｘ</a:t>
            </a:r>
            <a:r>
              <a:rPr lang="en-US" altLang="zh-CN" dirty="0">
                <a:ea typeface="Arial Unicode MS" pitchFamily="34" charset="-128"/>
              </a:rPr>
              <a:t>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en-US" altLang="zh-CN" dirty="0">
                <a:ea typeface="Arial Unicode MS" pitchFamily="34" charset="-128"/>
              </a:rPr>
              <a:t>+[</a:t>
            </a:r>
            <a:r>
              <a:rPr lang="en-US" altLang="zh-CN" i="1" dirty="0">
                <a:ea typeface="Arial Unicode MS" pitchFamily="34" charset="-128"/>
              </a:rPr>
              <a:t>y</a:t>
            </a:r>
            <a:r>
              <a:rPr lang="en-US" altLang="zh-CN" dirty="0">
                <a:ea typeface="Arial Unicode MS" pitchFamily="34" charset="-128"/>
              </a:rPr>
              <a:t>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en-US" altLang="zh-CN" dirty="0">
                <a:ea typeface="Arial Unicode MS" pitchFamily="34" charset="-128"/>
              </a:rPr>
              <a:t>=[</a:t>
            </a:r>
            <a:r>
              <a:rPr lang="en-US" altLang="zh-CN" dirty="0"/>
              <a:t>–</a:t>
            </a:r>
            <a:r>
              <a:rPr lang="en-US" altLang="zh-CN" dirty="0">
                <a:ea typeface="Arial Unicode MS" pitchFamily="34" charset="-128"/>
              </a:rPr>
              <a:t>y]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en-US" altLang="zh-CN" dirty="0">
                <a:ea typeface="Arial Unicode MS" pitchFamily="34" charset="-128"/>
              </a:rPr>
              <a:t>+[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ｙ</a:t>
            </a:r>
            <a:r>
              <a:rPr lang="en-US" altLang="zh-CN" dirty="0">
                <a:ea typeface="Arial Unicode MS" pitchFamily="34" charset="-128"/>
              </a:rPr>
              <a:t>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endParaRPr lang="zh-CN" altLang="en-US" dirty="0">
              <a:ea typeface="Arial Unicode MS" pitchFamily="34" charset="-128"/>
            </a:endParaRP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又</a:t>
            </a:r>
            <a:endParaRPr lang="zh-CN" altLang="en-US" dirty="0">
              <a:ea typeface="Arial Unicode MS" pitchFamily="34" charset="-128"/>
            </a:endParaRP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ea typeface="Arial Unicode MS" pitchFamily="34" charset="-128"/>
              </a:rPr>
              <a:t>	</a:t>
            </a:r>
            <a:r>
              <a:rPr lang="en-US" altLang="zh-CN" dirty="0">
                <a:ea typeface="Arial Unicode MS" pitchFamily="34" charset="-128"/>
              </a:rPr>
              <a:t>[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ｘ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dirty="0">
                <a:ea typeface="Arial Unicode MS" pitchFamily="34" charset="-128"/>
              </a:rPr>
              <a:t>y]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en-US" altLang="zh-CN" dirty="0">
                <a:ea typeface="Arial Unicode MS" pitchFamily="34" charset="-128"/>
              </a:rPr>
              <a:t>=[</a:t>
            </a:r>
            <a:r>
              <a:rPr lang="en-US" altLang="zh-CN" dirty="0"/>
              <a:t>–</a:t>
            </a:r>
            <a:r>
              <a:rPr lang="en-US" altLang="zh-CN" dirty="0" err="1">
                <a:ea typeface="Arial Unicode MS" pitchFamily="34" charset="-128"/>
              </a:rPr>
              <a:t>y+</a:t>
            </a:r>
            <a:r>
              <a:rPr lang="en-US" altLang="zh-CN" i="1" dirty="0" err="1">
                <a:ea typeface="Arial Unicode MS" pitchFamily="34" charset="-128"/>
              </a:rPr>
              <a:t>y</a:t>
            </a:r>
            <a:r>
              <a:rPr lang="en-US" altLang="zh-CN" dirty="0">
                <a:ea typeface="Arial Unicode MS" pitchFamily="34" charset="-128"/>
              </a:rPr>
              <a:t>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en-US" altLang="zh-CN" dirty="0">
                <a:ea typeface="Arial Unicode MS" pitchFamily="34" charset="-128"/>
              </a:rPr>
              <a:t>=[0]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dirty="0">
                <a:ea typeface="Arial Unicode MS" pitchFamily="34" charset="-128"/>
              </a:rPr>
              <a:t>0</a:t>
            </a: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故</a:t>
            </a:r>
            <a:endParaRPr lang="zh-CN" altLang="en-US" dirty="0">
              <a:ea typeface="Arial Unicode MS" pitchFamily="34" charset="-128"/>
            </a:endParaRP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ea typeface="Arial Unicode MS" pitchFamily="34" charset="-128"/>
              </a:rPr>
              <a:t>	</a:t>
            </a:r>
            <a:r>
              <a:rPr lang="en-US" altLang="zh-CN" dirty="0">
                <a:ea typeface="Arial Unicode MS" pitchFamily="34" charset="-128"/>
              </a:rPr>
              <a:t>[</a:t>
            </a:r>
            <a:r>
              <a:rPr lang="en-US" altLang="zh-CN" dirty="0"/>
              <a:t>–</a:t>
            </a:r>
            <a:r>
              <a:rPr lang="en-US" altLang="zh-CN" dirty="0">
                <a:ea typeface="Arial Unicode MS" pitchFamily="34" charset="-128"/>
              </a:rPr>
              <a:t>y]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en-US" altLang="zh-CN" dirty="0">
                <a:ea typeface="Arial Unicode MS" pitchFamily="34" charset="-128"/>
              </a:rPr>
              <a:t>+[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ｙ</a:t>
            </a:r>
            <a:r>
              <a:rPr lang="en-US" altLang="zh-CN" dirty="0">
                <a:ea typeface="Arial Unicode MS" pitchFamily="34" charset="-128"/>
              </a:rPr>
              <a:t>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dirty="0">
                <a:ea typeface="Arial Unicode MS" pitchFamily="34" charset="-128"/>
              </a:rPr>
              <a:t>0</a:t>
            </a: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也即</a:t>
            </a:r>
            <a:endParaRPr lang="zh-CN" altLang="en-US" dirty="0">
              <a:ea typeface="Arial Unicode MS" pitchFamily="34" charset="-128"/>
            </a:endParaRPr>
          </a:p>
          <a:p>
            <a:pPr marL="3175" indent="95250" algn="just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dirty="0">
                <a:ea typeface="Arial Unicode MS" pitchFamily="34" charset="-128"/>
              </a:rPr>
              <a:t>	</a:t>
            </a:r>
            <a:r>
              <a:rPr lang="en-US" altLang="zh-CN" dirty="0">
                <a:ea typeface="Arial Unicode MS" pitchFamily="34" charset="-128"/>
              </a:rPr>
              <a:t>[</a:t>
            </a:r>
            <a:r>
              <a:rPr lang="en-US" altLang="zh-CN" dirty="0"/>
              <a:t>–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ｙ</a:t>
            </a:r>
            <a:r>
              <a:rPr lang="en-US" altLang="zh-CN" dirty="0">
                <a:ea typeface="Arial Unicode MS" pitchFamily="34" charset="-128"/>
              </a:rPr>
              <a:t>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dirty="0"/>
              <a:t>–</a:t>
            </a:r>
            <a:r>
              <a:rPr lang="en-US" altLang="zh-CN" dirty="0">
                <a:ea typeface="Arial Unicode MS" pitchFamily="34" charset="-128"/>
              </a:rPr>
              <a:t>[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ｙ</a:t>
            </a:r>
            <a:r>
              <a:rPr lang="en-US" altLang="zh-CN" dirty="0">
                <a:ea typeface="Arial Unicode MS" pitchFamily="34" charset="-128"/>
              </a:rPr>
              <a:t>]</a:t>
            </a:r>
            <a:r>
              <a:rPr lang="zh-CN" altLang="en-US" baseline="-30000" dirty="0">
                <a:latin typeface="宋体" panose="02010600030101010101" pitchFamily="2" charset="-122"/>
                <a:ea typeface="宋体" panose="02010600030101010101" pitchFamily="2" charset="-122"/>
              </a:rPr>
              <a:t>补</a:t>
            </a:r>
            <a:endParaRPr lang="zh-CN" altLang="en-US" dirty="0"/>
          </a:p>
        </p:txBody>
      </p:sp>
    </p:spTree>
  </p:cSld>
  <p:clrMapOvr>
    <a:masterClrMapping/>
  </p:clrMapOvr>
  <p:transition spd="med">
    <p:pull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>
            <a:extLst>
              <a:ext uri="{FF2B5EF4-FFF2-40B4-BE49-F238E27FC236}">
                <a16:creationId xmlns:a16="http://schemas.microsoft.com/office/drawing/2014/main" xmlns="" id="{3D312F38-28F1-4CE7-BF99-0292F30A8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[–y]</a:t>
            </a:r>
            <a:r>
              <a:rPr lang="zh-CN" altLang="en-US" baseline="-25000"/>
              <a:t>补</a:t>
            </a:r>
            <a:r>
              <a:rPr lang="zh-CN" altLang="en-US"/>
              <a:t>求补法则</a:t>
            </a:r>
            <a:endParaRPr lang="zh-CN" altLang="en-US">
              <a:sym typeface="Wingdings 3" panose="05040102010807070707" pitchFamily="18" charset="2"/>
            </a:endParaRP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xmlns="" id="{E0E5B09A-F89D-4448-A268-7B3121778A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382000" cy="5232400"/>
          </a:xfrm>
        </p:spPr>
        <p:txBody>
          <a:bodyPr/>
          <a:lstStyle/>
          <a:p>
            <a:pPr eaLnBrk="1" hangingPunct="1"/>
            <a:r>
              <a:rPr lang="zh-CN" altLang="en-US" dirty="0"/>
              <a:t>补码减法</a:t>
            </a:r>
            <a:endParaRPr lang="en-US" altLang="zh-CN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dirty="0"/>
              <a:t>    [x]</a:t>
            </a:r>
            <a:r>
              <a:rPr lang="zh-CN" altLang="en-US" baseline="-25000" dirty="0"/>
              <a:t>补</a:t>
            </a:r>
            <a:r>
              <a:rPr lang="en-US" altLang="zh-CN" dirty="0">
                <a:solidFill>
                  <a:srgbClr val="FF0000"/>
                </a:solidFill>
              </a:rPr>
              <a:t>–[y]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[x]</a:t>
            </a:r>
            <a:r>
              <a:rPr lang="zh-CN" altLang="en-US" baseline="-25000" dirty="0"/>
              <a:t>补</a:t>
            </a:r>
            <a:r>
              <a:rPr lang="en-US" altLang="zh-CN" dirty="0"/>
              <a:t>+</a:t>
            </a:r>
            <a:r>
              <a:rPr lang="en-US" altLang="zh-CN" dirty="0">
                <a:solidFill>
                  <a:srgbClr val="FF0000"/>
                </a:solidFill>
              </a:rPr>
              <a:t>[–y]</a:t>
            </a:r>
            <a:r>
              <a:rPr lang="zh-CN" altLang="en-US" baseline="-25000" dirty="0">
                <a:solidFill>
                  <a:srgbClr val="FF0000"/>
                </a:solidFill>
              </a:rPr>
              <a:t>补</a:t>
            </a:r>
            <a:r>
              <a:rPr lang="en-US" altLang="zh-CN" dirty="0"/>
              <a:t>= [x–y]</a:t>
            </a:r>
            <a:r>
              <a:rPr lang="zh-CN" altLang="en-US" baseline="-25000" dirty="0"/>
              <a:t>补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在进行补码减法前，需从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zh-CN" altLang="en-US" dirty="0"/>
              <a:t>求出</a:t>
            </a:r>
            <a:r>
              <a:rPr lang="en-US" altLang="zh-CN" dirty="0"/>
              <a:t>[–y]</a:t>
            </a:r>
            <a:r>
              <a:rPr lang="zh-CN" altLang="en-US" baseline="-25000" dirty="0"/>
              <a:t>补</a:t>
            </a:r>
            <a:r>
              <a:rPr lang="zh-CN" altLang="en-US" dirty="0"/>
              <a:t>。最简单的方法是：对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zh-CN" altLang="en-US" dirty="0"/>
              <a:t>各位（包括符号位）</a:t>
            </a:r>
            <a:r>
              <a:rPr lang="zh-CN" altLang="en-US" dirty="0">
                <a:latin typeface="Tahoma" panose="020B0604030504040204" pitchFamily="34" charset="0"/>
              </a:rPr>
              <a:t>“</a:t>
            </a:r>
            <a:r>
              <a:rPr lang="zh-CN" altLang="en-US" dirty="0"/>
              <a:t>求反且末位加</a:t>
            </a:r>
            <a:r>
              <a:rPr lang="en-US" altLang="zh-CN" dirty="0"/>
              <a:t>1</a:t>
            </a:r>
            <a:r>
              <a:rPr lang="en-US" altLang="zh-CN" dirty="0">
                <a:latin typeface="Tahoma" panose="020B0604030504040204" pitchFamily="34" charset="0"/>
              </a:rPr>
              <a:t>”</a:t>
            </a:r>
            <a:r>
              <a:rPr lang="zh-CN" altLang="en-US" dirty="0"/>
              <a:t>，即可得到</a:t>
            </a:r>
            <a:r>
              <a:rPr lang="en-US" altLang="zh-CN" dirty="0"/>
              <a:t>[–y]</a:t>
            </a:r>
            <a:r>
              <a:rPr lang="zh-CN" altLang="en-US" baseline="-25000" dirty="0"/>
              <a:t>补</a:t>
            </a:r>
          </a:p>
          <a:p>
            <a:pPr eaLnBrk="1" hangingPunct="1"/>
            <a:r>
              <a:rPr lang="zh-CN" altLang="en-US" dirty="0"/>
              <a:t>写成运算表达式，则为 </a:t>
            </a:r>
            <a:r>
              <a:rPr lang="en-US" altLang="zh-CN" dirty="0"/>
              <a:t>[–y]</a:t>
            </a:r>
            <a:r>
              <a:rPr lang="zh-CN" altLang="en-US" baseline="-25000" dirty="0"/>
              <a:t>补</a:t>
            </a:r>
            <a:r>
              <a:rPr lang="zh-CN" altLang="en-US" dirty="0"/>
              <a:t>＝    </a:t>
            </a:r>
            <a:r>
              <a:rPr lang="en-US" altLang="zh-CN" dirty="0"/>
              <a:t>[y]</a:t>
            </a:r>
            <a:r>
              <a:rPr lang="zh-CN" altLang="en-US" baseline="-25000" dirty="0"/>
              <a:t>补</a:t>
            </a:r>
            <a:r>
              <a:rPr lang="zh-CN" altLang="en-US" dirty="0"/>
              <a:t>＋</a:t>
            </a:r>
            <a:r>
              <a:rPr lang="en-US" altLang="zh-CN" dirty="0"/>
              <a:t>2</a:t>
            </a:r>
            <a:r>
              <a:rPr lang="en-US" altLang="zh-CN" baseline="30000" dirty="0"/>
              <a:t>-n</a:t>
            </a:r>
          </a:p>
          <a:p>
            <a:pPr marL="268288" lvl="1" indent="0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仿宋_GB2312" pitchFamily="49" charset="-122"/>
                <a:ea typeface="仿宋_GB2312" pitchFamily="49" charset="-122"/>
              </a:rPr>
              <a:t>符号</a:t>
            </a:r>
            <a:r>
              <a:rPr lang="zh-CN" altLang="en-US" dirty="0">
                <a:latin typeface="Tahoma" panose="020B0604030504040204" pitchFamily="34" charset="0"/>
                <a:ea typeface="仿宋_GB2312" pitchFamily="49" charset="-122"/>
              </a:rPr>
              <a:t>“</a:t>
            </a:r>
            <a:r>
              <a:rPr lang="zh-CN" altLang="en-US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zh-CN" altLang="en-US" dirty="0">
                <a:latin typeface="Tahoma" panose="020B0604030504040204" pitchFamily="34" charset="0"/>
                <a:ea typeface="仿宋_GB2312" pitchFamily="49" charset="-122"/>
              </a:rPr>
              <a:t>”</a:t>
            </a:r>
            <a:r>
              <a:rPr lang="zh-CN" altLang="en-US" dirty="0">
                <a:latin typeface="仿宋_GB2312" pitchFamily="49" charset="-122"/>
                <a:ea typeface="仿宋_GB2312" pitchFamily="49" charset="-122"/>
              </a:rPr>
              <a:t>表示对</a:t>
            </a:r>
            <a:r>
              <a:rPr lang="en-US" altLang="zh-CN" dirty="0"/>
              <a:t>[–y]</a:t>
            </a:r>
            <a:r>
              <a:rPr lang="zh-CN" altLang="en-US" baseline="-25000" dirty="0"/>
              <a:t>补</a:t>
            </a:r>
            <a:r>
              <a:rPr lang="zh-CN" altLang="en-US" dirty="0">
                <a:latin typeface="仿宋_GB2312" pitchFamily="49" charset="-122"/>
                <a:ea typeface="仿宋_GB2312" pitchFamily="49" charset="-122"/>
              </a:rPr>
              <a:t>作包括符号位在内的求反操作</a:t>
            </a:r>
          </a:p>
        </p:txBody>
      </p:sp>
      <p:grpSp>
        <p:nvGrpSpPr>
          <p:cNvPr id="111621" name="组合 10">
            <a:extLst>
              <a:ext uri="{FF2B5EF4-FFF2-40B4-BE49-F238E27FC236}">
                <a16:creationId xmlns:a16="http://schemas.microsoft.com/office/drawing/2014/main" xmlns="" id="{6C284DCC-AD14-4EF3-8581-E7C2B370F7B3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038600"/>
            <a:ext cx="546100" cy="579438"/>
            <a:chOff x="5651500" y="4721225"/>
            <a:chExt cx="546100" cy="579438"/>
          </a:xfrm>
        </p:grpSpPr>
        <p:sp>
          <p:nvSpPr>
            <p:cNvPr id="111624" name="Text Box 5">
              <a:extLst>
                <a:ext uri="{FF2B5EF4-FFF2-40B4-BE49-F238E27FC236}">
                  <a16:creationId xmlns:a16="http://schemas.microsoft.com/office/drawing/2014/main" xmlns="" id="{4604C6B1-09A3-4EE3-A8F4-BE22B5D09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500" y="4721225"/>
              <a:ext cx="5461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0" dirty="0">
                  <a:latin typeface="Tahoma" panose="020B0604030504040204" pitchFamily="34" charset="0"/>
                  <a:ea typeface="宋体" panose="02010600030101010101" pitchFamily="2" charset="-122"/>
                  <a:sym typeface="Wingdings 3" panose="05040102010807070707" pitchFamily="18" charset="2"/>
                </a:rPr>
                <a:t></a:t>
              </a:r>
            </a:p>
          </p:txBody>
        </p:sp>
        <p:sp>
          <p:nvSpPr>
            <p:cNvPr id="111625" name="Rectangle 6">
              <a:extLst>
                <a:ext uri="{FF2B5EF4-FFF2-40B4-BE49-F238E27FC236}">
                  <a16:creationId xmlns:a16="http://schemas.microsoft.com/office/drawing/2014/main" xmlns="" id="{1BC3BAE4-B80A-42F8-AEC7-A91E04E3A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150" y="4936232"/>
              <a:ext cx="361950" cy="73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10">
            <a:extLst>
              <a:ext uri="{FF2B5EF4-FFF2-40B4-BE49-F238E27FC236}">
                <a16:creationId xmlns:a16="http://schemas.microsoft.com/office/drawing/2014/main" xmlns="" id="{35C810C4-D5D1-438A-B91D-3484BA65199E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495800"/>
            <a:ext cx="546100" cy="579438"/>
            <a:chOff x="5651500" y="4721225"/>
            <a:chExt cx="546100" cy="579438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xmlns="" id="{56A7BEC7-552D-4C55-8734-39EED3766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500" y="4721225"/>
              <a:ext cx="5461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0" dirty="0">
                  <a:latin typeface="Tahoma" panose="020B0604030504040204" pitchFamily="34" charset="0"/>
                  <a:ea typeface="宋体" panose="02010600030101010101" pitchFamily="2" charset="-122"/>
                  <a:sym typeface="Wingdings 3" panose="05040102010807070707" pitchFamily="18" charset="2"/>
                </a:rPr>
                <a:t></a:t>
              </a: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xmlns="" id="{98B896B1-03CC-4908-BD88-DB6507581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150" y="4936232"/>
              <a:ext cx="361950" cy="73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pull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Rectangle 2">
            <a:extLst>
              <a:ext uri="{FF2B5EF4-FFF2-40B4-BE49-F238E27FC236}">
                <a16:creationId xmlns:a16="http://schemas.microsoft.com/office/drawing/2014/main" xmlns="" id="{D5472ED2-3D45-47A4-A766-EA2D36035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举例</a:t>
            </a:r>
          </a:p>
        </p:txBody>
      </p:sp>
      <p:sp>
        <p:nvSpPr>
          <p:cNvPr id="706563" name="Rectangle 3">
            <a:extLst>
              <a:ext uri="{FF2B5EF4-FFF2-40B4-BE49-F238E27FC236}">
                <a16:creationId xmlns:a16="http://schemas.microsoft.com/office/drawing/2014/main" xmlns="" id="{EFE6F652-C96E-4927-BD97-ADA3D0FBC6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90600"/>
            <a:ext cx="8964612" cy="5327650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dirty="0"/>
              <a:t>ｘ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-0.1110 </a:t>
            </a:r>
            <a:r>
              <a:rPr lang="zh-CN" altLang="en-US" dirty="0"/>
              <a:t>，ｘ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0.1101, </a:t>
            </a:r>
            <a:r>
              <a:rPr lang="zh-CN" altLang="en-US" dirty="0"/>
              <a:t>求</a:t>
            </a:r>
            <a:r>
              <a:rPr lang="en-US" altLang="zh-CN" dirty="0"/>
              <a:t>[</a:t>
            </a:r>
            <a:r>
              <a:rPr lang="zh-CN" altLang="en-US" dirty="0"/>
              <a:t>ｘ</a:t>
            </a:r>
            <a:r>
              <a:rPr lang="en-US" altLang="zh-CN" baseline="-25000" dirty="0"/>
              <a:t>1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， </a:t>
            </a:r>
            <a:r>
              <a:rPr lang="en-US" altLang="zh-CN" dirty="0"/>
              <a:t>[-</a:t>
            </a:r>
            <a:r>
              <a:rPr lang="zh-CN" altLang="en-US" dirty="0"/>
              <a:t>ｘ</a:t>
            </a:r>
            <a:r>
              <a:rPr lang="en-US" altLang="zh-CN" baseline="-25000" dirty="0"/>
              <a:t>1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en-US" altLang="zh-CN" dirty="0"/>
              <a:t>, [</a:t>
            </a:r>
            <a:r>
              <a:rPr lang="zh-CN" altLang="en-US" dirty="0"/>
              <a:t>ｘ</a:t>
            </a:r>
            <a:r>
              <a:rPr lang="en-US" altLang="zh-CN" baseline="-25000" dirty="0"/>
              <a:t>2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en-US" altLang="zh-CN" dirty="0"/>
              <a:t>,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dirty="0"/>
              <a:t>[-</a:t>
            </a:r>
            <a:r>
              <a:rPr lang="zh-CN" altLang="en-US" dirty="0"/>
              <a:t>ｘ</a:t>
            </a:r>
            <a:r>
              <a:rPr lang="en-US" altLang="zh-CN" baseline="-25000" dirty="0"/>
              <a:t>2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en-US" altLang="zh-CN" dirty="0"/>
              <a:t>,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解</a:t>
            </a:r>
            <a:r>
              <a:rPr lang="en-US" altLang="zh-CN" dirty="0"/>
              <a:t>:】[</a:t>
            </a:r>
            <a:r>
              <a:rPr lang="zh-CN" altLang="en-US" dirty="0"/>
              <a:t>ｘ</a:t>
            </a:r>
            <a:r>
              <a:rPr lang="en-US" altLang="zh-CN" baseline="-25000" dirty="0"/>
              <a:t>1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1.0001+0.0001=1.0010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[-</a:t>
            </a:r>
            <a:r>
              <a:rPr lang="zh-CN" altLang="en-US" dirty="0"/>
              <a:t>ｘ</a:t>
            </a:r>
            <a:r>
              <a:rPr lang="en-US" altLang="zh-CN" baseline="-25000" dirty="0"/>
              <a:t>1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     </a:t>
            </a:r>
            <a:r>
              <a:rPr lang="en-US" altLang="zh-CN" dirty="0"/>
              <a:t>[</a:t>
            </a:r>
            <a:r>
              <a:rPr lang="zh-CN" altLang="en-US" dirty="0"/>
              <a:t>ｘ</a:t>
            </a:r>
            <a:r>
              <a:rPr lang="en-US" altLang="zh-CN" baseline="-25000" dirty="0"/>
              <a:t>1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en-US" altLang="zh-CN" dirty="0"/>
              <a:t>+2</a:t>
            </a:r>
            <a:r>
              <a:rPr lang="en-US" altLang="zh-CN" baseline="30000" dirty="0"/>
              <a:t>-4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= 0.1101+0.0001       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= 0.1110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[</a:t>
            </a:r>
            <a:r>
              <a:rPr lang="zh-CN" altLang="en-US" dirty="0"/>
              <a:t>ｘ</a:t>
            </a:r>
            <a:r>
              <a:rPr lang="en-US" altLang="zh-CN" baseline="-25000" dirty="0"/>
              <a:t>2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0.1101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[-</a:t>
            </a:r>
            <a:r>
              <a:rPr lang="zh-CN" altLang="en-US" dirty="0"/>
              <a:t>ｘ</a:t>
            </a:r>
            <a:r>
              <a:rPr lang="en-US" altLang="zh-CN" baseline="-25000" dirty="0"/>
              <a:t>2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       </a:t>
            </a:r>
            <a:r>
              <a:rPr lang="en-US" altLang="zh-CN" dirty="0"/>
              <a:t>[</a:t>
            </a:r>
            <a:r>
              <a:rPr lang="zh-CN" altLang="en-US" dirty="0"/>
              <a:t>ｘ</a:t>
            </a:r>
            <a:r>
              <a:rPr lang="en-US" altLang="zh-CN" baseline="-25000" dirty="0"/>
              <a:t>2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en-US" altLang="zh-CN" dirty="0"/>
              <a:t>+2</a:t>
            </a:r>
            <a:r>
              <a:rPr lang="en-US" altLang="zh-CN" baseline="30000" dirty="0"/>
              <a:t>-4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baseline="30000" dirty="0"/>
              <a:t>                                         </a:t>
            </a:r>
            <a:r>
              <a:rPr lang="en-US" altLang="zh-CN" dirty="0"/>
              <a:t>=1.0010+0.0001</a:t>
            </a:r>
          </a:p>
          <a:p>
            <a:pPr lvl="1" indent="-534988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=1.0011</a:t>
            </a:r>
          </a:p>
        </p:txBody>
      </p:sp>
      <p:grpSp>
        <p:nvGrpSpPr>
          <p:cNvPr id="112645" name="组合 8">
            <a:extLst>
              <a:ext uri="{FF2B5EF4-FFF2-40B4-BE49-F238E27FC236}">
                <a16:creationId xmlns:a16="http://schemas.microsoft.com/office/drawing/2014/main" xmlns="" id="{74F073B0-897A-4AFA-874F-58BA8BC4B018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286000"/>
            <a:ext cx="546100" cy="579438"/>
            <a:chOff x="2987675" y="2349500"/>
            <a:chExt cx="546100" cy="579438"/>
          </a:xfrm>
        </p:grpSpPr>
        <p:sp>
          <p:nvSpPr>
            <p:cNvPr id="112649" name="Text Box 11">
              <a:extLst>
                <a:ext uri="{FF2B5EF4-FFF2-40B4-BE49-F238E27FC236}">
                  <a16:creationId xmlns:a16="http://schemas.microsoft.com/office/drawing/2014/main" xmlns="" id="{C3CF46A6-E342-4B6E-9558-39611BE5B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675" y="2349500"/>
              <a:ext cx="5461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0" dirty="0">
                  <a:latin typeface="Tahoma" panose="020B0604030504040204" pitchFamily="34" charset="0"/>
                  <a:ea typeface="宋体" panose="02010600030101010101" pitchFamily="2" charset="-122"/>
                  <a:sym typeface="Wingdings 3" panose="05040102010807070707" pitchFamily="18" charset="2"/>
                </a:rPr>
                <a:t></a:t>
              </a:r>
            </a:p>
          </p:txBody>
        </p:sp>
        <p:sp>
          <p:nvSpPr>
            <p:cNvPr id="112650" name="Rectangle 12">
              <a:extLst>
                <a:ext uri="{FF2B5EF4-FFF2-40B4-BE49-F238E27FC236}">
                  <a16:creationId xmlns:a16="http://schemas.microsoft.com/office/drawing/2014/main" xmlns="" id="{A5AC5348-A1A0-4B37-B430-3BE5D3198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8325" y="2562225"/>
              <a:ext cx="361950" cy="73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</p:grpSp>
      <p:grpSp>
        <p:nvGrpSpPr>
          <p:cNvPr id="112646" name="组合 9">
            <a:extLst>
              <a:ext uri="{FF2B5EF4-FFF2-40B4-BE49-F238E27FC236}">
                <a16:creationId xmlns:a16="http://schemas.microsoft.com/office/drawing/2014/main" xmlns="" id="{248979BC-3E2A-48A2-954C-D63FFFAE7C5A}"/>
              </a:ext>
            </a:extLst>
          </p:cNvPr>
          <p:cNvGrpSpPr>
            <a:grpSpLocks/>
          </p:cNvGrpSpPr>
          <p:nvPr/>
        </p:nvGrpSpPr>
        <p:grpSpPr bwMode="auto">
          <a:xfrm>
            <a:off x="2436159" y="3992563"/>
            <a:ext cx="546100" cy="579438"/>
            <a:chOff x="3132138" y="4433888"/>
            <a:chExt cx="546100" cy="579437"/>
          </a:xfrm>
        </p:grpSpPr>
        <p:sp>
          <p:nvSpPr>
            <p:cNvPr id="112647" name="Text Box 14">
              <a:extLst>
                <a:ext uri="{FF2B5EF4-FFF2-40B4-BE49-F238E27FC236}">
                  <a16:creationId xmlns:a16="http://schemas.microsoft.com/office/drawing/2014/main" xmlns="" id="{16DC5DB3-B477-4F6E-ADED-927F75906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2138" y="4433888"/>
              <a:ext cx="54610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0" dirty="0">
                  <a:latin typeface="Tahoma" panose="020B0604030504040204" pitchFamily="34" charset="0"/>
                  <a:ea typeface="宋体" panose="02010600030101010101" pitchFamily="2" charset="-122"/>
                  <a:sym typeface="Wingdings 3" panose="05040102010807070707" pitchFamily="18" charset="2"/>
                </a:rPr>
                <a:t></a:t>
              </a:r>
            </a:p>
          </p:txBody>
        </p:sp>
        <p:sp>
          <p:nvSpPr>
            <p:cNvPr id="112648" name="Rectangle 15">
              <a:extLst>
                <a:ext uri="{FF2B5EF4-FFF2-40B4-BE49-F238E27FC236}">
                  <a16:creationId xmlns:a16="http://schemas.microsoft.com/office/drawing/2014/main" xmlns="" id="{A2A847D9-CD8F-4590-B183-B660BDFC8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788" y="4646613"/>
              <a:ext cx="361950" cy="73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>
            <a:extLst>
              <a:ext uri="{FF2B5EF4-FFF2-40B4-BE49-F238E27FC236}">
                <a16:creationId xmlns:a16="http://schemas.microsoft.com/office/drawing/2014/main" xmlns="" id="{1D4138DE-BAF4-455F-986C-FA9B2CFBD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举例</a:t>
            </a:r>
          </a:p>
        </p:txBody>
      </p:sp>
      <p:sp>
        <p:nvSpPr>
          <p:cNvPr id="707587" name="Rectangle 3">
            <a:extLst>
              <a:ext uri="{FF2B5EF4-FFF2-40B4-BE49-F238E27FC236}">
                <a16:creationId xmlns:a16="http://schemas.microsoft.com/office/drawing/2014/main" xmlns="" id="{A5928141-E587-4353-9121-1539D3FFF9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981075"/>
            <a:ext cx="8748712" cy="4840288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dirty="0"/>
              <a:t>ｘ＝＋</a:t>
            </a:r>
            <a:r>
              <a:rPr lang="en-US" altLang="zh-CN" dirty="0"/>
              <a:t>0.1101, </a:t>
            </a:r>
            <a:r>
              <a:rPr lang="zh-CN" altLang="en-US" dirty="0"/>
              <a:t>ｙ＝＋</a:t>
            </a:r>
            <a:r>
              <a:rPr lang="en-US" altLang="zh-CN" dirty="0"/>
              <a:t>0.0110,   </a:t>
            </a:r>
            <a:r>
              <a:rPr lang="zh-CN" altLang="en-US" dirty="0"/>
              <a:t>求ｘ－ｙ</a:t>
            </a:r>
          </a:p>
          <a:p>
            <a:pPr lvl="1" indent="-5334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解：</a:t>
            </a:r>
            <a:r>
              <a:rPr lang="en-US" altLang="zh-CN" dirty="0"/>
              <a:t>[</a:t>
            </a:r>
            <a:r>
              <a:rPr lang="zh-CN" altLang="en-US" dirty="0"/>
              <a:t>ｘ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0.1101</a:t>
            </a:r>
          </a:p>
          <a:p>
            <a:pPr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[</a:t>
            </a:r>
            <a:r>
              <a:rPr lang="zh-CN" altLang="en-US" dirty="0"/>
              <a:t>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0. 0110</a:t>
            </a:r>
            <a:r>
              <a:rPr lang="zh-CN" altLang="en-US" dirty="0"/>
              <a:t>， </a:t>
            </a:r>
            <a:r>
              <a:rPr lang="en-US" altLang="zh-CN" dirty="0"/>
              <a:t>[</a:t>
            </a:r>
            <a:r>
              <a:rPr lang="zh-CN" altLang="en-US" dirty="0"/>
              <a:t>－ｙ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＝</a:t>
            </a:r>
            <a:r>
              <a:rPr lang="en-US" altLang="zh-CN" dirty="0"/>
              <a:t>1.1010</a:t>
            </a:r>
          </a:p>
          <a:p>
            <a:pPr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  	      [</a:t>
            </a:r>
            <a:r>
              <a:rPr lang="zh-CN" altLang="en-US" dirty="0"/>
              <a:t>ｘ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/>
              <a:t>0.1101</a:t>
            </a:r>
          </a:p>
          <a:p>
            <a:pPr lvl="1" indent="-533400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         </a:t>
            </a:r>
            <a:r>
              <a:rPr lang="zh-CN" altLang="en-US" dirty="0">
                <a:solidFill>
                  <a:srgbClr val="FF0000"/>
                </a:solidFill>
              </a:rPr>
              <a:t>＋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zh-CN" altLang="en-US" dirty="0"/>
              <a:t>－ｙ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/>
              <a:t>1.1010</a:t>
            </a:r>
            <a:r>
              <a:rPr lang="zh-CN" altLang="en-US" dirty="0"/>
              <a:t>　</a:t>
            </a:r>
          </a:p>
          <a:p>
            <a:pPr lvl="1" indent="-5334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         </a:t>
            </a:r>
            <a:r>
              <a:rPr lang="en-US" altLang="zh-CN" dirty="0"/>
              <a:t>[</a:t>
            </a:r>
            <a:r>
              <a:rPr lang="zh-CN" altLang="en-US" dirty="0"/>
              <a:t>ｘ－ｙ</a:t>
            </a:r>
            <a:r>
              <a:rPr lang="en-US" altLang="zh-CN" dirty="0"/>
              <a:t>]</a:t>
            </a:r>
            <a:r>
              <a:rPr lang="zh-CN" altLang="en-US" baseline="-25000" dirty="0"/>
              <a:t>补 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0.0111</a:t>
            </a:r>
            <a:r>
              <a:rPr lang="zh-CN" altLang="en-US" dirty="0"/>
              <a:t>　 </a:t>
            </a:r>
          </a:p>
          <a:p>
            <a:pPr lvl="1" indent="-533400"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lvl="1" indent="-53340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所以　　ｘ－ｙ＝＋</a:t>
            </a:r>
            <a:r>
              <a:rPr lang="en-US" altLang="zh-CN" dirty="0"/>
              <a:t>0.0111 </a:t>
            </a:r>
          </a:p>
        </p:txBody>
      </p:sp>
      <p:sp>
        <p:nvSpPr>
          <p:cNvPr id="707588" name="Line 4">
            <a:extLst>
              <a:ext uri="{FF2B5EF4-FFF2-40B4-BE49-F238E27FC236}">
                <a16:creationId xmlns:a16="http://schemas.microsoft.com/office/drawing/2014/main" xmlns="" id="{921D0965-85FE-46AF-8933-A58170EB4B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276600"/>
            <a:ext cx="36433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670" name="Text Box 7">
            <a:extLst>
              <a:ext uri="{FF2B5EF4-FFF2-40B4-BE49-F238E27FC236}">
                <a16:creationId xmlns:a16="http://schemas.microsoft.com/office/drawing/2014/main" xmlns="" id="{1AF718BA-2300-4F4B-B0A9-B2A1EFD93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503" y="4933204"/>
            <a:ext cx="6064481" cy="461665"/>
          </a:xfrm>
          <a:prstGeom prst="rect">
            <a:avLst/>
          </a:prstGeom>
          <a:noFill/>
          <a:ln w="22225" algn="ctr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在模</a:t>
            </a:r>
            <a:r>
              <a:rPr kumimoji="0" lang="en-US" altLang="zh-CN" sz="2400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的意义下相加，即超过</a:t>
            </a:r>
            <a:r>
              <a:rPr kumimoji="0" lang="en-US" altLang="zh-CN" sz="2400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的进位要丢掉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Rectangle 2">
            <a:extLst>
              <a:ext uri="{FF2B5EF4-FFF2-40B4-BE49-F238E27FC236}">
                <a16:creationId xmlns:a16="http://schemas.microsoft.com/office/drawing/2014/main" xmlns="" id="{2C8FA05D-B418-4253-B45B-00462FF14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溢出概念</a:t>
            </a:r>
          </a:p>
        </p:txBody>
      </p:sp>
      <p:grpSp>
        <p:nvGrpSpPr>
          <p:cNvPr id="114692" name="Group 37">
            <a:extLst>
              <a:ext uri="{FF2B5EF4-FFF2-40B4-BE49-F238E27FC236}">
                <a16:creationId xmlns:a16="http://schemas.microsoft.com/office/drawing/2014/main" xmlns="" id="{04D44411-AF6B-49A3-9A78-CA4F2647258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953000"/>
            <a:ext cx="8277225" cy="1511300"/>
            <a:chOff x="306" y="3049"/>
            <a:chExt cx="5386" cy="1071"/>
          </a:xfrm>
        </p:grpSpPr>
        <p:sp>
          <p:nvSpPr>
            <p:cNvPr id="114694" name="Rectangle 5">
              <a:extLst>
                <a:ext uri="{FF2B5EF4-FFF2-40B4-BE49-F238E27FC236}">
                  <a16:creationId xmlns:a16="http://schemas.microsoft.com/office/drawing/2014/main" xmlns="" id="{B5259B6E-058B-4891-9624-2F13CE096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" y="3049"/>
              <a:ext cx="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  <a:endParaRPr lang="en-US" altLang="zh-CN" sz="2800" b="0">
                <a:ea typeface="宋体" panose="02010600030101010101" pitchFamily="2" charset="-122"/>
              </a:endParaRPr>
            </a:p>
          </p:txBody>
        </p:sp>
        <p:sp>
          <p:nvSpPr>
            <p:cNvPr id="114695" name="Rectangle 6">
              <a:extLst>
                <a:ext uri="{FF2B5EF4-FFF2-40B4-BE49-F238E27FC236}">
                  <a16:creationId xmlns:a16="http://schemas.microsoft.com/office/drawing/2014/main" xmlns="" id="{65B697ED-E890-4EC6-8CF8-DAF876210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" y="3049"/>
              <a:ext cx="12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0">
                  <a:solidFill>
                    <a:srgbClr val="000000"/>
                  </a:solidFill>
                  <a:ea typeface="宋体" panose="02010600030101010101" pitchFamily="2" charset="-122"/>
                </a:rPr>
                <a:t>   </a:t>
              </a:r>
              <a:endParaRPr lang="en-US" altLang="zh-CN" sz="2800" b="0">
                <a:ea typeface="宋体" panose="02010600030101010101" pitchFamily="2" charset="-122"/>
              </a:endParaRPr>
            </a:p>
          </p:txBody>
        </p:sp>
        <p:sp>
          <p:nvSpPr>
            <p:cNvPr id="114696" name="Rectangle 7">
              <a:extLst>
                <a:ext uri="{FF2B5EF4-FFF2-40B4-BE49-F238E27FC236}">
                  <a16:creationId xmlns:a16="http://schemas.microsoft.com/office/drawing/2014/main" xmlns="" id="{473F94D5-FF81-4AAC-944C-0EB0FBA94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3060"/>
              <a:ext cx="585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负上溢</a:t>
              </a:r>
            </a:p>
          </p:txBody>
        </p:sp>
        <p:sp>
          <p:nvSpPr>
            <p:cNvPr id="114697" name="Rectangle 8">
              <a:extLst>
                <a:ext uri="{FF2B5EF4-FFF2-40B4-BE49-F238E27FC236}">
                  <a16:creationId xmlns:a16="http://schemas.microsoft.com/office/drawing/2014/main" xmlns="" id="{7C96BCF2-E420-427D-BBC8-D698DC344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" y="3049"/>
              <a:ext cx="6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0">
                  <a:solidFill>
                    <a:srgbClr val="000000"/>
                  </a:solidFill>
                  <a:ea typeface="宋体" panose="02010600030101010101" pitchFamily="2" charset="-122"/>
                </a:rPr>
                <a:t>                </a:t>
              </a:r>
              <a:endParaRPr lang="en-US" altLang="zh-CN" sz="2800" b="0">
                <a:ea typeface="宋体" panose="02010600030101010101" pitchFamily="2" charset="-122"/>
              </a:endParaRPr>
            </a:p>
          </p:txBody>
        </p:sp>
        <p:sp>
          <p:nvSpPr>
            <p:cNvPr id="114698" name="Rectangle 9">
              <a:extLst>
                <a:ext uri="{FF2B5EF4-FFF2-40B4-BE49-F238E27FC236}">
                  <a16:creationId xmlns:a16="http://schemas.microsoft.com/office/drawing/2014/main" xmlns="" id="{1DDD5809-6561-4B42-9482-9B1EF3B4A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3079"/>
              <a:ext cx="585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负下溢</a:t>
              </a:r>
            </a:p>
          </p:txBody>
        </p:sp>
        <p:sp>
          <p:nvSpPr>
            <p:cNvPr id="114699" name="Rectangle 10">
              <a:extLst>
                <a:ext uri="{FF2B5EF4-FFF2-40B4-BE49-F238E27FC236}">
                  <a16:creationId xmlns:a16="http://schemas.microsoft.com/office/drawing/2014/main" xmlns="" id="{3B8EAC50-1AFC-45B2-AAE0-FA1BAFBF0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3049"/>
              <a:ext cx="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  <a:endParaRPr lang="en-US" altLang="zh-CN" sz="2800" b="0">
                <a:ea typeface="宋体" panose="02010600030101010101" pitchFamily="2" charset="-122"/>
              </a:endParaRPr>
            </a:p>
          </p:txBody>
        </p:sp>
        <p:sp>
          <p:nvSpPr>
            <p:cNvPr id="114700" name="Rectangle 11">
              <a:extLst>
                <a:ext uri="{FF2B5EF4-FFF2-40B4-BE49-F238E27FC236}">
                  <a16:creationId xmlns:a16="http://schemas.microsoft.com/office/drawing/2014/main" xmlns="" id="{36B1B73A-6C85-4BAC-A540-49C84CAC3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" y="3060"/>
              <a:ext cx="585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正下溢</a:t>
              </a:r>
            </a:p>
          </p:txBody>
        </p:sp>
        <p:sp>
          <p:nvSpPr>
            <p:cNvPr id="114701" name="Rectangle 12">
              <a:extLst>
                <a:ext uri="{FF2B5EF4-FFF2-40B4-BE49-F238E27FC236}">
                  <a16:creationId xmlns:a16="http://schemas.microsoft.com/office/drawing/2014/main" xmlns="" id="{2838D778-4376-4D48-B8B2-EB9820E7A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1" y="3049"/>
              <a:ext cx="6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0">
                  <a:solidFill>
                    <a:srgbClr val="000000"/>
                  </a:solidFill>
                  <a:ea typeface="宋体" panose="02010600030101010101" pitchFamily="2" charset="-122"/>
                </a:rPr>
                <a:t>               </a:t>
              </a:r>
              <a:endParaRPr lang="en-US" altLang="zh-CN" sz="2800" b="0">
                <a:ea typeface="宋体" panose="02010600030101010101" pitchFamily="2" charset="-122"/>
              </a:endParaRPr>
            </a:p>
          </p:txBody>
        </p:sp>
        <p:sp>
          <p:nvSpPr>
            <p:cNvPr id="114702" name="Rectangle 13">
              <a:extLst>
                <a:ext uri="{FF2B5EF4-FFF2-40B4-BE49-F238E27FC236}">
                  <a16:creationId xmlns:a16="http://schemas.microsoft.com/office/drawing/2014/main" xmlns="" id="{361067DA-97B6-4C07-8B4D-25CE1157D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" y="3060"/>
              <a:ext cx="585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正上溢</a:t>
              </a:r>
            </a:p>
          </p:txBody>
        </p:sp>
        <p:grpSp>
          <p:nvGrpSpPr>
            <p:cNvPr id="114703" name="Group 14">
              <a:extLst>
                <a:ext uri="{FF2B5EF4-FFF2-40B4-BE49-F238E27FC236}">
                  <a16:creationId xmlns:a16="http://schemas.microsoft.com/office/drawing/2014/main" xmlns="" id="{234782A4-718E-4746-A7D0-F635A85CF2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8" y="3755"/>
              <a:ext cx="4920" cy="80"/>
              <a:chOff x="522" y="2890"/>
              <a:chExt cx="4920" cy="80"/>
            </a:xfrm>
          </p:grpSpPr>
          <p:sp>
            <p:nvSpPr>
              <p:cNvPr id="114722" name="Line 15">
                <a:extLst>
                  <a:ext uri="{FF2B5EF4-FFF2-40B4-BE49-F238E27FC236}">
                    <a16:creationId xmlns:a16="http://schemas.microsoft.com/office/drawing/2014/main" xmlns="" id="{DFF34E90-D437-48BC-9B97-40E60E1BA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" y="2924"/>
                <a:ext cx="4874" cy="1"/>
              </a:xfrm>
              <a:prstGeom prst="line">
                <a:avLst/>
              </a:prstGeom>
              <a:noFill/>
              <a:ln w="17463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723" name="Freeform 16">
                <a:extLst>
                  <a:ext uri="{FF2B5EF4-FFF2-40B4-BE49-F238E27FC236}">
                    <a16:creationId xmlns:a16="http://schemas.microsoft.com/office/drawing/2014/main" xmlns="" id="{A221C80C-B7D9-4B28-AB8D-EC7D3263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3" y="2890"/>
                <a:ext cx="69" cy="80"/>
              </a:xfrm>
              <a:custGeom>
                <a:avLst/>
                <a:gdLst>
                  <a:gd name="T0" fmla="*/ 0 w 69"/>
                  <a:gd name="T1" fmla="*/ 80 h 80"/>
                  <a:gd name="T2" fmla="*/ 69 w 69"/>
                  <a:gd name="T3" fmla="*/ 34 h 80"/>
                  <a:gd name="T4" fmla="*/ 0 w 69"/>
                  <a:gd name="T5" fmla="*/ 0 h 80"/>
                  <a:gd name="T6" fmla="*/ 0 w 69"/>
                  <a:gd name="T7" fmla="*/ 80 h 8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80"/>
                  <a:gd name="T14" fmla="*/ 69 w 69"/>
                  <a:gd name="T15" fmla="*/ 80 h 8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80">
                    <a:moveTo>
                      <a:pt x="0" y="80"/>
                    </a:moveTo>
                    <a:lnTo>
                      <a:pt x="69" y="34"/>
                    </a:lnTo>
                    <a:lnTo>
                      <a:pt x="0" y="0"/>
                    </a:ln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4704" name="Line 17">
              <a:extLst>
                <a:ext uri="{FF2B5EF4-FFF2-40B4-BE49-F238E27FC236}">
                  <a16:creationId xmlns:a16="http://schemas.microsoft.com/office/drawing/2014/main" xmlns="" id="{9CD04652-0CAC-4CE1-A2F0-91B6F1115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8" y="3470"/>
              <a:ext cx="1" cy="319"/>
            </a:xfrm>
            <a:prstGeom prst="line">
              <a:avLst/>
            </a:prstGeom>
            <a:noFill/>
            <a:ln w="17526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5" name="Rectangle 18">
              <a:extLst>
                <a:ext uri="{FF2B5EF4-FFF2-40B4-BE49-F238E27FC236}">
                  <a16:creationId xmlns:a16="http://schemas.microsoft.com/office/drawing/2014/main" xmlns="" id="{068A6CEC-F663-45A5-8C6F-AB1A8938F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459"/>
              <a:ext cx="1276" cy="319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114706" name="Rectangle 19">
              <a:extLst>
                <a:ext uri="{FF2B5EF4-FFF2-40B4-BE49-F238E27FC236}">
                  <a16:creationId xmlns:a16="http://schemas.microsoft.com/office/drawing/2014/main" xmlns="" id="{9E1CABDA-C694-43D4-9452-AFB8EAFEC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3459"/>
              <a:ext cx="1276" cy="319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114707" name="Rectangle 20">
              <a:extLst>
                <a:ext uri="{FF2B5EF4-FFF2-40B4-BE49-F238E27FC236}">
                  <a16:creationId xmlns:a16="http://schemas.microsoft.com/office/drawing/2014/main" xmlns="" id="{7B0D6B17-589B-462D-9438-5102C601A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" y="3789"/>
              <a:ext cx="467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114708" name="Rectangle 21">
              <a:extLst>
                <a:ext uri="{FF2B5EF4-FFF2-40B4-BE49-F238E27FC236}">
                  <a16:creationId xmlns:a16="http://schemas.microsoft.com/office/drawing/2014/main" xmlns="" id="{3E42A318-AE52-4D6D-8CD2-09AB15458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21"/>
              <a:ext cx="32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>
                  <a:solidFill>
                    <a:schemeClr val="tx2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-¥</a:t>
              </a:r>
              <a:endParaRPr lang="en-US" altLang="zh-CN" sz="4000" b="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709" name="Rectangle 22">
              <a:extLst>
                <a:ext uri="{FF2B5EF4-FFF2-40B4-BE49-F238E27FC236}">
                  <a16:creationId xmlns:a16="http://schemas.microsoft.com/office/drawing/2014/main" xmlns="" id="{1489F7F4-41C9-47C8-8930-3A277BCBD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4" y="3789"/>
              <a:ext cx="558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114710" name="Rectangle 23">
              <a:extLst>
                <a:ext uri="{FF2B5EF4-FFF2-40B4-BE49-F238E27FC236}">
                  <a16:creationId xmlns:a16="http://schemas.microsoft.com/office/drawing/2014/main" xmlns="" id="{E34E1E80-0721-4093-BEE2-9EB222F76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" y="3812"/>
              <a:ext cx="0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endParaRPr lang="zh-CN" altLang="zh-CN" sz="2800" b="0">
                <a:ea typeface="宋体" panose="02010600030101010101" pitchFamily="2" charset="-122"/>
              </a:endParaRPr>
            </a:p>
          </p:txBody>
        </p:sp>
        <p:sp>
          <p:nvSpPr>
            <p:cNvPr id="114711" name="Rectangle 24">
              <a:extLst>
                <a:ext uri="{FF2B5EF4-FFF2-40B4-BE49-F238E27FC236}">
                  <a16:creationId xmlns:a16="http://schemas.microsoft.com/office/drawing/2014/main" xmlns="" id="{211458AE-BC68-49A1-8DA6-887578068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3" y="3789"/>
              <a:ext cx="649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114712" name="Rectangle 25">
              <a:extLst>
                <a:ext uri="{FF2B5EF4-FFF2-40B4-BE49-F238E27FC236}">
                  <a16:creationId xmlns:a16="http://schemas.microsoft.com/office/drawing/2014/main" xmlns="" id="{56AD8419-23B8-4B60-B2B9-FA76A4B4B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3835"/>
              <a:ext cx="39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负数</a:t>
              </a:r>
            </a:p>
          </p:txBody>
        </p:sp>
        <p:sp>
          <p:nvSpPr>
            <p:cNvPr id="114713" name="Rectangle 26">
              <a:extLst>
                <a:ext uri="{FF2B5EF4-FFF2-40B4-BE49-F238E27FC236}">
                  <a16:creationId xmlns:a16="http://schemas.microsoft.com/office/drawing/2014/main" xmlns="" id="{A9822E91-B81B-4B6A-A83D-3E2C2F0BF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7" y="3789"/>
              <a:ext cx="649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114714" name="Rectangle 27">
              <a:extLst>
                <a:ext uri="{FF2B5EF4-FFF2-40B4-BE49-F238E27FC236}">
                  <a16:creationId xmlns:a16="http://schemas.microsoft.com/office/drawing/2014/main" xmlns="" id="{1BACB17F-E47C-46EF-8153-6EAA65E84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" y="3835"/>
              <a:ext cx="39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正数</a:t>
              </a:r>
            </a:p>
          </p:txBody>
        </p:sp>
        <p:sp>
          <p:nvSpPr>
            <p:cNvPr id="114715" name="Rectangle 28">
              <a:extLst>
                <a:ext uri="{FF2B5EF4-FFF2-40B4-BE49-F238E27FC236}">
                  <a16:creationId xmlns:a16="http://schemas.microsoft.com/office/drawing/2014/main" xmlns="" id="{A898CEC7-EFDA-431A-80D9-D4733272C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3789"/>
              <a:ext cx="28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buClrTx/>
                <a:buFont typeface="Wingdings" panose="05000000000000000000" pitchFamily="2" charset="2"/>
                <a:buNone/>
              </a:pPr>
              <a:endParaRPr lang="zh-CN" altLang="en-US" b="0">
                <a:ea typeface="黑体" panose="02010609060101010101" pitchFamily="49" charset="-122"/>
              </a:endParaRPr>
            </a:p>
          </p:txBody>
        </p:sp>
        <p:sp>
          <p:nvSpPr>
            <p:cNvPr id="114716" name="Rectangle 29">
              <a:extLst>
                <a:ext uri="{FF2B5EF4-FFF2-40B4-BE49-F238E27FC236}">
                  <a16:creationId xmlns:a16="http://schemas.microsoft.com/office/drawing/2014/main" xmlns="" id="{23DED307-DCB3-41FE-B689-8AB845455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" y="3874"/>
              <a:ext cx="100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2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14717" name="Line 30">
              <a:extLst>
                <a:ext uri="{FF2B5EF4-FFF2-40B4-BE49-F238E27FC236}">
                  <a16:creationId xmlns:a16="http://schemas.microsoft.com/office/drawing/2014/main" xmlns="" id="{A22D3844-CB84-4A45-8705-E6ECFB1E2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8" y="3322"/>
              <a:ext cx="1" cy="467"/>
            </a:xfrm>
            <a:prstGeom prst="line">
              <a:avLst/>
            </a:prstGeom>
            <a:noFill/>
            <a:ln w="17526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8" name="Line 31">
              <a:extLst>
                <a:ext uri="{FF2B5EF4-FFF2-40B4-BE49-F238E27FC236}">
                  <a16:creationId xmlns:a16="http://schemas.microsoft.com/office/drawing/2014/main" xmlns="" id="{42683D63-AD40-4D19-A5CA-15C90C344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4" y="3322"/>
              <a:ext cx="1" cy="467"/>
            </a:xfrm>
            <a:prstGeom prst="line">
              <a:avLst/>
            </a:prstGeom>
            <a:noFill/>
            <a:ln w="17526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9" name="Line 32">
              <a:extLst>
                <a:ext uri="{FF2B5EF4-FFF2-40B4-BE49-F238E27FC236}">
                  <a16:creationId xmlns:a16="http://schemas.microsoft.com/office/drawing/2014/main" xmlns="" id="{3A2976AC-92F0-41B4-9DED-CD0D6A0248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3322"/>
              <a:ext cx="1" cy="467"/>
            </a:xfrm>
            <a:prstGeom prst="line">
              <a:avLst/>
            </a:prstGeom>
            <a:noFill/>
            <a:ln w="17526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0" name="Line 33">
              <a:extLst>
                <a:ext uri="{FF2B5EF4-FFF2-40B4-BE49-F238E27FC236}">
                  <a16:creationId xmlns:a16="http://schemas.microsoft.com/office/drawing/2014/main" xmlns="" id="{893291BC-944A-4BEA-9404-A3E4DD68F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8" y="3322"/>
              <a:ext cx="1" cy="467"/>
            </a:xfrm>
            <a:prstGeom prst="line">
              <a:avLst/>
            </a:prstGeom>
            <a:noFill/>
            <a:ln w="17526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1" name="Rectangle 34">
              <a:extLst>
                <a:ext uri="{FF2B5EF4-FFF2-40B4-BE49-F238E27FC236}">
                  <a16:creationId xmlns:a16="http://schemas.microsoft.com/office/drawing/2014/main" xmlns="" id="{764EA3F8-2B9F-49E1-A2E1-E5639ACDD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6" y="3521"/>
              <a:ext cx="32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rgbClr val="CC3300"/>
                </a:buClr>
                <a:buFont typeface="Wingdings 2" panose="05020102010507070707" pitchFamily="18" charset="2"/>
                <a:buChar char="¡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339933"/>
                </a:buClr>
                <a:buSzPct val="80000"/>
                <a:buFont typeface="Wingdings" panose="05000000000000000000" pitchFamily="2" charset="2"/>
                <a:buChar char="u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800080"/>
                </a:buClr>
                <a:buSzPct val="90000"/>
                <a:buFont typeface="Wingdings" panose="05000000000000000000" pitchFamily="2" charset="2"/>
                <a:buChar char="v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90000"/>
                <a:buFont typeface="Wingdings 2" panose="05020102010507070707" pitchFamily="18" charset="2"/>
                <a:buChar char="°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>
                  <a:solidFill>
                    <a:schemeClr val="tx2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+¥</a:t>
              </a:r>
              <a:endParaRPr lang="en-US" altLang="zh-CN" sz="4000" b="0">
                <a:solidFill>
                  <a:schemeClr val="tx2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41411" name="Rectangle 35">
            <a:extLst>
              <a:ext uri="{FF2B5EF4-FFF2-40B4-BE49-F238E27FC236}">
                <a16:creationId xmlns:a16="http://schemas.microsoft.com/office/drawing/2014/main" xmlns="" id="{DEEBEEBE-4BAB-4601-BA15-EF02F3974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999097"/>
            <a:ext cx="8643937" cy="306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无论是定点小数还是定点整数，在运算过程中会出现超出机器表示范围的现象，称之为“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溢出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</a:p>
          <a:p>
            <a:pPr eaLnBrk="1" hangingPunct="1">
              <a:defRPr/>
            </a:pPr>
            <a:endParaRPr lang="zh-CN" altLang="en-US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正溢：运算结果为正，且超出机器所能表示的范围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负溢：运算结果为负，且超出机器所能表示的范围</a:t>
            </a:r>
          </a:p>
          <a:p>
            <a:pPr algn="just" eaLnBrk="1" hangingPunct="1">
              <a:lnSpc>
                <a:spcPct val="90000"/>
              </a:lnSpc>
              <a:defRPr/>
            </a:pPr>
            <a:endParaRPr lang="zh-CN" altLang="en-US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上溢：结果的绝对值大于机器所能表示的最大绝对值（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，－∞）（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overflow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下溢：结果的绝对值小于机器所能表示的最小绝对值（机器零）（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underflow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ransition spd="med">
    <p:pull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4" name="Rectangle 4">
            <a:extLst>
              <a:ext uri="{FF2B5EF4-FFF2-40B4-BE49-F238E27FC236}">
                <a16:creationId xmlns:a16="http://schemas.microsoft.com/office/drawing/2014/main" xmlns="" id="{AA0E6076-8A54-444B-9453-6B6D06779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实例</a:t>
            </a:r>
          </a:p>
        </p:txBody>
      </p:sp>
      <p:sp>
        <p:nvSpPr>
          <p:cNvPr id="115715" name="Rectangle 5">
            <a:extLst>
              <a:ext uri="{FF2B5EF4-FFF2-40B4-BE49-F238E27FC236}">
                <a16:creationId xmlns:a16="http://schemas.microsoft.com/office/drawing/2014/main" xmlns="" id="{0807F9DB-53E5-49F0-8B24-01914E6EDA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4925" y="981075"/>
            <a:ext cx="4537075" cy="5400675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ｘ＝＋</a:t>
            </a:r>
            <a:r>
              <a:rPr lang="en-US" altLang="zh-CN" sz="2400" dirty="0"/>
              <a:t>0.1011, </a:t>
            </a:r>
            <a:r>
              <a:rPr lang="zh-CN" altLang="en-US" sz="2400" dirty="0"/>
              <a:t>ｙ＝＋</a:t>
            </a:r>
            <a:r>
              <a:rPr lang="en-US" altLang="zh-CN" sz="2400" dirty="0"/>
              <a:t>0.1001, </a:t>
            </a:r>
            <a:r>
              <a:rPr lang="zh-CN" altLang="en-US" sz="2400" dirty="0"/>
              <a:t>求ｘ＋ｙ？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解：</a:t>
            </a:r>
            <a:r>
              <a:rPr lang="en-US" altLang="zh-CN" sz="2400" dirty="0"/>
              <a:t>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＝</a:t>
            </a:r>
            <a:r>
              <a:rPr lang="en-US" altLang="zh-CN" sz="2400" dirty="0"/>
              <a:t>0.1011,   [</a:t>
            </a:r>
            <a:r>
              <a:rPr lang="zh-CN" altLang="en-US" sz="2400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＝</a:t>
            </a:r>
            <a:r>
              <a:rPr lang="en-US" altLang="zh-CN" sz="2400" dirty="0"/>
              <a:t>0.1001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endParaRPr lang="en-US" altLang="zh-CN" sz="2400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   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　</a:t>
            </a:r>
            <a:r>
              <a:rPr lang="en-US" altLang="zh-CN" sz="2400" dirty="0"/>
              <a:t>0.1011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＋</a:t>
            </a:r>
            <a:r>
              <a:rPr lang="en-US" altLang="zh-CN" sz="2400" dirty="0"/>
              <a:t>[</a:t>
            </a:r>
            <a:r>
              <a:rPr lang="zh-CN" altLang="en-US" sz="2400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　</a:t>
            </a:r>
            <a:r>
              <a:rPr lang="en-US" altLang="zh-CN" sz="2400" dirty="0"/>
              <a:t>0.1001</a:t>
            </a:r>
            <a:r>
              <a:rPr lang="zh-CN" altLang="en-US" sz="2400" dirty="0"/>
              <a:t>　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ｘ＋ｙ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    </a:t>
            </a:r>
            <a:r>
              <a:rPr lang="en-US" altLang="zh-CN" sz="2400" dirty="0"/>
              <a:t>1.0100</a:t>
            </a:r>
            <a:r>
              <a:rPr lang="zh-CN" altLang="en-US" sz="2400" dirty="0"/>
              <a:t>　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两个正数相加的结果成为负数？</a:t>
            </a:r>
          </a:p>
        </p:txBody>
      </p:sp>
      <p:sp>
        <p:nvSpPr>
          <p:cNvPr id="115716" name="Rectangle 6">
            <a:extLst>
              <a:ext uri="{FF2B5EF4-FFF2-40B4-BE49-F238E27FC236}">
                <a16:creationId xmlns:a16="http://schemas.microsoft.com/office/drawing/2014/main" xmlns="" id="{8A4E81C9-BE80-4444-AEDC-5F77D1DE489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500563" y="981074"/>
            <a:ext cx="4470400" cy="5400675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ｘ＝－</a:t>
            </a:r>
            <a:r>
              <a:rPr lang="en-US" altLang="zh-CN" sz="2400" dirty="0"/>
              <a:t>0.1101, </a:t>
            </a:r>
            <a:r>
              <a:rPr lang="zh-CN" altLang="en-US" sz="2400" dirty="0"/>
              <a:t>ｙ＝－</a:t>
            </a:r>
            <a:r>
              <a:rPr lang="en-US" altLang="zh-CN" sz="2400" dirty="0"/>
              <a:t>0.1011, </a:t>
            </a:r>
            <a:r>
              <a:rPr lang="zh-CN" altLang="en-US" sz="2400" dirty="0"/>
              <a:t>求ｘ＋ｙ？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解：</a:t>
            </a:r>
            <a:r>
              <a:rPr lang="en-US" altLang="zh-CN" sz="2400" dirty="0"/>
              <a:t>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＝</a:t>
            </a:r>
            <a:r>
              <a:rPr lang="en-US" altLang="zh-CN" sz="2400" dirty="0"/>
              <a:t>1.0011,   [</a:t>
            </a:r>
            <a:r>
              <a:rPr lang="zh-CN" altLang="en-US" sz="2400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＝</a:t>
            </a:r>
            <a:r>
              <a:rPr lang="en-US" altLang="zh-CN" sz="2400" dirty="0"/>
              <a:t>1.0101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endParaRPr lang="en-US" altLang="zh-CN" sz="2400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     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    </a:t>
            </a:r>
            <a:r>
              <a:rPr lang="en-US" altLang="zh-CN" sz="2400" dirty="0"/>
              <a:t>1.0011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＋</a:t>
            </a:r>
            <a:r>
              <a:rPr lang="en-US" altLang="zh-CN" dirty="0"/>
              <a:t>[</a:t>
            </a:r>
            <a:r>
              <a:rPr lang="zh-CN" altLang="en-US" dirty="0"/>
              <a:t>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   </a:t>
            </a:r>
            <a:r>
              <a:rPr lang="en-US" altLang="zh-CN" dirty="0"/>
              <a:t>1.0101</a:t>
            </a:r>
            <a:r>
              <a:rPr lang="zh-CN" altLang="en-US" dirty="0"/>
              <a:t>　 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[</a:t>
            </a:r>
            <a:r>
              <a:rPr lang="zh-CN" altLang="en-US" sz="2400" dirty="0"/>
              <a:t>ｘ＋ｙ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  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0.1000</a:t>
            </a:r>
            <a:r>
              <a:rPr lang="zh-CN" altLang="en-US" sz="2400" dirty="0"/>
              <a:t>　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两个负数相加的结果成为正数？</a:t>
            </a:r>
          </a:p>
        </p:txBody>
      </p:sp>
      <p:sp>
        <p:nvSpPr>
          <p:cNvPr id="115718" name="Line 7">
            <a:extLst>
              <a:ext uri="{FF2B5EF4-FFF2-40B4-BE49-F238E27FC236}">
                <a16:creationId xmlns:a16="http://schemas.microsoft.com/office/drawing/2014/main" xmlns="" id="{F55BA74C-58B7-42D0-A0B6-BA8EADBB8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" y="3962400"/>
            <a:ext cx="36433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19" name="Line 9">
            <a:extLst>
              <a:ext uri="{FF2B5EF4-FFF2-40B4-BE49-F238E27FC236}">
                <a16:creationId xmlns:a16="http://schemas.microsoft.com/office/drawing/2014/main" xmlns="" id="{B50912A2-C7F4-4300-91DB-4D10C4516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86200"/>
            <a:ext cx="36433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0" name="Line 10">
            <a:extLst>
              <a:ext uri="{FF2B5EF4-FFF2-40B4-BE49-F238E27FC236}">
                <a16:creationId xmlns:a16="http://schemas.microsoft.com/office/drawing/2014/main" xmlns="" id="{BF6B15D8-5060-4BB8-BBBD-276081CB7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914400"/>
            <a:ext cx="0" cy="553878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>
            <a:extLst>
              <a:ext uri="{FF2B5EF4-FFF2-40B4-BE49-F238E27FC236}">
                <a16:creationId xmlns:a16="http://schemas.microsoft.com/office/drawing/2014/main" xmlns="" id="{CD8ED7C6-DF3F-4A71-9E9A-18D13377F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检测方法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xmlns="" id="{140BD59B-E9C7-4F13-9807-3E46042659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Times New Roman" panose="02020603050405020304" pitchFamily="18" charset="0"/>
              <a:buAutoNum type="arabicPeriod"/>
            </a:pPr>
            <a:r>
              <a:rPr lang="zh-CN" altLang="en-US"/>
              <a:t>采用双符号位法，即“变形补码”或“模</a:t>
            </a:r>
            <a:r>
              <a:rPr lang="en-US" altLang="zh-CN"/>
              <a:t>4</a:t>
            </a:r>
            <a:r>
              <a:rPr lang="zh-CN" altLang="en-US"/>
              <a:t>补码”</a:t>
            </a:r>
          </a:p>
          <a:p>
            <a:pPr marL="514350" indent="-514350" eaLnBrk="1" hangingPunct="1">
              <a:buFont typeface="Times New Roman" panose="02020603050405020304" pitchFamily="18" charset="0"/>
              <a:buAutoNum type="arabicPeriod"/>
            </a:pPr>
            <a:r>
              <a:rPr lang="zh-CN" altLang="en-US"/>
              <a:t>采用单符号位法</a:t>
            </a:r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  <p:transition spd="med">
    <p:pull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>
            <a:extLst>
              <a:ext uri="{FF2B5EF4-FFF2-40B4-BE49-F238E27FC236}">
                <a16:creationId xmlns:a16="http://schemas.microsoft.com/office/drawing/2014/main" xmlns="" id="{A37AFC74-92B3-46A7-8429-7B7C27852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79387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 </a:t>
            </a:r>
            <a:r>
              <a:rPr lang="zh-CN" altLang="en-US" dirty="0"/>
              <a:t>双符号位法（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xmlns="" id="{0D1DAAA5-EDEE-421B-A779-89AF8706CD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049338"/>
            <a:ext cx="8763000" cy="5248275"/>
          </a:xfrm>
        </p:spPr>
        <p:txBody>
          <a:bodyPr/>
          <a:lstStyle/>
          <a:p>
            <a:pPr eaLnBrk="1" hangingPunct="1"/>
            <a:r>
              <a:rPr lang="zh-CN" altLang="en-US"/>
              <a:t>变形补码的定义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    小数：</a:t>
            </a:r>
          </a:p>
          <a:p>
            <a:pPr lvl="1" eaLnBrk="1" hangingPunct="1"/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整数：</a:t>
            </a:r>
            <a:r>
              <a:rPr lang="en-US" altLang="zh-CN"/>
              <a:t> [x]</a:t>
            </a:r>
            <a:r>
              <a:rPr lang="zh-CN" altLang="en-US" baseline="-25000"/>
              <a:t>补</a:t>
            </a:r>
            <a:r>
              <a:rPr lang="en-US" altLang="zh-CN"/>
              <a:t>=2</a:t>
            </a:r>
            <a:r>
              <a:rPr lang="en-US" altLang="zh-CN" baseline="30000"/>
              <a:t>n+2</a:t>
            </a:r>
            <a:r>
              <a:rPr lang="en-US" altLang="zh-CN"/>
              <a:t>+x		</a:t>
            </a:r>
            <a:r>
              <a:rPr lang="zh-CN" altLang="en-US"/>
              <a:t>（</a:t>
            </a:r>
            <a:r>
              <a:rPr lang="en-US" altLang="zh-CN"/>
              <a:t>mod 2</a:t>
            </a:r>
            <a:r>
              <a:rPr lang="en-US" altLang="zh-CN" baseline="30000"/>
              <a:t>n+2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/>
          </a:p>
          <a:p>
            <a:pPr lvl="1" eaLnBrk="1" hangingPunct="1"/>
            <a:r>
              <a:rPr lang="zh-CN" altLang="en-US"/>
              <a:t>下式也同样成立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		 </a:t>
            </a:r>
            <a:r>
              <a:rPr lang="en-US" altLang="zh-CN" sz="2400"/>
              <a:t>[x]</a:t>
            </a:r>
            <a:r>
              <a:rPr lang="zh-CN" altLang="en-US" sz="2400" baseline="-25000"/>
              <a:t>补</a:t>
            </a:r>
            <a:r>
              <a:rPr lang="zh-CN" altLang="en-US" sz="2400"/>
              <a:t>＋</a:t>
            </a:r>
            <a:r>
              <a:rPr lang="en-US" altLang="zh-CN" sz="2400"/>
              <a:t>[y]</a:t>
            </a:r>
            <a:r>
              <a:rPr lang="zh-CN" altLang="en-US" sz="2400" baseline="-25000"/>
              <a:t>补</a:t>
            </a:r>
            <a:r>
              <a:rPr lang="en-US" altLang="zh-CN" sz="2400"/>
              <a:t>=[x+y]</a:t>
            </a:r>
            <a:r>
              <a:rPr lang="zh-CN" altLang="en-US" sz="2400" baseline="-25000"/>
              <a:t>补</a:t>
            </a:r>
            <a:r>
              <a:rPr lang="zh-CN" altLang="en-US" sz="2400"/>
              <a:t>	 </a:t>
            </a:r>
            <a:r>
              <a:rPr lang="en-US" altLang="zh-CN" sz="2400"/>
              <a:t>	   (mod 2)</a:t>
            </a:r>
            <a:r>
              <a:rPr lang="en-US" altLang="zh-CN"/>
              <a:t> </a:t>
            </a:r>
          </a:p>
          <a:p>
            <a:pPr lvl="1" eaLnBrk="1" hangingPunct="1"/>
            <a:r>
              <a:rPr lang="zh-CN" altLang="en-US"/>
              <a:t>注意事项</a:t>
            </a:r>
          </a:p>
          <a:p>
            <a:pPr lvl="2" eaLnBrk="1" hangingPunct="1"/>
            <a:r>
              <a:rPr lang="zh-CN" altLang="en-US"/>
              <a:t>两个符号位均参加运算</a:t>
            </a:r>
          </a:p>
          <a:p>
            <a:pPr lvl="2" eaLnBrk="1" hangingPunct="1"/>
            <a:r>
              <a:rPr lang="zh-CN" altLang="en-US"/>
              <a:t>最高符号位上产生的进位要丢掉</a:t>
            </a:r>
          </a:p>
        </p:txBody>
      </p:sp>
      <p:graphicFrame>
        <p:nvGraphicFramePr>
          <p:cNvPr id="117764" name="Object 4">
            <a:extLst>
              <a:ext uri="{FF2B5EF4-FFF2-40B4-BE49-F238E27FC236}">
                <a16:creationId xmlns:a16="http://schemas.microsoft.com/office/drawing/2014/main" xmlns="" id="{1A98548B-6E9E-41A8-9D3F-B1D46E08635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206625" y="1474788"/>
          <a:ext cx="3675063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公式" r:id="rId3" imgW="28527375" imgH="7896225" progId="Equation.3">
                  <p:embed/>
                </p:oleObj>
              </mc:Choice>
              <mc:Fallback>
                <p:oleObj name="公式" r:id="rId3" imgW="28527375" imgH="7896225" progId="Equation.3">
                  <p:embed/>
                  <p:pic>
                    <p:nvPicPr>
                      <p:cNvPr id="117764" name="Object 4">
                        <a:extLst>
                          <a:ext uri="{FF2B5EF4-FFF2-40B4-BE49-F238E27FC236}">
                            <a16:creationId xmlns:a16="http://schemas.microsoft.com/office/drawing/2014/main" xmlns="" id="{1A98548B-6E9E-41A8-9D3F-B1D46E086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1474788"/>
                        <a:ext cx="3675063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>
            <a:extLst>
              <a:ext uri="{FF2B5EF4-FFF2-40B4-BE49-F238E27FC236}">
                <a16:creationId xmlns:a16="http://schemas.microsoft.com/office/drawing/2014/main" xmlns="" id="{E430270B-01CF-4634-A90D-1ACC9CF47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890" y="228040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1. </a:t>
            </a:r>
            <a:r>
              <a:rPr lang="zh-CN" altLang="en-US" dirty="0"/>
              <a:t>双符号位法（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xmlns="" id="{E3D40FAD-E67B-4AC8-84FE-7C675C6CE3B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785225" cy="5184775"/>
          </a:xfrm>
        </p:spPr>
        <p:txBody>
          <a:bodyPr/>
          <a:lstStyle/>
          <a:p>
            <a:pPr eaLnBrk="1" hangingPunct="1"/>
            <a:r>
              <a:rPr lang="zh-CN" altLang="en-US"/>
              <a:t>溢出检测规则</a:t>
            </a:r>
          </a:p>
          <a:p>
            <a:pPr lvl="1" eaLnBrk="1" hangingPunct="1"/>
            <a:r>
              <a:rPr lang="zh-CN" altLang="en-US"/>
              <a:t>两数相加后，结果的符号位出现“</a:t>
            </a:r>
            <a:r>
              <a:rPr lang="en-US" altLang="zh-CN"/>
              <a:t>01”</a:t>
            </a:r>
            <a:r>
              <a:rPr lang="zh-CN" altLang="en-US"/>
              <a:t>或“</a:t>
            </a:r>
            <a:r>
              <a:rPr lang="en-US" altLang="zh-CN"/>
              <a:t>10”</a:t>
            </a:r>
            <a:r>
              <a:rPr lang="zh-CN" altLang="en-US"/>
              <a:t>两种情况时，表示发生溢出</a:t>
            </a:r>
          </a:p>
          <a:p>
            <a:pPr lvl="1" eaLnBrk="1" hangingPunct="1"/>
            <a:r>
              <a:rPr lang="zh-CN" altLang="en-US"/>
              <a:t>最高符号位永远表示结果的正确符号</a:t>
            </a:r>
          </a:p>
          <a:p>
            <a:pPr eaLnBrk="1" hangingPunct="1"/>
            <a:r>
              <a:rPr lang="zh-CN" altLang="en-US"/>
              <a:t>溢出的逻辑表达式为</a:t>
            </a:r>
          </a:p>
          <a:p>
            <a:pPr lvl="3" eaLnBrk="1" hangingPunct="1">
              <a:buFont typeface="Wingdings 2" panose="05020102010507070707" pitchFamily="18" charset="2"/>
              <a:buNone/>
            </a:pPr>
            <a:r>
              <a:rPr lang="en-US" altLang="zh-CN" sz="2800" b="0"/>
              <a:t>V=S</a:t>
            </a:r>
            <a:r>
              <a:rPr lang="en-US" altLang="zh-CN" sz="2800" b="0" baseline="-25000"/>
              <a:t>f1</a:t>
            </a:r>
            <a:r>
              <a:rPr lang="en-US" altLang="zh-CN" sz="2800" b="0"/>
              <a:t>⊕S</a:t>
            </a:r>
            <a:r>
              <a:rPr lang="en-US" altLang="zh-CN" sz="2800" b="0" baseline="-25000"/>
              <a:t>f2</a:t>
            </a:r>
          </a:p>
        </p:txBody>
      </p:sp>
    </p:spTree>
  </p:cSld>
  <p:clrMapOvr>
    <a:masterClrMapping/>
  </p:clrMapOvr>
  <p:transition spd="med">
    <p:pull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6" name="Rectangle 4">
            <a:extLst>
              <a:ext uri="{FF2B5EF4-FFF2-40B4-BE49-F238E27FC236}">
                <a16:creationId xmlns:a16="http://schemas.microsoft.com/office/drawing/2014/main" xmlns="" id="{1E94615A-DE37-4715-BDA8-7690C425C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举例</a:t>
            </a:r>
          </a:p>
        </p:txBody>
      </p:sp>
      <p:sp>
        <p:nvSpPr>
          <p:cNvPr id="119811" name="Rectangle 5">
            <a:extLst>
              <a:ext uri="{FF2B5EF4-FFF2-40B4-BE49-F238E27FC236}">
                <a16:creationId xmlns:a16="http://schemas.microsoft.com/office/drawing/2014/main" xmlns="" id="{3F922962-39A1-4DCB-A45E-CBEF6153E2C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79388" y="981075"/>
            <a:ext cx="4314825" cy="5400675"/>
          </a:xfrm>
        </p:spPr>
        <p:txBody>
          <a:bodyPr/>
          <a:lstStyle/>
          <a:p>
            <a:pPr marL="0" indent="0" defTabSz="180975" eaLnBrk="1" hangingPunct="1">
              <a:buFont typeface="Wingdings 2" panose="05020102010507070707" pitchFamily="18" charset="2"/>
              <a:buNone/>
              <a:tabLst>
                <a:tab pos="85725" algn="l"/>
              </a:tabLst>
            </a:pPr>
            <a:r>
              <a:rPr lang="zh-CN" altLang="en-US" sz="2400"/>
              <a:t>ｘ＝＋</a:t>
            </a:r>
            <a:r>
              <a:rPr lang="en-US" altLang="zh-CN" sz="2400"/>
              <a:t>1100 </a:t>
            </a:r>
          </a:p>
          <a:p>
            <a:pPr marL="0" indent="0" defTabSz="180975" eaLnBrk="1" hangingPunct="1">
              <a:buFont typeface="Wingdings 2" panose="05020102010507070707" pitchFamily="18" charset="2"/>
              <a:buNone/>
              <a:tabLst>
                <a:tab pos="85725" algn="l"/>
              </a:tabLst>
            </a:pPr>
            <a:r>
              <a:rPr lang="zh-CN" altLang="en-US" sz="2400"/>
              <a:t>ｙ＝＋</a:t>
            </a:r>
            <a:r>
              <a:rPr lang="en-US" altLang="zh-CN" sz="2400"/>
              <a:t>1000,   </a:t>
            </a:r>
            <a:r>
              <a:rPr lang="zh-CN" altLang="en-US" sz="2400"/>
              <a:t>求ｘ＋ｙ</a:t>
            </a:r>
          </a:p>
          <a:p>
            <a:pPr marL="0" indent="0" defTabSz="180975" eaLnBrk="1" hangingPunct="1">
              <a:buFont typeface="Wingdings 2" panose="05020102010507070707" pitchFamily="18" charset="2"/>
              <a:buNone/>
              <a:tabLst>
                <a:tab pos="85725" algn="l"/>
              </a:tabLst>
            </a:pPr>
            <a:r>
              <a:rPr lang="zh-CN" altLang="en-US" sz="2400"/>
              <a:t>解</a:t>
            </a:r>
            <a:r>
              <a:rPr lang="en-US" altLang="zh-CN" sz="2400"/>
              <a:t>:[</a:t>
            </a:r>
            <a:r>
              <a:rPr lang="zh-CN" altLang="en-US" sz="2400"/>
              <a:t>ｘ</a:t>
            </a:r>
            <a:r>
              <a:rPr lang="en-US" altLang="zh-CN" sz="2400"/>
              <a:t>]</a:t>
            </a:r>
            <a:r>
              <a:rPr lang="zh-CN" altLang="en-US" sz="2400" baseline="-25000"/>
              <a:t>补 </a:t>
            </a:r>
            <a:r>
              <a:rPr lang="zh-CN" altLang="en-US" sz="2400"/>
              <a:t>＝</a:t>
            </a:r>
            <a:r>
              <a:rPr lang="en-US" altLang="zh-CN" sz="2400">
                <a:solidFill>
                  <a:srgbClr val="CC3300"/>
                </a:solidFill>
              </a:rPr>
              <a:t>00</a:t>
            </a:r>
            <a:r>
              <a:rPr lang="en-US" altLang="zh-CN" sz="2400"/>
              <a:t>1100</a:t>
            </a:r>
          </a:p>
          <a:p>
            <a:pPr marL="0" indent="0" defTabSz="180975" eaLnBrk="1" hangingPunct="1">
              <a:buFont typeface="Wingdings 2" panose="05020102010507070707" pitchFamily="18" charset="2"/>
              <a:buNone/>
              <a:tabLst>
                <a:tab pos="85725" algn="l"/>
              </a:tabLst>
            </a:pPr>
            <a:r>
              <a:rPr lang="en-US" altLang="zh-CN" sz="2400"/>
              <a:t>      [</a:t>
            </a:r>
            <a:r>
              <a:rPr lang="zh-CN" altLang="en-US" sz="2400"/>
              <a:t>ｙ</a:t>
            </a:r>
            <a:r>
              <a:rPr lang="en-US" altLang="zh-CN" sz="2400"/>
              <a:t>]</a:t>
            </a:r>
            <a:r>
              <a:rPr lang="zh-CN" altLang="en-US" sz="2400" baseline="-25000"/>
              <a:t>补</a:t>
            </a:r>
            <a:r>
              <a:rPr lang="zh-CN" altLang="en-US" sz="2400"/>
              <a:t>＝</a:t>
            </a:r>
            <a:r>
              <a:rPr lang="en-US" altLang="zh-CN" sz="2400">
                <a:solidFill>
                  <a:srgbClr val="CC3300"/>
                </a:solidFill>
              </a:rPr>
              <a:t>00</a:t>
            </a:r>
            <a:r>
              <a:rPr lang="en-US" altLang="zh-CN" sz="2400"/>
              <a:t>1000</a:t>
            </a:r>
          </a:p>
          <a:p>
            <a:pPr marL="0" indent="0" defTabSz="180975" eaLnBrk="1" hangingPunct="1">
              <a:buFont typeface="Wingdings 2" panose="05020102010507070707" pitchFamily="18" charset="2"/>
              <a:buNone/>
              <a:tabLst>
                <a:tab pos="85725" algn="l"/>
              </a:tabLst>
            </a:pPr>
            <a:endParaRPr lang="en-US" altLang="zh-CN" sz="2400"/>
          </a:p>
          <a:p>
            <a:pPr marL="179388" lvl="1" indent="0" defTabSz="180975" eaLnBrk="1" hangingPunct="1">
              <a:buFont typeface="Wingdings" panose="05000000000000000000" pitchFamily="2" charset="2"/>
              <a:buNone/>
              <a:tabLst>
                <a:tab pos="85725" algn="l"/>
              </a:tabLst>
            </a:pPr>
            <a:r>
              <a:rPr lang="en-US" altLang="zh-CN"/>
              <a:t>       [</a:t>
            </a:r>
            <a:r>
              <a:rPr lang="zh-CN" altLang="en-US"/>
              <a:t>ｘ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　</a:t>
            </a:r>
            <a:r>
              <a:rPr lang="en-US" altLang="zh-CN">
                <a:solidFill>
                  <a:srgbClr val="CC3300"/>
                </a:solidFill>
              </a:rPr>
              <a:t>00</a:t>
            </a:r>
            <a:r>
              <a:rPr lang="en-US" altLang="zh-CN"/>
              <a:t>1100</a:t>
            </a:r>
          </a:p>
          <a:p>
            <a:pPr marL="179388" lvl="1" indent="0" defTabSz="180975" eaLnBrk="1" hangingPunct="1">
              <a:buFont typeface="Wingdings" panose="05000000000000000000" pitchFamily="2" charset="2"/>
              <a:buNone/>
              <a:tabLst>
                <a:tab pos="85725" algn="l"/>
              </a:tabLst>
            </a:pPr>
            <a:r>
              <a:rPr lang="en-US" altLang="zh-CN"/>
              <a:t>   </a:t>
            </a:r>
            <a:r>
              <a:rPr lang="zh-CN" altLang="en-US"/>
              <a:t>＋</a:t>
            </a:r>
            <a:r>
              <a:rPr lang="en-US" altLang="zh-CN"/>
              <a:t>[</a:t>
            </a:r>
            <a:r>
              <a:rPr lang="zh-CN" altLang="en-US"/>
              <a:t>ｙ</a:t>
            </a:r>
            <a:r>
              <a:rPr lang="en-US" altLang="zh-CN"/>
              <a:t>]</a:t>
            </a:r>
            <a:r>
              <a:rPr lang="zh-CN" altLang="en-US" baseline="-25000"/>
              <a:t>补</a:t>
            </a:r>
            <a:r>
              <a:rPr lang="zh-CN" altLang="en-US"/>
              <a:t>　</a:t>
            </a:r>
            <a:r>
              <a:rPr lang="en-US" altLang="zh-CN">
                <a:solidFill>
                  <a:srgbClr val="CC3300"/>
                </a:solidFill>
              </a:rPr>
              <a:t>00</a:t>
            </a:r>
            <a:r>
              <a:rPr lang="en-US" altLang="zh-CN"/>
              <a:t>1000</a:t>
            </a:r>
            <a:r>
              <a:rPr lang="zh-CN" altLang="en-US"/>
              <a:t>　</a:t>
            </a:r>
          </a:p>
          <a:p>
            <a:pPr marL="179388" lvl="1" indent="0" defTabSz="180975" eaLnBrk="1" hangingPunct="1">
              <a:buFont typeface="Wingdings" panose="05000000000000000000" pitchFamily="2" charset="2"/>
              <a:buNone/>
              <a:tabLst>
                <a:tab pos="85725" algn="l"/>
              </a:tabLst>
            </a:pPr>
            <a:r>
              <a:rPr lang="en-US" altLang="zh-CN"/>
              <a:t>[</a:t>
            </a:r>
            <a:r>
              <a:rPr lang="zh-CN" altLang="en-US"/>
              <a:t>ｘ＋ｙ</a:t>
            </a:r>
            <a:r>
              <a:rPr lang="en-US" altLang="zh-CN"/>
              <a:t>]</a:t>
            </a:r>
            <a:r>
              <a:rPr lang="zh-CN" altLang="en-US" baseline="-25000"/>
              <a:t>补     </a:t>
            </a:r>
            <a:r>
              <a:rPr lang="en-US" altLang="zh-CN">
                <a:solidFill>
                  <a:srgbClr val="CC3300"/>
                </a:solidFill>
              </a:rPr>
              <a:t>01</a:t>
            </a:r>
            <a:r>
              <a:rPr lang="en-US" altLang="zh-CN"/>
              <a:t>0100</a:t>
            </a:r>
            <a:r>
              <a:rPr lang="zh-CN" altLang="en-US"/>
              <a:t>　 </a:t>
            </a:r>
          </a:p>
          <a:p>
            <a:pPr marL="179388" lvl="1" indent="0" defTabSz="180975" eaLnBrk="1" hangingPunct="1">
              <a:buFont typeface="Wingdings" panose="05000000000000000000" pitchFamily="2" charset="2"/>
              <a:buNone/>
              <a:tabLst>
                <a:tab pos="85725" algn="l"/>
              </a:tabLst>
            </a:pPr>
            <a:endParaRPr lang="zh-CN" altLang="en-US"/>
          </a:p>
          <a:p>
            <a:pPr marL="179388" lvl="1" indent="0" defTabSz="180975" eaLnBrk="1" hangingPunct="1">
              <a:buFont typeface="Wingdings" panose="05000000000000000000" pitchFamily="2" charset="2"/>
              <a:buNone/>
              <a:tabLst>
                <a:tab pos="85725" algn="l"/>
              </a:tabLst>
            </a:pPr>
            <a:r>
              <a:rPr lang="zh-CN" altLang="en-US"/>
              <a:t>两个符号位为“</a:t>
            </a:r>
            <a:r>
              <a:rPr lang="en-US" altLang="zh-CN"/>
              <a:t>01”</a:t>
            </a:r>
            <a:r>
              <a:rPr lang="zh-CN" altLang="en-US"/>
              <a:t>，表示已经溢出</a:t>
            </a:r>
          </a:p>
        </p:txBody>
      </p:sp>
      <p:sp>
        <p:nvSpPr>
          <p:cNvPr id="119812" name="Rectangle 6">
            <a:extLst>
              <a:ext uri="{FF2B5EF4-FFF2-40B4-BE49-F238E27FC236}">
                <a16:creationId xmlns:a16="http://schemas.microsoft.com/office/drawing/2014/main" xmlns="" id="{4A3063F8-2AB8-4C30-AA4F-097800FA968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ｘ＝－</a:t>
            </a:r>
            <a:r>
              <a:rPr lang="en-US" altLang="zh-CN" sz="2400" dirty="0"/>
              <a:t>1100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ｙ＝－</a:t>
            </a:r>
            <a:r>
              <a:rPr lang="en-US" altLang="zh-CN" sz="2400" dirty="0"/>
              <a:t>1000,   </a:t>
            </a:r>
            <a:r>
              <a:rPr lang="zh-CN" altLang="en-US" sz="2400" dirty="0"/>
              <a:t>求ｘ＋ｙ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解</a:t>
            </a:r>
            <a:r>
              <a:rPr lang="en-US" altLang="zh-CN" sz="2400" dirty="0"/>
              <a:t>:[</a:t>
            </a:r>
            <a:r>
              <a:rPr lang="zh-CN" altLang="en-US" sz="2400" dirty="0"/>
              <a:t>ｘ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 </a:t>
            </a:r>
            <a:r>
              <a:rPr lang="zh-CN" altLang="en-US" sz="2400" dirty="0"/>
              <a:t>＝</a:t>
            </a:r>
            <a:r>
              <a:rPr lang="en-US" altLang="zh-CN" sz="2400" dirty="0">
                <a:solidFill>
                  <a:srgbClr val="CC3300"/>
                </a:solidFill>
              </a:rPr>
              <a:t>11</a:t>
            </a:r>
            <a:r>
              <a:rPr lang="en-US" altLang="zh-CN" sz="2400" dirty="0"/>
              <a:t>0100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400" dirty="0"/>
              <a:t>      [</a:t>
            </a:r>
            <a:r>
              <a:rPr lang="zh-CN" altLang="en-US" sz="2400" dirty="0"/>
              <a:t>ｙ</a:t>
            </a:r>
            <a:r>
              <a:rPr lang="en-US" altLang="zh-CN" sz="2400" dirty="0"/>
              <a:t>]</a:t>
            </a:r>
            <a:r>
              <a:rPr lang="zh-CN" altLang="en-US" sz="2400" baseline="-25000" dirty="0"/>
              <a:t>补</a:t>
            </a:r>
            <a:r>
              <a:rPr lang="zh-CN" altLang="en-US" sz="2400" dirty="0"/>
              <a:t>＝</a:t>
            </a:r>
            <a:r>
              <a:rPr lang="en-US" altLang="zh-CN" sz="2400" dirty="0">
                <a:solidFill>
                  <a:srgbClr val="CC3300"/>
                </a:solidFill>
              </a:rPr>
              <a:t>11</a:t>
            </a:r>
            <a:r>
              <a:rPr lang="en-US" altLang="zh-CN" sz="2400" dirty="0"/>
              <a:t>1000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[</a:t>
            </a:r>
            <a:r>
              <a:rPr lang="zh-CN" altLang="en-US" dirty="0"/>
              <a:t>ｘ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>
                <a:solidFill>
                  <a:srgbClr val="CC3300"/>
                </a:solidFill>
              </a:rPr>
              <a:t>11</a:t>
            </a:r>
            <a:r>
              <a:rPr lang="en-US" altLang="zh-CN" dirty="0"/>
              <a:t>0100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＋</a:t>
            </a:r>
            <a:r>
              <a:rPr lang="en-US" altLang="zh-CN" dirty="0"/>
              <a:t>[</a:t>
            </a:r>
            <a:r>
              <a:rPr lang="zh-CN" altLang="en-US" dirty="0"/>
              <a:t>ｙ</a:t>
            </a:r>
            <a:r>
              <a:rPr lang="en-US" altLang="zh-CN" dirty="0"/>
              <a:t>]</a:t>
            </a:r>
            <a:r>
              <a:rPr lang="zh-CN" altLang="en-US" baseline="-25000" dirty="0"/>
              <a:t>补</a:t>
            </a:r>
            <a:r>
              <a:rPr lang="zh-CN" altLang="en-US" dirty="0"/>
              <a:t>　</a:t>
            </a:r>
            <a:r>
              <a:rPr lang="en-US" altLang="zh-CN" dirty="0">
                <a:solidFill>
                  <a:srgbClr val="CC3300"/>
                </a:solidFill>
              </a:rPr>
              <a:t>11</a:t>
            </a:r>
            <a:r>
              <a:rPr lang="en-US" altLang="zh-CN" dirty="0"/>
              <a:t>1000</a:t>
            </a:r>
            <a:r>
              <a:rPr lang="zh-CN" altLang="en-US" dirty="0"/>
              <a:t>　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[</a:t>
            </a:r>
            <a:r>
              <a:rPr lang="zh-CN" altLang="en-US" dirty="0"/>
              <a:t>ｘ＋ｙ</a:t>
            </a:r>
            <a:r>
              <a:rPr lang="en-US" altLang="zh-CN" dirty="0"/>
              <a:t>]</a:t>
            </a:r>
            <a:r>
              <a:rPr lang="zh-CN" altLang="en-US" baseline="-25000" dirty="0"/>
              <a:t>补 </a:t>
            </a:r>
            <a:r>
              <a:rPr lang="en-US" altLang="zh-CN" dirty="0">
                <a:solidFill>
                  <a:srgbClr val="CC3300"/>
                </a:solidFill>
              </a:rPr>
              <a:t>110</a:t>
            </a:r>
            <a:r>
              <a:rPr lang="en-US" altLang="zh-CN" dirty="0"/>
              <a:t>1100</a:t>
            </a:r>
            <a:r>
              <a:rPr lang="zh-CN" altLang="en-US" dirty="0"/>
              <a:t>　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zh-CN" altLang="en-US" sz="2400" dirty="0"/>
              <a:t>两个符号位为“</a:t>
            </a:r>
            <a:r>
              <a:rPr lang="en-US" altLang="zh-CN" sz="2400" dirty="0"/>
              <a:t>10”</a:t>
            </a:r>
            <a:r>
              <a:rPr lang="zh-CN" altLang="en-US" sz="2400" dirty="0"/>
              <a:t>，表示已经溢出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endParaRPr lang="en-US" altLang="zh-CN" dirty="0"/>
          </a:p>
        </p:txBody>
      </p:sp>
      <p:sp>
        <p:nvSpPr>
          <p:cNvPr id="119814" name="Line 7">
            <a:extLst>
              <a:ext uri="{FF2B5EF4-FFF2-40B4-BE49-F238E27FC236}">
                <a16:creationId xmlns:a16="http://schemas.microsoft.com/office/drawing/2014/main" xmlns="" id="{AD6267FB-9E9F-4741-AFA7-99C76190A1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388" y="4005263"/>
            <a:ext cx="36433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15" name="Line 8">
            <a:extLst>
              <a:ext uri="{FF2B5EF4-FFF2-40B4-BE49-F238E27FC236}">
                <a16:creationId xmlns:a16="http://schemas.microsoft.com/office/drawing/2014/main" xmlns="" id="{877524FB-9205-4133-9AAB-7DCF8EB7AD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4005263"/>
            <a:ext cx="36433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16" name="Line 9">
            <a:extLst>
              <a:ext uri="{FF2B5EF4-FFF2-40B4-BE49-F238E27FC236}">
                <a16:creationId xmlns:a16="http://schemas.microsoft.com/office/drawing/2014/main" xmlns="" id="{E2134153-37D4-46D4-9311-A2406678A8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75163" y="914400"/>
            <a:ext cx="25400" cy="546735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17" name="文本框 1">
            <a:extLst>
              <a:ext uri="{FF2B5EF4-FFF2-40B4-BE49-F238E27FC236}">
                <a16:creationId xmlns:a16="http://schemas.microsoft.com/office/drawing/2014/main" xmlns="" id="{703E4F12-811D-4CB7-8C81-05E48D530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5876925"/>
            <a:ext cx="8159750" cy="369888"/>
          </a:xfrm>
          <a:prstGeom prst="rect">
            <a:avLst/>
          </a:prstGeom>
          <a:noFill/>
          <a:ln w="222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1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最高有效位产生进位而符号位无进位     最高有效位无进位而符号位有进位</a:t>
            </a:r>
          </a:p>
        </p:txBody>
      </p:sp>
    </p:spTree>
  </p:cSld>
  <p:clrMapOvr>
    <a:masterClrMapping/>
  </p:clrMapOvr>
  <p:transition spd="med">
    <p:pull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>
            <a:extLst>
              <a:ext uri="{FF2B5EF4-FFF2-40B4-BE49-F238E27FC236}">
                <a16:creationId xmlns:a16="http://schemas.microsoft.com/office/drawing/2014/main" xmlns="" id="{2B7C3292-1228-4041-A9BE-A28BE0A27F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2. </a:t>
            </a:r>
            <a:r>
              <a:rPr lang="zh-CN" altLang="en-US" dirty="0"/>
              <a:t>单符号位法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xmlns="" id="{FD0A4DF1-58A8-4137-B962-7F47AF1ECF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7" y="1098176"/>
            <a:ext cx="8785225" cy="51847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溢出的逻辑表达式为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V=C</a:t>
            </a:r>
            <a:r>
              <a:rPr lang="en-US" altLang="zh-CN" baseline="-25000" dirty="0"/>
              <a:t>f</a:t>
            </a:r>
            <a:r>
              <a:rPr lang="en-US" altLang="zh-CN" sz="3600" dirty="0">
                <a:latin typeface="宋体" panose="02010600030101010101" pitchFamily="2" charset="-122"/>
              </a:rPr>
              <a:t>⊕</a:t>
            </a:r>
            <a:r>
              <a:rPr lang="en-US" altLang="zh-CN" dirty="0"/>
              <a:t>C</a:t>
            </a:r>
            <a:r>
              <a:rPr lang="en-US" altLang="zh-CN" baseline="-25000" dirty="0"/>
              <a:t>0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aseline="-25000" dirty="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zh-CN" altLang="en-US" sz="2800" dirty="0"/>
              <a:t>　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f</a:t>
            </a:r>
            <a:r>
              <a:rPr lang="zh-CN" altLang="en-US" dirty="0"/>
              <a:t>为符号位产生的进位，</a:t>
            </a:r>
            <a:r>
              <a:rPr lang="en-US" altLang="zh-CN" dirty="0"/>
              <a:t>C</a:t>
            </a:r>
            <a:r>
              <a:rPr lang="en-US" altLang="zh-CN" baseline="-25000" dirty="0"/>
              <a:t>0</a:t>
            </a:r>
            <a:r>
              <a:rPr lang="zh-CN" altLang="en-US" dirty="0"/>
              <a:t>为最高有效位产生的进位</a:t>
            </a:r>
          </a:p>
        </p:txBody>
      </p:sp>
    </p:spTree>
  </p:cSld>
  <p:clrMapOvr>
    <a:masterClrMapping/>
  </p:clrMapOvr>
  <p:transition spd="med">
    <p:pull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>
            <a:extLst>
              <a:ext uri="{FF2B5EF4-FFF2-40B4-BE49-F238E27FC236}">
                <a16:creationId xmlns:a16="http://schemas.microsoft.com/office/drawing/2014/main" xmlns="" id="{FD591DED-C847-4806-B642-82C4C0C59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241301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</a:t>
            </a:r>
            <a:r>
              <a:rPr lang="zh-CN" altLang="en-US" dirty="0"/>
              <a:t>位全加器</a:t>
            </a:r>
            <a:r>
              <a:rPr lang="en-US" altLang="zh-CN" dirty="0"/>
              <a:t>FA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730115" name="Rectangle 3">
            <a:extLst>
              <a:ext uri="{FF2B5EF4-FFF2-40B4-BE49-F238E27FC236}">
                <a16:creationId xmlns:a16="http://schemas.microsoft.com/office/drawing/2014/main" xmlns="" id="{5242FDCC-24AE-4385-AB49-40769C36D65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216024"/>
            <a:ext cx="4924425" cy="5400675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S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 =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=</a:t>
            </a:r>
            <a:r>
              <a:rPr lang="en-US" altLang="zh-CN" dirty="0"/>
              <a:t>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⊕B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⊕C</a:t>
            </a:r>
            <a:r>
              <a:rPr lang="en-US" altLang="zh-CN" baseline="-25000" dirty="0" err="1"/>
              <a:t>i</a:t>
            </a:r>
            <a:endParaRPr lang="en-US" altLang="zh-CN" sz="2800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C</a:t>
            </a:r>
            <a:r>
              <a:rPr lang="en-US" altLang="zh-CN" sz="2800" baseline="-25000" dirty="0"/>
              <a:t>i+1</a:t>
            </a:r>
            <a:r>
              <a:rPr lang="en-US" altLang="zh-CN" sz="2800" dirty="0"/>
              <a:t>=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 </a:t>
            </a:r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dirty="0"/>
              <a:t>=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i</a:t>
            </a:r>
            <a:r>
              <a:rPr lang="zh-CN" altLang="en-US" dirty="0"/>
              <a:t>＋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i</a:t>
            </a:r>
            <a:r>
              <a:rPr lang="zh-CN" altLang="en-US" dirty="0"/>
              <a:t>＋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endParaRPr lang="en-US" altLang="zh-CN" baseline="-25000" dirty="0"/>
          </a:p>
          <a:p>
            <a:pPr marL="0" indent="0" eaLnBrk="1" hangingPunct="1">
              <a:buFont typeface="Wingdings 2" panose="05020102010507070707" pitchFamily="18" charset="2"/>
              <a:buNone/>
            </a:pPr>
            <a:r>
              <a:rPr lang="en-US" altLang="zh-CN" dirty="0"/>
              <a:t>=</a:t>
            </a:r>
            <a:r>
              <a:rPr lang="en-US" altLang="zh-CN" sz="2800" dirty="0"/>
              <a:t>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i</a:t>
            </a:r>
            <a:r>
              <a:rPr lang="zh-CN" altLang="en-US" dirty="0"/>
              <a:t>＋</a:t>
            </a:r>
            <a:r>
              <a:rPr lang="en-US" altLang="zh-CN" dirty="0"/>
              <a:t>(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⊕B</a:t>
            </a:r>
            <a:r>
              <a:rPr lang="en-US" altLang="zh-CN" baseline="-25000" dirty="0" err="1"/>
              <a:t>i</a:t>
            </a:r>
            <a:r>
              <a:rPr lang="en-US" altLang="zh-CN" dirty="0"/>
              <a:t>)C</a:t>
            </a:r>
            <a:r>
              <a:rPr lang="en-US" altLang="zh-CN" baseline="-25000" dirty="0"/>
              <a:t>i</a:t>
            </a:r>
          </a:p>
        </p:txBody>
      </p:sp>
      <p:graphicFrame>
        <p:nvGraphicFramePr>
          <p:cNvPr id="730280" name="Group 168">
            <a:extLst>
              <a:ext uri="{FF2B5EF4-FFF2-40B4-BE49-F238E27FC236}">
                <a16:creationId xmlns:a16="http://schemas.microsoft.com/office/drawing/2014/main" xmlns="" id="{7CBBEEE3-537E-4E7E-87DF-00F45CE6017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8462191"/>
              </p:ext>
            </p:extLst>
          </p:nvPr>
        </p:nvGraphicFramePr>
        <p:xfrm>
          <a:off x="5076825" y="1557338"/>
          <a:ext cx="3786188" cy="4613278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xmlns="" val="364113601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xmlns="" val="215813409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xmlns="" val="363860863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xmlns="" val="2187037489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xmlns="" val="3698776745"/>
                    </a:ext>
                  </a:extLst>
                </a:gridCol>
              </a:tblGrid>
              <a:tr h="461963">
                <a:tc gridSpan="3"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输入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输出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35041717"/>
                  </a:ext>
                </a:extLst>
              </a:tr>
              <a:tr h="460375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i</a:t>
                      </a:r>
                      <a:r>
                        <a:rPr kumimoji="1" lang="zh-CN" altLang="en-US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＋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9702763"/>
                  </a:ext>
                </a:extLst>
              </a:tr>
              <a:tr h="461963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9691250"/>
                  </a:ext>
                </a:extLst>
              </a:tr>
              <a:tr h="460375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24367416"/>
                  </a:ext>
                </a:extLst>
              </a:tr>
              <a:tr h="461963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3193951"/>
                  </a:ext>
                </a:extLst>
              </a:tr>
              <a:tr h="461963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42571650"/>
                  </a:ext>
                </a:extLst>
              </a:tr>
              <a:tr h="460375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8705046"/>
                  </a:ext>
                </a:extLst>
              </a:tr>
              <a:tr h="461963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4086777"/>
                  </a:ext>
                </a:extLst>
              </a:tr>
              <a:tr h="460375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00147284"/>
                  </a:ext>
                </a:extLst>
              </a:tr>
              <a:tr h="461963"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>
                      <a:lvl1pPr marL="269875" indent="-269875">
                        <a:spcBef>
                          <a:spcPct val="20000"/>
                        </a:spcBef>
                        <a:buClr>
                          <a:srgbClr val="CC3300"/>
                        </a:buClr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339933"/>
                        </a:buClr>
                        <a:buSzPct val="8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800080"/>
                        </a:buClr>
                        <a:buSzPct val="90000"/>
                        <a:buFont typeface="Wingdings" panose="05000000000000000000" pitchFamily="2" charset="2"/>
                        <a:tabLst>
                          <a:tab pos="1524000" algn="l"/>
                        </a:tabLst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90000"/>
                        <a:buFont typeface="Wingdings 2" panose="05020102010507070707" pitchFamily="18" charset="2"/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524000" algn="l"/>
                        </a:tabLst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pitchFamily="49" charset="-122"/>
                        </a:defRPr>
                      </a:lvl9pPr>
                    </a:lstStyle>
                    <a:p>
                      <a:pPr marL="269875" marR="0" lvl="0" indent="-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24000" algn="l"/>
                        </a:tabLst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4178548"/>
                  </a:ext>
                </a:extLst>
              </a:tr>
            </a:tbl>
          </a:graphicData>
        </a:graphic>
      </p:graphicFrame>
      <p:sp>
        <p:nvSpPr>
          <p:cNvPr id="121926" name="Text Box 73">
            <a:extLst>
              <a:ext uri="{FF2B5EF4-FFF2-40B4-BE49-F238E27FC236}">
                <a16:creationId xmlns:a16="http://schemas.microsoft.com/office/drawing/2014/main" xmlns="" id="{D8369091-924E-4866-AC74-69A72181F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413" y="981075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>
                <a:schemeClr val="accent2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一位全加器真值表</a:t>
            </a:r>
          </a:p>
        </p:txBody>
      </p:sp>
      <p:pic>
        <p:nvPicPr>
          <p:cNvPr id="121927" name="Picture 74" descr="/D:/jinerwork/组成/白中英版改编/visio/2.2_3.jpg">
            <a:extLst>
              <a:ext uri="{FF2B5EF4-FFF2-40B4-BE49-F238E27FC236}">
                <a16:creationId xmlns:a16="http://schemas.microsoft.com/office/drawing/2014/main" xmlns="" id="{6B5A479C-1D3D-4330-9614-ED9EB0337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767" y="4750566"/>
            <a:ext cx="2295660" cy="1703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xmlns="" id="{1AAB25DA-D63E-4CBD-9184-F7A1A748D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898161"/>
              </p:ext>
            </p:extLst>
          </p:nvPr>
        </p:nvGraphicFramePr>
        <p:xfrm>
          <a:off x="836987" y="1254842"/>
          <a:ext cx="3516312" cy="47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公式" r:id="rId5" imgW="51349275" imgH="9220200" progId="Equation.3">
                  <p:embed/>
                </p:oleObj>
              </mc:Choice>
              <mc:Fallback>
                <p:oleObj name="公式" r:id="rId5" imgW="51349275" imgH="9220200" progId="Equation.3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xmlns="" id="{1AAB25DA-D63E-4CBD-9184-F7A1A748D2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87" y="1254842"/>
                        <a:ext cx="3516312" cy="470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xmlns="" id="{8D302135-986E-43EA-8920-BDA2715A12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753776"/>
              </p:ext>
            </p:extLst>
          </p:nvPr>
        </p:nvGraphicFramePr>
        <p:xfrm>
          <a:off x="280987" y="1754465"/>
          <a:ext cx="4062413" cy="479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公式" r:id="rId7" imgW="58150125" imgH="9220200" progId="Equation.3">
                  <p:embed/>
                </p:oleObj>
              </mc:Choice>
              <mc:Fallback>
                <p:oleObj name="公式" r:id="rId7" imgW="58150125" imgH="9220200" progId="Equation.3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xmlns="" id="{8D302135-986E-43EA-8920-BDA2715A12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" y="1754465"/>
                        <a:ext cx="4062413" cy="479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xmlns="" id="{083A8BE1-41F6-4245-9E2C-35CC88BB8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472257"/>
              </p:ext>
            </p:extLst>
          </p:nvPr>
        </p:nvGraphicFramePr>
        <p:xfrm>
          <a:off x="1025525" y="2784737"/>
          <a:ext cx="3684587" cy="499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公式" r:id="rId9" imgW="50692050" imgH="9220200" progId="Equation.3">
                  <p:embed/>
                </p:oleObj>
              </mc:Choice>
              <mc:Fallback>
                <p:oleObj name="公式" r:id="rId9" imgW="50692050" imgH="9220200" progId="Equation.3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xmlns="" id="{083A8BE1-41F6-4245-9E2C-35CC88BB80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2784737"/>
                        <a:ext cx="3684587" cy="4994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xmlns="" id="{5F051950-BFB1-4CFF-8851-07EA56199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411794"/>
              </p:ext>
            </p:extLst>
          </p:nvPr>
        </p:nvGraphicFramePr>
        <p:xfrm>
          <a:off x="188259" y="3253986"/>
          <a:ext cx="4062414" cy="485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公式" r:id="rId11" imgW="57492900" imgH="9220200" progId="Equation.3">
                  <p:embed/>
                </p:oleObj>
              </mc:Choice>
              <mc:Fallback>
                <p:oleObj name="公式" r:id="rId11" imgW="57492900" imgH="9220200" progId="Equation.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xmlns="" id="{5F051950-BFB1-4CFF-8851-07EA56199D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59" y="3253986"/>
                        <a:ext cx="4062414" cy="485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>
            <a:extLst>
              <a:ext uri="{FF2B5EF4-FFF2-40B4-BE49-F238E27FC236}">
                <a16:creationId xmlns:a16="http://schemas.microsoft.com/office/drawing/2014/main" xmlns="" id="{B95BD192-2B92-4E83-B793-D47412F958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1</a:t>
            </a:r>
            <a:r>
              <a:rPr lang="zh-CN" altLang="en-US" dirty="0"/>
              <a:t>位全加器</a:t>
            </a:r>
            <a:r>
              <a:rPr lang="en-US" altLang="zh-CN" dirty="0"/>
              <a:t>FA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pic>
        <p:nvPicPr>
          <p:cNvPr id="763973" name="Picture 69" descr="2">
            <a:extLst>
              <a:ext uri="{FF2B5EF4-FFF2-40B4-BE49-F238E27FC236}">
                <a16:creationId xmlns:a16="http://schemas.microsoft.com/office/drawing/2014/main" xmlns="" id="{10226D6D-0D35-42B0-843C-5831E0708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9" r="11023" b="18588"/>
          <a:stretch>
            <a:fillRect/>
          </a:stretch>
        </p:blipFill>
        <p:spPr bwMode="auto">
          <a:xfrm>
            <a:off x="6372225" y="2478088"/>
            <a:ext cx="2592388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5" name="AutoShape 76">
            <a:extLst>
              <a:ext uri="{FF2B5EF4-FFF2-40B4-BE49-F238E27FC236}">
                <a16:creationId xmlns:a16="http://schemas.microsoft.com/office/drawing/2014/main" xmlns="" id="{D141EE17-507E-42A1-9749-CF8602C3E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598863"/>
            <a:ext cx="1584325" cy="484187"/>
          </a:xfrm>
          <a:prstGeom prst="rightArrow">
            <a:avLst>
              <a:gd name="adj1" fmla="val 50000"/>
              <a:gd name="adj2" fmla="val 81803"/>
            </a:avLst>
          </a:prstGeom>
          <a:solidFill>
            <a:srgbClr val="3333CC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pic>
        <p:nvPicPr>
          <p:cNvPr id="122886" name="Picture 79">
            <a:extLst>
              <a:ext uri="{FF2B5EF4-FFF2-40B4-BE49-F238E27FC236}">
                <a16:creationId xmlns:a16="http://schemas.microsoft.com/office/drawing/2014/main" xmlns="" id="{B1031A5A-0BC6-4003-912A-75B83AD5A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00150"/>
            <a:ext cx="4248150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7" name="Picture 74" descr="/D:/jinerwork/组成/白中英版改编/visio/2.2_3.jpg">
            <a:extLst>
              <a:ext uri="{FF2B5EF4-FFF2-40B4-BE49-F238E27FC236}">
                <a16:creationId xmlns:a16="http://schemas.microsoft.com/office/drawing/2014/main" xmlns="" id="{9790EDFC-6EC6-449A-89D1-C22B49C91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904875"/>
            <a:ext cx="2222500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>
            <a:extLst>
              <a:ext uri="{FF2B5EF4-FFF2-40B4-BE49-F238E27FC236}">
                <a16:creationId xmlns:a16="http://schemas.microsoft.com/office/drawing/2014/main" xmlns="" id="{0AEFB058-3161-4A17-9C62-2C8F13AD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8" y="242094"/>
            <a:ext cx="777240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 sz="44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位加法器设计</a:t>
            </a:r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xmlns="" id="{D3FB5426-74FA-4D71-B90C-119618FE9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057400"/>
            <a:ext cx="1295400" cy="990600"/>
          </a:xfrm>
          <a:prstGeom prst="rect">
            <a:avLst/>
          </a:prstGeom>
          <a:solidFill>
            <a:srgbClr val="800080"/>
          </a:solidFill>
          <a:ln w="3175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lumMod val="75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123909" name="Text Box 5">
            <a:extLst>
              <a:ext uri="{FF2B5EF4-FFF2-40B4-BE49-F238E27FC236}">
                <a16:creationId xmlns:a16="http://schemas.microsoft.com/office/drawing/2014/main" xmlns="" id="{2CC6677C-77E4-4D45-A02D-1C6E51E80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28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1"/>
                </a:solidFill>
                <a:ea typeface="宋体" panose="02010600030101010101" pitchFamily="2" charset="-122"/>
              </a:rPr>
              <a:t>FA</a:t>
            </a:r>
          </a:p>
        </p:txBody>
      </p:sp>
      <p:sp>
        <p:nvSpPr>
          <p:cNvPr id="123910" name="Line 6">
            <a:extLst>
              <a:ext uri="{FF2B5EF4-FFF2-40B4-BE49-F238E27FC236}">
                <a16:creationId xmlns:a16="http://schemas.microsoft.com/office/drawing/2014/main" xmlns="" id="{228F0375-A35D-44A1-8E4B-76470962A7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1" name="Line 7">
            <a:extLst>
              <a:ext uri="{FF2B5EF4-FFF2-40B4-BE49-F238E27FC236}">
                <a16:creationId xmlns:a16="http://schemas.microsoft.com/office/drawing/2014/main" xmlns="" id="{1FB8D94D-E813-448D-BF9F-122AF5D2A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2" name="Line 8">
            <a:extLst>
              <a:ext uri="{FF2B5EF4-FFF2-40B4-BE49-F238E27FC236}">
                <a16:creationId xmlns:a16="http://schemas.microsoft.com/office/drawing/2014/main" xmlns="" id="{8A798926-C4DF-4B28-8966-488E3DFE4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2514600"/>
            <a:ext cx="5334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3" name="Line 9">
            <a:extLst>
              <a:ext uri="{FF2B5EF4-FFF2-40B4-BE49-F238E27FC236}">
                <a16:creationId xmlns:a16="http://schemas.microsoft.com/office/drawing/2014/main" xmlns="" id="{B7EC7D94-6B81-4AD7-AA0E-EEC2F596886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1000" y="2514600"/>
            <a:ext cx="6858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4" name="Line 10">
            <a:extLst>
              <a:ext uri="{FF2B5EF4-FFF2-40B4-BE49-F238E27FC236}">
                <a16:creationId xmlns:a16="http://schemas.microsoft.com/office/drawing/2014/main" xmlns="" id="{0E608DB1-41B7-4039-9FBD-89996EB8DF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1374775"/>
            <a:ext cx="0" cy="68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5" name="Rectangle 11">
            <a:extLst>
              <a:ext uri="{FF2B5EF4-FFF2-40B4-BE49-F238E27FC236}">
                <a16:creationId xmlns:a16="http://schemas.microsoft.com/office/drawing/2014/main" xmlns="" id="{64AFA010-56AF-4090-95CC-9488F4515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57400"/>
            <a:ext cx="1295400" cy="990600"/>
          </a:xfrm>
          <a:prstGeom prst="rect">
            <a:avLst/>
          </a:prstGeom>
          <a:solidFill>
            <a:srgbClr val="800080"/>
          </a:solidFill>
          <a:ln w="31750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lumMod val="75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123916" name="Text Box 12">
            <a:extLst>
              <a:ext uri="{FF2B5EF4-FFF2-40B4-BE49-F238E27FC236}">
                <a16:creationId xmlns:a16="http://schemas.microsoft.com/office/drawing/2014/main" xmlns="" id="{0F61E873-E6E7-4D55-874E-F705B1D3C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28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ea typeface="宋体" panose="02010600030101010101" pitchFamily="2" charset="-122"/>
              </a:rPr>
              <a:t>FA</a:t>
            </a:r>
          </a:p>
        </p:txBody>
      </p:sp>
      <p:sp>
        <p:nvSpPr>
          <p:cNvPr id="123917" name="Line 13">
            <a:extLst>
              <a:ext uri="{FF2B5EF4-FFF2-40B4-BE49-F238E27FC236}">
                <a16:creationId xmlns:a16="http://schemas.microsoft.com/office/drawing/2014/main" xmlns="" id="{9628003F-1218-4165-A8B2-EE701E77DE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8" name="Line 14">
            <a:extLst>
              <a:ext uri="{FF2B5EF4-FFF2-40B4-BE49-F238E27FC236}">
                <a16:creationId xmlns:a16="http://schemas.microsoft.com/office/drawing/2014/main" xmlns="" id="{BF8AB0DD-FE3D-4DA6-AAA0-3AF0BCCFC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19" name="Line 15">
            <a:extLst>
              <a:ext uri="{FF2B5EF4-FFF2-40B4-BE49-F238E27FC236}">
                <a16:creationId xmlns:a16="http://schemas.microsoft.com/office/drawing/2014/main" xmlns="" id="{96F464E9-AEA5-4943-9F51-0DC8C4062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374775"/>
            <a:ext cx="0" cy="68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0" name="Line 16">
            <a:extLst>
              <a:ext uri="{FF2B5EF4-FFF2-40B4-BE49-F238E27FC236}">
                <a16:creationId xmlns:a16="http://schemas.microsoft.com/office/drawing/2014/main" xmlns="" id="{F7C64B2C-8CC0-436B-AC8F-931C15EEF3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514600"/>
            <a:ext cx="5334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1" name="Rectangle 17">
            <a:extLst>
              <a:ext uri="{FF2B5EF4-FFF2-40B4-BE49-F238E27FC236}">
                <a16:creationId xmlns:a16="http://schemas.microsoft.com/office/drawing/2014/main" xmlns="" id="{1666B4D3-E482-4AC7-8EDE-8F6A8E464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057400"/>
            <a:ext cx="1295400" cy="990600"/>
          </a:xfrm>
          <a:prstGeom prst="rect">
            <a:avLst/>
          </a:prstGeom>
          <a:solidFill>
            <a:srgbClr val="800080"/>
          </a:solidFill>
          <a:ln w="31750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lumMod val="75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123922" name="Text Box 18">
            <a:extLst>
              <a:ext uri="{FF2B5EF4-FFF2-40B4-BE49-F238E27FC236}">
                <a16:creationId xmlns:a16="http://schemas.microsoft.com/office/drawing/2014/main" xmlns="" id="{B5276DEB-4F3F-4EA8-99A8-456A9F91C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28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1"/>
                </a:solidFill>
                <a:ea typeface="宋体" panose="02010600030101010101" pitchFamily="2" charset="-122"/>
              </a:rPr>
              <a:t>FA</a:t>
            </a:r>
          </a:p>
        </p:txBody>
      </p:sp>
      <p:sp>
        <p:nvSpPr>
          <p:cNvPr id="123923" name="Line 19">
            <a:extLst>
              <a:ext uri="{FF2B5EF4-FFF2-40B4-BE49-F238E27FC236}">
                <a16:creationId xmlns:a16="http://schemas.microsoft.com/office/drawing/2014/main" xmlns="" id="{234157BE-2006-4466-9041-9D0087ED3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4" name="Line 20">
            <a:extLst>
              <a:ext uri="{FF2B5EF4-FFF2-40B4-BE49-F238E27FC236}">
                <a16:creationId xmlns:a16="http://schemas.microsoft.com/office/drawing/2014/main" xmlns="" id="{DE348F15-3E07-44F6-91F1-A25D1E5B2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5" name="Line 21">
            <a:extLst>
              <a:ext uri="{FF2B5EF4-FFF2-40B4-BE49-F238E27FC236}">
                <a16:creationId xmlns:a16="http://schemas.microsoft.com/office/drawing/2014/main" xmlns="" id="{D695ADC3-155B-40BB-AAD2-A2E582494B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374775"/>
            <a:ext cx="0" cy="68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6" name="Line 22">
            <a:extLst>
              <a:ext uri="{FF2B5EF4-FFF2-40B4-BE49-F238E27FC236}">
                <a16:creationId xmlns:a16="http://schemas.microsoft.com/office/drawing/2014/main" xmlns="" id="{036F98A3-52FE-4F41-A047-8661E9BC32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2514600"/>
            <a:ext cx="5334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27" name="Rectangle 23">
            <a:extLst>
              <a:ext uri="{FF2B5EF4-FFF2-40B4-BE49-F238E27FC236}">
                <a16:creationId xmlns:a16="http://schemas.microsoft.com/office/drawing/2014/main" xmlns="" id="{FE9DA01E-1954-4541-82F8-304B3A2DD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057400"/>
            <a:ext cx="1295400" cy="990600"/>
          </a:xfrm>
          <a:prstGeom prst="rect">
            <a:avLst/>
          </a:prstGeom>
          <a:solidFill>
            <a:srgbClr val="800080"/>
          </a:solidFill>
          <a:ln w="31750" algn="ctr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chemeClr val="bg1">
                <a:lumMod val="65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endParaRPr lang="zh-CN" altLang="en-US" b="0">
              <a:ea typeface="黑体" panose="02010609060101010101" pitchFamily="49" charset="-122"/>
            </a:endParaRPr>
          </a:p>
        </p:txBody>
      </p:sp>
      <p:sp>
        <p:nvSpPr>
          <p:cNvPr id="123928" name="Text Box 24">
            <a:extLst>
              <a:ext uri="{FF2B5EF4-FFF2-40B4-BE49-F238E27FC236}">
                <a16:creationId xmlns:a16="http://schemas.microsoft.com/office/drawing/2014/main" xmlns="" id="{5F9BAB23-C076-4FBE-9D41-BC06387DA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2860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1"/>
                </a:solidFill>
                <a:ea typeface="宋体" panose="02010600030101010101" pitchFamily="2" charset="-122"/>
              </a:rPr>
              <a:t>FA</a:t>
            </a:r>
          </a:p>
        </p:txBody>
      </p:sp>
      <p:sp>
        <p:nvSpPr>
          <p:cNvPr id="123929" name="Line 25">
            <a:extLst>
              <a:ext uri="{FF2B5EF4-FFF2-40B4-BE49-F238E27FC236}">
                <a16:creationId xmlns:a16="http://schemas.microsoft.com/office/drawing/2014/main" xmlns="" id="{D1A21B5B-7658-415B-9C0F-158654658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30" name="Line 26">
            <a:extLst>
              <a:ext uri="{FF2B5EF4-FFF2-40B4-BE49-F238E27FC236}">
                <a16:creationId xmlns:a16="http://schemas.microsoft.com/office/drawing/2014/main" xmlns="" id="{F1D8E31D-0DAD-4C5B-ADD4-0D1996162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078163"/>
            <a:ext cx="0" cy="6858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31" name="Line 27">
            <a:extLst>
              <a:ext uri="{FF2B5EF4-FFF2-40B4-BE49-F238E27FC236}">
                <a16:creationId xmlns:a16="http://schemas.microsoft.com/office/drawing/2014/main" xmlns="" id="{41793017-C371-4901-BFB9-CFE29B3C1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374775"/>
            <a:ext cx="0" cy="68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32" name="Line 28">
            <a:extLst>
              <a:ext uri="{FF2B5EF4-FFF2-40B4-BE49-F238E27FC236}">
                <a16:creationId xmlns:a16="http://schemas.microsoft.com/office/drawing/2014/main" xmlns="" id="{6BE80ED3-8E4B-4EF8-B901-501F759151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600" y="2514600"/>
            <a:ext cx="533400" cy="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33" name="Text Box 29">
            <a:extLst>
              <a:ext uri="{FF2B5EF4-FFF2-40B4-BE49-F238E27FC236}">
                <a16:creationId xmlns:a16="http://schemas.microsoft.com/office/drawing/2014/main" xmlns="" id="{4BD6BD7C-2806-4945-B4EF-A1F524D28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403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endParaRPr lang="en-US" altLang="zh-CN" sz="2400" b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23934" name="Text Box 30">
            <a:extLst>
              <a:ext uri="{FF2B5EF4-FFF2-40B4-BE49-F238E27FC236}">
                <a16:creationId xmlns:a16="http://schemas.microsoft.com/office/drawing/2014/main" xmlns="" id="{F065F019-753D-4203-90F3-4A8DD244B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075" y="3400612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0</a:t>
            </a:r>
            <a:endParaRPr lang="en-US" altLang="zh-CN" sz="2400" b="0" dirty="0">
              <a:ea typeface="宋体" panose="02010600030101010101" pitchFamily="2" charset="-122"/>
            </a:endParaRPr>
          </a:p>
        </p:txBody>
      </p:sp>
      <p:sp>
        <p:nvSpPr>
          <p:cNvPr id="123935" name="Text Box 31">
            <a:extLst>
              <a:ext uri="{FF2B5EF4-FFF2-40B4-BE49-F238E27FC236}">
                <a16:creationId xmlns:a16="http://schemas.microsoft.com/office/drawing/2014/main" xmlns="" id="{7D8DB15F-E0AD-4517-AFDE-3A10F7E9F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429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endParaRPr lang="en-US" altLang="zh-CN" sz="2400" b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23936" name="Text Box 32">
            <a:extLst>
              <a:ext uri="{FF2B5EF4-FFF2-40B4-BE49-F238E27FC236}">
                <a16:creationId xmlns:a16="http://schemas.microsoft.com/office/drawing/2014/main" xmlns="" id="{EA4959D6-EC44-4426-A289-568EED813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7" y="343451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endParaRPr lang="en-US" altLang="zh-CN" sz="2400" b="0" dirty="0">
              <a:ea typeface="宋体" panose="02010600030101010101" pitchFamily="2" charset="-122"/>
            </a:endParaRPr>
          </a:p>
        </p:txBody>
      </p:sp>
      <p:sp>
        <p:nvSpPr>
          <p:cNvPr id="123937" name="Text Box 33">
            <a:extLst>
              <a:ext uri="{FF2B5EF4-FFF2-40B4-BE49-F238E27FC236}">
                <a16:creationId xmlns:a16="http://schemas.microsoft.com/office/drawing/2014/main" xmlns="" id="{AFB24198-2444-48C8-B83F-4AE15B2F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403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1</a:t>
            </a:r>
            <a:endParaRPr lang="en-US" altLang="zh-CN" sz="2400" b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23938" name="Text Box 34">
            <a:extLst>
              <a:ext uri="{FF2B5EF4-FFF2-40B4-BE49-F238E27FC236}">
                <a16:creationId xmlns:a16="http://schemas.microsoft.com/office/drawing/2014/main" xmlns="" id="{6273EB1A-908E-4016-9EC8-2F6E5CD49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904" y="342106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endParaRPr lang="en-US" altLang="zh-CN" sz="2400" b="0" dirty="0">
              <a:ea typeface="宋体" panose="02010600030101010101" pitchFamily="2" charset="-122"/>
            </a:endParaRPr>
          </a:p>
        </p:txBody>
      </p:sp>
      <p:sp>
        <p:nvSpPr>
          <p:cNvPr id="123939" name="Text Box 35">
            <a:extLst>
              <a:ext uri="{FF2B5EF4-FFF2-40B4-BE49-F238E27FC236}">
                <a16:creationId xmlns:a16="http://schemas.microsoft.com/office/drawing/2014/main" xmlns="" id="{D6808C33-3430-4B57-BB0B-353BD9E24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3403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2"/>
                </a:solidFill>
                <a:ea typeface="宋体" panose="02010600030101010101" pitchFamily="2" charset="-122"/>
              </a:rPr>
              <a:t>0</a:t>
            </a:r>
            <a:endParaRPr lang="en-US" altLang="zh-CN" sz="2400" b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23940" name="Text Box 36">
            <a:extLst>
              <a:ext uri="{FF2B5EF4-FFF2-40B4-BE49-F238E27FC236}">
                <a16:creationId xmlns:a16="http://schemas.microsoft.com/office/drawing/2014/main" xmlns="" id="{480AA16A-F4CA-4767-9AE0-728A16596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4426" y="341555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</a:t>
            </a:r>
            <a:endParaRPr lang="en-US" altLang="zh-CN" sz="2400" b="0" dirty="0">
              <a:ea typeface="宋体" panose="02010600030101010101" pitchFamily="2" charset="-122"/>
            </a:endParaRPr>
          </a:p>
        </p:txBody>
      </p:sp>
      <p:sp>
        <p:nvSpPr>
          <p:cNvPr id="123941" name="Text Box 37">
            <a:extLst>
              <a:ext uri="{FF2B5EF4-FFF2-40B4-BE49-F238E27FC236}">
                <a16:creationId xmlns:a16="http://schemas.microsoft.com/office/drawing/2014/main" xmlns="" id="{A47E3C71-A8CE-4EC7-AE40-27AB8F93E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0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2" name="Text Box 38">
            <a:extLst>
              <a:ext uri="{FF2B5EF4-FFF2-40B4-BE49-F238E27FC236}">
                <a16:creationId xmlns:a16="http://schemas.microsoft.com/office/drawing/2014/main" xmlns="" id="{A680C856-FCEB-4A76-B936-389D09956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550" y="9509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1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3" name="Text Box 39">
            <a:extLst>
              <a:ext uri="{FF2B5EF4-FFF2-40B4-BE49-F238E27FC236}">
                <a16:creationId xmlns:a16="http://schemas.microsoft.com/office/drawing/2014/main" xmlns="" id="{D072D83A-A97C-4C3A-BEBE-4B4FE922C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0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4" name="Text Box 40">
            <a:extLst>
              <a:ext uri="{FF2B5EF4-FFF2-40B4-BE49-F238E27FC236}">
                <a16:creationId xmlns:a16="http://schemas.microsoft.com/office/drawing/2014/main" xmlns="" id="{1AAA0D78-4260-4E86-8AD4-FF24B1028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1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5" name="Text Box 41">
            <a:extLst>
              <a:ext uri="{FF2B5EF4-FFF2-40B4-BE49-F238E27FC236}">
                <a16:creationId xmlns:a16="http://schemas.microsoft.com/office/drawing/2014/main" xmlns="" id="{E2762359-076C-4833-A52C-73FC34A23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1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6" name="Text Box 42">
            <a:extLst>
              <a:ext uri="{FF2B5EF4-FFF2-40B4-BE49-F238E27FC236}">
                <a16:creationId xmlns:a16="http://schemas.microsoft.com/office/drawing/2014/main" xmlns="" id="{54DC42FD-0EE9-4A2C-9AEF-F2283138D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1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7" name="Text Box 43">
            <a:extLst>
              <a:ext uri="{FF2B5EF4-FFF2-40B4-BE49-F238E27FC236}">
                <a16:creationId xmlns:a16="http://schemas.microsoft.com/office/drawing/2014/main" xmlns="" id="{BAFEF48D-AF8B-4BBB-8523-CCEB2CA79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0" y="9509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0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8" name="Text Box 44">
            <a:extLst>
              <a:ext uri="{FF2B5EF4-FFF2-40B4-BE49-F238E27FC236}">
                <a16:creationId xmlns:a16="http://schemas.microsoft.com/office/drawing/2014/main" xmlns="" id="{962C927F-3457-42D0-B954-BAC1955B0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9509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0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49" name="Text Box 45">
            <a:extLst>
              <a:ext uri="{FF2B5EF4-FFF2-40B4-BE49-F238E27FC236}">
                <a16:creationId xmlns:a16="http://schemas.microsoft.com/office/drawing/2014/main" xmlns="" id="{2D8F34CE-DEA2-4725-9B95-C7D0451D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1150" y="9556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>
                <a:ea typeface="宋体" panose="02010600030101010101" pitchFamily="2" charset="-122"/>
              </a:rPr>
              <a:t>0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123950" name="Line 46">
            <a:extLst>
              <a:ext uri="{FF2B5EF4-FFF2-40B4-BE49-F238E27FC236}">
                <a16:creationId xmlns:a16="http://schemas.microsoft.com/office/drawing/2014/main" xmlns="" id="{425E714F-CC41-453B-94FA-D171608AE8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514600"/>
            <a:ext cx="22860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51" name="Text Box 47">
            <a:extLst>
              <a:ext uri="{FF2B5EF4-FFF2-40B4-BE49-F238E27FC236}">
                <a16:creationId xmlns:a16="http://schemas.microsoft.com/office/drawing/2014/main" xmlns="" id="{0C39EB2D-27B3-4D8A-B3C0-9A37489F3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7620" y="3872753"/>
            <a:ext cx="129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最低位进位为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</p:txBody>
      </p:sp>
      <p:sp>
        <p:nvSpPr>
          <p:cNvPr id="123952" name="Line 48">
            <a:extLst>
              <a:ext uri="{FF2B5EF4-FFF2-40B4-BE49-F238E27FC236}">
                <a16:creationId xmlns:a16="http://schemas.microsoft.com/office/drawing/2014/main" xmlns="" id="{6367549B-E95B-407A-B959-64771237A7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2514600"/>
            <a:ext cx="609600" cy="2286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53" name="Text Box 49">
            <a:extLst>
              <a:ext uri="{FF2B5EF4-FFF2-40B4-BE49-F238E27FC236}">
                <a16:creationId xmlns:a16="http://schemas.microsoft.com/office/drawing/2014/main" xmlns="" id="{87E31472-FCCF-4BBE-BAAA-62BE7E6DF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6859" y="4800600"/>
            <a:ext cx="2209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低位的进位输出是高位的进位输入</a:t>
            </a:r>
          </a:p>
        </p:txBody>
      </p:sp>
      <p:sp>
        <p:nvSpPr>
          <p:cNvPr id="123954" name="Line 51">
            <a:extLst>
              <a:ext uri="{FF2B5EF4-FFF2-40B4-BE49-F238E27FC236}">
                <a16:creationId xmlns:a16="http://schemas.microsoft.com/office/drawing/2014/main" xmlns="" id="{9AD3F8A2-613E-4BD2-9059-0C2CF525E7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3048000"/>
            <a:ext cx="22860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55" name="Line 52">
            <a:extLst>
              <a:ext uri="{FF2B5EF4-FFF2-40B4-BE49-F238E27FC236}">
                <a16:creationId xmlns:a16="http://schemas.microsoft.com/office/drawing/2014/main" xmlns="" id="{ED9A1A40-8816-47AC-83B2-D224D3488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048000"/>
            <a:ext cx="769938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767029" name="Picture 53" descr="2">
            <a:extLst>
              <a:ext uri="{FF2B5EF4-FFF2-40B4-BE49-F238E27FC236}">
                <a16:creationId xmlns:a16="http://schemas.microsoft.com/office/drawing/2014/main" xmlns="" id="{623DB61D-6B79-4B83-82E2-D54E599C8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9" r="11023" b="18588"/>
          <a:stretch>
            <a:fillRect/>
          </a:stretch>
        </p:blipFill>
        <p:spPr bwMode="auto">
          <a:xfrm>
            <a:off x="912813" y="4221163"/>
            <a:ext cx="1982787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7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7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Rectangle 2">
            <a:extLst>
              <a:ext uri="{FF2B5EF4-FFF2-40B4-BE49-F238E27FC236}">
                <a16:creationId xmlns:a16="http://schemas.microsoft.com/office/drawing/2014/main" xmlns="" id="{BF8BA94F-3B16-4CE9-B87B-5732C5499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897" y="253476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800" dirty="0"/>
              <a:t>n</a:t>
            </a:r>
            <a:r>
              <a:rPr lang="zh-CN" altLang="en-US" sz="4800" dirty="0"/>
              <a:t>位行波进位的</a:t>
            </a:r>
            <a:r>
              <a:rPr lang="zh-CN" altLang="en-US" sz="4800" dirty="0">
                <a:solidFill>
                  <a:srgbClr val="C00000"/>
                </a:solidFill>
              </a:rPr>
              <a:t>补码</a:t>
            </a:r>
            <a:r>
              <a:rPr lang="zh-CN" altLang="en-US" sz="4800" dirty="0"/>
              <a:t>加法器</a:t>
            </a:r>
          </a:p>
        </p:txBody>
      </p:sp>
      <p:sp>
        <p:nvSpPr>
          <p:cNvPr id="125956" name="Text Box 7">
            <a:extLst>
              <a:ext uri="{FF2B5EF4-FFF2-40B4-BE49-F238E27FC236}">
                <a16:creationId xmlns:a16="http://schemas.microsoft.com/office/drawing/2014/main" xmlns="" id="{42369170-26B8-4F6D-BC95-6E7ECAF68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037" y="5649943"/>
            <a:ext cx="3903633" cy="523220"/>
          </a:xfrm>
          <a:prstGeom prst="rect">
            <a:avLst/>
          </a:prstGeom>
          <a:noFill/>
          <a:ln w="22225" algn="ctr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rgbClr val="A50021"/>
                </a:solidFill>
              </a:rPr>
              <a:t>[A]</a:t>
            </a:r>
            <a:r>
              <a:rPr lang="zh-CN" altLang="en-US" sz="2800" baseline="-25000" dirty="0">
                <a:solidFill>
                  <a:srgbClr val="A50021"/>
                </a:solidFill>
              </a:rPr>
              <a:t>补</a:t>
            </a:r>
            <a:r>
              <a:rPr lang="en-US" altLang="zh-CN" sz="2800" dirty="0">
                <a:solidFill>
                  <a:srgbClr val="A50021"/>
                </a:solidFill>
              </a:rPr>
              <a:t>-[B]</a:t>
            </a:r>
            <a:r>
              <a:rPr lang="zh-CN" altLang="en-US" sz="2800" baseline="-25000" dirty="0">
                <a:solidFill>
                  <a:srgbClr val="A50021"/>
                </a:solidFill>
              </a:rPr>
              <a:t>补</a:t>
            </a:r>
            <a:r>
              <a:rPr lang="zh-CN" altLang="en-US" sz="2800" dirty="0">
                <a:solidFill>
                  <a:srgbClr val="A50021"/>
                </a:solidFill>
              </a:rPr>
              <a:t>＝</a:t>
            </a:r>
            <a:r>
              <a:rPr lang="en-US" altLang="zh-CN" sz="2800" dirty="0">
                <a:solidFill>
                  <a:srgbClr val="A50021"/>
                </a:solidFill>
              </a:rPr>
              <a:t>[A]</a:t>
            </a:r>
            <a:r>
              <a:rPr lang="zh-CN" altLang="en-US" sz="2800" baseline="-25000" dirty="0">
                <a:solidFill>
                  <a:srgbClr val="A50021"/>
                </a:solidFill>
              </a:rPr>
              <a:t>补</a:t>
            </a:r>
            <a:r>
              <a:rPr lang="en-US" altLang="zh-CN" sz="2800" dirty="0">
                <a:solidFill>
                  <a:srgbClr val="A50021"/>
                </a:solidFill>
              </a:rPr>
              <a:t>+[-B]</a:t>
            </a:r>
            <a:r>
              <a:rPr lang="zh-CN" altLang="en-US" sz="2800" baseline="-25000" dirty="0">
                <a:solidFill>
                  <a:srgbClr val="A50021"/>
                </a:solidFill>
              </a:rPr>
              <a:t>补</a:t>
            </a:r>
            <a:endParaRPr lang="zh-CN" altLang="en-US" sz="2800" dirty="0">
              <a:solidFill>
                <a:srgbClr val="A50021"/>
              </a:solidFill>
            </a:endParaRPr>
          </a:p>
        </p:txBody>
      </p:sp>
      <p:grpSp>
        <p:nvGrpSpPr>
          <p:cNvPr id="125957" name="组合 28">
            <a:extLst>
              <a:ext uri="{FF2B5EF4-FFF2-40B4-BE49-F238E27FC236}">
                <a16:creationId xmlns:a16="http://schemas.microsoft.com/office/drawing/2014/main" xmlns="" id="{C8FD9619-8362-41FD-AB17-416BED0E454D}"/>
              </a:ext>
            </a:extLst>
          </p:cNvPr>
          <p:cNvGrpSpPr>
            <a:grpSpLocks/>
          </p:cNvGrpSpPr>
          <p:nvPr/>
        </p:nvGrpSpPr>
        <p:grpSpPr bwMode="auto">
          <a:xfrm>
            <a:off x="31376" y="1054894"/>
            <a:ext cx="8150225" cy="4494212"/>
            <a:chOff x="46196" y="925806"/>
            <a:chExt cx="8150860" cy="4494661"/>
          </a:xfrm>
        </p:grpSpPr>
        <p:sp>
          <p:nvSpPr>
            <p:cNvPr id="125960" name="矩形 27">
              <a:extLst>
                <a:ext uri="{FF2B5EF4-FFF2-40B4-BE49-F238E27FC236}">
                  <a16:creationId xmlns:a16="http://schemas.microsoft.com/office/drawing/2014/main" xmlns="" id="{23B30EF8-894E-429C-B637-23A2D0963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6" y="925806"/>
              <a:ext cx="1142951" cy="31004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pic>
          <p:nvPicPr>
            <p:cNvPr id="125961" name="Picture 5">
              <a:extLst>
                <a:ext uri="{FF2B5EF4-FFF2-40B4-BE49-F238E27FC236}">
                  <a16:creationId xmlns:a16="http://schemas.microsoft.com/office/drawing/2014/main" xmlns="" id="{A516BBC7-4644-496F-AA1C-E931D643E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719" y="926254"/>
              <a:ext cx="7272337" cy="4494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5962" name="直接连接符 4">
              <a:extLst>
                <a:ext uri="{FF2B5EF4-FFF2-40B4-BE49-F238E27FC236}">
                  <a16:creationId xmlns:a16="http://schemas.microsoft.com/office/drawing/2014/main" xmlns="" id="{92BCE69F-CDE6-465B-8E35-7755A0042E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71600" y="2636912"/>
              <a:ext cx="914400" cy="9144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cxnSp>
        <p:cxnSp>
          <p:nvCxnSpPr>
            <p:cNvPr id="125963" name="直接连接符 6">
              <a:extLst>
                <a:ext uri="{FF2B5EF4-FFF2-40B4-BE49-F238E27FC236}">
                  <a16:creationId xmlns:a16="http://schemas.microsoft.com/office/drawing/2014/main" xmlns="" id="{F7C7BF2A-36F5-40C7-B9FB-D9E477DFA2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9426" y="2615256"/>
              <a:ext cx="432048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964" name="肘形连接符 12">
              <a:extLst>
                <a:ext uri="{FF2B5EF4-FFF2-40B4-BE49-F238E27FC236}">
                  <a16:creationId xmlns:a16="http://schemas.microsoft.com/office/drawing/2014/main" xmlns="" id="{E3FCBFEE-EF6E-4E9F-99D2-16F08F15DE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80145" y="2358313"/>
              <a:ext cx="537308" cy="1354"/>
            </a:xfrm>
            <a:prstGeom prst="bentConnector3">
              <a:avLst>
                <a:gd name="adj1" fmla="val 50000"/>
              </a:avLst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125965" name="图片 20">
              <a:extLst>
                <a:ext uri="{FF2B5EF4-FFF2-40B4-BE49-F238E27FC236}">
                  <a16:creationId xmlns:a16="http://schemas.microsoft.com/office/drawing/2014/main" xmlns="" id="{DBA06F18-13A0-4AD9-A2AF-95E4DF516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269" y="937432"/>
              <a:ext cx="417829" cy="1165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25966" name="直接连接符 17">
              <a:extLst>
                <a:ext uri="{FF2B5EF4-FFF2-40B4-BE49-F238E27FC236}">
                  <a16:creationId xmlns:a16="http://schemas.microsoft.com/office/drawing/2014/main" xmlns="" id="{35841558-20F8-4110-8D02-B433F7FCE1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11982" y="3943978"/>
              <a:ext cx="1738206" cy="2089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967" name="直接连接符 19">
              <a:extLst>
                <a:ext uri="{FF2B5EF4-FFF2-40B4-BE49-F238E27FC236}">
                  <a16:creationId xmlns:a16="http://schemas.microsoft.com/office/drawing/2014/main" xmlns="" id="{3305C78D-2BB2-4B94-96C2-BA7DCD7FE9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1094" y="2094722"/>
              <a:ext cx="24516" cy="1840877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5968" name="椭圆 24">
              <a:extLst>
                <a:ext uri="{FF2B5EF4-FFF2-40B4-BE49-F238E27FC236}">
                  <a16:creationId xmlns:a16="http://schemas.microsoft.com/office/drawing/2014/main" xmlns="" id="{615AFBC6-CE5D-4705-BD8E-93C0C11AC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901" y="2586749"/>
              <a:ext cx="45719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25969" name="椭圆 31">
              <a:extLst>
                <a:ext uri="{FF2B5EF4-FFF2-40B4-BE49-F238E27FC236}">
                  <a16:creationId xmlns:a16="http://schemas.microsoft.com/office/drawing/2014/main" xmlns="" id="{AA204CD0-55A8-4B41-9A0D-201A53874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351" y="3929916"/>
              <a:ext cx="45719" cy="72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25970" name="文本框 25">
              <a:extLst>
                <a:ext uri="{FF2B5EF4-FFF2-40B4-BE49-F238E27FC236}">
                  <a16:creationId xmlns:a16="http://schemas.microsoft.com/office/drawing/2014/main" xmlns="" id="{23C533AF-E3EF-4EA3-9398-6B33AD8A4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3653" y="927008"/>
              <a:ext cx="626368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lang="en-US" altLang="zh-CN" sz="2400"/>
                <a:t>OF</a:t>
              </a:r>
              <a:endParaRPr lang="zh-CN" altLang="en-US" sz="2400"/>
            </a:p>
          </p:txBody>
        </p:sp>
        <p:sp>
          <p:nvSpPr>
            <p:cNvPr id="125971" name="文本框 34">
              <a:extLst>
                <a:ext uri="{FF2B5EF4-FFF2-40B4-BE49-F238E27FC236}">
                  <a16:creationId xmlns:a16="http://schemas.microsoft.com/office/drawing/2014/main" xmlns="" id="{27EA7AFF-54DF-4D3F-B62B-39323CD7C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637" y="927863"/>
              <a:ext cx="5790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r>
                <a:rPr lang="en-US" altLang="zh-CN" sz="2400"/>
                <a:t>CF</a:t>
              </a:r>
              <a:endParaRPr lang="zh-CN" altLang="en-US" sz="2400"/>
            </a:p>
          </p:txBody>
        </p:sp>
      </p:grpSp>
      <p:pic>
        <p:nvPicPr>
          <p:cNvPr id="125958" name="Picture 6" descr="2">
            <a:extLst>
              <a:ext uri="{FF2B5EF4-FFF2-40B4-BE49-F238E27FC236}">
                <a16:creationId xmlns:a16="http://schemas.microsoft.com/office/drawing/2014/main" xmlns="" id="{48D09818-904B-4594-96E8-7579F5A84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9" r="11023" b="18588"/>
          <a:stretch>
            <a:fillRect/>
          </a:stretch>
        </p:blipFill>
        <p:spPr bwMode="auto">
          <a:xfrm>
            <a:off x="7164107" y="4652962"/>
            <a:ext cx="1790700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59" name="文本框 29">
            <a:extLst>
              <a:ext uri="{FF2B5EF4-FFF2-40B4-BE49-F238E27FC236}">
                <a16:creationId xmlns:a16="http://schemas.microsoft.com/office/drawing/2014/main" xmlns="" id="{4165A2A9-94C0-4926-9AD7-6F06EC6E5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107" y="998538"/>
            <a:ext cx="18309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OF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：溢出标志</a:t>
            </a:r>
            <a:endParaRPr lang="en-US" altLang="zh-CN" sz="2000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CF</a:t>
            </a:r>
            <a:r>
              <a:rPr lang="zh-CN" altLang="en-US" sz="2000" b="1" dirty="0">
                <a:ea typeface="楷体" panose="02010609060101010101" pitchFamily="49" charset="-122"/>
                <a:cs typeface="Times New Roman" panose="02020603050405020304" pitchFamily="18" charset="0"/>
              </a:rPr>
              <a:t>：进位标志</a:t>
            </a:r>
          </a:p>
        </p:txBody>
      </p:sp>
    </p:spTree>
  </p:cSld>
  <p:clrMapOvr>
    <a:masterClrMapping/>
  </p:clrMapOvr>
  <p:transition spd="med">
    <p:pull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>
            <a:extLst>
              <a:ext uri="{FF2B5EF4-FFF2-40B4-BE49-F238E27FC236}">
                <a16:creationId xmlns:a16="http://schemas.microsoft.com/office/drawing/2014/main" xmlns="" id="{D462C5E6-4A96-43F9-88A8-744099B61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2" y="219075"/>
            <a:ext cx="910907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n</a:t>
            </a:r>
            <a:r>
              <a:rPr lang="zh-CN" altLang="en-US" dirty="0"/>
              <a:t>位行波进位加法器的时间延迟</a:t>
            </a:r>
          </a:p>
        </p:txBody>
      </p:sp>
      <p:sp>
        <p:nvSpPr>
          <p:cNvPr id="733187" name="Rectangle 3">
            <a:extLst>
              <a:ext uri="{FF2B5EF4-FFF2-40B4-BE49-F238E27FC236}">
                <a16:creationId xmlns:a16="http://schemas.microsoft.com/office/drawing/2014/main" xmlns="" id="{AEB93757-90D0-474D-A14C-769D9F0770C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1075"/>
            <a:ext cx="8440737" cy="5400675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考虑溢出检测，</a:t>
            </a:r>
            <a:r>
              <a:rPr lang="en-US" altLang="zh-CN" sz="2800" dirty="0"/>
              <a:t>n</a:t>
            </a:r>
            <a:r>
              <a:rPr lang="zh-CN" altLang="en-US" sz="2800" dirty="0"/>
              <a:t>位的行波进位加法器的时间延迟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n = 2</a:t>
            </a:r>
            <a:r>
              <a:rPr lang="zh-CN" altLang="en-US" sz="2800" dirty="0"/>
              <a:t>时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800" dirty="0"/>
              <a:t>      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3T</a:t>
            </a:r>
            <a:r>
              <a:rPr lang="zh-CN" altLang="en-US" sz="2800" dirty="0"/>
              <a:t>＋ </a:t>
            </a:r>
            <a:r>
              <a:rPr lang="en-US" altLang="zh-CN" sz="2800" dirty="0"/>
              <a:t>3T</a:t>
            </a:r>
            <a:r>
              <a:rPr lang="zh-CN" altLang="en-US" sz="2800" dirty="0"/>
              <a:t>＋</a:t>
            </a:r>
            <a:r>
              <a:rPr lang="en-US" altLang="zh-CN" sz="2800" dirty="0"/>
              <a:t>2T</a:t>
            </a:r>
            <a:r>
              <a:rPr lang="zh-CN" altLang="en-US" sz="2800" dirty="0"/>
              <a:t>＋ </a:t>
            </a:r>
            <a:r>
              <a:rPr lang="en-US" altLang="zh-CN" sz="2800" dirty="0"/>
              <a:t>2T</a:t>
            </a:r>
            <a:r>
              <a:rPr lang="zh-CN" altLang="en-US" sz="2800" dirty="0"/>
              <a:t>＋</a:t>
            </a:r>
            <a:r>
              <a:rPr lang="en-US" altLang="zh-CN" sz="2800" dirty="0"/>
              <a:t>3T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        </a:t>
            </a:r>
            <a:r>
              <a:rPr lang="zh-CN" altLang="en-US" sz="2800" dirty="0"/>
              <a:t>＝ </a:t>
            </a:r>
            <a:r>
              <a:rPr lang="en-US" altLang="zh-CN" sz="2800" dirty="0"/>
              <a:t>6T</a:t>
            </a:r>
            <a:r>
              <a:rPr lang="zh-CN" altLang="en-US" sz="2800" dirty="0"/>
              <a:t>＋</a:t>
            </a:r>
            <a:r>
              <a:rPr lang="en-US" altLang="zh-CN" sz="2800" dirty="0"/>
              <a:t>2</a:t>
            </a:r>
            <a:r>
              <a:rPr lang="en-US" altLang="zh-CN" sz="2800" i="1" dirty="0"/>
              <a:t>·</a:t>
            </a:r>
            <a:r>
              <a:rPr lang="en-US" altLang="zh-CN" sz="2800" dirty="0"/>
              <a:t>2T+3T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800" i="1" dirty="0"/>
              <a:t>    </a:t>
            </a:r>
            <a:r>
              <a:rPr lang="en-US" altLang="zh-CN" sz="2800" dirty="0"/>
              <a:t>n</a:t>
            </a:r>
            <a:r>
              <a:rPr lang="zh-CN" altLang="en-US" sz="2800" dirty="0"/>
              <a:t>位时：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＝ </a:t>
            </a:r>
            <a:r>
              <a:rPr lang="en-US" altLang="zh-CN" sz="2800" dirty="0"/>
              <a:t>3T</a:t>
            </a:r>
            <a:r>
              <a:rPr lang="zh-CN" altLang="en-US" sz="2800" dirty="0"/>
              <a:t>＋ </a:t>
            </a:r>
            <a:r>
              <a:rPr lang="en-US" altLang="zh-CN" sz="2800" dirty="0"/>
              <a:t>3T </a:t>
            </a:r>
            <a:r>
              <a:rPr lang="zh-CN" altLang="en-US" sz="2800" dirty="0"/>
              <a:t>＋</a:t>
            </a:r>
            <a:r>
              <a:rPr lang="en-US" altLang="zh-CN" sz="2800" dirty="0"/>
              <a:t>n</a:t>
            </a:r>
            <a:r>
              <a:rPr lang="en-US" altLang="zh-CN" sz="2800" i="1" dirty="0"/>
              <a:t>·</a:t>
            </a:r>
            <a:r>
              <a:rPr lang="en-US" altLang="zh-CN" sz="2800" dirty="0"/>
              <a:t>2T</a:t>
            </a:r>
            <a:r>
              <a:rPr lang="zh-CN" altLang="en-US" sz="2800" dirty="0"/>
              <a:t>＋</a:t>
            </a:r>
            <a:r>
              <a:rPr lang="en-US" altLang="zh-CN" sz="2800" dirty="0"/>
              <a:t>3T</a:t>
            </a:r>
            <a:r>
              <a:rPr lang="zh-CN" altLang="en-US" sz="2800" dirty="0"/>
              <a:t>＝</a:t>
            </a:r>
            <a:r>
              <a:rPr lang="en-US" altLang="zh-CN" sz="2800" dirty="0"/>
              <a:t>(2</a:t>
            </a:r>
            <a:r>
              <a:rPr lang="en-US" altLang="zh-CN" sz="2800" i="1" dirty="0"/>
              <a:t>n</a:t>
            </a:r>
            <a:r>
              <a:rPr lang="zh-CN" altLang="en-US" sz="2800" dirty="0"/>
              <a:t>＋</a:t>
            </a:r>
            <a:r>
              <a:rPr lang="en-US" altLang="zh-CN" sz="2800" dirty="0"/>
              <a:t>9)T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    </a:t>
            </a:r>
            <a:r>
              <a:rPr lang="zh-CN" altLang="en-US" sz="2400" dirty="0">
                <a:latin typeface="宋体" panose="02010600030101010101" pitchFamily="2" charset="-122"/>
              </a:rPr>
              <a:t>其中</a:t>
            </a:r>
            <a:r>
              <a:rPr lang="en-US" altLang="zh-CN" sz="2400" dirty="0">
                <a:latin typeface="宋体" panose="02010600030101010101" pitchFamily="2" charset="-122"/>
              </a:rPr>
              <a:t>T</a:t>
            </a:r>
            <a:r>
              <a:rPr lang="zh-CN" altLang="en-US" sz="2400" dirty="0">
                <a:latin typeface="宋体" panose="02010600030101010101" pitchFamily="2" charset="-122"/>
              </a:rPr>
              <a:t>为单级逻辑电路的单位门延迟，每级异或门延迟</a:t>
            </a:r>
            <a:r>
              <a:rPr lang="en-US" altLang="zh-CN" sz="2400" dirty="0">
                <a:latin typeface="宋体" panose="02010600030101010101" pitchFamily="2" charset="-122"/>
              </a:rPr>
              <a:t>3T</a:t>
            </a:r>
          </a:p>
          <a:p>
            <a:pPr eaLnBrk="1" hangingPunct="1"/>
            <a:r>
              <a:rPr lang="zh-CN" altLang="en-US" sz="2800" dirty="0"/>
              <a:t>不考虑溢出检测时，</a:t>
            </a:r>
            <a:r>
              <a:rPr lang="en-US" altLang="zh-CN" sz="2800" dirty="0"/>
              <a:t>n</a:t>
            </a:r>
            <a:r>
              <a:rPr lang="zh-CN" altLang="en-US" sz="2800" dirty="0"/>
              <a:t>位的行波进位加法器的时间延迟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sz="2800" i="1" dirty="0"/>
              <a:t>	</a:t>
            </a:r>
            <a:r>
              <a:rPr lang="en-US" altLang="zh-CN" sz="2800" dirty="0"/>
              <a:t>t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3T + 3T + 2T + 3T                                    (n=2</a:t>
            </a:r>
            <a:r>
              <a:rPr lang="zh-CN" altLang="en-US" sz="2800" dirty="0"/>
              <a:t>时</a:t>
            </a:r>
            <a:r>
              <a:rPr lang="en-US" altLang="zh-CN" sz="2800" dirty="0"/>
              <a:t>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zh-CN" sz="2800" dirty="0"/>
              <a:t>   t</a:t>
            </a:r>
            <a:r>
              <a:rPr lang="en-US" altLang="zh-CN" sz="2800" baseline="-250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3T + 3T + (n</a:t>
            </a:r>
            <a:r>
              <a:rPr lang="zh-CN" altLang="en-US" sz="2800" dirty="0"/>
              <a:t>－</a:t>
            </a:r>
            <a:r>
              <a:rPr lang="en-US" altLang="zh-CN" sz="2800" dirty="0"/>
              <a:t>1)2T+3T= 2(n</a:t>
            </a:r>
            <a:r>
              <a:rPr lang="zh-CN" altLang="en-US" sz="2800" dirty="0"/>
              <a:t>－</a:t>
            </a:r>
            <a:r>
              <a:rPr lang="en-US" altLang="zh-CN" sz="2800" dirty="0"/>
              <a:t>1)T+9T  (n</a:t>
            </a:r>
            <a:r>
              <a:rPr lang="zh-CN" altLang="en-US" sz="2800" dirty="0"/>
              <a:t>位时</a:t>
            </a:r>
            <a:r>
              <a:rPr lang="en-US" altLang="zh-CN" sz="2800" dirty="0"/>
              <a:t>)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800" dirty="0"/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4A91244-7ED9-4027-A853-4B0EFD57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CN" altLang="en-US" dirty="0"/>
              <a:t>改进   分析进位链逻辑</a:t>
            </a:r>
          </a:p>
        </p:txBody>
      </p:sp>
      <p:sp>
        <p:nvSpPr>
          <p:cNvPr id="129027" name="内容占位符 2">
            <a:extLst>
              <a:ext uri="{FF2B5EF4-FFF2-40B4-BE49-F238E27FC236}">
                <a16:creationId xmlns:a16="http://schemas.microsoft.com/office/drawing/2014/main" xmlns="" id="{0DDBFF3A-4C4E-46DD-8FAA-19307ADCCF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加法器进位链的基本逻辑关系</a:t>
            </a:r>
            <a:endParaRPr lang="en-US" altLang="zh-CN"/>
          </a:p>
          <a:p>
            <a:pPr>
              <a:buFont typeface="Wingdings 2" panose="05020102010507070707" pitchFamily="18" charset="2"/>
              <a:buNone/>
            </a:pPr>
            <a:r>
              <a:rPr lang="en-US" altLang="zh-CN"/>
              <a:t>   C</a:t>
            </a:r>
            <a:r>
              <a:rPr lang="en-US" altLang="zh-CN" baseline="-25000"/>
              <a:t>i+1</a:t>
            </a:r>
            <a:r>
              <a:rPr lang="en-US" altLang="zh-CN"/>
              <a:t>= A</a:t>
            </a:r>
            <a:r>
              <a:rPr lang="en-US" altLang="zh-CN" baseline="-25000"/>
              <a:t>i</a:t>
            </a:r>
            <a:r>
              <a:rPr lang="en-US" altLang="zh-CN"/>
              <a:t>B</a:t>
            </a:r>
            <a:r>
              <a:rPr lang="en-US" altLang="zh-CN" baseline="-25000"/>
              <a:t>i</a:t>
            </a:r>
            <a:r>
              <a:rPr lang="en-US" altLang="zh-CN"/>
              <a:t>+</a:t>
            </a:r>
            <a:r>
              <a:rPr lang="zh-CN" altLang="en-US"/>
              <a:t>（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 </a:t>
            </a:r>
            <a:r>
              <a:rPr lang="en-US" altLang="zh-CN"/>
              <a:t>B</a:t>
            </a:r>
            <a:r>
              <a:rPr lang="en-US" altLang="zh-CN" baseline="-25000"/>
              <a:t>i</a:t>
            </a:r>
            <a:r>
              <a:rPr lang="zh-CN" altLang="en-US"/>
              <a:t>）</a:t>
            </a:r>
            <a:r>
              <a:rPr lang="en-US" altLang="zh-CN"/>
              <a:t>C</a:t>
            </a:r>
            <a:r>
              <a:rPr lang="en-US" altLang="zh-CN" baseline="-25000"/>
              <a:t>i</a:t>
            </a:r>
          </a:p>
          <a:p>
            <a:r>
              <a:rPr lang="zh-CN" altLang="en-US"/>
              <a:t>令</a:t>
            </a:r>
            <a:r>
              <a:rPr lang="en-US" altLang="zh-CN"/>
              <a:t>G</a:t>
            </a:r>
            <a:r>
              <a:rPr lang="en-US" altLang="zh-CN" baseline="-25000"/>
              <a:t>i </a:t>
            </a:r>
            <a:r>
              <a:rPr lang="en-US" altLang="zh-CN"/>
              <a:t>= A</a:t>
            </a:r>
            <a:r>
              <a:rPr lang="en-US" altLang="zh-CN" baseline="-25000"/>
              <a:t>i</a:t>
            </a:r>
            <a:r>
              <a:rPr lang="en-US" altLang="zh-CN"/>
              <a:t>B</a:t>
            </a:r>
            <a:r>
              <a:rPr lang="en-US" altLang="zh-CN" baseline="-25000"/>
              <a:t>i</a:t>
            </a:r>
            <a:r>
              <a:rPr lang="zh-CN" altLang="en-US"/>
              <a:t>为进位产生函数（本地进位）</a:t>
            </a:r>
            <a:endParaRPr lang="en-US" altLang="zh-CN"/>
          </a:p>
          <a:p>
            <a:pPr>
              <a:buFont typeface="Wingdings 2" panose="05020102010507070707" pitchFamily="18" charset="2"/>
              <a:buNone/>
            </a:pPr>
            <a:r>
              <a:rPr lang="en-US" altLang="zh-CN"/>
              <a:t>       P</a:t>
            </a:r>
            <a:r>
              <a:rPr lang="en-US" altLang="zh-CN" baseline="-25000"/>
              <a:t>i </a:t>
            </a:r>
            <a:r>
              <a:rPr lang="en-US" altLang="zh-CN"/>
              <a:t>= A</a:t>
            </a:r>
            <a:r>
              <a:rPr lang="en-US" altLang="zh-CN" baseline="-25000"/>
              <a:t>i </a:t>
            </a:r>
            <a:r>
              <a:rPr lang="en-US" altLang="zh-CN">
                <a:sym typeface="Symbol" panose="05050102010706020507" pitchFamily="18" charset="2"/>
              </a:rPr>
              <a:t> </a:t>
            </a:r>
            <a:r>
              <a:rPr lang="en-US" altLang="zh-CN"/>
              <a:t>B</a:t>
            </a:r>
            <a:r>
              <a:rPr lang="en-US" altLang="zh-CN" baseline="-25000"/>
              <a:t>i </a:t>
            </a:r>
            <a:r>
              <a:rPr lang="zh-CN" altLang="en-US"/>
              <a:t>为进位传递函数（进位条件）</a:t>
            </a:r>
            <a:endParaRPr lang="en-US" altLang="zh-CN"/>
          </a:p>
          <a:p>
            <a:pPr>
              <a:buFont typeface="Wingdings 2" panose="05020102010507070707" pitchFamily="18" charset="2"/>
              <a:buNone/>
            </a:pPr>
            <a:r>
              <a:rPr lang="en-US" altLang="zh-CN"/>
              <a:t>       </a:t>
            </a:r>
            <a:r>
              <a:rPr lang="zh-CN" altLang="en-US"/>
              <a:t>即：</a:t>
            </a:r>
            <a:r>
              <a:rPr lang="en-US" altLang="zh-CN"/>
              <a:t>P</a:t>
            </a:r>
            <a:r>
              <a:rPr lang="en-US" altLang="zh-CN" baseline="-25000"/>
              <a:t>i</a:t>
            </a:r>
            <a:r>
              <a:rPr lang="en-US" altLang="zh-CN"/>
              <a:t>C</a:t>
            </a:r>
            <a:r>
              <a:rPr lang="en-US" altLang="zh-CN" baseline="-25000"/>
              <a:t>i</a:t>
            </a:r>
            <a:r>
              <a:rPr lang="zh-CN" altLang="en-US"/>
              <a:t>为传送进位或条件进位</a:t>
            </a:r>
            <a:endParaRPr lang="en-US" altLang="zh-CN"/>
          </a:p>
          <a:p>
            <a:pPr>
              <a:buFont typeface="Wingdings 2" panose="05020102010507070707" pitchFamily="18" charset="2"/>
              <a:buNone/>
            </a:pPr>
            <a:r>
              <a:rPr lang="en-US" altLang="zh-CN"/>
              <a:t>    </a:t>
            </a:r>
            <a:r>
              <a:rPr lang="zh-CN" altLang="en-US"/>
              <a:t>于是，</a:t>
            </a:r>
            <a:r>
              <a:rPr lang="en-US" altLang="zh-CN"/>
              <a:t>C</a:t>
            </a:r>
            <a:r>
              <a:rPr lang="en-US" altLang="zh-CN" baseline="-25000"/>
              <a:t>i+1 </a:t>
            </a:r>
            <a:r>
              <a:rPr lang="en-US" altLang="zh-CN"/>
              <a:t>= G</a:t>
            </a:r>
            <a:r>
              <a:rPr lang="en-US" altLang="zh-CN" baseline="-25000"/>
              <a:t>i</a:t>
            </a:r>
            <a:r>
              <a:rPr lang="en-US" altLang="zh-CN"/>
              <a:t> + P</a:t>
            </a:r>
            <a:r>
              <a:rPr lang="en-US" altLang="zh-CN" baseline="-25000"/>
              <a:t>i</a:t>
            </a:r>
            <a:r>
              <a:rPr lang="en-US" altLang="zh-CN"/>
              <a:t>C</a:t>
            </a:r>
            <a:r>
              <a:rPr lang="en-US" altLang="zh-CN" baseline="-25000"/>
              <a:t>i</a:t>
            </a:r>
          </a:p>
          <a:p>
            <a:r>
              <a:rPr lang="zh-CN" altLang="en-US"/>
              <a:t>只有当</a:t>
            </a:r>
            <a:r>
              <a:rPr lang="en-US" altLang="zh-CN"/>
              <a:t>A</a:t>
            </a:r>
            <a:r>
              <a:rPr lang="en-US" altLang="zh-CN" baseline="-25000"/>
              <a:t>i </a:t>
            </a:r>
            <a:r>
              <a:rPr lang="en-US" altLang="zh-CN"/>
              <a:t>= B</a:t>
            </a:r>
            <a:r>
              <a:rPr lang="en-US" altLang="zh-CN" baseline="-25000"/>
              <a:t>i </a:t>
            </a:r>
            <a:r>
              <a:rPr lang="en-US" altLang="zh-CN"/>
              <a:t>= 1</a:t>
            </a:r>
            <a:r>
              <a:rPr lang="zh-CN" altLang="en-US"/>
              <a:t>时，本位才向高位进位</a:t>
            </a:r>
            <a:endParaRPr lang="en-US" altLang="zh-CN"/>
          </a:p>
          <a:p>
            <a:r>
              <a:rPr lang="zh-CN" altLang="en-US"/>
              <a:t>当</a:t>
            </a:r>
            <a:r>
              <a:rPr lang="en-US" altLang="zh-CN"/>
              <a:t>A</a:t>
            </a:r>
            <a:r>
              <a:rPr lang="en-US" altLang="zh-CN" baseline="-25000"/>
              <a:t>i 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/>
              <a:t> B</a:t>
            </a:r>
            <a:r>
              <a:rPr lang="en-US" altLang="zh-CN" baseline="-25000"/>
              <a:t>i </a:t>
            </a:r>
            <a:r>
              <a:rPr lang="zh-CN" altLang="en-US"/>
              <a:t>时，低一位的进位将向更高位传送</a:t>
            </a:r>
            <a:endParaRPr lang="en-US" altLang="zh-CN"/>
          </a:p>
          <a:p>
            <a:r>
              <a:rPr lang="zh-CN" altLang="en-US"/>
              <a:t>传送进位和本地进位不可能同时为</a:t>
            </a:r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32F58BF-5C1E-4E19-B3FC-6B402789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进位产生和传递函数</a:t>
            </a:r>
          </a:p>
        </p:txBody>
      </p:sp>
      <p:sp>
        <p:nvSpPr>
          <p:cNvPr id="130051" name="内容占位符 2">
            <a:extLst>
              <a:ext uri="{FF2B5EF4-FFF2-40B4-BE49-F238E27FC236}">
                <a16:creationId xmlns:a16="http://schemas.microsoft.com/office/drawing/2014/main" xmlns="" id="{E1A56FF3-6A1C-46A6-BD24-024EB525CA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/>
              <a:t>C</a:t>
            </a:r>
            <a:r>
              <a:rPr lang="en-US" altLang="zh-CN" baseline="-25000"/>
              <a:t>i+1 </a:t>
            </a:r>
            <a:r>
              <a:rPr lang="en-US" altLang="zh-CN"/>
              <a:t>= G</a:t>
            </a:r>
            <a:r>
              <a:rPr lang="en-US" altLang="zh-CN" baseline="-25000"/>
              <a:t>i</a:t>
            </a:r>
            <a:r>
              <a:rPr lang="en-US" altLang="zh-CN"/>
              <a:t> + P</a:t>
            </a:r>
            <a:r>
              <a:rPr lang="en-US" altLang="zh-CN" baseline="-25000"/>
              <a:t>i</a:t>
            </a:r>
            <a:r>
              <a:rPr lang="en-US" altLang="zh-CN"/>
              <a:t>C</a:t>
            </a:r>
            <a:r>
              <a:rPr lang="en-US" altLang="zh-CN" baseline="-25000"/>
              <a:t>i </a:t>
            </a:r>
            <a:r>
              <a:rPr lang="en-US" altLang="zh-CN"/>
              <a:t>= G</a:t>
            </a:r>
            <a:r>
              <a:rPr lang="en-US" altLang="zh-CN" baseline="-25000"/>
              <a:t>i</a:t>
            </a:r>
            <a:r>
              <a:rPr lang="en-US" altLang="zh-CN"/>
              <a:t> + P</a:t>
            </a:r>
            <a:r>
              <a:rPr lang="en-US" altLang="zh-CN" baseline="-25000"/>
              <a:t>i</a:t>
            </a:r>
            <a:r>
              <a:rPr lang="en-US" altLang="zh-CN"/>
              <a:t>(G</a:t>
            </a:r>
            <a:r>
              <a:rPr lang="en-US" altLang="zh-CN" baseline="-25000"/>
              <a:t>i-1</a:t>
            </a:r>
            <a:r>
              <a:rPr lang="en-US" altLang="zh-CN"/>
              <a:t> + P</a:t>
            </a:r>
            <a:r>
              <a:rPr lang="en-US" altLang="zh-CN" baseline="-25000"/>
              <a:t>i-1</a:t>
            </a:r>
            <a:r>
              <a:rPr lang="en-US" altLang="zh-CN"/>
              <a:t>C</a:t>
            </a:r>
            <a:r>
              <a:rPr lang="en-US" altLang="zh-CN" baseline="-25000"/>
              <a:t>i-1 </a:t>
            </a:r>
            <a:r>
              <a:rPr lang="en-US" altLang="zh-CN"/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200" b="0">
                <a:ea typeface="宋体" panose="02010600030101010101" pitchFamily="2" charset="-122"/>
              </a:rPr>
              <a:t>C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 = G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r>
              <a:rPr lang="en-US" altLang="zh-CN" sz="3200" b="0">
                <a:ea typeface="宋体" panose="02010600030101010101" pitchFamily="2" charset="-122"/>
              </a:rPr>
              <a:t> + P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r>
              <a:rPr lang="en-US" altLang="zh-CN" sz="3200" b="0">
                <a:ea typeface="宋体" panose="02010600030101010101" pitchFamily="2" charset="-122"/>
              </a:rPr>
              <a:t>C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0">
                <a:ea typeface="宋体" panose="02010600030101010101" pitchFamily="2" charset="-122"/>
              </a:rPr>
              <a:t>C</a:t>
            </a:r>
            <a:r>
              <a:rPr lang="en-US" altLang="zh-CN" sz="2400" b="0">
                <a:ea typeface="宋体" panose="02010600030101010101" pitchFamily="2" charset="-122"/>
              </a:rPr>
              <a:t>2</a:t>
            </a:r>
            <a:r>
              <a:rPr lang="en-US" altLang="zh-CN" sz="3200" b="0">
                <a:ea typeface="宋体" panose="02010600030101010101" pitchFamily="2" charset="-122"/>
              </a:rPr>
              <a:t> = G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 + P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C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=G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 + P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G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r>
              <a:rPr lang="en-US" altLang="zh-CN" sz="3200" b="0">
                <a:ea typeface="宋体" panose="02010600030101010101" pitchFamily="2" charset="-122"/>
              </a:rPr>
              <a:t> + P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P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r>
              <a:rPr lang="en-US" altLang="zh-CN" sz="3200" b="0">
                <a:ea typeface="宋体" panose="02010600030101010101" pitchFamily="2" charset="-122"/>
              </a:rPr>
              <a:t>C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endParaRPr lang="en-US" altLang="zh-CN" sz="3200" b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0">
                <a:ea typeface="宋体" panose="02010600030101010101" pitchFamily="2" charset="-122"/>
              </a:rPr>
              <a:t>C</a:t>
            </a:r>
            <a:r>
              <a:rPr lang="en-US" altLang="zh-CN" sz="2400" b="0">
                <a:ea typeface="宋体" panose="02010600030101010101" pitchFamily="2" charset="-122"/>
              </a:rPr>
              <a:t>3</a:t>
            </a:r>
            <a:r>
              <a:rPr lang="en-US" altLang="zh-CN" sz="3200" b="0">
                <a:ea typeface="宋体" panose="02010600030101010101" pitchFamily="2" charset="-122"/>
              </a:rPr>
              <a:t> = G</a:t>
            </a:r>
            <a:r>
              <a:rPr lang="en-US" altLang="zh-CN" sz="2400" b="0">
                <a:ea typeface="宋体" panose="02010600030101010101" pitchFamily="2" charset="-122"/>
              </a:rPr>
              <a:t>2</a:t>
            </a:r>
            <a:r>
              <a:rPr lang="en-US" altLang="zh-CN" sz="3200" b="0">
                <a:ea typeface="宋体" panose="02010600030101010101" pitchFamily="2" charset="-122"/>
              </a:rPr>
              <a:t> + P</a:t>
            </a:r>
            <a:r>
              <a:rPr lang="en-US" altLang="zh-CN" sz="2400" b="0">
                <a:ea typeface="宋体" panose="02010600030101010101" pitchFamily="2" charset="-122"/>
              </a:rPr>
              <a:t>2</a:t>
            </a:r>
            <a:r>
              <a:rPr lang="en-US" altLang="zh-CN" sz="3200" b="0">
                <a:ea typeface="宋体" panose="02010600030101010101" pitchFamily="2" charset="-122"/>
              </a:rPr>
              <a:t>G</a:t>
            </a:r>
            <a:r>
              <a:rPr lang="en-US" altLang="zh-CN" sz="2400" b="0">
                <a:ea typeface="宋体" panose="02010600030101010101" pitchFamily="2" charset="-122"/>
              </a:rPr>
              <a:t>1 </a:t>
            </a:r>
            <a:r>
              <a:rPr lang="en-US" altLang="zh-CN" sz="3200" b="0">
                <a:ea typeface="宋体" panose="02010600030101010101" pitchFamily="2" charset="-122"/>
              </a:rPr>
              <a:t>+ P</a:t>
            </a:r>
            <a:r>
              <a:rPr lang="en-US" altLang="zh-CN" sz="2400" b="0">
                <a:ea typeface="宋体" panose="02010600030101010101" pitchFamily="2" charset="-122"/>
              </a:rPr>
              <a:t>2</a:t>
            </a:r>
            <a:r>
              <a:rPr lang="en-US" altLang="zh-CN" sz="3200" b="0">
                <a:ea typeface="宋体" panose="02010600030101010101" pitchFamily="2" charset="-122"/>
              </a:rPr>
              <a:t>P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G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r>
              <a:rPr lang="en-US" altLang="zh-CN" sz="3200" b="0">
                <a:ea typeface="宋体" panose="02010600030101010101" pitchFamily="2" charset="-122"/>
              </a:rPr>
              <a:t> + P</a:t>
            </a:r>
            <a:r>
              <a:rPr lang="en-US" altLang="zh-CN" sz="2400" b="0">
                <a:ea typeface="宋体" panose="02010600030101010101" pitchFamily="2" charset="-122"/>
              </a:rPr>
              <a:t>2</a:t>
            </a:r>
            <a:r>
              <a:rPr lang="en-US" altLang="zh-CN" sz="3200" b="0">
                <a:ea typeface="宋体" panose="02010600030101010101" pitchFamily="2" charset="-122"/>
              </a:rPr>
              <a:t>P</a:t>
            </a:r>
            <a:r>
              <a:rPr lang="en-US" altLang="zh-CN" sz="2400" b="0">
                <a:ea typeface="宋体" panose="02010600030101010101" pitchFamily="2" charset="-122"/>
              </a:rPr>
              <a:t>1</a:t>
            </a:r>
            <a:r>
              <a:rPr lang="en-US" altLang="zh-CN" sz="3200" b="0">
                <a:ea typeface="宋体" panose="02010600030101010101" pitchFamily="2" charset="-122"/>
              </a:rPr>
              <a:t>P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r>
              <a:rPr lang="en-US" altLang="zh-CN" sz="3200" b="0">
                <a:ea typeface="宋体" panose="02010600030101010101" pitchFamily="2" charset="-122"/>
              </a:rPr>
              <a:t>C</a:t>
            </a:r>
            <a:r>
              <a:rPr lang="en-US" altLang="zh-CN" sz="2400" b="0">
                <a:ea typeface="宋体" panose="02010600030101010101" pitchFamily="2" charset="-122"/>
              </a:rPr>
              <a:t>0</a:t>
            </a:r>
            <a:endParaRPr lang="en-US" altLang="zh-CN" sz="3200" b="0"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zh-CN"/>
              <a:t>		…………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800"/>
              <a:t>依此公式递推，所有进位均可从最低进位</a:t>
            </a:r>
            <a:r>
              <a:rPr lang="en-US" altLang="zh-CN" sz="2800">
                <a:cs typeface="Times New Roman" panose="02020603050405020304" pitchFamily="18" charset="0"/>
              </a:rPr>
              <a:t>C</a:t>
            </a:r>
            <a:r>
              <a:rPr lang="en-US" altLang="zh-CN" sz="2800" baseline="-30000">
                <a:cs typeface="Times New Roman" panose="02020603050405020304" pitchFamily="18" charset="0"/>
              </a:rPr>
              <a:t>0</a:t>
            </a:r>
            <a:r>
              <a:rPr lang="zh-CN" altLang="en-US" sz="2800">
                <a:cs typeface="Times New Roman" panose="02020603050405020304" pitchFamily="18" charset="0"/>
              </a:rPr>
              <a:t>直接求得而无需等待低一位进位</a:t>
            </a:r>
            <a:endParaRPr lang="zh-CN" altLang="en-US" sz="280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800"/>
              <a:t>对任意</a:t>
            </a:r>
            <a:r>
              <a:rPr lang="en-US" altLang="zh-CN" sz="2800">
                <a:cs typeface="Times New Roman" panose="02020603050405020304" pitchFamily="18" charset="0"/>
              </a:rPr>
              <a:t>i</a:t>
            </a:r>
            <a:r>
              <a:rPr lang="zh-CN" altLang="en-US" sz="2800"/>
              <a:t>，均可得到只含</a:t>
            </a:r>
            <a:r>
              <a:rPr lang="en-US" altLang="zh-CN" sz="2800"/>
              <a:t>G</a:t>
            </a:r>
            <a:r>
              <a:rPr lang="en-US" altLang="zh-CN" sz="2800" baseline="-30000">
                <a:cs typeface="Times New Roman" panose="02020603050405020304" pitchFamily="18" charset="0"/>
              </a:rPr>
              <a:t>k</a:t>
            </a:r>
            <a:r>
              <a:rPr lang="zh-CN" altLang="en-US" sz="2800"/>
              <a:t>、</a:t>
            </a:r>
            <a:r>
              <a:rPr lang="en-US" altLang="zh-CN" sz="2800"/>
              <a:t>P</a:t>
            </a:r>
            <a:r>
              <a:rPr lang="en-US" altLang="zh-CN" sz="2800" baseline="-30000">
                <a:cs typeface="Times New Roman" panose="02020603050405020304" pitchFamily="18" charset="0"/>
              </a:rPr>
              <a:t>k</a:t>
            </a:r>
            <a:r>
              <a:rPr lang="zh-CN" altLang="en-US" sz="2800"/>
              <a:t>（</a:t>
            </a:r>
            <a:r>
              <a:rPr lang="en-US" altLang="zh-CN" sz="2800">
                <a:cs typeface="Times New Roman" panose="02020603050405020304" pitchFamily="18" charset="0"/>
              </a:rPr>
              <a:t>k=0~i</a:t>
            </a:r>
            <a:r>
              <a:rPr lang="zh-CN" altLang="en-US" sz="2800"/>
              <a:t>）以及</a:t>
            </a:r>
            <a:r>
              <a:rPr lang="en-US" altLang="zh-CN" sz="2800">
                <a:cs typeface="Times New Roman" panose="02020603050405020304" pitchFamily="18" charset="0"/>
              </a:rPr>
              <a:t>C</a:t>
            </a:r>
            <a:r>
              <a:rPr lang="en-US" altLang="zh-CN" sz="2800" baseline="-30000">
                <a:cs typeface="Times New Roman" panose="02020603050405020304" pitchFamily="18" charset="0"/>
              </a:rPr>
              <a:t>0</a:t>
            </a:r>
            <a:r>
              <a:rPr lang="zh-CN" altLang="en-US" sz="2800"/>
              <a:t>的</a:t>
            </a:r>
            <a:r>
              <a:rPr lang="en-US" altLang="zh-CN" sz="2800">
                <a:cs typeface="Times New Roman" panose="02020603050405020304" pitchFamily="18" charset="0"/>
              </a:rPr>
              <a:t>C</a:t>
            </a:r>
            <a:r>
              <a:rPr lang="en-US" altLang="zh-CN" sz="2800" baseline="-30000">
                <a:cs typeface="Times New Roman" panose="02020603050405020304" pitchFamily="18" charset="0"/>
              </a:rPr>
              <a:t>i+1</a:t>
            </a:r>
            <a:r>
              <a:rPr lang="zh-CN" altLang="en-US" sz="2800"/>
              <a:t>的表达式 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800"/>
              <a:t>先行进位逻辑的总时间延迟为</a:t>
            </a:r>
            <a:r>
              <a:rPr lang="en-US" altLang="zh-CN" sz="2800"/>
              <a:t>5T =</a:t>
            </a:r>
            <a:r>
              <a:rPr lang="zh-CN" altLang="en-US" sz="2800"/>
              <a:t>（</a:t>
            </a:r>
            <a:r>
              <a:rPr lang="en-US" altLang="zh-CN" sz="2800"/>
              <a:t>3T+2T</a:t>
            </a:r>
            <a:r>
              <a:rPr lang="zh-CN" altLang="en-US" sz="2800"/>
              <a:t>）</a:t>
            </a:r>
            <a:endParaRPr lang="en-US" altLang="zh-CN" sz="280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zh-CN"/>
              <a:t>   </a:t>
            </a:r>
            <a:r>
              <a:rPr lang="zh-CN" altLang="en-US" sz="2400"/>
              <a:t>每级与门或或门的延迟为</a:t>
            </a:r>
            <a:r>
              <a:rPr lang="en-US" altLang="zh-CN" sz="2400"/>
              <a:t>T</a:t>
            </a:r>
            <a:r>
              <a:rPr lang="zh-CN" altLang="en-US" sz="2400"/>
              <a:t>，每级异或门延迟</a:t>
            </a:r>
            <a:r>
              <a:rPr lang="en-US" altLang="zh-CN" sz="2400"/>
              <a:t>3T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zh-CN" altLang="en-US"/>
          </a:p>
        </p:txBody>
      </p:sp>
    </p:spTree>
  </p:cSld>
  <p:clrMapOvr>
    <a:masterClrMapping/>
  </p:clrMapOvr>
  <p:transition spd="med">
    <p:pull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Rectangle 2">
            <a:extLst>
              <a:ext uri="{FF2B5EF4-FFF2-40B4-BE49-F238E27FC236}">
                <a16:creationId xmlns:a16="http://schemas.microsoft.com/office/drawing/2014/main" xmlns="" id="{2A13BADA-1DA9-4CAE-991E-105AD7A90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迷你简启体"/>
              </a:rPr>
              <a:t>位先行进位部件</a:t>
            </a:r>
            <a:r>
              <a:rPr lang="en-US" altLang="zh-CN" dirty="0">
                <a:cs typeface="Times New Roman" panose="02020603050405020304" pitchFamily="18" charset="0"/>
              </a:rPr>
              <a:t>CLA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xmlns="" id="{A6018077-1898-4C8A-9251-42EE9C99E3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5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50000"/>
              </a:lnSpc>
              <a:spcBef>
                <a:spcPts val="300"/>
              </a:spcBef>
              <a:buClrTx/>
              <a:buFontTx/>
              <a:buNone/>
            </a:pPr>
            <a:r>
              <a:rPr lang="en-US" altLang="zh-CN" sz="3200" b="0" dirty="0">
                <a:ea typeface="宋体" panose="02010600030101010101" pitchFamily="2" charset="-122"/>
              </a:rPr>
              <a:t>C1 = G0 + P0C0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0" dirty="0">
                <a:ea typeface="宋体" panose="02010600030101010101" pitchFamily="2" charset="-122"/>
              </a:rPr>
              <a:t>C2 = G1 + P1G0 + P1P0C0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0" dirty="0">
                <a:ea typeface="宋体" panose="02010600030101010101" pitchFamily="2" charset="-122"/>
              </a:rPr>
              <a:t>C3 = G2 + P2G1 + P2P1G0 + P2P1P0C0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0" dirty="0">
                <a:ea typeface="宋体" panose="02010600030101010101" pitchFamily="2" charset="-122"/>
              </a:rPr>
              <a:t>C4 = G3 + P3G2 + P3P2G1 + P3P2P1G0 + 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b="0" dirty="0">
                <a:ea typeface="宋体" panose="02010600030101010101" pitchFamily="2" charset="-122"/>
              </a:rPr>
              <a:t>         P3P2P1P0C0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endParaRPr lang="en-US" altLang="zh-CN" dirty="0"/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/>
              <a:t>延迟时间：</a:t>
            </a:r>
            <a:r>
              <a:rPr lang="en-US" altLang="zh-CN" dirty="0"/>
              <a:t>2T</a:t>
            </a:r>
            <a:r>
              <a:rPr lang="zh-CN" altLang="en-US" dirty="0"/>
              <a:t>（不含求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zh-CN" altLang="en-US" dirty="0"/>
              <a:t>的时间）</a:t>
            </a:r>
          </a:p>
        </p:txBody>
      </p:sp>
      <p:sp>
        <p:nvSpPr>
          <p:cNvPr id="132101" name="Text Box 4">
            <a:extLst>
              <a:ext uri="{FF2B5EF4-FFF2-40B4-BE49-F238E27FC236}">
                <a16:creationId xmlns:a16="http://schemas.microsoft.com/office/drawing/2014/main" xmlns="" id="{6F69935C-69DC-4C82-A117-2255C2D6F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4424363" cy="575048"/>
          </a:xfrm>
          <a:prstGeom prst="rect">
            <a:avLst/>
          </a:prstGeom>
          <a:noFill/>
          <a:ln w="22225" algn="ctr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8000" tIns="216000" rIns="108000" bIns="144000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ClrTx/>
              <a:buSzPct val="90000"/>
              <a:buFontTx/>
              <a:buNone/>
            </a:pPr>
            <a:r>
              <a:rPr lang="en-US" altLang="zh-CN" sz="2400" dirty="0">
                <a:solidFill>
                  <a:srgbClr val="CC3300"/>
                </a:solidFill>
              </a:rPr>
              <a:t>CLA</a:t>
            </a:r>
            <a:r>
              <a:rPr lang="zh-CN" altLang="en-US" sz="2400" dirty="0">
                <a:solidFill>
                  <a:srgbClr val="CC3300"/>
                </a:solidFill>
              </a:rPr>
              <a:t>：</a:t>
            </a:r>
            <a:r>
              <a:rPr lang="en-US" altLang="zh-CN" sz="2400" dirty="0">
                <a:solidFill>
                  <a:srgbClr val="CC3300"/>
                </a:solidFill>
              </a:rPr>
              <a:t>Carry Look Ahead</a:t>
            </a:r>
          </a:p>
        </p:txBody>
      </p:sp>
    </p:spTree>
  </p:cSld>
  <p:clrMapOvr>
    <a:masterClrMapping/>
  </p:clrMapOvr>
  <p:transition spd="med">
    <p:pull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Rectangle 2">
            <a:extLst>
              <a:ext uri="{FF2B5EF4-FFF2-40B4-BE49-F238E27FC236}">
                <a16:creationId xmlns:a16="http://schemas.microsoft.com/office/drawing/2014/main" xmlns="" id="{B2C2012D-B0B7-434F-8F9E-FDF69C30C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2251"/>
            <a:ext cx="8610600" cy="812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16</a:t>
            </a:r>
            <a:r>
              <a:rPr lang="zh-CN" altLang="en-US" dirty="0"/>
              <a:t>位单级分组先行进位并行加法器</a:t>
            </a:r>
          </a:p>
        </p:txBody>
      </p:sp>
      <p:graphicFrame>
        <p:nvGraphicFramePr>
          <p:cNvPr id="134148" name="Object 3">
            <a:extLst>
              <a:ext uri="{FF2B5EF4-FFF2-40B4-BE49-F238E27FC236}">
                <a16:creationId xmlns:a16="http://schemas.microsoft.com/office/drawing/2014/main" xmlns="" id="{DE64731A-4420-426C-A2D3-6444CEBBD2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114757"/>
              </p:ext>
            </p:extLst>
          </p:nvPr>
        </p:nvGraphicFramePr>
        <p:xfrm>
          <a:off x="1371600" y="1066800"/>
          <a:ext cx="2528888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VISIO" r:id="rId4" imgW="6296025" imgH="16097250" progId="Visio.Drawing.6">
                  <p:embed/>
                </p:oleObj>
              </mc:Choice>
              <mc:Fallback>
                <p:oleObj name="VISIO" r:id="rId4" imgW="6296025" imgH="16097250" progId="Visio.Drawing.6">
                  <p:embed/>
                  <p:pic>
                    <p:nvPicPr>
                      <p:cNvPr id="134148" name="Object 3">
                        <a:extLst>
                          <a:ext uri="{FF2B5EF4-FFF2-40B4-BE49-F238E27FC236}">
                            <a16:creationId xmlns:a16="http://schemas.microsoft.com/office/drawing/2014/main" xmlns="" id="{DE64731A-4420-426C-A2D3-6444CEBBD2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066800"/>
                        <a:ext cx="2528888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6" name="Object 4">
            <a:extLst>
              <a:ext uri="{FF2B5EF4-FFF2-40B4-BE49-F238E27FC236}">
                <a16:creationId xmlns:a16="http://schemas.microsoft.com/office/drawing/2014/main" xmlns="" id="{EC6C863D-5420-46B6-8772-EAAC12F4EE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490017"/>
              </p:ext>
            </p:extLst>
          </p:nvPr>
        </p:nvGraphicFramePr>
        <p:xfrm>
          <a:off x="-36513" y="1219200"/>
          <a:ext cx="1816101" cy="510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VISIO" r:id="rId6" imgW="5762625" imgH="14849475" progId="Visio.Drawing.6">
                  <p:embed/>
                </p:oleObj>
              </mc:Choice>
              <mc:Fallback>
                <p:oleObj name="VISIO" r:id="rId6" imgW="5762625" imgH="14849475" progId="Visio.Drawing.6">
                  <p:embed/>
                  <p:pic>
                    <p:nvPicPr>
                      <p:cNvPr id="750596" name="Object 4">
                        <a:extLst>
                          <a:ext uri="{FF2B5EF4-FFF2-40B4-BE49-F238E27FC236}">
                            <a16:creationId xmlns:a16="http://schemas.microsoft.com/office/drawing/2014/main" xmlns="" id="{EC6C863D-5420-46B6-8772-EAAC12F4EE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6513" y="1219200"/>
                        <a:ext cx="1816101" cy="510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7" name="Object 5">
            <a:extLst>
              <a:ext uri="{FF2B5EF4-FFF2-40B4-BE49-F238E27FC236}">
                <a16:creationId xmlns:a16="http://schemas.microsoft.com/office/drawing/2014/main" xmlns="" id="{504786AA-49D4-4FA7-A284-348031E54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962331"/>
              </p:ext>
            </p:extLst>
          </p:nvPr>
        </p:nvGraphicFramePr>
        <p:xfrm>
          <a:off x="3657600" y="1219200"/>
          <a:ext cx="1814513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VISIO" r:id="rId8" imgW="5762625" imgH="14849475" progId="Visio.Drawing.6">
                  <p:embed/>
                </p:oleObj>
              </mc:Choice>
              <mc:Fallback>
                <p:oleObj name="VISIO" r:id="rId8" imgW="5762625" imgH="14849475" progId="Visio.Drawing.6">
                  <p:embed/>
                  <p:pic>
                    <p:nvPicPr>
                      <p:cNvPr id="750597" name="Object 5">
                        <a:extLst>
                          <a:ext uri="{FF2B5EF4-FFF2-40B4-BE49-F238E27FC236}">
                            <a16:creationId xmlns:a16="http://schemas.microsoft.com/office/drawing/2014/main" xmlns="" id="{504786AA-49D4-4FA7-A284-348031E54C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219200"/>
                        <a:ext cx="1814513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598" name="Text Box 6">
            <a:extLst>
              <a:ext uri="{FF2B5EF4-FFF2-40B4-BE49-F238E27FC236}">
                <a16:creationId xmlns:a16="http://schemas.microsoft.com/office/drawing/2014/main" xmlns="" id="{41BB5E10-7130-4019-A4CA-C37CC9F47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1074738"/>
            <a:ext cx="3851275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just" eaLnBrk="1" hangingPunct="1">
              <a:spcBef>
                <a:spcPct val="30000"/>
              </a:spcBef>
              <a:buClrTx/>
              <a:buFontTx/>
              <a:buNone/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分成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个进位组，组内并行进位，组间串行进位。延迟时间：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Char char="•"/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先行进位部件：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None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2T×4</a:t>
            </a: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8T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Char char="•"/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进位产生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传播部件：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3T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Char char="•"/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求和部件：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3T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Char char="•"/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加法器的总延迟时间：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None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t= 3T+4×2T+3T = 14T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比较：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Char char="•"/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串行进位</a:t>
            </a: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16</a:t>
            </a: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位加法器的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None/>
            </a:pPr>
            <a:r>
              <a:rPr lang="zh-CN" altLang="en-US" sz="2000" dirty="0">
                <a:ea typeface="楷体" panose="02010609060101010101" pitchFamily="49" charset="-122"/>
                <a:cs typeface="Times New Roman" panose="02020603050405020304" pitchFamily="18" charset="0"/>
              </a:rPr>
              <a:t>总延迟时间：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None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t= 9T+2(n-1)T</a:t>
            </a:r>
          </a:p>
          <a:p>
            <a:pPr algn="just" eaLnBrk="1" hangingPunct="1">
              <a:spcBef>
                <a:spcPct val="30000"/>
              </a:spcBef>
              <a:buClrTx/>
              <a:buFontTx/>
              <a:buNone/>
            </a:pPr>
            <a:r>
              <a:rPr lang="en-US" altLang="zh-CN" sz="2000" dirty="0">
                <a:ea typeface="楷体" panose="02010609060101010101" pitchFamily="49" charset="-122"/>
                <a:cs typeface="Times New Roman" panose="02020603050405020304" pitchFamily="18" charset="0"/>
              </a:rPr>
              <a:t> = 9T+2×15T = 39T</a:t>
            </a:r>
          </a:p>
        </p:txBody>
      </p:sp>
      <p:sp>
        <p:nvSpPr>
          <p:cNvPr id="134152" name="TextBox 9">
            <a:extLst>
              <a:ext uri="{FF2B5EF4-FFF2-40B4-BE49-F238E27FC236}">
                <a16:creationId xmlns:a16="http://schemas.microsoft.com/office/drawing/2014/main" xmlns="" id="{E2430A1B-1AAE-4FF1-B5BA-90BC1C207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4157663"/>
            <a:ext cx="5984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Font typeface="Wingdings 2" panose="05020102010507070707" pitchFamily="18" charset="2"/>
              <a:buChar char="¡"/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SzPct val="90000"/>
              <a:buFont typeface="Wingdings 2" panose="05020102010507070707" pitchFamily="18" charset="2"/>
              <a:buChar char="°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>
              <a:buClrTx/>
              <a:buFont typeface="Wingdings" panose="05000000000000000000" pitchFamily="2" charset="2"/>
              <a:buNone/>
            </a:pPr>
            <a:r>
              <a:rPr lang="zh-CN" altLang="en-US" sz="1600">
                <a:latin typeface="楷体_GB2312" pitchFamily="49" charset="-122"/>
              </a:rPr>
              <a:t>异或</a:t>
            </a:r>
          </a:p>
        </p:txBody>
      </p:sp>
      <p:cxnSp>
        <p:nvCxnSpPr>
          <p:cNvPr id="134153" name="直接箭头连接符 11">
            <a:extLst>
              <a:ext uri="{FF2B5EF4-FFF2-40B4-BE49-F238E27FC236}">
                <a16:creationId xmlns:a16="http://schemas.microsoft.com/office/drawing/2014/main" xmlns="" id="{A3DD8A22-82C4-4DC7-8B20-E850C61FA34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863600" y="4151313"/>
            <a:ext cx="201613" cy="714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miter lim="800000"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0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50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505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505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505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05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505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505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505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505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505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505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微机接口-单色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Pages>0</Pages>
  <Words>6536</Words>
  <Characters>0</Characters>
  <Application>Microsoft Macintosh PowerPoint</Application>
  <PresentationFormat>On-screen Show (4:3)</PresentationFormat>
  <Lines>0</Lines>
  <Paragraphs>1279</Paragraphs>
  <Slides>96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33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96</vt:i4>
      </vt:variant>
    </vt:vector>
  </HeadingPairs>
  <TitlesOfParts>
    <vt:vector size="134" baseType="lpstr">
      <vt:lpstr>Aharoni</vt:lpstr>
      <vt:lpstr>Apple Symbols</vt:lpstr>
      <vt:lpstr>Arial Narrow</vt:lpstr>
      <vt:lpstr>Arial Narrow Bold</vt:lpstr>
      <vt:lpstr>Arial Unicode MS</vt:lpstr>
      <vt:lpstr>Calibri</vt:lpstr>
      <vt:lpstr>Calibri Bold</vt:lpstr>
      <vt:lpstr>Courier New</vt:lpstr>
      <vt:lpstr>Courier New Bold</vt:lpstr>
      <vt:lpstr>Gill Sans</vt:lpstr>
      <vt:lpstr>Helvetica</vt:lpstr>
      <vt:lpstr>Monaco</vt:lpstr>
      <vt:lpstr>ＭＳ Ｐゴシック</vt:lpstr>
      <vt:lpstr>Symbol</vt:lpstr>
      <vt:lpstr>Tahoma</vt:lpstr>
      <vt:lpstr>Times</vt:lpstr>
      <vt:lpstr>Wingdings 2</vt:lpstr>
      <vt:lpstr>Wingdings 3</vt:lpstr>
      <vt:lpstr>ヒラギノ角ゴ ProN W3</vt:lpstr>
      <vt:lpstr>ヒラギノ角ゴ ProN W6</vt:lpstr>
      <vt:lpstr>仿宋_GB2312</vt:lpstr>
      <vt:lpstr>华文新魏</vt:lpstr>
      <vt:lpstr>华文隶书</vt:lpstr>
      <vt:lpstr>宋体</vt:lpstr>
      <vt:lpstr>方正准圆简体</vt:lpstr>
      <vt:lpstr>方正粗圆简体</vt:lpstr>
      <vt:lpstr>楷体</vt:lpstr>
      <vt:lpstr>楷体_GB2312</vt:lpstr>
      <vt:lpstr>迷你简启体</vt:lpstr>
      <vt:lpstr>黑体</vt:lpstr>
      <vt:lpstr>Arial</vt:lpstr>
      <vt:lpstr>Times New Roman</vt:lpstr>
      <vt:lpstr>Wingdings</vt:lpstr>
      <vt:lpstr>Title and Content</vt:lpstr>
      <vt:lpstr>Title Only</vt:lpstr>
      <vt:lpstr>微机接口-单色</vt:lpstr>
      <vt:lpstr>公式</vt:lpstr>
      <vt:lpstr>VISIO</vt:lpstr>
      <vt:lpstr>第2章  运算方法和运算器a</vt:lpstr>
      <vt:lpstr>2.1 数据与文字的表示方法</vt:lpstr>
      <vt:lpstr>数据编码与表示</vt:lpstr>
      <vt:lpstr>无符号数和有符号数</vt:lpstr>
      <vt:lpstr>计算机中常用的数据表示格式</vt:lpstr>
      <vt:lpstr>定点数的表示方法</vt:lpstr>
      <vt:lpstr>数的机器码表示</vt:lpstr>
      <vt:lpstr>原码表示法（1）</vt:lpstr>
      <vt:lpstr>原码表示法（2）</vt:lpstr>
      <vt:lpstr>原码表示法（3）</vt:lpstr>
      <vt:lpstr>补码表示法</vt:lpstr>
      <vt:lpstr>补码表示法（1）</vt:lpstr>
      <vt:lpstr>补码表示法（2）</vt:lpstr>
      <vt:lpstr>补码表示法（3）</vt:lpstr>
      <vt:lpstr>反码表示法（1）</vt:lpstr>
      <vt:lpstr>反码表示法（2）</vt:lpstr>
      <vt:lpstr>反码表示法（3）</vt:lpstr>
      <vt:lpstr>反码表示法（4）</vt:lpstr>
      <vt:lpstr>移码表示法</vt:lpstr>
      <vt:lpstr>8位无符号数和有符号数的表示</vt:lpstr>
      <vt:lpstr>原码、反码、补码和移码比较（1）</vt:lpstr>
      <vt:lpstr>原码、反码、补码和移码比较（2）</vt:lpstr>
      <vt:lpstr>例1</vt:lpstr>
      <vt:lpstr>32位现代计算机中</vt:lpstr>
      <vt:lpstr>数据表示</vt:lpstr>
      <vt:lpstr>符号位扩展</vt:lpstr>
      <vt:lpstr>例2</vt:lpstr>
      <vt:lpstr>例3</vt:lpstr>
      <vt:lpstr>例4</vt:lpstr>
      <vt:lpstr>移位操作</vt:lpstr>
      <vt:lpstr>移位操作举例（1）</vt:lpstr>
      <vt:lpstr>移位操作举例（2）</vt:lpstr>
      <vt:lpstr>例</vt:lpstr>
      <vt:lpstr>浮点数的表示方法（1）</vt:lpstr>
      <vt:lpstr>浮点数的表示方法（2）</vt:lpstr>
      <vt:lpstr>浮点数的表示方法（4）</vt:lpstr>
      <vt:lpstr>原码、补码和反码的规格化数</vt:lpstr>
      <vt:lpstr>例2</vt:lpstr>
      <vt:lpstr>IEEE 754浮点数标准</vt:lpstr>
      <vt:lpstr>阶的移码表示</vt:lpstr>
      <vt:lpstr>小数字段Frac</vt:lpstr>
      <vt:lpstr>规格化数表示的数值范围（单精度）</vt:lpstr>
      <vt:lpstr>浮点数的二→十进制转换</vt:lpstr>
      <vt:lpstr>浮点数十→二进制转换（1）</vt:lpstr>
      <vt:lpstr>浮点数十→二进制转换（2）</vt:lpstr>
      <vt:lpstr>特殊的浮点数值</vt:lpstr>
      <vt:lpstr>非规格化数表示范围（单精度）</vt:lpstr>
      <vt:lpstr>浮点数表示的数值范围</vt:lpstr>
      <vt:lpstr>IEEE 754 32位浮点数 小结</vt:lpstr>
      <vt:lpstr>例3（1）　</vt:lpstr>
      <vt:lpstr>例3（2）　</vt:lpstr>
      <vt:lpstr>例4</vt:lpstr>
      <vt:lpstr>十进制数表示方法</vt:lpstr>
      <vt:lpstr>PowerPoint Presentation</vt:lpstr>
      <vt:lpstr>字符型数据的表示</vt:lpstr>
      <vt:lpstr>UNICODE编码</vt:lpstr>
      <vt:lpstr>例：UTF-8</vt:lpstr>
      <vt:lpstr>汉字编码</vt:lpstr>
      <vt:lpstr>汉字的表示方法（1）</vt:lpstr>
      <vt:lpstr>汉字的表示方法（2）</vt:lpstr>
      <vt:lpstr>汉字的表示方法（3）</vt:lpstr>
      <vt:lpstr>汉字的表示方法（4）</vt:lpstr>
      <vt:lpstr>汉字的表示方法（5）</vt:lpstr>
      <vt:lpstr>校验码</vt:lpstr>
      <vt:lpstr>奇偶校验码</vt:lpstr>
      <vt:lpstr>实例</vt:lpstr>
      <vt:lpstr>数据在存储器中的表示</vt:lpstr>
      <vt:lpstr>存储器中的字节序</vt:lpstr>
      <vt:lpstr>例   不同处理器存储整数的字节序      </vt:lpstr>
      <vt:lpstr>2.2 定点加法、减法运算</vt:lpstr>
      <vt:lpstr>加法与减法运算</vt:lpstr>
      <vt:lpstr>证明[x]补＋[y]补=[x+y]补（1）</vt:lpstr>
      <vt:lpstr>证明[x]补＋[y]补=[x+y]补（2）</vt:lpstr>
      <vt:lpstr>举例</vt:lpstr>
      <vt:lpstr>举例</vt:lpstr>
      <vt:lpstr>证明[x]补–[y]补= [x–y]补</vt:lpstr>
      <vt:lpstr>证明[–ｙ]补＝–[ｙ]补 </vt:lpstr>
      <vt:lpstr>[–y]补求补法则</vt:lpstr>
      <vt:lpstr>举例</vt:lpstr>
      <vt:lpstr>举例</vt:lpstr>
      <vt:lpstr>溢出概念</vt:lpstr>
      <vt:lpstr>实例</vt:lpstr>
      <vt:lpstr>检测方法</vt:lpstr>
      <vt:lpstr>1. 双符号位法（1）</vt:lpstr>
      <vt:lpstr>1. 双符号位法（2）</vt:lpstr>
      <vt:lpstr>举例</vt:lpstr>
      <vt:lpstr>2. 单符号位法</vt:lpstr>
      <vt:lpstr>1位全加器FA（1）</vt:lpstr>
      <vt:lpstr>1位全加器FA（2）</vt:lpstr>
      <vt:lpstr>PowerPoint Presentation</vt:lpstr>
      <vt:lpstr>n位行波进位的补码加法器</vt:lpstr>
      <vt:lpstr>n位行波进位加法器的时间延迟</vt:lpstr>
      <vt:lpstr>改进   分析进位链逻辑</vt:lpstr>
      <vt:lpstr>进位产生和传递函数</vt:lpstr>
      <vt:lpstr>4位先行进位部件CLA</vt:lpstr>
      <vt:lpstr>16位单级分组先行进位并行加法器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计算机组成原理</dc:title>
  <dc:creator>Markus Pueschel</dc:creator>
  <cp:lastModifiedBy>易 秋萍</cp:lastModifiedBy>
  <cp:revision>183</cp:revision>
  <cp:lastPrinted>2019-09-24T06:12:13Z</cp:lastPrinted>
  <dcterms:created xsi:type="dcterms:W3CDTF">2012-09-06T15:16:51Z</dcterms:created>
  <dcterms:modified xsi:type="dcterms:W3CDTF">2021-03-01T19:10:32Z</dcterms:modified>
</cp:coreProperties>
</file>