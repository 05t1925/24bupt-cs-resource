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3651" r:id="rId2"/>
    <p:sldMasterId id="2147483699" r:id="rId3"/>
  </p:sldMasterIdLst>
  <p:notesMasterIdLst>
    <p:notesMasterId r:id="rId76"/>
  </p:notesMasterIdLst>
  <p:handoutMasterIdLst>
    <p:handoutMasterId r:id="rId77"/>
  </p:handoutMasterIdLst>
  <p:sldIdLst>
    <p:sldId id="497" r:id="rId4"/>
    <p:sldId id="257" r:id="rId5"/>
    <p:sldId id="498" r:id="rId6"/>
    <p:sldId id="376" r:id="rId7"/>
    <p:sldId id="377" r:id="rId8"/>
    <p:sldId id="378" r:id="rId9"/>
    <p:sldId id="328" r:id="rId10"/>
    <p:sldId id="329" r:id="rId11"/>
    <p:sldId id="499" r:id="rId12"/>
    <p:sldId id="367" r:id="rId13"/>
    <p:sldId id="331" r:id="rId14"/>
    <p:sldId id="332" r:id="rId15"/>
    <p:sldId id="333" r:id="rId16"/>
    <p:sldId id="334" r:id="rId17"/>
    <p:sldId id="335" r:id="rId18"/>
    <p:sldId id="365" r:id="rId19"/>
    <p:sldId id="366" r:id="rId20"/>
    <p:sldId id="363" r:id="rId21"/>
    <p:sldId id="337" r:id="rId22"/>
    <p:sldId id="368" r:id="rId23"/>
    <p:sldId id="319" r:id="rId24"/>
    <p:sldId id="339" r:id="rId25"/>
    <p:sldId id="340" r:id="rId26"/>
    <p:sldId id="369" r:id="rId27"/>
    <p:sldId id="370" r:id="rId28"/>
    <p:sldId id="371" r:id="rId29"/>
    <p:sldId id="372" r:id="rId30"/>
    <p:sldId id="373" r:id="rId31"/>
    <p:sldId id="374" r:id="rId32"/>
    <p:sldId id="347" r:id="rId33"/>
    <p:sldId id="348" r:id="rId34"/>
    <p:sldId id="500" r:id="rId35"/>
    <p:sldId id="403" r:id="rId36"/>
    <p:sldId id="350" r:id="rId37"/>
    <p:sldId id="351" r:id="rId38"/>
    <p:sldId id="379" r:id="rId39"/>
    <p:sldId id="394" r:id="rId40"/>
    <p:sldId id="395" r:id="rId41"/>
    <p:sldId id="396" r:id="rId42"/>
    <p:sldId id="397" r:id="rId43"/>
    <p:sldId id="398" r:id="rId44"/>
    <p:sldId id="399" r:id="rId45"/>
    <p:sldId id="400" r:id="rId46"/>
    <p:sldId id="401" r:id="rId47"/>
    <p:sldId id="402" r:id="rId48"/>
    <p:sldId id="501" r:id="rId49"/>
    <p:sldId id="354" r:id="rId50"/>
    <p:sldId id="502" r:id="rId51"/>
    <p:sldId id="383" r:id="rId52"/>
    <p:sldId id="355" r:id="rId53"/>
    <p:sldId id="382" r:id="rId54"/>
    <p:sldId id="356" r:id="rId55"/>
    <p:sldId id="357" r:id="rId56"/>
    <p:sldId id="358" r:id="rId57"/>
    <p:sldId id="359" r:id="rId58"/>
    <p:sldId id="360" r:id="rId59"/>
    <p:sldId id="503" r:id="rId60"/>
    <p:sldId id="261" r:id="rId61"/>
    <p:sldId id="314" r:id="rId62"/>
    <p:sldId id="262" r:id="rId63"/>
    <p:sldId id="263" r:id="rId64"/>
    <p:sldId id="264" r:id="rId65"/>
    <p:sldId id="324" r:id="rId66"/>
    <p:sldId id="268" r:id="rId67"/>
    <p:sldId id="313" r:id="rId68"/>
    <p:sldId id="322" r:id="rId69"/>
    <p:sldId id="404" r:id="rId70"/>
    <p:sldId id="270" r:id="rId71"/>
    <p:sldId id="266" r:id="rId72"/>
    <p:sldId id="321" r:id="rId73"/>
    <p:sldId id="325" r:id="rId74"/>
    <p:sldId id="391" r:id="rId75"/>
  </p:sldIdLst>
  <p:sldSz cx="9144000" cy="6858000" type="screen4x3"/>
  <p:notesSz cx="7104063" cy="10234613"/>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9144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648">
          <p15:clr>
            <a:srgbClr val="A4A3A4"/>
          </p15:clr>
        </p15:guide>
        <p15:guide id="2" pos="2784">
          <p15:clr>
            <a:srgbClr val="A4A3A4"/>
          </p15:clr>
        </p15:guide>
        <p15:guide id="3" pos="4128">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frameSlides="1"/>
  <p:clrMru>
    <a:srgbClr val="00F7F7"/>
    <a:srgbClr val="339933"/>
    <a:srgbClr val="3333CC"/>
    <a:srgbClr val="006600"/>
    <a:srgbClr val="000066"/>
    <a:srgbClr val="0033CC"/>
    <a:srgbClr val="3333FF"/>
    <a:srgbClr val="3366FF"/>
    <a:srgbClr val="003399"/>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96574" autoAdjust="0"/>
  </p:normalViewPr>
  <p:slideViewPr>
    <p:cSldViewPr>
      <p:cViewPr varScale="1">
        <p:scale>
          <a:sx n="106" d="100"/>
          <a:sy n="106" d="100"/>
        </p:scale>
        <p:origin x="1878" y="108"/>
      </p:cViewPr>
      <p:guideLst>
        <p:guide orient="horz" pos="3648"/>
        <p:guide pos="2784"/>
        <p:guide pos="4128"/>
      </p:guideLst>
    </p:cSldViewPr>
  </p:slideViewPr>
  <p:notesTextViewPr>
    <p:cViewPr>
      <p:scale>
        <a:sx n="100" d="100"/>
        <a:sy n="100" d="100"/>
      </p:scale>
      <p:origin x="0" y="0"/>
    </p:cViewPr>
  </p:notesTextViewPr>
  <p:sorterViewPr>
    <p:cViewPr>
      <p:scale>
        <a:sx n="136" d="100"/>
        <a:sy n="136" d="100"/>
      </p:scale>
      <p:origin x="0" y="-21804"/>
    </p:cViewPr>
  </p:sorterViewPr>
  <p:notesViewPr>
    <p:cSldViewPr>
      <p:cViewPr varScale="1">
        <p:scale>
          <a:sx n="148" d="100"/>
          <a:sy n="148" d="100"/>
        </p:scale>
        <p:origin x="-1925" y="-77"/>
      </p:cViewPr>
      <p:guideLst>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viewProps" Target="viewProps.xml"/><Relationship Id="rId5" Type="http://schemas.openxmlformats.org/officeDocument/2006/relationships/slide" Target="slides/slide2.xml"/><Relationship Id="rId61" Type="http://schemas.openxmlformats.org/officeDocument/2006/relationships/slide" Target="slides/slide58.xml"/><Relationship Id="rId82" Type="http://schemas.microsoft.com/office/2016/11/relationships/changesInfo" Target="changesInfos/changesInfo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 frank" userId="f416cd28ba4d9309" providerId="LiveId" clId="{24BDBE35-5E08-4570-B997-53A99398ACF9}"/>
    <pc:docChg chg="undo addSld delSld modSld">
      <pc:chgData name="zh frank" userId="f416cd28ba4d9309" providerId="LiveId" clId="{24BDBE35-5E08-4570-B997-53A99398ACF9}" dt="2020-02-12T06:12:44.144" v="89" actId="2696"/>
      <pc:docMkLst>
        <pc:docMk/>
      </pc:docMkLst>
      <pc:sldChg chg="modSp">
        <pc:chgData name="zh frank" userId="f416cd28ba4d9309" providerId="LiveId" clId="{24BDBE35-5E08-4570-B997-53A99398ACF9}" dt="2020-02-12T05:01:12.882" v="20" actId="1076"/>
        <pc:sldMkLst>
          <pc:docMk/>
          <pc:sldMk cId="0" sldId="262"/>
        </pc:sldMkLst>
        <pc:spChg chg="mod">
          <ac:chgData name="zh frank" userId="f416cd28ba4d9309" providerId="LiveId" clId="{24BDBE35-5E08-4570-B997-53A99398ACF9}" dt="2020-02-12T05:01:08.138" v="19" actId="20577"/>
          <ac:spMkLst>
            <pc:docMk/>
            <pc:sldMk cId="0" sldId="262"/>
            <ac:spMk id="74755" creationId="{B2F6370B-DA75-4C3B-B7F3-AF95395D5358}"/>
          </ac:spMkLst>
        </pc:spChg>
        <pc:picChg chg="mod">
          <ac:chgData name="zh frank" userId="f416cd28ba4d9309" providerId="LiveId" clId="{24BDBE35-5E08-4570-B997-53A99398ACF9}" dt="2020-02-12T05:01:12.882" v="20" actId="1076"/>
          <ac:picMkLst>
            <pc:docMk/>
            <pc:sldMk cId="0" sldId="262"/>
            <ac:picMk id="74757" creationId="{003923F9-A447-4EF7-A495-1AC0BCE54585}"/>
          </ac:picMkLst>
        </pc:picChg>
      </pc:sldChg>
      <pc:sldChg chg="modSp">
        <pc:chgData name="zh frank" userId="f416cd28ba4d9309" providerId="LiveId" clId="{24BDBE35-5E08-4570-B997-53A99398ACF9}" dt="2020-02-12T05:05:25.561" v="63" actId="14100"/>
        <pc:sldMkLst>
          <pc:docMk/>
          <pc:sldMk cId="0" sldId="270"/>
        </pc:sldMkLst>
        <pc:spChg chg="mod">
          <ac:chgData name="zh frank" userId="f416cd28ba4d9309" providerId="LiveId" clId="{24BDBE35-5E08-4570-B997-53A99398ACF9}" dt="2020-02-12T05:05:25.561" v="63" actId="14100"/>
          <ac:spMkLst>
            <pc:docMk/>
            <pc:sldMk cId="0" sldId="270"/>
            <ac:spMk id="86019" creationId="{F18DA0D5-8EAD-4360-B7E1-F441463E6846}"/>
          </ac:spMkLst>
        </pc:spChg>
      </pc:sldChg>
      <pc:sldChg chg="del">
        <pc:chgData name="zh frank" userId="f416cd28ba4d9309" providerId="LiveId" clId="{24BDBE35-5E08-4570-B997-53A99398ACF9}" dt="2020-02-12T06:12:23.901" v="86" actId="2696"/>
        <pc:sldMkLst>
          <pc:docMk/>
          <pc:sldMk cId="0" sldId="310"/>
        </pc:sldMkLst>
      </pc:sldChg>
      <pc:sldChg chg="modSp">
        <pc:chgData name="zh frank" userId="f416cd28ba4d9309" providerId="LiveId" clId="{24BDBE35-5E08-4570-B997-53A99398ACF9}" dt="2020-02-12T05:03:44.703" v="50" actId="14100"/>
        <pc:sldMkLst>
          <pc:docMk/>
          <pc:sldMk cId="0" sldId="313"/>
        </pc:sldMkLst>
        <pc:spChg chg="mod">
          <ac:chgData name="zh frank" userId="f416cd28ba4d9309" providerId="LiveId" clId="{24BDBE35-5E08-4570-B997-53A99398ACF9}" dt="2020-02-12T05:01:35.152" v="21" actId="2711"/>
          <ac:spMkLst>
            <pc:docMk/>
            <pc:sldMk cId="0" sldId="313"/>
            <ac:spMk id="81924" creationId="{2C28C973-EF58-4847-A44A-AE423480114C}"/>
          </ac:spMkLst>
        </pc:spChg>
        <pc:spChg chg="mod">
          <ac:chgData name="zh frank" userId="f416cd28ba4d9309" providerId="LiveId" clId="{24BDBE35-5E08-4570-B997-53A99398ACF9}" dt="2020-02-12T05:02:27.577" v="27" actId="692"/>
          <ac:spMkLst>
            <pc:docMk/>
            <pc:sldMk cId="0" sldId="313"/>
            <ac:spMk id="81925" creationId="{86447D35-095B-403D-98DF-FA9EC926E68C}"/>
          </ac:spMkLst>
        </pc:spChg>
        <pc:spChg chg="mod">
          <ac:chgData name="zh frank" userId="f416cd28ba4d9309" providerId="LiveId" clId="{24BDBE35-5E08-4570-B997-53A99398ACF9}" dt="2020-02-12T05:02:27.577" v="27" actId="692"/>
          <ac:spMkLst>
            <pc:docMk/>
            <pc:sldMk cId="0" sldId="313"/>
            <ac:spMk id="81926" creationId="{146F7E64-DA00-4461-A8ED-C236C908721A}"/>
          </ac:spMkLst>
        </pc:spChg>
        <pc:spChg chg="mod">
          <ac:chgData name="zh frank" userId="f416cd28ba4d9309" providerId="LiveId" clId="{24BDBE35-5E08-4570-B997-53A99398ACF9}" dt="2020-02-12T05:02:27.577" v="27" actId="692"/>
          <ac:spMkLst>
            <pc:docMk/>
            <pc:sldMk cId="0" sldId="313"/>
            <ac:spMk id="81927" creationId="{9AF53989-18A0-486C-8E82-8298D9FEA05E}"/>
          </ac:spMkLst>
        </pc:spChg>
        <pc:spChg chg="mod">
          <ac:chgData name="zh frank" userId="f416cd28ba4d9309" providerId="LiveId" clId="{24BDBE35-5E08-4570-B997-53A99398ACF9}" dt="2020-02-12T05:02:27.577" v="27" actId="692"/>
          <ac:spMkLst>
            <pc:docMk/>
            <pc:sldMk cId="0" sldId="313"/>
            <ac:spMk id="81928" creationId="{DFA090D7-2865-42A1-BE7E-B814B57D0214}"/>
          </ac:spMkLst>
        </pc:spChg>
        <pc:spChg chg="mod">
          <ac:chgData name="zh frank" userId="f416cd28ba4d9309" providerId="LiveId" clId="{24BDBE35-5E08-4570-B997-53A99398ACF9}" dt="2020-02-12T05:02:27.577" v="27" actId="692"/>
          <ac:spMkLst>
            <pc:docMk/>
            <pc:sldMk cId="0" sldId="313"/>
            <ac:spMk id="81929" creationId="{BB8F848A-78CD-4415-B33F-42637BC05B21}"/>
          </ac:spMkLst>
        </pc:spChg>
        <pc:spChg chg="mod">
          <ac:chgData name="zh frank" userId="f416cd28ba4d9309" providerId="LiveId" clId="{24BDBE35-5E08-4570-B997-53A99398ACF9}" dt="2020-02-12T05:02:27.577" v="27" actId="692"/>
          <ac:spMkLst>
            <pc:docMk/>
            <pc:sldMk cId="0" sldId="313"/>
            <ac:spMk id="81930" creationId="{534C91C9-097E-4F0A-A1CE-E348B3BAD1F2}"/>
          </ac:spMkLst>
        </pc:spChg>
        <pc:spChg chg="mod">
          <ac:chgData name="zh frank" userId="f416cd28ba4d9309" providerId="LiveId" clId="{24BDBE35-5E08-4570-B997-53A99398ACF9}" dt="2020-02-12T05:02:27.577" v="27" actId="692"/>
          <ac:spMkLst>
            <pc:docMk/>
            <pc:sldMk cId="0" sldId="313"/>
            <ac:spMk id="81931" creationId="{7BDBEA7C-5838-43C9-8D4A-95C93D40DB13}"/>
          </ac:spMkLst>
        </pc:spChg>
        <pc:spChg chg="mod">
          <ac:chgData name="zh frank" userId="f416cd28ba4d9309" providerId="LiveId" clId="{24BDBE35-5E08-4570-B997-53A99398ACF9}" dt="2020-02-12T05:02:27.577" v="27" actId="692"/>
          <ac:spMkLst>
            <pc:docMk/>
            <pc:sldMk cId="0" sldId="313"/>
            <ac:spMk id="81932" creationId="{BD245061-664E-4B65-A93F-E4EB2139D3B3}"/>
          </ac:spMkLst>
        </pc:spChg>
        <pc:spChg chg="mod">
          <ac:chgData name="zh frank" userId="f416cd28ba4d9309" providerId="LiveId" clId="{24BDBE35-5E08-4570-B997-53A99398ACF9}" dt="2020-02-12T05:02:27.577" v="27" actId="692"/>
          <ac:spMkLst>
            <pc:docMk/>
            <pc:sldMk cId="0" sldId="313"/>
            <ac:spMk id="81933" creationId="{36D0F187-78C9-46D2-A9FE-BF1219351E0D}"/>
          </ac:spMkLst>
        </pc:spChg>
        <pc:spChg chg="mod">
          <ac:chgData name="zh frank" userId="f416cd28ba4d9309" providerId="LiveId" clId="{24BDBE35-5E08-4570-B997-53A99398ACF9}" dt="2020-02-12T05:03:35.994" v="48" actId="1076"/>
          <ac:spMkLst>
            <pc:docMk/>
            <pc:sldMk cId="0" sldId="313"/>
            <ac:spMk id="81934" creationId="{A2C975D8-4F49-46A5-8DC1-AEDAF8F30125}"/>
          </ac:spMkLst>
        </pc:spChg>
        <pc:spChg chg="mod">
          <ac:chgData name="zh frank" userId="f416cd28ba4d9309" providerId="LiveId" clId="{24BDBE35-5E08-4570-B997-53A99398ACF9}" dt="2020-02-12T05:02:27.577" v="27" actId="692"/>
          <ac:spMkLst>
            <pc:docMk/>
            <pc:sldMk cId="0" sldId="313"/>
            <ac:spMk id="81935" creationId="{4A7CFA67-16F0-4B5A-A1AF-202C830EBB1B}"/>
          </ac:spMkLst>
        </pc:spChg>
        <pc:spChg chg="mod">
          <ac:chgData name="zh frank" userId="f416cd28ba4d9309" providerId="LiveId" clId="{24BDBE35-5E08-4570-B997-53A99398ACF9}" dt="2020-02-12T05:02:27.577" v="27" actId="692"/>
          <ac:spMkLst>
            <pc:docMk/>
            <pc:sldMk cId="0" sldId="313"/>
            <ac:spMk id="81936" creationId="{6E98F9AB-E5AB-418C-8813-16B2DCA63CD0}"/>
          </ac:spMkLst>
        </pc:spChg>
        <pc:spChg chg="mod">
          <ac:chgData name="zh frank" userId="f416cd28ba4d9309" providerId="LiveId" clId="{24BDBE35-5E08-4570-B997-53A99398ACF9}" dt="2020-02-12T05:01:35.152" v="21" actId="2711"/>
          <ac:spMkLst>
            <pc:docMk/>
            <pc:sldMk cId="0" sldId="313"/>
            <ac:spMk id="81937" creationId="{2CA084CA-5530-4DA4-B0D3-DB384AB0CC29}"/>
          </ac:spMkLst>
        </pc:spChg>
        <pc:spChg chg="mod">
          <ac:chgData name="zh frank" userId="f416cd28ba4d9309" providerId="LiveId" clId="{24BDBE35-5E08-4570-B997-53A99398ACF9}" dt="2020-02-12T05:01:35.152" v="21" actId="2711"/>
          <ac:spMkLst>
            <pc:docMk/>
            <pc:sldMk cId="0" sldId="313"/>
            <ac:spMk id="81938" creationId="{09BF1989-8A6E-468E-9380-6036AF43A50C}"/>
          </ac:spMkLst>
        </pc:spChg>
        <pc:spChg chg="mod">
          <ac:chgData name="zh frank" userId="f416cd28ba4d9309" providerId="LiveId" clId="{24BDBE35-5E08-4570-B997-53A99398ACF9}" dt="2020-02-12T05:01:35.152" v="21" actId="2711"/>
          <ac:spMkLst>
            <pc:docMk/>
            <pc:sldMk cId="0" sldId="313"/>
            <ac:spMk id="81939" creationId="{8A52E7D3-0D62-4A40-AA4C-6262EC11F2F5}"/>
          </ac:spMkLst>
        </pc:spChg>
        <pc:spChg chg="mod">
          <ac:chgData name="zh frank" userId="f416cd28ba4d9309" providerId="LiveId" clId="{24BDBE35-5E08-4570-B997-53A99398ACF9}" dt="2020-02-12T05:01:35.152" v="21" actId="2711"/>
          <ac:spMkLst>
            <pc:docMk/>
            <pc:sldMk cId="0" sldId="313"/>
            <ac:spMk id="81940" creationId="{EAC5D71B-A38F-4543-B170-B132E6F000B6}"/>
          </ac:spMkLst>
        </pc:spChg>
        <pc:spChg chg="mod">
          <ac:chgData name="zh frank" userId="f416cd28ba4d9309" providerId="LiveId" clId="{24BDBE35-5E08-4570-B997-53A99398ACF9}" dt="2020-02-12T05:01:35.152" v="21" actId="2711"/>
          <ac:spMkLst>
            <pc:docMk/>
            <pc:sldMk cId="0" sldId="313"/>
            <ac:spMk id="81941" creationId="{8836DD6A-FF04-41C2-82DF-0BD9C909EB62}"/>
          </ac:spMkLst>
        </pc:spChg>
        <pc:spChg chg="mod">
          <ac:chgData name="zh frank" userId="f416cd28ba4d9309" providerId="LiveId" clId="{24BDBE35-5E08-4570-B997-53A99398ACF9}" dt="2020-02-12T05:01:35.152" v="21" actId="2711"/>
          <ac:spMkLst>
            <pc:docMk/>
            <pc:sldMk cId="0" sldId="313"/>
            <ac:spMk id="81942" creationId="{3EF1BC41-6634-49E0-8FDA-62B123B09FD5}"/>
          </ac:spMkLst>
        </pc:spChg>
        <pc:spChg chg="mod">
          <ac:chgData name="zh frank" userId="f416cd28ba4d9309" providerId="LiveId" clId="{24BDBE35-5E08-4570-B997-53A99398ACF9}" dt="2020-02-12T05:01:35.152" v="21" actId="2711"/>
          <ac:spMkLst>
            <pc:docMk/>
            <pc:sldMk cId="0" sldId="313"/>
            <ac:spMk id="81943" creationId="{C5FC0831-F40D-4394-859E-001FC2AAE8A4}"/>
          </ac:spMkLst>
        </pc:spChg>
        <pc:spChg chg="mod">
          <ac:chgData name="zh frank" userId="f416cd28ba4d9309" providerId="LiveId" clId="{24BDBE35-5E08-4570-B997-53A99398ACF9}" dt="2020-02-12T05:01:35.152" v="21" actId="2711"/>
          <ac:spMkLst>
            <pc:docMk/>
            <pc:sldMk cId="0" sldId="313"/>
            <ac:spMk id="81944" creationId="{74EE6344-8E80-43EE-9D2A-A676A4212A2B}"/>
          </ac:spMkLst>
        </pc:spChg>
        <pc:spChg chg="mod">
          <ac:chgData name="zh frank" userId="f416cd28ba4d9309" providerId="LiveId" clId="{24BDBE35-5E08-4570-B997-53A99398ACF9}" dt="2020-02-12T05:01:35.152" v="21" actId="2711"/>
          <ac:spMkLst>
            <pc:docMk/>
            <pc:sldMk cId="0" sldId="313"/>
            <ac:spMk id="81945" creationId="{A890AAF9-BA9D-4F30-BEA5-31416AA5C907}"/>
          </ac:spMkLst>
        </pc:spChg>
        <pc:spChg chg="mod">
          <ac:chgData name="zh frank" userId="f416cd28ba4d9309" providerId="LiveId" clId="{24BDBE35-5E08-4570-B997-53A99398ACF9}" dt="2020-02-12T05:01:35.152" v="21" actId="2711"/>
          <ac:spMkLst>
            <pc:docMk/>
            <pc:sldMk cId="0" sldId="313"/>
            <ac:spMk id="81946" creationId="{2FD159BF-A1FE-4738-B7E1-6CBFBEFF49B5}"/>
          </ac:spMkLst>
        </pc:spChg>
        <pc:spChg chg="mod">
          <ac:chgData name="zh frank" userId="f416cd28ba4d9309" providerId="LiveId" clId="{24BDBE35-5E08-4570-B997-53A99398ACF9}" dt="2020-02-12T05:01:35.152" v="21" actId="2711"/>
          <ac:spMkLst>
            <pc:docMk/>
            <pc:sldMk cId="0" sldId="313"/>
            <ac:spMk id="81947" creationId="{1925426B-1A53-4FA3-9B51-C8575A0B4544}"/>
          </ac:spMkLst>
        </pc:spChg>
        <pc:spChg chg="mod">
          <ac:chgData name="zh frank" userId="f416cd28ba4d9309" providerId="LiveId" clId="{24BDBE35-5E08-4570-B997-53A99398ACF9}" dt="2020-02-12T05:02:27.577" v="27" actId="692"/>
          <ac:spMkLst>
            <pc:docMk/>
            <pc:sldMk cId="0" sldId="313"/>
            <ac:spMk id="81948" creationId="{5091AD8B-A6BF-4D89-BF6E-62235A2FC1E6}"/>
          </ac:spMkLst>
        </pc:spChg>
        <pc:spChg chg="mod">
          <ac:chgData name="zh frank" userId="f416cd28ba4d9309" providerId="LiveId" clId="{24BDBE35-5E08-4570-B997-53A99398ACF9}" dt="2020-02-12T05:02:27.577" v="27" actId="692"/>
          <ac:spMkLst>
            <pc:docMk/>
            <pc:sldMk cId="0" sldId="313"/>
            <ac:spMk id="81949" creationId="{1A611CC0-149B-484E-9EB3-9B4A7B37B69F}"/>
          </ac:spMkLst>
        </pc:spChg>
        <pc:spChg chg="mod">
          <ac:chgData name="zh frank" userId="f416cd28ba4d9309" providerId="LiveId" clId="{24BDBE35-5E08-4570-B997-53A99398ACF9}" dt="2020-02-12T05:01:35.152" v="21" actId="2711"/>
          <ac:spMkLst>
            <pc:docMk/>
            <pc:sldMk cId="0" sldId="313"/>
            <ac:spMk id="81950" creationId="{6AB07618-D081-471D-B936-B0C0783D0E6D}"/>
          </ac:spMkLst>
        </pc:spChg>
        <pc:spChg chg="mod">
          <ac:chgData name="zh frank" userId="f416cd28ba4d9309" providerId="LiveId" clId="{24BDBE35-5E08-4570-B997-53A99398ACF9}" dt="2020-02-12T05:01:35.152" v="21" actId="2711"/>
          <ac:spMkLst>
            <pc:docMk/>
            <pc:sldMk cId="0" sldId="313"/>
            <ac:spMk id="81951" creationId="{AD015A7E-0B3E-46F0-9BB5-727CD423D17C}"/>
          </ac:spMkLst>
        </pc:spChg>
        <pc:spChg chg="mod">
          <ac:chgData name="zh frank" userId="f416cd28ba4d9309" providerId="LiveId" clId="{24BDBE35-5E08-4570-B997-53A99398ACF9}" dt="2020-02-12T05:01:35.152" v="21" actId="2711"/>
          <ac:spMkLst>
            <pc:docMk/>
            <pc:sldMk cId="0" sldId="313"/>
            <ac:spMk id="81952" creationId="{16385F93-DC33-42D6-9A35-40C96BA95854}"/>
          </ac:spMkLst>
        </pc:spChg>
        <pc:spChg chg="mod">
          <ac:chgData name="zh frank" userId="f416cd28ba4d9309" providerId="LiveId" clId="{24BDBE35-5E08-4570-B997-53A99398ACF9}" dt="2020-02-12T05:01:35.152" v="21" actId="2711"/>
          <ac:spMkLst>
            <pc:docMk/>
            <pc:sldMk cId="0" sldId="313"/>
            <ac:spMk id="81953" creationId="{6969E8D2-E953-4F4E-95EB-E01F9D007FEA}"/>
          </ac:spMkLst>
        </pc:spChg>
        <pc:spChg chg="mod">
          <ac:chgData name="zh frank" userId="f416cd28ba4d9309" providerId="LiveId" clId="{24BDBE35-5E08-4570-B997-53A99398ACF9}" dt="2020-02-12T05:01:35.152" v="21" actId="2711"/>
          <ac:spMkLst>
            <pc:docMk/>
            <pc:sldMk cId="0" sldId="313"/>
            <ac:spMk id="81954" creationId="{0745BC68-8325-415D-A9EA-E799E2F94D70}"/>
          </ac:spMkLst>
        </pc:spChg>
        <pc:spChg chg="mod">
          <ac:chgData name="zh frank" userId="f416cd28ba4d9309" providerId="LiveId" clId="{24BDBE35-5E08-4570-B997-53A99398ACF9}" dt="2020-02-12T05:01:35.152" v="21" actId="2711"/>
          <ac:spMkLst>
            <pc:docMk/>
            <pc:sldMk cId="0" sldId="313"/>
            <ac:spMk id="81955" creationId="{04640774-9AB4-4694-BB82-663DE933D1A4}"/>
          </ac:spMkLst>
        </pc:spChg>
        <pc:spChg chg="mod">
          <ac:chgData name="zh frank" userId="f416cd28ba4d9309" providerId="LiveId" clId="{24BDBE35-5E08-4570-B997-53A99398ACF9}" dt="2020-02-12T05:01:35.152" v="21" actId="2711"/>
          <ac:spMkLst>
            <pc:docMk/>
            <pc:sldMk cId="0" sldId="313"/>
            <ac:spMk id="81956" creationId="{B9BF253E-A446-4498-BA27-A5FC2973658C}"/>
          </ac:spMkLst>
        </pc:spChg>
        <pc:spChg chg="mod">
          <ac:chgData name="zh frank" userId="f416cd28ba4d9309" providerId="LiveId" clId="{24BDBE35-5E08-4570-B997-53A99398ACF9}" dt="2020-02-12T05:01:35.152" v="21" actId="2711"/>
          <ac:spMkLst>
            <pc:docMk/>
            <pc:sldMk cId="0" sldId="313"/>
            <ac:spMk id="81957" creationId="{9CAC19E2-9971-4292-B2EA-6AD22D1E1C5A}"/>
          </ac:spMkLst>
        </pc:spChg>
        <pc:spChg chg="mod">
          <ac:chgData name="zh frank" userId="f416cd28ba4d9309" providerId="LiveId" clId="{24BDBE35-5E08-4570-B997-53A99398ACF9}" dt="2020-02-12T05:01:35.152" v="21" actId="2711"/>
          <ac:spMkLst>
            <pc:docMk/>
            <pc:sldMk cId="0" sldId="313"/>
            <ac:spMk id="81958" creationId="{AA4CCBEA-7074-4572-9EDE-8032F2D1A3D7}"/>
          </ac:spMkLst>
        </pc:spChg>
        <pc:spChg chg="mod">
          <ac:chgData name="zh frank" userId="f416cd28ba4d9309" providerId="LiveId" clId="{24BDBE35-5E08-4570-B997-53A99398ACF9}" dt="2020-02-12T05:01:35.152" v="21" actId="2711"/>
          <ac:spMkLst>
            <pc:docMk/>
            <pc:sldMk cId="0" sldId="313"/>
            <ac:spMk id="81959" creationId="{B35A59B2-E879-4221-95C8-BD55A47BEEEB}"/>
          </ac:spMkLst>
        </pc:spChg>
        <pc:spChg chg="mod">
          <ac:chgData name="zh frank" userId="f416cd28ba4d9309" providerId="LiveId" clId="{24BDBE35-5E08-4570-B997-53A99398ACF9}" dt="2020-02-12T05:01:35.152" v="21" actId="2711"/>
          <ac:spMkLst>
            <pc:docMk/>
            <pc:sldMk cId="0" sldId="313"/>
            <ac:spMk id="81960" creationId="{EF275C5D-8924-47A5-A54D-B5E90247CCB8}"/>
          </ac:spMkLst>
        </pc:spChg>
        <pc:spChg chg="mod">
          <ac:chgData name="zh frank" userId="f416cd28ba4d9309" providerId="LiveId" clId="{24BDBE35-5E08-4570-B997-53A99398ACF9}" dt="2020-02-12T05:01:35.152" v="21" actId="2711"/>
          <ac:spMkLst>
            <pc:docMk/>
            <pc:sldMk cId="0" sldId="313"/>
            <ac:spMk id="81961" creationId="{C91CE261-B547-4E27-939C-D4543DDC5C53}"/>
          </ac:spMkLst>
        </pc:spChg>
        <pc:spChg chg="mod">
          <ac:chgData name="zh frank" userId="f416cd28ba4d9309" providerId="LiveId" clId="{24BDBE35-5E08-4570-B997-53A99398ACF9}" dt="2020-02-12T05:01:35.152" v="21" actId="2711"/>
          <ac:spMkLst>
            <pc:docMk/>
            <pc:sldMk cId="0" sldId="313"/>
            <ac:spMk id="81962" creationId="{6E8DD2CD-6A5E-4FCD-946B-D1F287097A35}"/>
          </ac:spMkLst>
        </pc:spChg>
        <pc:spChg chg="mod">
          <ac:chgData name="zh frank" userId="f416cd28ba4d9309" providerId="LiveId" clId="{24BDBE35-5E08-4570-B997-53A99398ACF9}" dt="2020-02-12T05:01:35.152" v="21" actId="2711"/>
          <ac:spMkLst>
            <pc:docMk/>
            <pc:sldMk cId="0" sldId="313"/>
            <ac:spMk id="81963" creationId="{F3ED75C4-F85C-418D-BB29-AEA465F54C76}"/>
          </ac:spMkLst>
        </pc:spChg>
        <pc:spChg chg="mod">
          <ac:chgData name="zh frank" userId="f416cd28ba4d9309" providerId="LiveId" clId="{24BDBE35-5E08-4570-B997-53A99398ACF9}" dt="2020-02-12T05:01:35.152" v="21" actId="2711"/>
          <ac:spMkLst>
            <pc:docMk/>
            <pc:sldMk cId="0" sldId="313"/>
            <ac:spMk id="81964" creationId="{5D5EB656-BDB7-4E9F-AB24-13E33D6A8123}"/>
          </ac:spMkLst>
        </pc:spChg>
        <pc:spChg chg="mod">
          <ac:chgData name="zh frank" userId="f416cd28ba4d9309" providerId="LiveId" clId="{24BDBE35-5E08-4570-B997-53A99398ACF9}" dt="2020-02-12T05:01:35.152" v="21" actId="2711"/>
          <ac:spMkLst>
            <pc:docMk/>
            <pc:sldMk cId="0" sldId="313"/>
            <ac:spMk id="81965" creationId="{1C29DF89-3FE4-4390-91F4-F3115FD16E88}"/>
          </ac:spMkLst>
        </pc:spChg>
        <pc:spChg chg="mod">
          <ac:chgData name="zh frank" userId="f416cd28ba4d9309" providerId="LiveId" clId="{24BDBE35-5E08-4570-B997-53A99398ACF9}" dt="2020-02-12T05:01:35.152" v="21" actId="2711"/>
          <ac:spMkLst>
            <pc:docMk/>
            <pc:sldMk cId="0" sldId="313"/>
            <ac:spMk id="81966" creationId="{D3AA7C79-66E0-406A-9732-B60647A68EAE}"/>
          </ac:spMkLst>
        </pc:spChg>
        <pc:spChg chg="mod">
          <ac:chgData name="zh frank" userId="f416cd28ba4d9309" providerId="LiveId" clId="{24BDBE35-5E08-4570-B997-53A99398ACF9}" dt="2020-02-12T05:01:35.152" v="21" actId="2711"/>
          <ac:spMkLst>
            <pc:docMk/>
            <pc:sldMk cId="0" sldId="313"/>
            <ac:spMk id="81967" creationId="{550E96A9-660D-4D5A-9979-456FFC32ED02}"/>
          </ac:spMkLst>
        </pc:spChg>
        <pc:spChg chg="mod">
          <ac:chgData name="zh frank" userId="f416cd28ba4d9309" providerId="LiveId" clId="{24BDBE35-5E08-4570-B997-53A99398ACF9}" dt="2020-02-12T05:01:35.152" v="21" actId="2711"/>
          <ac:spMkLst>
            <pc:docMk/>
            <pc:sldMk cId="0" sldId="313"/>
            <ac:spMk id="81968" creationId="{6F25304B-7794-4276-9511-2AE68B759123}"/>
          </ac:spMkLst>
        </pc:spChg>
        <pc:spChg chg="mod">
          <ac:chgData name="zh frank" userId="f416cd28ba4d9309" providerId="LiveId" clId="{24BDBE35-5E08-4570-B997-53A99398ACF9}" dt="2020-02-12T05:01:35.152" v="21" actId="2711"/>
          <ac:spMkLst>
            <pc:docMk/>
            <pc:sldMk cId="0" sldId="313"/>
            <ac:spMk id="81969" creationId="{170F5A05-6387-499C-8A9A-CBED692FD5B3}"/>
          </ac:spMkLst>
        </pc:spChg>
        <pc:spChg chg="mod">
          <ac:chgData name="zh frank" userId="f416cd28ba4d9309" providerId="LiveId" clId="{24BDBE35-5E08-4570-B997-53A99398ACF9}" dt="2020-02-12T05:01:35.152" v="21" actId="2711"/>
          <ac:spMkLst>
            <pc:docMk/>
            <pc:sldMk cId="0" sldId="313"/>
            <ac:spMk id="81970" creationId="{6FEADD46-AEFF-475C-9D21-9C5570DDB08A}"/>
          </ac:spMkLst>
        </pc:spChg>
        <pc:spChg chg="mod">
          <ac:chgData name="zh frank" userId="f416cd28ba4d9309" providerId="LiveId" clId="{24BDBE35-5E08-4570-B997-53A99398ACF9}" dt="2020-02-12T05:01:35.152" v="21" actId="2711"/>
          <ac:spMkLst>
            <pc:docMk/>
            <pc:sldMk cId="0" sldId="313"/>
            <ac:spMk id="81971" creationId="{79D48FAB-5821-4B3D-8F87-047214798875}"/>
          </ac:spMkLst>
        </pc:spChg>
        <pc:spChg chg="mod">
          <ac:chgData name="zh frank" userId="f416cd28ba4d9309" providerId="LiveId" clId="{24BDBE35-5E08-4570-B997-53A99398ACF9}" dt="2020-02-12T05:01:35.152" v="21" actId="2711"/>
          <ac:spMkLst>
            <pc:docMk/>
            <pc:sldMk cId="0" sldId="313"/>
            <ac:spMk id="81972" creationId="{6560C4DB-7416-41B4-AC79-4910C3EE330D}"/>
          </ac:spMkLst>
        </pc:spChg>
        <pc:spChg chg="mod">
          <ac:chgData name="zh frank" userId="f416cd28ba4d9309" providerId="LiveId" clId="{24BDBE35-5E08-4570-B997-53A99398ACF9}" dt="2020-02-12T05:01:35.152" v="21" actId="2711"/>
          <ac:spMkLst>
            <pc:docMk/>
            <pc:sldMk cId="0" sldId="313"/>
            <ac:spMk id="81973" creationId="{FB028188-A91D-4ADF-B3CF-4EC13D4EA965}"/>
          </ac:spMkLst>
        </pc:spChg>
        <pc:spChg chg="mod">
          <ac:chgData name="zh frank" userId="f416cd28ba4d9309" providerId="LiveId" clId="{24BDBE35-5E08-4570-B997-53A99398ACF9}" dt="2020-02-12T05:01:35.152" v="21" actId="2711"/>
          <ac:spMkLst>
            <pc:docMk/>
            <pc:sldMk cId="0" sldId="313"/>
            <ac:spMk id="81974" creationId="{D107CD42-EBA6-4EFE-9A4D-D523C232A77C}"/>
          </ac:spMkLst>
        </pc:spChg>
        <pc:spChg chg="mod">
          <ac:chgData name="zh frank" userId="f416cd28ba4d9309" providerId="LiveId" clId="{24BDBE35-5E08-4570-B997-53A99398ACF9}" dt="2020-02-12T05:01:35.152" v="21" actId="2711"/>
          <ac:spMkLst>
            <pc:docMk/>
            <pc:sldMk cId="0" sldId="313"/>
            <ac:spMk id="81975" creationId="{D42C0FF3-9E61-45C9-87E0-3FCA420E9FF4}"/>
          </ac:spMkLst>
        </pc:spChg>
        <pc:spChg chg="mod">
          <ac:chgData name="zh frank" userId="f416cd28ba4d9309" providerId="LiveId" clId="{24BDBE35-5E08-4570-B997-53A99398ACF9}" dt="2020-02-12T05:01:35.152" v="21" actId="2711"/>
          <ac:spMkLst>
            <pc:docMk/>
            <pc:sldMk cId="0" sldId="313"/>
            <ac:spMk id="81976" creationId="{B8B51FE0-239B-4062-B777-F60CB889CE52}"/>
          </ac:spMkLst>
        </pc:spChg>
        <pc:spChg chg="mod">
          <ac:chgData name="zh frank" userId="f416cd28ba4d9309" providerId="LiveId" clId="{24BDBE35-5E08-4570-B997-53A99398ACF9}" dt="2020-02-12T05:01:35.152" v="21" actId="2711"/>
          <ac:spMkLst>
            <pc:docMk/>
            <pc:sldMk cId="0" sldId="313"/>
            <ac:spMk id="81977" creationId="{FFAF2053-F0EF-48ED-9F13-0B36B1F7555A}"/>
          </ac:spMkLst>
        </pc:spChg>
        <pc:spChg chg="mod">
          <ac:chgData name="zh frank" userId="f416cd28ba4d9309" providerId="LiveId" clId="{24BDBE35-5E08-4570-B997-53A99398ACF9}" dt="2020-02-12T05:01:35.152" v="21" actId="2711"/>
          <ac:spMkLst>
            <pc:docMk/>
            <pc:sldMk cId="0" sldId="313"/>
            <ac:spMk id="81978" creationId="{CA054B85-F9E5-40D5-9D91-0D63913FB6D8}"/>
          </ac:spMkLst>
        </pc:spChg>
        <pc:spChg chg="mod">
          <ac:chgData name="zh frank" userId="f416cd28ba4d9309" providerId="LiveId" clId="{24BDBE35-5E08-4570-B997-53A99398ACF9}" dt="2020-02-12T05:01:35.152" v="21" actId="2711"/>
          <ac:spMkLst>
            <pc:docMk/>
            <pc:sldMk cId="0" sldId="313"/>
            <ac:spMk id="81979" creationId="{310EDF57-626E-44F5-998E-BBDAACA9D662}"/>
          </ac:spMkLst>
        </pc:spChg>
        <pc:spChg chg="mod">
          <ac:chgData name="zh frank" userId="f416cd28ba4d9309" providerId="LiveId" clId="{24BDBE35-5E08-4570-B997-53A99398ACF9}" dt="2020-02-12T05:01:35.152" v="21" actId="2711"/>
          <ac:spMkLst>
            <pc:docMk/>
            <pc:sldMk cId="0" sldId="313"/>
            <ac:spMk id="81980" creationId="{5F2D40F6-62F4-4E54-B806-583E7E1DEC55}"/>
          </ac:spMkLst>
        </pc:spChg>
        <pc:spChg chg="mod">
          <ac:chgData name="zh frank" userId="f416cd28ba4d9309" providerId="LiveId" clId="{24BDBE35-5E08-4570-B997-53A99398ACF9}" dt="2020-02-12T05:01:35.152" v="21" actId="2711"/>
          <ac:spMkLst>
            <pc:docMk/>
            <pc:sldMk cId="0" sldId="313"/>
            <ac:spMk id="81981" creationId="{6568AF67-C98F-4785-9FA7-0CAF9FD33224}"/>
          </ac:spMkLst>
        </pc:spChg>
        <pc:spChg chg="mod">
          <ac:chgData name="zh frank" userId="f416cd28ba4d9309" providerId="LiveId" clId="{24BDBE35-5E08-4570-B997-53A99398ACF9}" dt="2020-02-12T05:01:35.152" v="21" actId="2711"/>
          <ac:spMkLst>
            <pc:docMk/>
            <pc:sldMk cId="0" sldId="313"/>
            <ac:spMk id="81982" creationId="{F0DAE09F-E43C-415C-8B2A-E163DEFEA8C6}"/>
          </ac:spMkLst>
        </pc:spChg>
        <pc:spChg chg="mod">
          <ac:chgData name="zh frank" userId="f416cd28ba4d9309" providerId="LiveId" clId="{24BDBE35-5E08-4570-B997-53A99398ACF9}" dt="2020-02-12T05:03:39.905" v="49" actId="14100"/>
          <ac:spMkLst>
            <pc:docMk/>
            <pc:sldMk cId="0" sldId="313"/>
            <ac:spMk id="81983" creationId="{D4985576-10F4-4288-8EBE-A86837D58DBB}"/>
          </ac:spMkLst>
        </pc:spChg>
        <pc:spChg chg="mod">
          <ac:chgData name="zh frank" userId="f416cd28ba4d9309" providerId="LiveId" clId="{24BDBE35-5E08-4570-B997-53A99398ACF9}" dt="2020-02-12T05:01:35.152" v="21" actId="2711"/>
          <ac:spMkLst>
            <pc:docMk/>
            <pc:sldMk cId="0" sldId="313"/>
            <ac:spMk id="81984" creationId="{AFF22E15-70E1-4411-85CF-DC47D41FB07D}"/>
          </ac:spMkLst>
        </pc:spChg>
        <pc:spChg chg="mod">
          <ac:chgData name="zh frank" userId="f416cd28ba4d9309" providerId="LiveId" clId="{24BDBE35-5E08-4570-B997-53A99398ACF9}" dt="2020-02-12T05:01:35.152" v="21" actId="2711"/>
          <ac:spMkLst>
            <pc:docMk/>
            <pc:sldMk cId="0" sldId="313"/>
            <ac:spMk id="81985" creationId="{1329401E-6679-4C0B-816A-9384E33B9286}"/>
          </ac:spMkLst>
        </pc:spChg>
        <pc:spChg chg="mod">
          <ac:chgData name="zh frank" userId="f416cd28ba4d9309" providerId="LiveId" clId="{24BDBE35-5E08-4570-B997-53A99398ACF9}" dt="2020-02-12T05:01:35.152" v="21" actId="2711"/>
          <ac:spMkLst>
            <pc:docMk/>
            <pc:sldMk cId="0" sldId="313"/>
            <ac:spMk id="81986" creationId="{70B91B8B-CBD6-4E47-9134-BDF9944D355C}"/>
          </ac:spMkLst>
        </pc:spChg>
        <pc:spChg chg="mod">
          <ac:chgData name="zh frank" userId="f416cd28ba4d9309" providerId="LiveId" clId="{24BDBE35-5E08-4570-B997-53A99398ACF9}" dt="2020-02-12T05:01:35.152" v="21" actId="2711"/>
          <ac:spMkLst>
            <pc:docMk/>
            <pc:sldMk cId="0" sldId="313"/>
            <ac:spMk id="81987" creationId="{C1E56B3B-D6C7-445D-B2AB-8856B6658BB7}"/>
          </ac:spMkLst>
        </pc:spChg>
        <pc:spChg chg="mod">
          <ac:chgData name="zh frank" userId="f416cd28ba4d9309" providerId="LiveId" clId="{24BDBE35-5E08-4570-B997-53A99398ACF9}" dt="2020-02-12T05:01:35.152" v="21" actId="2711"/>
          <ac:spMkLst>
            <pc:docMk/>
            <pc:sldMk cId="0" sldId="313"/>
            <ac:spMk id="81988" creationId="{B6F4E0C3-7033-442A-BA11-F8AEEAEA3F6F}"/>
          </ac:spMkLst>
        </pc:spChg>
        <pc:spChg chg="mod">
          <ac:chgData name="zh frank" userId="f416cd28ba4d9309" providerId="LiveId" clId="{24BDBE35-5E08-4570-B997-53A99398ACF9}" dt="2020-02-12T05:01:35.152" v="21" actId="2711"/>
          <ac:spMkLst>
            <pc:docMk/>
            <pc:sldMk cId="0" sldId="313"/>
            <ac:spMk id="81989" creationId="{ED1FC87E-9DFF-417C-99CC-4A1FE9C8E037}"/>
          </ac:spMkLst>
        </pc:spChg>
        <pc:spChg chg="mod">
          <ac:chgData name="zh frank" userId="f416cd28ba4d9309" providerId="LiveId" clId="{24BDBE35-5E08-4570-B997-53A99398ACF9}" dt="2020-02-12T05:01:35.152" v="21" actId="2711"/>
          <ac:spMkLst>
            <pc:docMk/>
            <pc:sldMk cId="0" sldId="313"/>
            <ac:spMk id="81990" creationId="{A4097664-D878-4ABA-8E47-4ECFA498F4D9}"/>
          </ac:spMkLst>
        </pc:spChg>
        <pc:spChg chg="mod">
          <ac:chgData name="zh frank" userId="f416cd28ba4d9309" providerId="LiveId" clId="{24BDBE35-5E08-4570-B997-53A99398ACF9}" dt="2020-02-12T05:01:35.152" v="21" actId="2711"/>
          <ac:spMkLst>
            <pc:docMk/>
            <pc:sldMk cId="0" sldId="313"/>
            <ac:spMk id="81991" creationId="{8183DC57-3C46-478C-886B-657F0023399B}"/>
          </ac:spMkLst>
        </pc:spChg>
        <pc:spChg chg="mod">
          <ac:chgData name="zh frank" userId="f416cd28ba4d9309" providerId="LiveId" clId="{24BDBE35-5E08-4570-B997-53A99398ACF9}" dt="2020-02-12T05:01:35.152" v="21" actId="2711"/>
          <ac:spMkLst>
            <pc:docMk/>
            <pc:sldMk cId="0" sldId="313"/>
            <ac:spMk id="81992" creationId="{D8E78211-ECB0-40F6-BD81-DA9D413B3366}"/>
          </ac:spMkLst>
        </pc:spChg>
        <pc:spChg chg="mod">
          <ac:chgData name="zh frank" userId="f416cd28ba4d9309" providerId="LiveId" clId="{24BDBE35-5E08-4570-B997-53A99398ACF9}" dt="2020-02-12T05:01:35.152" v="21" actId="2711"/>
          <ac:spMkLst>
            <pc:docMk/>
            <pc:sldMk cId="0" sldId="313"/>
            <ac:spMk id="81993" creationId="{00812DBA-C208-473C-8CC7-8D93DB57AE67}"/>
          </ac:spMkLst>
        </pc:spChg>
        <pc:spChg chg="mod">
          <ac:chgData name="zh frank" userId="f416cd28ba4d9309" providerId="LiveId" clId="{24BDBE35-5E08-4570-B997-53A99398ACF9}" dt="2020-02-12T05:01:35.152" v="21" actId="2711"/>
          <ac:spMkLst>
            <pc:docMk/>
            <pc:sldMk cId="0" sldId="313"/>
            <ac:spMk id="81994" creationId="{51A9FB10-B594-4BF5-B03E-663E57A4EE4B}"/>
          </ac:spMkLst>
        </pc:spChg>
        <pc:spChg chg="mod">
          <ac:chgData name="zh frank" userId="f416cd28ba4d9309" providerId="LiveId" clId="{24BDBE35-5E08-4570-B997-53A99398ACF9}" dt="2020-02-12T05:01:35.152" v="21" actId="2711"/>
          <ac:spMkLst>
            <pc:docMk/>
            <pc:sldMk cId="0" sldId="313"/>
            <ac:spMk id="81995" creationId="{901036C8-21B4-4DC5-9404-8B7676F3459F}"/>
          </ac:spMkLst>
        </pc:spChg>
        <pc:spChg chg="mod">
          <ac:chgData name="zh frank" userId="f416cd28ba4d9309" providerId="LiveId" clId="{24BDBE35-5E08-4570-B997-53A99398ACF9}" dt="2020-02-12T05:01:35.152" v="21" actId="2711"/>
          <ac:spMkLst>
            <pc:docMk/>
            <pc:sldMk cId="0" sldId="313"/>
            <ac:spMk id="81996" creationId="{FD00554B-7703-44A3-967A-6F89C1E37744}"/>
          </ac:spMkLst>
        </pc:spChg>
        <pc:spChg chg="mod">
          <ac:chgData name="zh frank" userId="f416cd28ba4d9309" providerId="LiveId" clId="{24BDBE35-5E08-4570-B997-53A99398ACF9}" dt="2020-02-12T05:01:35.152" v="21" actId="2711"/>
          <ac:spMkLst>
            <pc:docMk/>
            <pc:sldMk cId="0" sldId="313"/>
            <ac:spMk id="81997" creationId="{DBB321B4-3A51-40FB-BBF6-4FCBEDCF3A83}"/>
          </ac:spMkLst>
        </pc:spChg>
        <pc:spChg chg="mod">
          <ac:chgData name="zh frank" userId="f416cd28ba4d9309" providerId="LiveId" clId="{24BDBE35-5E08-4570-B997-53A99398ACF9}" dt="2020-02-12T05:01:35.152" v="21" actId="2711"/>
          <ac:spMkLst>
            <pc:docMk/>
            <pc:sldMk cId="0" sldId="313"/>
            <ac:spMk id="81998" creationId="{8F7EDC08-304C-48EB-B1C4-0500D761E5D7}"/>
          </ac:spMkLst>
        </pc:spChg>
        <pc:spChg chg="mod">
          <ac:chgData name="zh frank" userId="f416cd28ba4d9309" providerId="LiveId" clId="{24BDBE35-5E08-4570-B997-53A99398ACF9}" dt="2020-02-12T05:01:35.152" v="21" actId="2711"/>
          <ac:spMkLst>
            <pc:docMk/>
            <pc:sldMk cId="0" sldId="313"/>
            <ac:spMk id="81999" creationId="{C9A9689F-2F58-4E62-9100-03F1A67CE778}"/>
          </ac:spMkLst>
        </pc:spChg>
        <pc:spChg chg="mod">
          <ac:chgData name="zh frank" userId="f416cd28ba4d9309" providerId="LiveId" clId="{24BDBE35-5E08-4570-B997-53A99398ACF9}" dt="2020-02-12T05:01:35.152" v="21" actId="2711"/>
          <ac:spMkLst>
            <pc:docMk/>
            <pc:sldMk cId="0" sldId="313"/>
            <ac:spMk id="82000" creationId="{C160E2ED-3DE0-4ED2-89C6-C7B15FE4BA5E}"/>
          </ac:spMkLst>
        </pc:spChg>
        <pc:spChg chg="mod">
          <ac:chgData name="zh frank" userId="f416cd28ba4d9309" providerId="LiveId" clId="{24BDBE35-5E08-4570-B997-53A99398ACF9}" dt="2020-02-12T05:01:35.152" v="21" actId="2711"/>
          <ac:spMkLst>
            <pc:docMk/>
            <pc:sldMk cId="0" sldId="313"/>
            <ac:spMk id="82001" creationId="{88DEE747-C9A6-4630-845F-9F71FDF32062}"/>
          </ac:spMkLst>
        </pc:spChg>
        <pc:spChg chg="mod">
          <ac:chgData name="zh frank" userId="f416cd28ba4d9309" providerId="LiveId" clId="{24BDBE35-5E08-4570-B997-53A99398ACF9}" dt="2020-02-12T05:03:44.703" v="50" actId="14100"/>
          <ac:spMkLst>
            <pc:docMk/>
            <pc:sldMk cId="0" sldId="313"/>
            <ac:spMk id="82002" creationId="{979CE8AE-32E8-4547-8CB5-D08F36D11890}"/>
          </ac:spMkLst>
        </pc:spChg>
        <pc:spChg chg="mod">
          <ac:chgData name="zh frank" userId="f416cd28ba4d9309" providerId="LiveId" clId="{24BDBE35-5E08-4570-B997-53A99398ACF9}" dt="2020-02-12T05:01:35.152" v="21" actId="2711"/>
          <ac:spMkLst>
            <pc:docMk/>
            <pc:sldMk cId="0" sldId="313"/>
            <ac:spMk id="82003" creationId="{F796219E-CDE1-4EA5-B91E-17A60ADDFF9B}"/>
          </ac:spMkLst>
        </pc:spChg>
        <pc:spChg chg="mod">
          <ac:chgData name="zh frank" userId="f416cd28ba4d9309" providerId="LiveId" clId="{24BDBE35-5E08-4570-B997-53A99398ACF9}" dt="2020-02-12T05:01:35.152" v="21" actId="2711"/>
          <ac:spMkLst>
            <pc:docMk/>
            <pc:sldMk cId="0" sldId="313"/>
            <ac:spMk id="82004" creationId="{790DB65E-253A-4849-A48B-80BA197A58F0}"/>
          </ac:spMkLst>
        </pc:spChg>
        <pc:spChg chg="mod">
          <ac:chgData name="zh frank" userId="f416cd28ba4d9309" providerId="LiveId" clId="{24BDBE35-5E08-4570-B997-53A99398ACF9}" dt="2020-02-12T05:01:35.152" v="21" actId="2711"/>
          <ac:spMkLst>
            <pc:docMk/>
            <pc:sldMk cId="0" sldId="313"/>
            <ac:spMk id="82005" creationId="{768CE34A-D9F1-4DE6-B91C-AB2AC17854CE}"/>
          </ac:spMkLst>
        </pc:spChg>
        <pc:spChg chg="mod">
          <ac:chgData name="zh frank" userId="f416cd28ba4d9309" providerId="LiveId" clId="{24BDBE35-5E08-4570-B997-53A99398ACF9}" dt="2020-02-12T05:01:35.152" v="21" actId="2711"/>
          <ac:spMkLst>
            <pc:docMk/>
            <pc:sldMk cId="0" sldId="313"/>
            <ac:spMk id="82006" creationId="{915EA46E-E247-4695-970F-DBD2731790C8}"/>
          </ac:spMkLst>
        </pc:spChg>
        <pc:spChg chg="mod">
          <ac:chgData name="zh frank" userId="f416cd28ba4d9309" providerId="LiveId" clId="{24BDBE35-5E08-4570-B997-53A99398ACF9}" dt="2020-02-12T05:01:35.152" v="21" actId="2711"/>
          <ac:spMkLst>
            <pc:docMk/>
            <pc:sldMk cId="0" sldId="313"/>
            <ac:spMk id="82007" creationId="{9A1C085F-2C28-46F2-9BB5-72DD9BD4EAEA}"/>
          </ac:spMkLst>
        </pc:spChg>
        <pc:spChg chg="mod">
          <ac:chgData name="zh frank" userId="f416cd28ba4d9309" providerId="LiveId" clId="{24BDBE35-5E08-4570-B997-53A99398ACF9}" dt="2020-02-12T05:01:35.152" v="21" actId="2711"/>
          <ac:spMkLst>
            <pc:docMk/>
            <pc:sldMk cId="0" sldId="313"/>
            <ac:spMk id="82008" creationId="{B1EA8F2C-32E3-4410-9DE1-51241B4FA2B8}"/>
          </ac:spMkLst>
        </pc:spChg>
        <pc:spChg chg="mod">
          <ac:chgData name="zh frank" userId="f416cd28ba4d9309" providerId="LiveId" clId="{24BDBE35-5E08-4570-B997-53A99398ACF9}" dt="2020-02-12T05:01:35.152" v="21" actId="2711"/>
          <ac:spMkLst>
            <pc:docMk/>
            <pc:sldMk cId="0" sldId="313"/>
            <ac:spMk id="82009" creationId="{8AF570DE-959E-4BAA-99DE-D9A09195D0DF}"/>
          </ac:spMkLst>
        </pc:spChg>
        <pc:spChg chg="mod">
          <ac:chgData name="zh frank" userId="f416cd28ba4d9309" providerId="LiveId" clId="{24BDBE35-5E08-4570-B997-53A99398ACF9}" dt="2020-02-12T05:01:35.152" v="21" actId="2711"/>
          <ac:spMkLst>
            <pc:docMk/>
            <pc:sldMk cId="0" sldId="313"/>
            <ac:spMk id="82010" creationId="{70964E9D-4182-4205-A327-9982823D309E}"/>
          </ac:spMkLst>
        </pc:spChg>
        <pc:spChg chg="mod">
          <ac:chgData name="zh frank" userId="f416cd28ba4d9309" providerId="LiveId" clId="{24BDBE35-5E08-4570-B997-53A99398ACF9}" dt="2020-02-12T05:01:35.152" v="21" actId="2711"/>
          <ac:spMkLst>
            <pc:docMk/>
            <pc:sldMk cId="0" sldId="313"/>
            <ac:spMk id="82011" creationId="{1FDFA07B-E33E-4A8D-95CD-EF11EFF8E579}"/>
          </ac:spMkLst>
        </pc:spChg>
        <pc:spChg chg="mod">
          <ac:chgData name="zh frank" userId="f416cd28ba4d9309" providerId="LiveId" clId="{24BDBE35-5E08-4570-B997-53A99398ACF9}" dt="2020-02-12T05:01:35.152" v="21" actId="2711"/>
          <ac:spMkLst>
            <pc:docMk/>
            <pc:sldMk cId="0" sldId="313"/>
            <ac:spMk id="82012" creationId="{BE3057C7-82E5-417D-8E69-82BB8650BD8A}"/>
          </ac:spMkLst>
        </pc:spChg>
      </pc:sldChg>
      <pc:sldChg chg="modSp">
        <pc:chgData name="zh frank" userId="f416cd28ba4d9309" providerId="LiveId" clId="{24BDBE35-5E08-4570-B997-53A99398ACF9}" dt="2020-02-12T05:00:51.940" v="18" actId="2711"/>
        <pc:sldMkLst>
          <pc:docMk/>
          <pc:sldMk cId="0" sldId="314"/>
        </pc:sldMkLst>
        <pc:spChg chg="mod">
          <ac:chgData name="zh frank" userId="f416cd28ba4d9309" providerId="LiveId" clId="{24BDBE35-5E08-4570-B997-53A99398ACF9}" dt="2020-02-12T05:00:51.940" v="18" actId="2711"/>
          <ac:spMkLst>
            <pc:docMk/>
            <pc:sldMk cId="0" sldId="314"/>
            <ac:spMk id="73734" creationId="{8DAE2032-D45C-4E8B-B535-F0520195825B}"/>
          </ac:spMkLst>
        </pc:spChg>
        <pc:spChg chg="mod">
          <ac:chgData name="zh frank" userId="f416cd28ba4d9309" providerId="LiveId" clId="{24BDBE35-5E08-4570-B997-53A99398ACF9}" dt="2020-02-12T05:00:51.940" v="18" actId="2711"/>
          <ac:spMkLst>
            <pc:docMk/>
            <pc:sldMk cId="0" sldId="314"/>
            <ac:spMk id="73735" creationId="{DA6CC8C9-5FD5-43E2-84BD-DF7D97E68986}"/>
          </ac:spMkLst>
        </pc:spChg>
        <pc:spChg chg="mod">
          <ac:chgData name="zh frank" userId="f416cd28ba4d9309" providerId="LiveId" clId="{24BDBE35-5E08-4570-B997-53A99398ACF9}" dt="2020-02-12T05:00:51.940" v="18" actId="2711"/>
          <ac:spMkLst>
            <pc:docMk/>
            <pc:sldMk cId="0" sldId="314"/>
            <ac:spMk id="73736" creationId="{16B66A2A-D63D-44E5-8070-9BCC8D5DC9FE}"/>
          </ac:spMkLst>
        </pc:spChg>
        <pc:spChg chg="mod">
          <ac:chgData name="zh frank" userId="f416cd28ba4d9309" providerId="LiveId" clId="{24BDBE35-5E08-4570-B997-53A99398ACF9}" dt="2020-02-12T05:00:51.940" v="18" actId="2711"/>
          <ac:spMkLst>
            <pc:docMk/>
            <pc:sldMk cId="0" sldId="314"/>
            <ac:spMk id="73737" creationId="{FA87D173-B3A3-4AD5-B7C4-9E8224EE9580}"/>
          </ac:spMkLst>
        </pc:spChg>
        <pc:spChg chg="mod">
          <ac:chgData name="zh frank" userId="f416cd28ba4d9309" providerId="LiveId" clId="{24BDBE35-5E08-4570-B997-53A99398ACF9}" dt="2020-02-12T05:00:51.940" v="18" actId="2711"/>
          <ac:spMkLst>
            <pc:docMk/>
            <pc:sldMk cId="0" sldId="314"/>
            <ac:spMk id="73738" creationId="{E333392A-80F2-491B-805F-602A435740FF}"/>
          </ac:spMkLst>
        </pc:spChg>
        <pc:spChg chg="mod">
          <ac:chgData name="zh frank" userId="f416cd28ba4d9309" providerId="LiveId" clId="{24BDBE35-5E08-4570-B997-53A99398ACF9}" dt="2020-02-12T05:00:51.940" v="18" actId="2711"/>
          <ac:spMkLst>
            <pc:docMk/>
            <pc:sldMk cId="0" sldId="314"/>
            <ac:spMk id="73739" creationId="{6C795027-3FDC-4A16-853F-06F20EAE1FEB}"/>
          </ac:spMkLst>
        </pc:spChg>
        <pc:spChg chg="mod">
          <ac:chgData name="zh frank" userId="f416cd28ba4d9309" providerId="LiveId" clId="{24BDBE35-5E08-4570-B997-53A99398ACF9}" dt="2020-02-12T05:00:51.940" v="18" actId="2711"/>
          <ac:spMkLst>
            <pc:docMk/>
            <pc:sldMk cId="0" sldId="314"/>
            <ac:spMk id="73740" creationId="{0025D909-F8BF-4D26-870C-061AD6AED5EC}"/>
          </ac:spMkLst>
        </pc:spChg>
        <pc:spChg chg="mod">
          <ac:chgData name="zh frank" userId="f416cd28ba4d9309" providerId="LiveId" clId="{24BDBE35-5E08-4570-B997-53A99398ACF9}" dt="2020-02-12T05:00:51.940" v="18" actId="2711"/>
          <ac:spMkLst>
            <pc:docMk/>
            <pc:sldMk cId="0" sldId="314"/>
            <ac:spMk id="73741" creationId="{756B59E3-4DE6-49F5-ABF8-D87512030686}"/>
          </ac:spMkLst>
        </pc:spChg>
        <pc:spChg chg="mod">
          <ac:chgData name="zh frank" userId="f416cd28ba4d9309" providerId="LiveId" clId="{24BDBE35-5E08-4570-B997-53A99398ACF9}" dt="2020-02-12T05:00:51.940" v="18" actId="2711"/>
          <ac:spMkLst>
            <pc:docMk/>
            <pc:sldMk cId="0" sldId="314"/>
            <ac:spMk id="73742" creationId="{25C36DF0-3F4D-4705-A7B5-636BB9886B1F}"/>
          </ac:spMkLst>
        </pc:spChg>
        <pc:spChg chg="mod">
          <ac:chgData name="zh frank" userId="f416cd28ba4d9309" providerId="LiveId" clId="{24BDBE35-5E08-4570-B997-53A99398ACF9}" dt="2020-02-12T05:00:51.940" v="18" actId="2711"/>
          <ac:spMkLst>
            <pc:docMk/>
            <pc:sldMk cId="0" sldId="314"/>
            <ac:spMk id="73743" creationId="{1229BB73-5132-49C0-B5C0-15B6BFFB0629}"/>
          </ac:spMkLst>
        </pc:spChg>
        <pc:spChg chg="mod">
          <ac:chgData name="zh frank" userId="f416cd28ba4d9309" providerId="LiveId" clId="{24BDBE35-5E08-4570-B997-53A99398ACF9}" dt="2020-02-12T05:00:51.940" v="18" actId="2711"/>
          <ac:spMkLst>
            <pc:docMk/>
            <pc:sldMk cId="0" sldId="314"/>
            <ac:spMk id="73744" creationId="{5C996831-872E-421F-9CA3-99013AB60BD7}"/>
          </ac:spMkLst>
        </pc:spChg>
        <pc:spChg chg="mod">
          <ac:chgData name="zh frank" userId="f416cd28ba4d9309" providerId="LiveId" clId="{24BDBE35-5E08-4570-B997-53A99398ACF9}" dt="2020-02-12T05:00:51.940" v="18" actId="2711"/>
          <ac:spMkLst>
            <pc:docMk/>
            <pc:sldMk cId="0" sldId="314"/>
            <ac:spMk id="73745" creationId="{B770FD85-F8FE-461A-975E-2A94B4A90F55}"/>
          </ac:spMkLst>
        </pc:spChg>
        <pc:spChg chg="mod">
          <ac:chgData name="zh frank" userId="f416cd28ba4d9309" providerId="LiveId" clId="{24BDBE35-5E08-4570-B997-53A99398ACF9}" dt="2020-02-12T05:00:51.940" v="18" actId="2711"/>
          <ac:spMkLst>
            <pc:docMk/>
            <pc:sldMk cId="0" sldId="314"/>
            <ac:spMk id="73746" creationId="{C55AA398-245F-4DC2-A5F9-88704E66FBB4}"/>
          </ac:spMkLst>
        </pc:spChg>
        <pc:spChg chg="mod">
          <ac:chgData name="zh frank" userId="f416cd28ba4d9309" providerId="LiveId" clId="{24BDBE35-5E08-4570-B997-53A99398ACF9}" dt="2020-02-12T05:00:51.940" v="18" actId="2711"/>
          <ac:spMkLst>
            <pc:docMk/>
            <pc:sldMk cId="0" sldId="314"/>
            <ac:spMk id="73747" creationId="{09AE8F68-5288-4096-B937-983A1FD5236B}"/>
          </ac:spMkLst>
        </pc:spChg>
        <pc:spChg chg="mod">
          <ac:chgData name="zh frank" userId="f416cd28ba4d9309" providerId="LiveId" clId="{24BDBE35-5E08-4570-B997-53A99398ACF9}" dt="2020-02-12T05:00:51.940" v="18" actId="2711"/>
          <ac:spMkLst>
            <pc:docMk/>
            <pc:sldMk cId="0" sldId="314"/>
            <ac:spMk id="73748" creationId="{9D3B8499-6284-4392-AE45-97C9D2228118}"/>
          </ac:spMkLst>
        </pc:spChg>
        <pc:spChg chg="mod">
          <ac:chgData name="zh frank" userId="f416cd28ba4d9309" providerId="LiveId" clId="{24BDBE35-5E08-4570-B997-53A99398ACF9}" dt="2020-02-12T05:00:51.940" v="18" actId="2711"/>
          <ac:spMkLst>
            <pc:docMk/>
            <pc:sldMk cId="0" sldId="314"/>
            <ac:spMk id="73749" creationId="{10EB7F10-157A-4B1B-824F-F033DAE9447B}"/>
          </ac:spMkLst>
        </pc:spChg>
        <pc:spChg chg="mod">
          <ac:chgData name="zh frank" userId="f416cd28ba4d9309" providerId="LiveId" clId="{24BDBE35-5E08-4570-B997-53A99398ACF9}" dt="2020-02-12T05:00:51.940" v="18" actId="2711"/>
          <ac:spMkLst>
            <pc:docMk/>
            <pc:sldMk cId="0" sldId="314"/>
            <ac:spMk id="73750" creationId="{42B68CE9-1CC9-416D-BE64-31BB367D50EE}"/>
          </ac:spMkLst>
        </pc:spChg>
        <pc:spChg chg="mod">
          <ac:chgData name="zh frank" userId="f416cd28ba4d9309" providerId="LiveId" clId="{24BDBE35-5E08-4570-B997-53A99398ACF9}" dt="2020-02-12T05:00:51.940" v="18" actId="2711"/>
          <ac:spMkLst>
            <pc:docMk/>
            <pc:sldMk cId="0" sldId="314"/>
            <ac:spMk id="73751" creationId="{C8F1FB51-E404-4547-B4ED-6F2D619C01D5}"/>
          </ac:spMkLst>
        </pc:spChg>
        <pc:spChg chg="mod">
          <ac:chgData name="zh frank" userId="f416cd28ba4d9309" providerId="LiveId" clId="{24BDBE35-5E08-4570-B997-53A99398ACF9}" dt="2020-02-12T05:00:51.940" v="18" actId="2711"/>
          <ac:spMkLst>
            <pc:docMk/>
            <pc:sldMk cId="0" sldId="314"/>
            <ac:spMk id="73752" creationId="{0E5844BE-CC7E-4130-B02A-BACECEC1E377}"/>
          </ac:spMkLst>
        </pc:spChg>
        <pc:spChg chg="mod">
          <ac:chgData name="zh frank" userId="f416cd28ba4d9309" providerId="LiveId" clId="{24BDBE35-5E08-4570-B997-53A99398ACF9}" dt="2020-02-12T05:00:51.940" v="18" actId="2711"/>
          <ac:spMkLst>
            <pc:docMk/>
            <pc:sldMk cId="0" sldId="314"/>
            <ac:spMk id="73753" creationId="{B1F0ACDD-9921-4747-A525-217132C03ACF}"/>
          </ac:spMkLst>
        </pc:spChg>
        <pc:spChg chg="mod">
          <ac:chgData name="zh frank" userId="f416cd28ba4d9309" providerId="LiveId" clId="{24BDBE35-5E08-4570-B997-53A99398ACF9}" dt="2020-02-12T05:00:51.940" v="18" actId="2711"/>
          <ac:spMkLst>
            <pc:docMk/>
            <pc:sldMk cId="0" sldId="314"/>
            <ac:spMk id="73754" creationId="{6767F0B4-0B20-46A6-88BB-78A7EC7D9442}"/>
          </ac:spMkLst>
        </pc:spChg>
        <pc:spChg chg="mod">
          <ac:chgData name="zh frank" userId="f416cd28ba4d9309" providerId="LiveId" clId="{24BDBE35-5E08-4570-B997-53A99398ACF9}" dt="2020-02-12T05:00:51.940" v="18" actId="2711"/>
          <ac:spMkLst>
            <pc:docMk/>
            <pc:sldMk cId="0" sldId="314"/>
            <ac:spMk id="73755" creationId="{6FC0CD9C-9DD4-4771-8044-0EFB95FC0515}"/>
          </ac:spMkLst>
        </pc:spChg>
        <pc:spChg chg="mod">
          <ac:chgData name="zh frank" userId="f416cd28ba4d9309" providerId="LiveId" clId="{24BDBE35-5E08-4570-B997-53A99398ACF9}" dt="2020-02-12T05:00:51.940" v="18" actId="2711"/>
          <ac:spMkLst>
            <pc:docMk/>
            <pc:sldMk cId="0" sldId="314"/>
            <ac:spMk id="73756" creationId="{91564894-E48D-469D-A2FF-62F838870A9C}"/>
          </ac:spMkLst>
        </pc:spChg>
        <pc:spChg chg="mod">
          <ac:chgData name="zh frank" userId="f416cd28ba4d9309" providerId="LiveId" clId="{24BDBE35-5E08-4570-B997-53A99398ACF9}" dt="2020-02-12T05:00:51.940" v="18" actId="2711"/>
          <ac:spMkLst>
            <pc:docMk/>
            <pc:sldMk cId="0" sldId="314"/>
            <ac:spMk id="73757" creationId="{40BB893B-F68B-4E71-BFE0-2D7974EDB1FB}"/>
          </ac:spMkLst>
        </pc:spChg>
        <pc:spChg chg="mod">
          <ac:chgData name="zh frank" userId="f416cd28ba4d9309" providerId="LiveId" clId="{24BDBE35-5E08-4570-B997-53A99398ACF9}" dt="2020-02-12T05:00:51.940" v="18" actId="2711"/>
          <ac:spMkLst>
            <pc:docMk/>
            <pc:sldMk cId="0" sldId="314"/>
            <ac:spMk id="73758" creationId="{315D33C1-4EBE-4191-AF8B-5B8CFF6256DA}"/>
          </ac:spMkLst>
        </pc:spChg>
        <pc:spChg chg="mod">
          <ac:chgData name="zh frank" userId="f416cd28ba4d9309" providerId="LiveId" clId="{24BDBE35-5E08-4570-B997-53A99398ACF9}" dt="2020-02-12T05:00:51.940" v="18" actId="2711"/>
          <ac:spMkLst>
            <pc:docMk/>
            <pc:sldMk cId="0" sldId="314"/>
            <ac:spMk id="73759" creationId="{9D927FCE-B633-4324-8978-B0BB9FFEF8C2}"/>
          </ac:spMkLst>
        </pc:spChg>
        <pc:spChg chg="mod">
          <ac:chgData name="zh frank" userId="f416cd28ba4d9309" providerId="LiveId" clId="{24BDBE35-5E08-4570-B997-53A99398ACF9}" dt="2020-02-12T05:00:51.940" v="18" actId="2711"/>
          <ac:spMkLst>
            <pc:docMk/>
            <pc:sldMk cId="0" sldId="314"/>
            <ac:spMk id="73760" creationId="{993FFB27-7D08-4289-B08F-76018EC3589F}"/>
          </ac:spMkLst>
        </pc:spChg>
        <pc:spChg chg="mod">
          <ac:chgData name="zh frank" userId="f416cd28ba4d9309" providerId="LiveId" clId="{24BDBE35-5E08-4570-B997-53A99398ACF9}" dt="2020-02-12T05:00:51.940" v="18" actId="2711"/>
          <ac:spMkLst>
            <pc:docMk/>
            <pc:sldMk cId="0" sldId="314"/>
            <ac:spMk id="73761" creationId="{250A28F1-C543-4BE5-BBEC-87A242BAA942}"/>
          </ac:spMkLst>
        </pc:spChg>
        <pc:spChg chg="mod">
          <ac:chgData name="zh frank" userId="f416cd28ba4d9309" providerId="LiveId" clId="{24BDBE35-5E08-4570-B997-53A99398ACF9}" dt="2020-02-12T05:00:51.940" v="18" actId="2711"/>
          <ac:spMkLst>
            <pc:docMk/>
            <pc:sldMk cId="0" sldId="314"/>
            <ac:spMk id="73762" creationId="{BEA9BA9E-4685-443C-A990-0AD571CD89B6}"/>
          </ac:spMkLst>
        </pc:spChg>
        <pc:spChg chg="mod">
          <ac:chgData name="zh frank" userId="f416cd28ba4d9309" providerId="LiveId" clId="{24BDBE35-5E08-4570-B997-53A99398ACF9}" dt="2020-02-12T05:00:51.940" v="18" actId="2711"/>
          <ac:spMkLst>
            <pc:docMk/>
            <pc:sldMk cId="0" sldId="314"/>
            <ac:spMk id="73763" creationId="{5E42BCC5-3290-425D-9D7D-7643F119F3F7}"/>
          </ac:spMkLst>
        </pc:spChg>
        <pc:spChg chg="mod">
          <ac:chgData name="zh frank" userId="f416cd28ba4d9309" providerId="LiveId" clId="{24BDBE35-5E08-4570-B997-53A99398ACF9}" dt="2020-02-12T05:00:51.940" v="18" actId="2711"/>
          <ac:spMkLst>
            <pc:docMk/>
            <pc:sldMk cId="0" sldId="314"/>
            <ac:spMk id="73764" creationId="{8FD0773F-2E8F-4237-92A8-BFC999A94FBD}"/>
          </ac:spMkLst>
        </pc:spChg>
        <pc:spChg chg="mod">
          <ac:chgData name="zh frank" userId="f416cd28ba4d9309" providerId="LiveId" clId="{24BDBE35-5E08-4570-B997-53A99398ACF9}" dt="2020-02-12T05:00:51.940" v="18" actId="2711"/>
          <ac:spMkLst>
            <pc:docMk/>
            <pc:sldMk cId="0" sldId="314"/>
            <ac:spMk id="73765" creationId="{67776B34-79F6-446D-B98B-832EA29E6A43}"/>
          </ac:spMkLst>
        </pc:spChg>
        <pc:spChg chg="mod">
          <ac:chgData name="zh frank" userId="f416cd28ba4d9309" providerId="LiveId" clId="{24BDBE35-5E08-4570-B997-53A99398ACF9}" dt="2020-02-12T05:00:51.940" v="18" actId="2711"/>
          <ac:spMkLst>
            <pc:docMk/>
            <pc:sldMk cId="0" sldId="314"/>
            <ac:spMk id="73766" creationId="{0B4C2084-B3A1-43AF-BD4E-9A28ED78B8A6}"/>
          </ac:spMkLst>
        </pc:spChg>
        <pc:spChg chg="mod">
          <ac:chgData name="zh frank" userId="f416cd28ba4d9309" providerId="LiveId" clId="{24BDBE35-5E08-4570-B997-53A99398ACF9}" dt="2020-02-12T05:00:51.940" v="18" actId="2711"/>
          <ac:spMkLst>
            <pc:docMk/>
            <pc:sldMk cId="0" sldId="314"/>
            <ac:spMk id="73767" creationId="{E6846668-2062-4B05-8542-77813935357E}"/>
          </ac:spMkLst>
        </pc:spChg>
        <pc:spChg chg="mod">
          <ac:chgData name="zh frank" userId="f416cd28ba4d9309" providerId="LiveId" clId="{24BDBE35-5E08-4570-B997-53A99398ACF9}" dt="2020-02-12T05:00:51.940" v="18" actId="2711"/>
          <ac:spMkLst>
            <pc:docMk/>
            <pc:sldMk cId="0" sldId="314"/>
            <ac:spMk id="73768" creationId="{4BF7384F-0832-4BBB-B04E-3BC786FC9283}"/>
          </ac:spMkLst>
        </pc:spChg>
        <pc:spChg chg="mod">
          <ac:chgData name="zh frank" userId="f416cd28ba4d9309" providerId="LiveId" clId="{24BDBE35-5E08-4570-B997-53A99398ACF9}" dt="2020-02-12T05:00:51.940" v="18" actId="2711"/>
          <ac:spMkLst>
            <pc:docMk/>
            <pc:sldMk cId="0" sldId="314"/>
            <ac:spMk id="73769" creationId="{53F653EF-598C-4B12-9723-CA32553CDD5A}"/>
          </ac:spMkLst>
        </pc:spChg>
        <pc:spChg chg="mod">
          <ac:chgData name="zh frank" userId="f416cd28ba4d9309" providerId="LiveId" clId="{24BDBE35-5E08-4570-B997-53A99398ACF9}" dt="2020-02-12T05:00:51.940" v="18" actId="2711"/>
          <ac:spMkLst>
            <pc:docMk/>
            <pc:sldMk cId="0" sldId="314"/>
            <ac:spMk id="73770" creationId="{55A6BE7E-7B79-46DE-90A6-B156954772D6}"/>
          </ac:spMkLst>
        </pc:spChg>
        <pc:spChg chg="mod">
          <ac:chgData name="zh frank" userId="f416cd28ba4d9309" providerId="LiveId" clId="{24BDBE35-5E08-4570-B997-53A99398ACF9}" dt="2020-02-12T05:00:51.940" v="18" actId="2711"/>
          <ac:spMkLst>
            <pc:docMk/>
            <pc:sldMk cId="0" sldId="314"/>
            <ac:spMk id="73771" creationId="{72FB55F5-7EBC-40E3-8FE5-355420D70D24}"/>
          </ac:spMkLst>
        </pc:spChg>
        <pc:spChg chg="mod">
          <ac:chgData name="zh frank" userId="f416cd28ba4d9309" providerId="LiveId" clId="{24BDBE35-5E08-4570-B997-53A99398ACF9}" dt="2020-02-12T05:00:51.940" v="18" actId="2711"/>
          <ac:spMkLst>
            <pc:docMk/>
            <pc:sldMk cId="0" sldId="314"/>
            <ac:spMk id="73772" creationId="{78206796-A969-4B88-A92A-D412599BFC6B}"/>
          </ac:spMkLst>
        </pc:spChg>
        <pc:spChg chg="mod">
          <ac:chgData name="zh frank" userId="f416cd28ba4d9309" providerId="LiveId" clId="{24BDBE35-5E08-4570-B997-53A99398ACF9}" dt="2020-02-12T05:00:51.940" v="18" actId="2711"/>
          <ac:spMkLst>
            <pc:docMk/>
            <pc:sldMk cId="0" sldId="314"/>
            <ac:spMk id="73773" creationId="{A0036229-2B0B-421D-832D-5FB53647ED40}"/>
          </ac:spMkLst>
        </pc:spChg>
        <pc:spChg chg="mod">
          <ac:chgData name="zh frank" userId="f416cd28ba4d9309" providerId="LiveId" clId="{24BDBE35-5E08-4570-B997-53A99398ACF9}" dt="2020-02-12T05:00:51.940" v="18" actId="2711"/>
          <ac:spMkLst>
            <pc:docMk/>
            <pc:sldMk cId="0" sldId="314"/>
            <ac:spMk id="73774" creationId="{E7CBA2D2-CAB4-43FF-B931-8FDF381A63DA}"/>
          </ac:spMkLst>
        </pc:spChg>
        <pc:spChg chg="mod">
          <ac:chgData name="zh frank" userId="f416cd28ba4d9309" providerId="LiveId" clId="{24BDBE35-5E08-4570-B997-53A99398ACF9}" dt="2020-02-12T05:00:51.940" v="18" actId="2711"/>
          <ac:spMkLst>
            <pc:docMk/>
            <pc:sldMk cId="0" sldId="314"/>
            <ac:spMk id="73775" creationId="{C118E5DE-DAE2-4BD5-AB4F-618A6ACD11C6}"/>
          </ac:spMkLst>
        </pc:spChg>
        <pc:spChg chg="mod">
          <ac:chgData name="zh frank" userId="f416cd28ba4d9309" providerId="LiveId" clId="{24BDBE35-5E08-4570-B997-53A99398ACF9}" dt="2020-02-12T05:00:51.940" v="18" actId="2711"/>
          <ac:spMkLst>
            <pc:docMk/>
            <pc:sldMk cId="0" sldId="314"/>
            <ac:spMk id="73776" creationId="{42161D41-72C6-482D-8BEC-15C8EA8D1066}"/>
          </ac:spMkLst>
        </pc:spChg>
        <pc:spChg chg="mod">
          <ac:chgData name="zh frank" userId="f416cd28ba4d9309" providerId="LiveId" clId="{24BDBE35-5E08-4570-B997-53A99398ACF9}" dt="2020-02-12T05:00:51.940" v="18" actId="2711"/>
          <ac:spMkLst>
            <pc:docMk/>
            <pc:sldMk cId="0" sldId="314"/>
            <ac:spMk id="73777" creationId="{BD6CA0BD-8990-4AB0-A3F9-5A1D594BEE16}"/>
          </ac:spMkLst>
        </pc:spChg>
        <pc:spChg chg="mod">
          <ac:chgData name="zh frank" userId="f416cd28ba4d9309" providerId="LiveId" clId="{24BDBE35-5E08-4570-B997-53A99398ACF9}" dt="2020-02-12T05:00:51.940" v="18" actId="2711"/>
          <ac:spMkLst>
            <pc:docMk/>
            <pc:sldMk cId="0" sldId="314"/>
            <ac:spMk id="73778" creationId="{FA4E2A13-FDCD-4CB6-B7CB-ED24849F63D0}"/>
          </ac:spMkLst>
        </pc:spChg>
        <pc:spChg chg="mod">
          <ac:chgData name="zh frank" userId="f416cd28ba4d9309" providerId="LiveId" clId="{24BDBE35-5E08-4570-B997-53A99398ACF9}" dt="2020-02-12T05:00:51.940" v="18" actId="2711"/>
          <ac:spMkLst>
            <pc:docMk/>
            <pc:sldMk cId="0" sldId="314"/>
            <ac:spMk id="73779" creationId="{340DB28E-34A5-438D-BBDA-5DFC9D1BA798}"/>
          </ac:spMkLst>
        </pc:spChg>
        <pc:spChg chg="mod">
          <ac:chgData name="zh frank" userId="f416cd28ba4d9309" providerId="LiveId" clId="{24BDBE35-5E08-4570-B997-53A99398ACF9}" dt="2020-02-12T05:00:51.940" v="18" actId="2711"/>
          <ac:spMkLst>
            <pc:docMk/>
            <pc:sldMk cId="0" sldId="314"/>
            <ac:spMk id="73780" creationId="{347783F6-C9B6-43B1-9AB6-443457B7189F}"/>
          </ac:spMkLst>
        </pc:spChg>
        <pc:spChg chg="mod">
          <ac:chgData name="zh frank" userId="f416cd28ba4d9309" providerId="LiveId" clId="{24BDBE35-5E08-4570-B997-53A99398ACF9}" dt="2020-02-12T05:00:51.940" v="18" actId="2711"/>
          <ac:spMkLst>
            <pc:docMk/>
            <pc:sldMk cId="0" sldId="314"/>
            <ac:spMk id="73781" creationId="{EDC65906-2AED-4A1F-8C1E-917E7BFCEE6C}"/>
          </ac:spMkLst>
        </pc:spChg>
        <pc:spChg chg="mod">
          <ac:chgData name="zh frank" userId="f416cd28ba4d9309" providerId="LiveId" clId="{24BDBE35-5E08-4570-B997-53A99398ACF9}" dt="2020-02-12T05:00:51.940" v="18" actId="2711"/>
          <ac:spMkLst>
            <pc:docMk/>
            <pc:sldMk cId="0" sldId="314"/>
            <ac:spMk id="73782" creationId="{704A4923-BFC1-4C51-AD1A-E30A45137B66}"/>
          </ac:spMkLst>
        </pc:spChg>
        <pc:spChg chg="mod">
          <ac:chgData name="zh frank" userId="f416cd28ba4d9309" providerId="LiveId" clId="{24BDBE35-5E08-4570-B997-53A99398ACF9}" dt="2020-02-12T05:00:51.940" v="18" actId="2711"/>
          <ac:spMkLst>
            <pc:docMk/>
            <pc:sldMk cId="0" sldId="314"/>
            <ac:spMk id="73783" creationId="{6A0560D6-6752-43F8-B45F-43AC10D975C0}"/>
          </ac:spMkLst>
        </pc:spChg>
        <pc:spChg chg="mod">
          <ac:chgData name="zh frank" userId="f416cd28ba4d9309" providerId="LiveId" clId="{24BDBE35-5E08-4570-B997-53A99398ACF9}" dt="2020-02-12T05:00:51.940" v="18" actId="2711"/>
          <ac:spMkLst>
            <pc:docMk/>
            <pc:sldMk cId="0" sldId="314"/>
            <ac:spMk id="73784" creationId="{50DBD3A6-823B-4B77-9BE9-43BBFA4E62B9}"/>
          </ac:spMkLst>
        </pc:spChg>
        <pc:spChg chg="mod">
          <ac:chgData name="zh frank" userId="f416cd28ba4d9309" providerId="LiveId" clId="{24BDBE35-5E08-4570-B997-53A99398ACF9}" dt="2020-02-12T05:00:51.940" v="18" actId="2711"/>
          <ac:spMkLst>
            <pc:docMk/>
            <pc:sldMk cId="0" sldId="314"/>
            <ac:spMk id="73785" creationId="{93AFCB8B-61D7-4810-8018-5C71370F574A}"/>
          </ac:spMkLst>
        </pc:spChg>
        <pc:spChg chg="mod">
          <ac:chgData name="zh frank" userId="f416cd28ba4d9309" providerId="LiveId" clId="{24BDBE35-5E08-4570-B997-53A99398ACF9}" dt="2020-02-12T05:00:51.940" v="18" actId="2711"/>
          <ac:spMkLst>
            <pc:docMk/>
            <pc:sldMk cId="0" sldId="314"/>
            <ac:spMk id="73786" creationId="{44BA8AAC-0540-4478-89A1-29DD82F7880F}"/>
          </ac:spMkLst>
        </pc:spChg>
        <pc:spChg chg="mod">
          <ac:chgData name="zh frank" userId="f416cd28ba4d9309" providerId="LiveId" clId="{24BDBE35-5E08-4570-B997-53A99398ACF9}" dt="2020-02-12T05:00:51.940" v="18" actId="2711"/>
          <ac:spMkLst>
            <pc:docMk/>
            <pc:sldMk cId="0" sldId="314"/>
            <ac:spMk id="73787" creationId="{47E9901A-9300-42C5-B4B3-AA630021514E}"/>
          </ac:spMkLst>
        </pc:spChg>
        <pc:spChg chg="mod">
          <ac:chgData name="zh frank" userId="f416cd28ba4d9309" providerId="LiveId" clId="{24BDBE35-5E08-4570-B997-53A99398ACF9}" dt="2020-02-12T05:00:51.940" v="18" actId="2711"/>
          <ac:spMkLst>
            <pc:docMk/>
            <pc:sldMk cId="0" sldId="314"/>
            <ac:spMk id="73788" creationId="{7C85020C-2624-404A-9D9A-3AEE11AAC538}"/>
          </ac:spMkLst>
        </pc:spChg>
        <pc:spChg chg="mod">
          <ac:chgData name="zh frank" userId="f416cd28ba4d9309" providerId="LiveId" clId="{24BDBE35-5E08-4570-B997-53A99398ACF9}" dt="2020-02-12T05:00:51.940" v="18" actId="2711"/>
          <ac:spMkLst>
            <pc:docMk/>
            <pc:sldMk cId="0" sldId="314"/>
            <ac:spMk id="73789" creationId="{7F15D343-79E2-412D-AE01-D79D0FB2611B}"/>
          </ac:spMkLst>
        </pc:spChg>
        <pc:spChg chg="mod">
          <ac:chgData name="zh frank" userId="f416cd28ba4d9309" providerId="LiveId" clId="{24BDBE35-5E08-4570-B997-53A99398ACF9}" dt="2020-02-12T05:00:51.940" v="18" actId="2711"/>
          <ac:spMkLst>
            <pc:docMk/>
            <pc:sldMk cId="0" sldId="314"/>
            <ac:spMk id="73790" creationId="{09974576-2168-467B-97BB-742D330BE4AD}"/>
          </ac:spMkLst>
        </pc:spChg>
        <pc:spChg chg="mod">
          <ac:chgData name="zh frank" userId="f416cd28ba4d9309" providerId="LiveId" clId="{24BDBE35-5E08-4570-B997-53A99398ACF9}" dt="2020-02-12T05:00:51.940" v="18" actId="2711"/>
          <ac:spMkLst>
            <pc:docMk/>
            <pc:sldMk cId="0" sldId="314"/>
            <ac:spMk id="73791" creationId="{98331253-A0C3-4AFA-86AB-78450A35BC3E}"/>
          </ac:spMkLst>
        </pc:spChg>
        <pc:spChg chg="mod">
          <ac:chgData name="zh frank" userId="f416cd28ba4d9309" providerId="LiveId" clId="{24BDBE35-5E08-4570-B997-53A99398ACF9}" dt="2020-02-12T05:00:51.940" v="18" actId="2711"/>
          <ac:spMkLst>
            <pc:docMk/>
            <pc:sldMk cId="0" sldId="314"/>
            <ac:spMk id="73792" creationId="{71E1995A-EACC-4774-9138-4136A6D32467}"/>
          </ac:spMkLst>
        </pc:spChg>
        <pc:spChg chg="mod">
          <ac:chgData name="zh frank" userId="f416cd28ba4d9309" providerId="LiveId" clId="{24BDBE35-5E08-4570-B997-53A99398ACF9}" dt="2020-02-12T05:00:51.940" v="18" actId="2711"/>
          <ac:spMkLst>
            <pc:docMk/>
            <pc:sldMk cId="0" sldId="314"/>
            <ac:spMk id="73793" creationId="{C7849849-6A04-4E3F-80FF-92DF972B75E8}"/>
          </ac:spMkLst>
        </pc:spChg>
        <pc:spChg chg="mod">
          <ac:chgData name="zh frank" userId="f416cd28ba4d9309" providerId="LiveId" clId="{24BDBE35-5E08-4570-B997-53A99398ACF9}" dt="2020-02-12T05:00:51.940" v="18" actId="2711"/>
          <ac:spMkLst>
            <pc:docMk/>
            <pc:sldMk cId="0" sldId="314"/>
            <ac:spMk id="73794" creationId="{C58AF92B-E617-4101-BCEB-8526CDD542A0}"/>
          </ac:spMkLst>
        </pc:spChg>
        <pc:spChg chg="mod">
          <ac:chgData name="zh frank" userId="f416cd28ba4d9309" providerId="LiveId" clId="{24BDBE35-5E08-4570-B997-53A99398ACF9}" dt="2020-02-12T05:00:51.940" v="18" actId="2711"/>
          <ac:spMkLst>
            <pc:docMk/>
            <pc:sldMk cId="0" sldId="314"/>
            <ac:spMk id="73795" creationId="{8BB929E4-3B0A-493E-8F08-8A72B4660488}"/>
          </ac:spMkLst>
        </pc:spChg>
        <pc:spChg chg="mod">
          <ac:chgData name="zh frank" userId="f416cd28ba4d9309" providerId="LiveId" clId="{24BDBE35-5E08-4570-B997-53A99398ACF9}" dt="2020-02-12T05:00:51.940" v="18" actId="2711"/>
          <ac:spMkLst>
            <pc:docMk/>
            <pc:sldMk cId="0" sldId="314"/>
            <ac:spMk id="73796" creationId="{8E3FFB39-3868-4AC1-B793-D3728DF97A44}"/>
          </ac:spMkLst>
        </pc:spChg>
        <pc:spChg chg="mod">
          <ac:chgData name="zh frank" userId="f416cd28ba4d9309" providerId="LiveId" clId="{24BDBE35-5E08-4570-B997-53A99398ACF9}" dt="2020-02-12T05:00:51.940" v="18" actId="2711"/>
          <ac:spMkLst>
            <pc:docMk/>
            <pc:sldMk cId="0" sldId="314"/>
            <ac:spMk id="73797" creationId="{9E8E146B-4977-4DDD-BC10-0872CAFAEA5B}"/>
          </ac:spMkLst>
        </pc:spChg>
        <pc:spChg chg="mod">
          <ac:chgData name="zh frank" userId="f416cd28ba4d9309" providerId="LiveId" clId="{24BDBE35-5E08-4570-B997-53A99398ACF9}" dt="2020-02-12T05:00:51.940" v="18" actId="2711"/>
          <ac:spMkLst>
            <pc:docMk/>
            <pc:sldMk cId="0" sldId="314"/>
            <ac:spMk id="73798" creationId="{E3F0B8E5-3F5A-4204-818A-F1878947A942}"/>
          </ac:spMkLst>
        </pc:spChg>
        <pc:spChg chg="mod">
          <ac:chgData name="zh frank" userId="f416cd28ba4d9309" providerId="LiveId" clId="{24BDBE35-5E08-4570-B997-53A99398ACF9}" dt="2020-02-12T05:00:51.940" v="18" actId="2711"/>
          <ac:spMkLst>
            <pc:docMk/>
            <pc:sldMk cId="0" sldId="314"/>
            <ac:spMk id="73799" creationId="{78C2271A-8EF9-4979-8455-6881FD338DF9}"/>
          </ac:spMkLst>
        </pc:spChg>
        <pc:spChg chg="mod">
          <ac:chgData name="zh frank" userId="f416cd28ba4d9309" providerId="LiveId" clId="{24BDBE35-5E08-4570-B997-53A99398ACF9}" dt="2020-02-12T05:00:51.940" v="18" actId="2711"/>
          <ac:spMkLst>
            <pc:docMk/>
            <pc:sldMk cId="0" sldId="314"/>
            <ac:spMk id="73800" creationId="{552FB9F0-DA4E-4027-8538-483EAB1A4859}"/>
          </ac:spMkLst>
        </pc:spChg>
        <pc:spChg chg="mod">
          <ac:chgData name="zh frank" userId="f416cd28ba4d9309" providerId="LiveId" clId="{24BDBE35-5E08-4570-B997-53A99398ACF9}" dt="2020-02-12T05:00:51.940" v="18" actId="2711"/>
          <ac:spMkLst>
            <pc:docMk/>
            <pc:sldMk cId="0" sldId="314"/>
            <ac:spMk id="73801" creationId="{80BAFB62-A875-4447-886A-BDFF26F37217}"/>
          </ac:spMkLst>
        </pc:spChg>
        <pc:spChg chg="mod">
          <ac:chgData name="zh frank" userId="f416cd28ba4d9309" providerId="LiveId" clId="{24BDBE35-5E08-4570-B997-53A99398ACF9}" dt="2020-02-12T05:00:51.940" v="18" actId="2711"/>
          <ac:spMkLst>
            <pc:docMk/>
            <pc:sldMk cId="0" sldId="314"/>
            <ac:spMk id="73802" creationId="{60650D33-8498-49F5-B469-814AD99F6405}"/>
          </ac:spMkLst>
        </pc:spChg>
        <pc:spChg chg="mod">
          <ac:chgData name="zh frank" userId="f416cd28ba4d9309" providerId="LiveId" clId="{24BDBE35-5E08-4570-B997-53A99398ACF9}" dt="2020-02-12T05:00:51.940" v="18" actId="2711"/>
          <ac:spMkLst>
            <pc:docMk/>
            <pc:sldMk cId="0" sldId="314"/>
            <ac:spMk id="73803" creationId="{9B443376-1270-4A6E-AE9C-1AA45ABE009C}"/>
          </ac:spMkLst>
        </pc:spChg>
        <pc:spChg chg="mod">
          <ac:chgData name="zh frank" userId="f416cd28ba4d9309" providerId="LiveId" clId="{24BDBE35-5E08-4570-B997-53A99398ACF9}" dt="2020-02-12T05:00:51.940" v="18" actId="2711"/>
          <ac:spMkLst>
            <pc:docMk/>
            <pc:sldMk cId="0" sldId="314"/>
            <ac:spMk id="73804" creationId="{1D190118-73CD-4680-A5A1-32AC1F6032EF}"/>
          </ac:spMkLst>
        </pc:spChg>
        <pc:spChg chg="mod">
          <ac:chgData name="zh frank" userId="f416cd28ba4d9309" providerId="LiveId" clId="{24BDBE35-5E08-4570-B997-53A99398ACF9}" dt="2020-02-12T05:00:51.940" v="18" actId="2711"/>
          <ac:spMkLst>
            <pc:docMk/>
            <pc:sldMk cId="0" sldId="314"/>
            <ac:spMk id="73805" creationId="{BE5C785E-C38B-4AE6-ABCF-F2F401AF4D4C}"/>
          </ac:spMkLst>
        </pc:spChg>
        <pc:spChg chg="mod">
          <ac:chgData name="zh frank" userId="f416cd28ba4d9309" providerId="LiveId" clId="{24BDBE35-5E08-4570-B997-53A99398ACF9}" dt="2020-02-12T05:00:51.940" v="18" actId="2711"/>
          <ac:spMkLst>
            <pc:docMk/>
            <pc:sldMk cId="0" sldId="314"/>
            <ac:spMk id="73806" creationId="{21ABAD12-B217-4FD6-8F72-50D0D2F34A1D}"/>
          </ac:spMkLst>
        </pc:spChg>
        <pc:spChg chg="mod">
          <ac:chgData name="zh frank" userId="f416cd28ba4d9309" providerId="LiveId" clId="{24BDBE35-5E08-4570-B997-53A99398ACF9}" dt="2020-02-12T05:00:51.940" v="18" actId="2711"/>
          <ac:spMkLst>
            <pc:docMk/>
            <pc:sldMk cId="0" sldId="314"/>
            <ac:spMk id="73807" creationId="{1FF96C0C-309F-46DD-AE59-3542FE49F135}"/>
          </ac:spMkLst>
        </pc:spChg>
        <pc:spChg chg="mod">
          <ac:chgData name="zh frank" userId="f416cd28ba4d9309" providerId="LiveId" clId="{24BDBE35-5E08-4570-B997-53A99398ACF9}" dt="2020-02-12T05:00:51.940" v="18" actId="2711"/>
          <ac:spMkLst>
            <pc:docMk/>
            <pc:sldMk cId="0" sldId="314"/>
            <ac:spMk id="73808" creationId="{A80837E5-7896-40A6-BC1F-0E83EE20BE9C}"/>
          </ac:spMkLst>
        </pc:spChg>
        <pc:spChg chg="mod">
          <ac:chgData name="zh frank" userId="f416cd28ba4d9309" providerId="LiveId" clId="{24BDBE35-5E08-4570-B997-53A99398ACF9}" dt="2020-02-12T05:00:51.940" v="18" actId="2711"/>
          <ac:spMkLst>
            <pc:docMk/>
            <pc:sldMk cId="0" sldId="314"/>
            <ac:spMk id="73809" creationId="{9AE35BE3-68B9-4B40-BB97-C4F906B965E6}"/>
          </ac:spMkLst>
        </pc:spChg>
        <pc:spChg chg="mod">
          <ac:chgData name="zh frank" userId="f416cd28ba4d9309" providerId="LiveId" clId="{24BDBE35-5E08-4570-B997-53A99398ACF9}" dt="2020-02-12T05:00:51.940" v="18" actId="2711"/>
          <ac:spMkLst>
            <pc:docMk/>
            <pc:sldMk cId="0" sldId="314"/>
            <ac:spMk id="73810" creationId="{51582A70-9DC1-450C-803E-103C05C6AA9F}"/>
          </ac:spMkLst>
        </pc:spChg>
      </pc:sldChg>
      <pc:sldChg chg="modSp">
        <pc:chgData name="zh frank" userId="f416cd28ba4d9309" providerId="LiveId" clId="{24BDBE35-5E08-4570-B997-53A99398ACF9}" dt="2020-02-12T05:05:45.636" v="66" actId="14100"/>
        <pc:sldMkLst>
          <pc:docMk/>
          <pc:sldMk cId="0" sldId="321"/>
        </pc:sldMkLst>
        <pc:spChg chg="mod">
          <ac:chgData name="zh frank" userId="f416cd28ba4d9309" providerId="LiveId" clId="{24BDBE35-5E08-4570-B997-53A99398ACF9}" dt="2020-02-12T05:05:45.636" v="66" actId="14100"/>
          <ac:spMkLst>
            <pc:docMk/>
            <pc:sldMk cId="0" sldId="321"/>
            <ac:spMk id="88067" creationId="{76F6FCE8-8DB8-460F-85EA-441F20EA8368}"/>
          </ac:spMkLst>
        </pc:spChg>
        <pc:spChg chg="mod">
          <ac:chgData name="zh frank" userId="f416cd28ba4d9309" providerId="LiveId" clId="{24BDBE35-5E08-4570-B997-53A99398ACF9}" dt="2020-02-12T05:05:41.524" v="65" actId="14100"/>
          <ac:spMkLst>
            <pc:docMk/>
            <pc:sldMk cId="0" sldId="321"/>
            <ac:spMk id="146434" creationId="{0B791485-1A36-4D8F-BC9E-61D92DB51C11}"/>
          </ac:spMkLst>
        </pc:spChg>
      </pc:sldChg>
      <pc:sldChg chg="modSp">
        <pc:chgData name="zh frank" userId="f416cd28ba4d9309" providerId="LiveId" clId="{24BDBE35-5E08-4570-B997-53A99398ACF9}" dt="2020-02-12T05:05:15.680" v="62" actId="2711"/>
        <pc:sldMkLst>
          <pc:docMk/>
          <pc:sldMk cId="0" sldId="322"/>
        </pc:sldMkLst>
        <pc:spChg chg="mod">
          <ac:chgData name="zh frank" userId="f416cd28ba4d9309" providerId="LiveId" clId="{24BDBE35-5E08-4570-B997-53A99398ACF9}" dt="2020-02-12T05:04:04.189" v="54" actId="120"/>
          <ac:spMkLst>
            <pc:docMk/>
            <pc:sldMk cId="0" sldId="322"/>
            <ac:spMk id="82947" creationId="{757E788F-967A-4407-A699-B68FC04B1FC8}"/>
          </ac:spMkLst>
        </pc:spChg>
        <pc:spChg chg="mod">
          <ac:chgData name="zh frank" userId="f416cd28ba4d9309" providerId="LiveId" clId="{24BDBE35-5E08-4570-B997-53A99398ACF9}" dt="2020-02-12T05:04:20.553" v="56" actId="2711"/>
          <ac:spMkLst>
            <pc:docMk/>
            <pc:sldMk cId="0" sldId="322"/>
            <ac:spMk id="83002" creationId="{798E318D-5C65-4DD9-9D05-B46DD484FED0}"/>
          </ac:spMkLst>
        </pc:spChg>
        <pc:spChg chg="mod">
          <ac:chgData name="zh frank" userId="f416cd28ba4d9309" providerId="LiveId" clId="{24BDBE35-5E08-4570-B997-53A99398ACF9}" dt="2020-02-12T05:04:20.553" v="56" actId="2711"/>
          <ac:spMkLst>
            <pc:docMk/>
            <pc:sldMk cId="0" sldId="322"/>
            <ac:spMk id="83003" creationId="{8C9A3153-501F-4F57-BF68-4C3EB689B4DF}"/>
          </ac:spMkLst>
        </pc:spChg>
        <pc:spChg chg="mod">
          <ac:chgData name="zh frank" userId="f416cd28ba4d9309" providerId="LiveId" clId="{24BDBE35-5E08-4570-B997-53A99398ACF9}" dt="2020-02-12T05:04:20.553" v="56" actId="2711"/>
          <ac:spMkLst>
            <pc:docMk/>
            <pc:sldMk cId="0" sldId="322"/>
            <ac:spMk id="83004" creationId="{616B4383-D4C2-464E-9443-48736918EA17}"/>
          </ac:spMkLst>
        </pc:spChg>
        <pc:spChg chg="mod">
          <ac:chgData name="zh frank" userId="f416cd28ba4d9309" providerId="LiveId" clId="{24BDBE35-5E08-4570-B997-53A99398ACF9}" dt="2020-02-12T05:04:20.553" v="56" actId="2711"/>
          <ac:spMkLst>
            <pc:docMk/>
            <pc:sldMk cId="0" sldId="322"/>
            <ac:spMk id="83005" creationId="{B5740218-C0DB-4913-916E-A24CF0D6A4BB}"/>
          </ac:spMkLst>
        </pc:spChg>
        <pc:spChg chg="mod">
          <ac:chgData name="zh frank" userId="f416cd28ba4d9309" providerId="LiveId" clId="{24BDBE35-5E08-4570-B997-53A99398ACF9}" dt="2020-02-12T05:04:20.553" v="56" actId="2711"/>
          <ac:spMkLst>
            <pc:docMk/>
            <pc:sldMk cId="0" sldId="322"/>
            <ac:spMk id="83006" creationId="{521CC092-F96C-43C3-B059-4609C4DDCD3C}"/>
          </ac:spMkLst>
        </pc:spChg>
        <pc:spChg chg="mod">
          <ac:chgData name="zh frank" userId="f416cd28ba4d9309" providerId="LiveId" clId="{24BDBE35-5E08-4570-B997-53A99398ACF9}" dt="2020-02-12T05:04:20.553" v="56" actId="2711"/>
          <ac:spMkLst>
            <pc:docMk/>
            <pc:sldMk cId="0" sldId="322"/>
            <ac:spMk id="83007" creationId="{9A4A7B14-D728-4B3F-A9CB-83CC1CFFD636}"/>
          </ac:spMkLst>
        </pc:spChg>
        <pc:spChg chg="mod">
          <ac:chgData name="zh frank" userId="f416cd28ba4d9309" providerId="LiveId" clId="{24BDBE35-5E08-4570-B997-53A99398ACF9}" dt="2020-02-12T05:04:20.553" v="56" actId="2711"/>
          <ac:spMkLst>
            <pc:docMk/>
            <pc:sldMk cId="0" sldId="322"/>
            <ac:spMk id="83008" creationId="{64C3EE47-2FE3-41C7-BD6A-B28A6EF19FC7}"/>
          </ac:spMkLst>
        </pc:spChg>
        <pc:spChg chg="mod">
          <ac:chgData name="zh frank" userId="f416cd28ba4d9309" providerId="LiveId" clId="{24BDBE35-5E08-4570-B997-53A99398ACF9}" dt="2020-02-12T05:04:20.553" v="56" actId="2711"/>
          <ac:spMkLst>
            <pc:docMk/>
            <pc:sldMk cId="0" sldId="322"/>
            <ac:spMk id="83009" creationId="{619358AC-2CBD-4C8D-B873-C073BE9D5E52}"/>
          </ac:spMkLst>
        </pc:spChg>
        <pc:spChg chg="mod">
          <ac:chgData name="zh frank" userId="f416cd28ba4d9309" providerId="LiveId" clId="{24BDBE35-5E08-4570-B997-53A99398ACF9}" dt="2020-02-12T05:04:20.553" v="56" actId="2711"/>
          <ac:spMkLst>
            <pc:docMk/>
            <pc:sldMk cId="0" sldId="322"/>
            <ac:spMk id="83010" creationId="{10A7CADF-375F-4D48-9032-38C7480BE66D}"/>
          </ac:spMkLst>
        </pc:spChg>
        <pc:spChg chg="mod">
          <ac:chgData name="zh frank" userId="f416cd28ba4d9309" providerId="LiveId" clId="{24BDBE35-5E08-4570-B997-53A99398ACF9}" dt="2020-02-12T05:04:20.553" v="56" actId="2711"/>
          <ac:spMkLst>
            <pc:docMk/>
            <pc:sldMk cId="0" sldId="322"/>
            <ac:spMk id="83011" creationId="{E3FD0069-307C-47F1-8E8D-A3F070052778}"/>
          </ac:spMkLst>
        </pc:spChg>
        <pc:spChg chg="mod">
          <ac:chgData name="zh frank" userId="f416cd28ba4d9309" providerId="LiveId" clId="{24BDBE35-5E08-4570-B997-53A99398ACF9}" dt="2020-02-12T05:04:20.553" v="56" actId="2711"/>
          <ac:spMkLst>
            <pc:docMk/>
            <pc:sldMk cId="0" sldId="322"/>
            <ac:spMk id="83012" creationId="{98AA988F-D4C2-432D-BC41-07607DA274BB}"/>
          </ac:spMkLst>
        </pc:spChg>
        <pc:spChg chg="mod">
          <ac:chgData name="zh frank" userId="f416cd28ba4d9309" providerId="LiveId" clId="{24BDBE35-5E08-4570-B997-53A99398ACF9}" dt="2020-02-12T05:04:29.293" v="57" actId="2711"/>
          <ac:spMkLst>
            <pc:docMk/>
            <pc:sldMk cId="0" sldId="322"/>
            <ac:spMk id="83013" creationId="{9B9C85C2-AFB2-4929-ABB1-2846CB3F0DD1}"/>
          </ac:spMkLst>
        </pc:spChg>
        <pc:spChg chg="mod">
          <ac:chgData name="zh frank" userId="f416cd28ba4d9309" providerId="LiveId" clId="{24BDBE35-5E08-4570-B997-53A99398ACF9}" dt="2020-02-12T05:04:20.553" v="56" actId="2711"/>
          <ac:spMkLst>
            <pc:docMk/>
            <pc:sldMk cId="0" sldId="322"/>
            <ac:spMk id="83014" creationId="{165396FE-5CD9-4979-8A01-25858FE0DCEF}"/>
          </ac:spMkLst>
        </pc:spChg>
        <pc:spChg chg="mod">
          <ac:chgData name="zh frank" userId="f416cd28ba4d9309" providerId="LiveId" clId="{24BDBE35-5E08-4570-B997-53A99398ACF9}" dt="2020-02-12T05:04:52.870" v="60" actId="2711"/>
          <ac:spMkLst>
            <pc:docMk/>
            <pc:sldMk cId="0" sldId="322"/>
            <ac:spMk id="83015" creationId="{2E5BAC17-2E09-480E-A0B9-52E1E273D114}"/>
          </ac:spMkLst>
        </pc:spChg>
        <pc:spChg chg="mod">
          <ac:chgData name="zh frank" userId="f416cd28ba4d9309" providerId="LiveId" clId="{24BDBE35-5E08-4570-B997-53A99398ACF9}" dt="2020-02-12T05:04:20.553" v="56" actId="2711"/>
          <ac:spMkLst>
            <pc:docMk/>
            <pc:sldMk cId="0" sldId="322"/>
            <ac:spMk id="83016" creationId="{4036E98D-FCBA-411E-AD27-71F29678A69B}"/>
          </ac:spMkLst>
        </pc:spChg>
        <pc:spChg chg="mod">
          <ac:chgData name="zh frank" userId="f416cd28ba4d9309" providerId="LiveId" clId="{24BDBE35-5E08-4570-B997-53A99398ACF9}" dt="2020-02-12T05:04:20.553" v="56" actId="2711"/>
          <ac:spMkLst>
            <pc:docMk/>
            <pc:sldMk cId="0" sldId="322"/>
            <ac:spMk id="83017" creationId="{F4A020BF-A86E-4A8D-B954-363046072942}"/>
          </ac:spMkLst>
        </pc:spChg>
        <pc:spChg chg="mod">
          <ac:chgData name="zh frank" userId="f416cd28ba4d9309" providerId="LiveId" clId="{24BDBE35-5E08-4570-B997-53A99398ACF9}" dt="2020-02-12T05:04:20.553" v="56" actId="2711"/>
          <ac:spMkLst>
            <pc:docMk/>
            <pc:sldMk cId="0" sldId="322"/>
            <ac:spMk id="83018" creationId="{B0E39078-7B98-489F-B625-9B1F5ADA2ABD}"/>
          </ac:spMkLst>
        </pc:spChg>
        <pc:spChg chg="mod">
          <ac:chgData name="zh frank" userId="f416cd28ba4d9309" providerId="LiveId" clId="{24BDBE35-5E08-4570-B997-53A99398ACF9}" dt="2020-02-12T05:04:20.553" v="56" actId="2711"/>
          <ac:spMkLst>
            <pc:docMk/>
            <pc:sldMk cId="0" sldId="322"/>
            <ac:spMk id="83019" creationId="{68FF410A-790A-4F0C-A173-B11932EC56F4}"/>
          </ac:spMkLst>
        </pc:spChg>
        <pc:spChg chg="mod">
          <ac:chgData name="zh frank" userId="f416cd28ba4d9309" providerId="LiveId" clId="{24BDBE35-5E08-4570-B997-53A99398ACF9}" dt="2020-02-12T05:04:20.553" v="56" actId="2711"/>
          <ac:spMkLst>
            <pc:docMk/>
            <pc:sldMk cId="0" sldId="322"/>
            <ac:spMk id="83020" creationId="{200AC8F4-D874-4300-A0AD-279AB67EC483}"/>
          </ac:spMkLst>
        </pc:spChg>
        <pc:spChg chg="mod">
          <ac:chgData name="zh frank" userId="f416cd28ba4d9309" providerId="LiveId" clId="{24BDBE35-5E08-4570-B997-53A99398ACF9}" dt="2020-02-12T05:05:15.680" v="62" actId="2711"/>
          <ac:spMkLst>
            <pc:docMk/>
            <pc:sldMk cId="0" sldId="322"/>
            <ac:spMk id="83021" creationId="{C4A0F73D-CD7D-4BC1-84E5-D9A5F778FF66}"/>
          </ac:spMkLst>
        </pc:spChg>
        <pc:spChg chg="mod">
          <ac:chgData name="zh frank" userId="f416cd28ba4d9309" providerId="LiveId" clId="{24BDBE35-5E08-4570-B997-53A99398ACF9}" dt="2020-02-12T05:04:39.525" v="58" actId="2711"/>
          <ac:spMkLst>
            <pc:docMk/>
            <pc:sldMk cId="0" sldId="322"/>
            <ac:spMk id="83022" creationId="{27AB44FA-B9A6-4103-9C50-876F08E16EFF}"/>
          </ac:spMkLst>
        </pc:spChg>
        <pc:spChg chg="mod">
          <ac:chgData name="zh frank" userId="f416cd28ba4d9309" providerId="LiveId" clId="{24BDBE35-5E08-4570-B997-53A99398ACF9}" dt="2020-02-12T05:05:05.289" v="61" actId="2711"/>
          <ac:spMkLst>
            <pc:docMk/>
            <pc:sldMk cId="0" sldId="322"/>
            <ac:spMk id="83023" creationId="{5EA19965-549E-491C-A689-FCBE96E9D7E1}"/>
          </ac:spMkLst>
        </pc:spChg>
        <pc:spChg chg="mod">
          <ac:chgData name="zh frank" userId="f416cd28ba4d9309" providerId="LiveId" clId="{24BDBE35-5E08-4570-B997-53A99398ACF9}" dt="2020-02-12T05:04:45.388" v="59" actId="2711"/>
          <ac:spMkLst>
            <pc:docMk/>
            <pc:sldMk cId="0" sldId="322"/>
            <ac:spMk id="83024" creationId="{E93F261B-916E-4B29-BE13-5D6CDA134272}"/>
          </ac:spMkLst>
        </pc:spChg>
        <pc:spChg chg="mod">
          <ac:chgData name="zh frank" userId="f416cd28ba4d9309" providerId="LiveId" clId="{24BDBE35-5E08-4570-B997-53A99398ACF9}" dt="2020-02-12T05:04:20.553" v="56" actId="2711"/>
          <ac:spMkLst>
            <pc:docMk/>
            <pc:sldMk cId="0" sldId="322"/>
            <ac:spMk id="83028" creationId="{B104EC4A-C5A1-4164-B67C-5344ADE73435}"/>
          </ac:spMkLst>
        </pc:spChg>
        <pc:spChg chg="mod">
          <ac:chgData name="zh frank" userId="f416cd28ba4d9309" providerId="LiveId" clId="{24BDBE35-5E08-4570-B997-53A99398ACF9}" dt="2020-02-12T05:04:20.553" v="56" actId="2711"/>
          <ac:spMkLst>
            <pc:docMk/>
            <pc:sldMk cId="0" sldId="322"/>
            <ac:spMk id="83029" creationId="{32AEB83A-89C1-4489-98A3-9550DA3F712E}"/>
          </ac:spMkLst>
        </pc:spChg>
      </pc:sldChg>
      <pc:sldChg chg="modSp">
        <pc:chgData name="zh frank" userId="f416cd28ba4d9309" providerId="LiveId" clId="{24BDBE35-5E08-4570-B997-53A99398ACF9}" dt="2020-02-12T04:46:28.839" v="2" actId="1076"/>
        <pc:sldMkLst>
          <pc:docMk/>
          <pc:sldMk cId="0" sldId="350"/>
        </pc:sldMkLst>
        <pc:spChg chg="mod">
          <ac:chgData name="zh frank" userId="f416cd28ba4d9309" providerId="LiveId" clId="{24BDBE35-5E08-4570-B997-53A99398ACF9}" dt="2020-02-12T04:46:28.839" v="2" actId="1076"/>
          <ac:spMkLst>
            <pc:docMk/>
            <pc:sldMk cId="0" sldId="350"/>
            <ac:spMk id="46083" creationId="{65EA0620-43DE-46DB-9D2D-2D165413719C}"/>
          </ac:spMkLst>
        </pc:spChg>
      </pc:sldChg>
      <pc:sldChg chg="modSp">
        <pc:chgData name="zh frank" userId="f416cd28ba4d9309" providerId="LiveId" clId="{24BDBE35-5E08-4570-B997-53A99398ACF9}" dt="2020-02-12T05:00:15.383" v="15" actId="20577"/>
        <pc:sldMkLst>
          <pc:docMk/>
          <pc:sldMk cId="0" sldId="357"/>
        </pc:sldMkLst>
        <pc:spChg chg="mod">
          <ac:chgData name="zh frank" userId="f416cd28ba4d9309" providerId="LiveId" clId="{24BDBE35-5E08-4570-B997-53A99398ACF9}" dt="2020-02-12T05:00:15.383" v="15" actId="20577"/>
          <ac:spMkLst>
            <pc:docMk/>
            <pc:sldMk cId="0" sldId="357"/>
            <ac:spMk id="48132" creationId="{6C3125A5-31D5-4266-9B78-271C81DFD7AF}"/>
          </ac:spMkLst>
        </pc:spChg>
      </pc:sldChg>
      <pc:sldChg chg="modSp">
        <pc:chgData name="zh frank" userId="f416cd28ba4d9309" providerId="LiveId" clId="{24BDBE35-5E08-4570-B997-53A99398ACF9}" dt="2020-02-12T05:00:37.515" v="17" actId="14100"/>
        <pc:sldMkLst>
          <pc:docMk/>
          <pc:sldMk cId="0" sldId="360"/>
        </pc:sldMkLst>
        <pc:spChg chg="mod">
          <ac:chgData name="zh frank" userId="f416cd28ba4d9309" providerId="LiveId" clId="{24BDBE35-5E08-4570-B997-53A99398ACF9}" dt="2020-02-12T05:00:37.515" v="17" actId="14100"/>
          <ac:spMkLst>
            <pc:docMk/>
            <pc:sldMk cId="0" sldId="360"/>
            <ac:spMk id="70659" creationId="{9314B012-A56D-419C-8F79-D62D399E4E53}"/>
          </ac:spMkLst>
        </pc:spChg>
      </pc:sldChg>
      <pc:sldChg chg="del">
        <pc:chgData name="zh frank" userId="f416cd28ba4d9309" providerId="LiveId" clId="{24BDBE35-5E08-4570-B997-53A99398ACF9}" dt="2020-02-12T04:46:07.424" v="1" actId="2696"/>
        <pc:sldMkLst>
          <pc:docMk/>
          <pc:sldMk cId="0" sldId="375"/>
        </pc:sldMkLst>
      </pc:sldChg>
      <pc:sldChg chg="del">
        <pc:chgData name="zh frank" userId="f416cd28ba4d9309" providerId="LiveId" clId="{24BDBE35-5E08-4570-B997-53A99398ACF9}" dt="2020-02-12T06:12:01.105" v="83" actId="2696"/>
        <pc:sldMkLst>
          <pc:docMk/>
          <pc:sldMk cId="0" sldId="380"/>
        </pc:sldMkLst>
      </pc:sldChg>
      <pc:sldChg chg="del">
        <pc:chgData name="zh frank" userId="f416cd28ba4d9309" providerId="LiveId" clId="{24BDBE35-5E08-4570-B997-53A99398ACF9}" dt="2020-02-12T06:12:03.744" v="84" actId="2696"/>
        <pc:sldMkLst>
          <pc:docMk/>
          <pc:sldMk cId="0" sldId="381"/>
        </pc:sldMkLst>
      </pc:sldChg>
      <pc:sldChg chg="modSp">
        <pc:chgData name="zh frank" userId="f416cd28ba4d9309" providerId="LiveId" clId="{24BDBE35-5E08-4570-B997-53A99398ACF9}" dt="2020-02-12T04:59:51.943" v="14" actId="2711"/>
        <pc:sldMkLst>
          <pc:docMk/>
          <pc:sldMk cId="0" sldId="382"/>
        </pc:sldMkLst>
        <pc:spChg chg="mod">
          <ac:chgData name="zh frank" userId="f416cd28ba4d9309" providerId="LiveId" clId="{24BDBE35-5E08-4570-B997-53A99398ACF9}" dt="2020-02-12T04:59:51.943" v="14" actId="2711"/>
          <ac:spMkLst>
            <pc:docMk/>
            <pc:sldMk cId="0" sldId="382"/>
            <ac:spMk id="6" creationId="{08DD7C2F-2193-4F56-80AB-2F52A30CC266}"/>
          </ac:spMkLst>
        </pc:spChg>
        <pc:spChg chg="mod">
          <ac:chgData name="zh frank" userId="f416cd28ba4d9309" providerId="LiveId" clId="{24BDBE35-5E08-4570-B997-53A99398ACF9}" dt="2020-02-12T04:59:51.943" v="14" actId="2711"/>
          <ac:spMkLst>
            <pc:docMk/>
            <pc:sldMk cId="0" sldId="382"/>
            <ac:spMk id="14" creationId="{CCC35D63-9FC6-44AC-AF11-498C588A6E0A}"/>
          </ac:spMkLst>
        </pc:spChg>
        <pc:spChg chg="mod">
          <ac:chgData name="zh frank" userId="f416cd28ba4d9309" providerId="LiveId" clId="{24BDBE35-5E08-4570-B997-53A99398ACF9}" dt="2020-02-12T04:59:51.943" v="14" actId="2711"/>
          <ac:spMkLst>
            <pc:docMk/>
            <pc:sldMk cId="0" sldId="382"/>
            <ac:spMk id="16" creationId="{49C0A69A-DE4B-41E8-9E98-E96A61024734}"/>
          </ac:spMkLst>
        </pc:spChg>
        <pc:spChg chg="mod">
          <ac:chgData name="zh frank" userId="f416cd28ba4d9309" providerId="LiveId" clId="{24BDBE35-5E08-4570-B997-53A99398ACF9}" dt="2020-02-12T04:59:51.943" v="14" actId="2711"/>
          <ac:spMkLst>
            <pc:docMk/>
            <pc:sldMk cId="0" sldId="382"/>
            <ac:spMk id="17" creationId="{A02A8BED-BBFF-414B-8D17-A3A414D6E4D9}"/>
          </ac:spMkLst>
        </pc:spChg>
        <pc:spChg chg="mod">
          <ac:chgData name="zh frank" userId="f416cd28ba4d9309" providerId="LiveId" clId="{24BDBE35-5E08-4570-B997-53A99398ACF9}" dt="2020-02-12T04:59:51.943" v="14" actId="2711"/>
          <ac:spMkLst>
            <pc:docMk/>
            <pc:sldMk cId="0" sldId="382"/>
            <ac:spMk id="20" creationId="{60B78318-390E-4B3F-9E7C-37FA70155097}"/>
          </ac:spMkLst>
        </pc:spChg>
        <pc:spChg chg="mod">
          <ac:chgData name="zh frank" userId="f416cd28ba4d9309" providerId="LiveId" clId="{24BDBE35-5E08-4570-B997-53A99398ACF9}" dt="2020-02-12T04:59:51.943" v="14" actId="2711"/>
          <ac:spMkLst>
            <pc:docMk/>
            <pc:sldMk cId="0" sldId="382"/>
            <ac:spMk id="21" creationId="{4E4A7A88-5517-4DB7-BA83-D87249B56763}"/>
          </ac:spMkLst>
        </pc:spChg>
        <pc:spChg chg="mod">
          <ac:chgData name="zh frank" userId="f416cd28ba4d9309" providerId="LiveId" clId="{24BDBE35-5E08-4570-B997-53A99398ACF9}" dt="2020-02-12T04:59:51.943" v="14" actId="2711"/>
          <ac:spMkLst>
            <pc:docMk/>
            <pc:sldMk cId="0" sldId="382"/>
            <ac:spMk id="22" creationId="{D511B1BF-6D03-489A-812D-508965126BB2}"/>
          </ac:spMkLst>
        </pc:spChg>
        <pc:spChg chg="mod">
          <ac:chgData name="zh frank" userId="f416cd28ba4d9309" providerId="LiveId" clId="{24BDBE35-5E08-4570-B997-53A99398ACF9}" dt="2020-02-12T04:59:51.943" v="14" actId="2711"/>
          <ac:spMkLst>
            <pc:docMk/>
            <pc:sldMk cId="0" sldId="382"/>
            <ac:spMk id="26" creationId="{C5E1F605-FAA8-4671-B5C0-3E3E517928F1}"/>
          </ac:spMkLst>
        </pc:spChg>
        <pc:spChg chg="mod">
          <ac:chgData name="zh frank" userId="f416cd28ba4d9309" providerId="LiveId" clId="{24BDBE35-5E08-4570-B997-53A99398ACF9}" dt="2020-02-12T04:59:51.943" v="14" actId="2711"/>
          <ac:spMkLst>
            <pc:docMk/>
            <pc:sldMk cId="0" sldId="382"/>
            <ac:spMk id="27" creationId="{3181791A-B606-4A26-AF1E-A4687B7EF1A3}"/>
          </ac:spMkLst>
        </pc:spChg>
        <pc:spChg chg="mod">
          <ac:chgData name="zh frank" userId="f416cd28ba4d9309" providerId="LiveId" clId="{24BDBE35-5E08-4570-B997-53A99398ACF9}" dt="2020-02-12T04:59:51.943" v="14" actId="2711"/>
          <ac:spMkLst>
            <pc:docMk/>
            <pc:sldMk cId="0" sldId="382"/>
            <ac:spMk id="29" creationId="{9D7B2483-58FB-4722-B9BF-0A0908366C3E}"/>
          </ac:spMkLst>
        </pc:spChg>
        <pc:spChg chg="mod">
          <ac:chgData name="zh frank" userId="f416cd28ba4d9309" providerId="LiveId" clId="{24BDBE35-5E08-4570-B997-53A99398ACF9}" dt="2020-02-12T04:59:51.943" v="14" actId="2711"/>
          <ac:spMkLst>
            <pc:docMk/>
            <pc:sldMk cId="0" sldId="382"/>
            <ac:spMk id="30" creationId="{DCEC89F5-AF7D-438E-87BA-BCF1D298FEA3}"/>
          </ac:spMkLst>
        </pc:spChg>
        <pc:spChg chg="mod">
          <ac:chgData name="zh frank" userId="f416cd28ba4d9309" providerId="LiveId" clId="{24BDBE35-5E08-4570-B997-53A99398ACF9}" dt="2020-02-12T04:59:51.943" v="14" actId="2711"/>
          <ac:spMkLst>
            <pc:docMk/>
            <pc:sldMk cId="0" sldId="382"/>
            <ac:spMk id="31" creationId="{DAF43FC2-5867-4C43-8623-75D6B6BA266A}"/>
          </ac:spMkLst>
        </pc:spChg>
        <pc:spChg chg="mod">
          <ac:chgData name="zh frank" userId="f416cd28ba4d9309" providerId="LiveId" clId="{24BDBE35-5E08-4570-B997-53A99398ACF9}" dt="2020-02-12T04:59:51.943" v="14" actId="2711"/>
          <ac:spMkLst>
            <pc:docMk/>
            <pc:sldMk cId="0" sldId="382"/>
            <ac:spMk id="59" creationId="{A275AD7A-7D5E-433E-8009-193EC285F329}"/>
          </ac:spMkLst>
        </pc:spChg>
        <pc:spChg chg="mod">
          <ac:chgData name="zh frank" userId="f416cd28ba4d9309" providerId="LiveId" clId="{24BDBE35-5E08-4570-B997-53A99398ACF9}" dt="2020-02-12T04:59:51.943" v="14" actId="2711"/>
          <ac:spMkLst>
            <pc:docMk/>
            <pc:sldMk cId="0" sldId="382"/>
            <ac:spMk id="61" creationId="{6377B4FC-7003-49B5-B3D5-FE54AB8532D2}"/>
          </ac:spMkLst>
        </pc:spChg>
        <pc:spChg chg="mod">
          <ac:chgData name="zh frank" userId="f416cd28ba4d9309" providerId="LiveId" clId="{24BDBE35-5E08-4570-B997-53A99398ACF9}" dt="2020-02-12T04:59:51.943" v="14" actId="2711"/>
          <ac:spMkLst>
            <pc:docMk/>
            <pc:sldMk cId="0" sldId="382"/>
            <ac:spMk id="66" creationId="{EF255D37-8786-4EE6-889D-668523E6A346}"/>
          </ac:spMkLst>
        </pc:spChg>
        <pc:spChg chg="mod">
          <ac:chgData name="zh frank" userId="f416cd28ba4d9309" providerId="LiveId" clId="{24BDBE35-5E08-4570-B997-53A99398ACF9}" dt="2020-02-12T04:59:51.943" v="14" actId="2711"/>
          <ac:spMkLst>
            <pc:docMk/>
            <pc:sldMk cId="0" sldId="382"/>
            <ac:spMk id="67" creationId="{0EF08CDC-6065-4449-92D0-91D75A103EEF}"/>
          </ac:spMkLst>
        </pc:spChg>
        <pc:spChg chg="mod">
          <ac:chgData name="zh frank" userId="f416cd28ba4d9309" providerId="LiveId" clId="{24BDBE35-5E08-4570-B997-53A99398ACF9}" dt="2020-02-12T04:59:51.943" v="14" actId="2711"/>
          <ac:spMkLst>
            <pc:docMk/>
            <pc:sldMk cId="0" sldId="382"/>
            <ac:spMk id="69" creationId="{34D24177-7E28-4D9C-8629-5A8F7E44CF70}"/>
          </ac:spMkLst>
        </pc:spChg>
        <pc:spChg chg="mod">
          <ac:chgData name="zh frank" userId="f416cd28ba4d9309" providerId="LiveId" clId="{24BDBE35-5E08-4570-B997-53A99398ACF9}" dt="2020-02-12T04:59:51.943" v="14" actId="2711"/>
          <ac:spMkLst>
            <pc:docMk/>
            <pc:sldMk cId="0" sldId="382"/>
            <ac:spMk id="70" creationId="{CFB0A9A5-1569-41F6-B223-05011E420C7D}"/>
          </ac:spMkLst>
        </pc:spChg>
        <pc:spChg chg="mod">
          <ac:chgData name="zh frank" userId="f416cd28ba4d9309" providerId="LiveId" clId="{24BDBE35-5E08-4570-B997-53A99398ACF9}" dt="2020-02-12T04:59:51.943" v="14" actId="2711"/>
          <ac:spMkLst>
            <pc:docMk/>
            <pc:sldMk cId="0" sldId="382"/>
            <ac:spMk id="71" creationId="{980799C1-D848-4E90-8977-5434FE69E9A5}"/>
          </ac:spMkLst>
        </pc:spChg>
        <pc:spChg chg="mod">
          <ac:chgData name="zh frank" userId="f416cd28ba4d9309" providerId="LiveId" clId="{24BDBE35-5E08-4570-B997-53A99398ACF9}" dt="2020-02-12T04:59:51.943" v="14" actId="2711"/>
          <ac:spMkLst>
            <pc:docMk/>
            <pc:sldMk cId="0" sldId="382"/>
            <ac:spMk id="72" creationId="{1BA3BCC8-33A7-4436-B3E1-411B1BCD2E8A}"/>
          </ac:spMkLst>
        </pc:spChg>
        <pc:spChg chg="mod">
          <ac:chgData name="zh frank" userId="f416cd28ba4d9309" providerId="LiveId" clId="{24BDBE35-5E08-4570-B997-53A99398ACF9}" dt="2020-02-12T04:59:51.943" v="14" actId="2711"/>
          <ac:spMkLst>
            <pc:docMk/>
            <pc:sldMk cId="0" sldId="382"/>
            <ac:spMk id="76" creationId="{F19C57CE-CDCE-4A78-97CB-F119B510A962}"/>
          </ac:spMkLst>
        </pc:spChg>
        <pc:spChg chg="mod">
          <ac:chgData name="zh frank" userId="f416cd28ba4d9309" providerId="LiveId" clId="{24BDBE35-5E08-4570-B997-53A99398ACF9}" dt="2020-02-12T04:59:51.943" v="14" actId="2711"/>
          <ac:spMkLst>
            <pc:docMk/>
            <pc:sldMk cId="0" sldId="382"/>
            <ac:spMk id="79" creationId="{4845218C-C125-48D5-A87F-C9F1927752E5}"/>
          </ac:spMkLst>
        </pc:spChg>
        <pc:spChg chg="mod">
          <ac:chgData name="zh frank" userId="f416cd28ba4d9309" providerId="LiveId" clId="{24BDBE35-5E08-4570-B997-53A99398ACF9}" dt="2020-02-12T04:59:51.943" v="14" actId="2711"/>
          <ac:spMkLst>
            <pc:docMk/>
            <pc:sldMk cId="0" sldId="382"/>
            <ac:spMk id="65549" creationId="{1F7705EE-5AD6-4ABB-A170-58D3D8D91776}"/>
          </ac:spMkLst>
        </pc:spChg>
        <pc:spChg chg="mod">
          <ac:chgData name="zh frank" userId="f416cd28ba4d9309" providerId="LiveId" clId="{24BDBE35-5E08-4570-B997-53A99398ACF9}" dt="2020-02-12T04:59:51.943" v="14" actId="2711"/>
          <ac:spMkLst>
            <pc:docMk/>
            <pc:sldMk cId="0" sldId="382"/>
            <ac:spMk id="65558" creationId="{BD000A8D-C589-4001-A12A-DB7B100AD7A6}"/>
          </ac:spMkLst>
        </pc:spChg>
        <pc:spChg chg="mod">
          <ac:chgData name="zh frank" userId="f416cd28ba4d9309" providerId="LiveId" clId="{24BDBE35-5E08-4570-B997-53A99398ACF9}" dt="2020-02-12T04:59:51.943" v="14" actId="2711"/>
          <ac:spMkLst>
            <pc:docMk/>
            <pc:sldMk cId="0" sldId="382"/>
            <ac:spMk id="65563" creationId="{49106CFA-C12F-4184-9E2F-AED4C3B4EA5C}"/>
          </ac:spMkLst>
        </pc:spChg>
        <pc:spChg chg="mod">
          <ac:chgData name="zh frank" userId="f416cd28ba4d9309" providerId="LiveId" clId="{24BDBE35-5E08-4570-B997-53A99398ACF9}" dt="2020-02-12T04:59:51.943" v="14" actId="2711"/>
          <ac:spMkLst>
            <pc:docMk/>
            <pc:sldMk cId="0" sldId="382"/>
            <ac:spMk id="65564" creationId="{7E3F509E-5BCE-4319-9A32-617D402AAC86}"/>
          </ac:spMkLst>
        </pc:spChg>
        <pc:spChg chg="mod">
          <ac:chgData name="zh frank" userId="f416cd28ba4d9309" providerId="LiveId" clId="{24BDBE35-5E08-4570-B997-53A99398ACF9}" dt="2020-02-12T04:59:51.943" v="14" actId="2711"/>
          <ac:spMkLst>
            <pc:docMk/>
            <pc:sldMk cId="0" sldId="382"/>
            <ac:spMk id="65566" creationId="{6506575B-2AF1-4C8D-9EC4-81B0FC50583C}"/>
          </ac:spMkLst>
        </pc:spChg>
        <pc:spChg chg="mod">
          <ac:chgData name="zh frank" userId="f416cd28ba4d9309" providerId="LiveId" clId="{24BDBE35-5E08-4570-B997-53A99398ACF9}" dt="2020-02-12T04:59:51.943" v="14" actId="2711"/>
          <ac:spMkLst>
            <pc:docMk/>
            <pc:sldMk cId="0" sldId="382"/>
            <ac:spMk id="65567" creationId="{6508EA56-FFE8-4082-8060-A834C8B79C22}"/>
          </ac:spMkLst>
        </pc:spChg>
        <pc:spChg chg="mod">
          <ac:chgData name="zh frank" userId="f416cd28ba4d9309" providerId="LiveId" clId="{24BDBE35-5E08-4570-B997-53A99398ACF9}" dt="2020-02-12T04:59:51.943" v="14" actId="2711"/>
          <ac:spMkLst>
            <pc:docMk/>
            <pc:sldMk cId="0" sldId="382"/>
            <ac:spMk id="65568" creationId="{3FEAD0B2-AC28-49D0-8053-21A0DE4A85A0}"/>
          </ac:spMkLst>
        </pc:spChg>
        <pc:spChg chg="mod">
          <ac:chgData name="zh frank" userId="f416cd28ba4d9309" providerId="LiveId" clId="{24BDBE35-5E08-4570-B997-53A99398ACF9}" dt="2020-02-12T04:59:51.943" v="14" actId="2711"/>
          <ac:spMkLst>
            <pc:docMk/>
            <pc:sldMk cId="0" sldId="382"/>
            <ac:spMk id="65569" creationId="{FE85E6F5-4064-425D-8BC1-85532D3572ED}"/>
          </ac:spMkLst>
        </pc:spChg>
        <pc:spChg chg="mod">
          <ac:chgData name="zh frank" userId="f416cd28ba4d9309" providerId="LiveId" clId="{24BDBE35-5E08-4570-B997-53A99398ACF9}" dt="2020-02-12T04:59:51.943" v="14" actId="2711"/>
          <ac:spMkLst>
            <pc:docMk/>
            <pc:sldMk cId="0" sldId="382"/>
            <ac:spMk id="65570" creationId="{7D0CF4E3-D45C-4EFF-A25F-73869CFD3619}"/>
          </ac:spMkLst>
        </pc:spChg>
        <pc:spChg chg="mod">
          <ac:chgData name="zh frank" userId="f416cd28ba4d9309" providerId="LiveId" clId="{24BDBE35-5E08-4570-B997-53A99398ACF9}" dt="2020-02-12T04:59:51.943" v="14" actId="2711"/>
          <ac:spMkLst>
            <pc:docMk/>
            <pc:sldMk cId="0" sldId="382"/>
            <ac:spMk id="65571" creationId="{486E6D6F-0D1B-4A18-9E65-99A7432D5C32}"/>
          </ac:spMkLst>
        </pc:spChg>
        <pc:spChg chg="mod">
          <ac:chgData name="zh frank" userId="f416cd28ba4d9309" providerId="LiveId" clId="{24BDBE35-5E08-4570-B997-53A99398ACF9}" dt="2020-02-12T04:59:51.943" v="14" actId="2711"/>
          <ac:spMkLst>
            <pc:docMk/>
            <pc:sldMk cId="0" sldId="382"/>
            <ac:spMk id="65572" creationId="{07F42B8D-4366-461B-A11B-5EB8DD509110}"/>
          </ac:spMkLst>
        </pc:spChg>
        <pc:spChg chg="mod">
          <ac:chgData name="zh frank" userId="f416cd28ba4d9309" providerId="LiveId" clId="{24BDBE35-5E08-4570-B997-53A99398ACF9}" dt="2020-02-12T04:59:51.943" v="14" actId="2711"/>
          <ac:spMkLst>
            <pc:docMk/>
            <pc:sldMk cId="0" sldId="382"/>
            <ac:spMk id="65573" creationId="{B5B17AB6-6E0C-491D-A293-E0831487E719}"/>
          </ac:spMkLst>
        </pc:spChg>
        <pc:spChg chg="mod">
          <ac:chgData name="zh frank" userId="f416cd28ba4d9309" providerId="LiveId" clId="{24BDBE35-5E08-4570-B997-53A99398ACF9}" dt="2020-02-12T04:59:51.943" v="14" actId="2711"/>
          <ac:spMkLst>
            <pc:docMk/>
            <pc:sldMk cId="0" sldId="382"/>
            <ac:spMk id="65574" creationId="{8BFC8419-DD05-41A0-B08B-5431492C1E64}"/>
          </ac:spMkLst>
        </pc:spChg>
        <pc:spChg chg="mod">
          <ac:chgData name="zh frank" userId="f416cd28ba4d9309" providerId="LiveId" clId="{24BDBE35-5E08-4570-B997-53A99398ACF9}" dt="2020-02-12T04:59:51.943" v="14" actId="2711"/>
          <ac:spMkLst>
            <pc:docMk/>
            <pc:sldMk cId="0" sldId="382"/>
            <ac:spMk id="65575" creationId="{8F2283A8-898F-4FDC-952B-47BBB8B34B11}"/>
          </ac:spMkLst>
        </pc:spChg>
        <pc:spChg chg="mod">
          <ac:chgData name="zh frank" userId="f416cd28ba4d9309" providerId="LiveId" clId="{24BDBE35-5E08-4570-B997-53A99398ACF9}" dt="2020-02-12T04:59:51.943" v="14" actId="2711"/>
          <ac:spMkLst>
            <pc:docMk/>
            <pc:sldMk cId="0" sldId="382"/>
            <ac:spMk id="65576" creationId="{FA0A111E-AEC2-4B69-8D94-6229E5F37D50}"/>
          </ac:spMkLst>
        </pc:spChg>
        <pc:spChg chg="mod">
          <ac:chgData name="zh frank" userId="f416cd28ba4d9309" providerId="LiveId" clId="{24BDBE35-5E08-4570-B997-53A99398ACF9}" dt="2020-02-12T04:59:51.943" v="14" actId="2711"/>
          <ac:spMkLst>
            <pc:docMk/>
            <pc:sldMk cId="0" sldId="382"/>
            <ac:spMk id="65577" creationId="{E770DEB4-9834-40CE-A9DE-4C5CE2745C14}"/>
          </ac:spMkLst>
        </pc:spChg>
        <pc:spChg chg="mod">
          <ac:chgData name="zh frank" userId="f416cd28ba4d9309" providerId="LiveId" clId="{24BDBE35-5E08-4570-B997-53A99398ACF9}" dt="2020-02-12T04:59:51.943" v="14" actId="2711"/>
          <ac:spMkLst>
            <pc:docMk/>
            <pc:sldMk cId="0" sldId="382"/>
            <ac:spMk id="65578" creationId="{65BB6DBA-437E-48B0-AE63-CAC81D089142}"/>
          </ac:spMkLst>
        </pc:spChg>
        <pc:spChg chg="mod">
          <ac:chgData name="zh frank" userId="f416cd28ba4d9309" providerId="LiveId" clId="{24BDBE35-5E08-4570-B997-53A99398ACF9}" dt="2020-02-12T04:59:51.943" v="14" actId="2711"/>
          <ac:spMkLst>
            <pc:docMk/>
            <pc:sldMk cId="0" sldId="382"/>
            <ac:spMk id="65579" creationId="{E6FA9B42-88A9-4EBE-AD46-43FD674D803E}"/>
          </ac:spMkLst>
        </pc:spChg>
        <pc:spChg chg="mod">
          <ac:chgData name="zh frank" userId="f416cd28ba4d9309" providerId="LiveId" clId="{24BDBE35-5E08-4570-B997-53A99398ACF9}" dt="2020-02-12T04:59:51.943" v="14" actId="2711"/>
          <ac:spMkLst>
            <pc:docMk/>
            <pc:sldMk cId="0" sldId="382"/>
            <ac:spMk id="65580" creationId="{BB516819-5185-4C90-AD70-8F8B2770EA8E}"/>
          </ac:spMkLst>
        </pc:spChg>
        <pc:spChg chg="mod">
          <ac:chgData name="zh frank" userId="f416cd28ba4d9309" providerId="LiveId" clId="{24BDBE35-5E08-4570-B997-53A99398ACF9}" dt="2020-02-12T04:59:51.943" v="14" actId="2711"/>
          <ac:spMkLst>
            <pc:docMk/>
            <pc:sldMk cId="0" sldId="382"/>
            <ac:spMk id="65581" creationId="{57C7983E-59AA-40B1-BFFF-0A51E843E123}"/>
          </ac:spMkLst>
        </pc:spChg>
        <pc:spChg chg="mod">
          <ac:chgData name="zh frank" userId="f416cd28ba4d9309" providerId="LiveId" clId="{24BDBE35-5E08-4570-B997-53A99398ACF9}" dt="2020-02-12T04:59:51.943" v="14" actId="2711"/>
          <ac:spMkLst>
            <pc:docMk/>
            <pc:sldMk cId="0" sldId="382"/>
            <ac:spMk id="65582" creationId="{E78AB11D-F778-4255-8923-24BF0641C459}"/>
          </ac:spMkLst>
        </pc:spChg>
        <pc:spChg chg="mod">
          <ac:chgData name="zh frank" userId="f416cd28ba4d9309" providerId="LiveId" clId="{24BDBE35-5E08-4570-B997-53A99398ACF9}" dt="2020-02-12T04:59:51.943" v="14" actId="2711"/>
          <ac:spMkLst>
            <pc:docMk/>
            <pc:sldMk cId="0" sldId="382"/>
            <ac:spMk id="65583" creationId="{C9F22C13-33FF-4BA1-B9BC-0F43DCD83DBD}"/>
          </ac:spMkLst>
        </pc:spChg>
        <pc:spChg chg="mod">
          <ac:chgData name="zh frank" userId="f416cd28ba4d9309" providerId="LiveId" clId="{24BDBE35-5E08-4570-B997-53A99398ACF9}" dt="2020-02-12T04:59:51.943" v="14" actId="2711"/>
          <ac:spMkLst>
            <pc:docMk/>
            <pc:sldMk cId="0" sldId="382"/>
            <ac:spMk id="65584" creationId="{D6D201D3-39E3-46DF-AC68-91185B14406A}"/>
          </ac:spMkLst>
        </pc:spChg>
        <pc:spChg chg="mod">
          <ac:chgData name="zh frank" userId="f416cd28ba4d9309" providerId="LiveId" clId="{24BDBE35-5E08-4570-B997-53A99398ACF9}" dt="2020-02-12T04:59:51.943" v="14" actId="2711"/>
          <ac:spMkLst>
            <pc:docMk/>
            <pc:sldMk cId="0" sldId="382"/>
            <ac:spMk id="65585" creationId="{D6BDA143-6C50-46FD-8860-20CA8267F6DF}"/>
          </ac:spMkLst>
        </pc:spChg>
        <pc:spChg chg="mod">
          <ac:chgData name="zh frank" userId="f416cd28ba4d9309" providerId="LiveId" clId="{24BDBE35-5E08-4570-B997-53A99398ACF9}" dt="2020-02-12T04:59:51.943" v="14" actId="2711"/>
          <ac:spMkLst>
            <pc:docMk/>
            <pc:sldMk cId="0" sldId="382"/>
            <ac:spMk id="65586" creationId="{DDA908AC-549E-4B14-AD2A-1F9A75B2650B}"/>
          </ac:spMkLst>
        </pc:spChg>
        <pc:spChg chg="mod">
          <ac:chgData name="zh frank" userId="f416cd28ba4d9309" providerId="LiveId" clId="{24BDBE35-5E08-4570-B997-53A99398ACF9}" dt="2020-02-12T04:59:51.943" v="14" actId="2711"/>
          <ac:spMkLst>
            <pc:docMk/>
            <pc:sldMk cId="0" sldId="382"/>
            <ac:spMk id="65587" creationId="{67384B4D-E1C0-440A-8519-4530D787A0AF}"/>
          </ac:spMkLst>
        </pc:spChg>
        <pc:spChg chg="mod">
          <ac:chgData name="zh frank" userId="f416cd28ba4d9309" providerId="LiveId" clId="{24BDBE35-5E08-4570-B997-53A99398ACF9}" dt="2020-02-12T04:59:51.943" v="14" actId="2711"/>
          <ac:spMkLst>
            <pc:docMk/>
            <pc:sldMk cId="0" sldId="382"/>
            <ac:spMk id="65588" creationId="{7298C2ED-7A24-4C72-BB97-FD78329FB79B}"/>
          </ac:spMkLst>
        </pc:spChg>
        <pc:spChg chg="mod">
          <ac:chgData name="zh frank" userId="f416cd28ba4d9309" providerId="LiveId" clId="{24BDBE35-5E08-4570-B997-53A99398ACF9}" dt="2020-02-12T04:59:51.943" v="14" actId="2711"/>
          <ac:spMkLst>
            <pc:docMk/>
            <pc:sldMk cId="0" sldId="382"/>
            <ac:spMk id="65589" creationId="{4E457DDA-2DD8-421D-86AD-203BD1F942B5}"/>
          </ac:spMkLst>
        </pc:spChg>
        <pc:spChg chg="mod">
          <ac:chgData name="zh frank" userId="f416cd28ba4d9309" providerId="LiveId" clId="{24BDBE35-5E08-4570-B997-53A99398ACF9}" dt="2020-02-12T04:59:51.943" v="14" actId="2711"/>
          <ac:spMkLst>
            <pc:docMk/>
            <pc:sldMk cId="0" sldId="382"/>
            <ac:spMk id="65590" creationId="{5AEAB534-1C51-46EC-B4A1-F5A0C7752BB1}"/>
          </ac:spMkLst>
        </pc:spChg>
        <pc:spChg chg="mod">
          <ac:chgData name="zh frank" userId="f416cd28ba4d9309" providerId="LiveId" clId="{24BDBE35-5E08-4570-B997-53A99398ACF9}" dt="2020-02-12T04:59:51.943" v="14" actId="2711"/>
          <ac:spMkLst>
            <pc:docMk/>
            <pc:sldMk cId="0" sldId="382"/>
            <ac:spMk id="65591" creationId="{8A88DA6B-8B51-458E-AF8B-2BF85433E761}"/>
          </ac:spMkLst>
        </pc:spChg>
        <pc:spChg chg="mod">
          <ac:chgData name="zh frank" userId="f416cd28ba4d9309" providerId="LiveId" clId="{24BDBE35-5E08-4570-B997-53A99398ACF9}" dt="2020-02-12T04:59:51.943" v="14" actId="2711"/>
          <ac:spMkLst>
            <pc:docMk/>
            <pc:sldMk cId="0" sldId="382"/>
            <ac:spMk id="65592" creationId="{88AFB106-26B0-4BDD-8FBA-7585C6EE893C}"/>
          </ac:spMkLst>
        </pc:spChg>
        <pc:spChg chg="mod">
          <ac:chgData name="zh frank" userId="f416cd28ba4d9309" providerId="LiveId" clId="{24BDBE35-5E08-4570-B997-53A99398ACF9}" dt="2020-02-12T04:59:51.943" v="14" actId="2711"/>
          <ac:spMkLst>
            <pc:docMk/>
            <pc:sldMk cId="0" sldId="382"/>
            <ac:spMk id="65593" creationId="{CFDD511D-790A-4639-AC13-8C49356CCEFB}"/>
          </ac:spMkLst>
        </pc:spChg>
        <pc:spChg chg="mod">
          <ac:chgData name="zh frank" userId="f416cd28ba4d9309" providerId="LiveId" clId="{24BDBE35-5E08-4570-B997-53A99398ACF9}" dt="2020-02-12T04:59:51.943" v="14" actId="2711"/>
          <ac:spMkLst>
            <pc:docMk/>
            <pc:sldMk cId="0" sldId="382"/>
            <ac:spMk id="65594" creationId="{BA98C72E-0405-49E0-AA2F-A93756308E20}"/>
          </ac:spMkLst>
        </pc:spChg>
        <pc:spChg chg="mod">
          <ac:chgData name="zh frank" userId="f416cd28ba4d9309" providerId="LiveId" clId="{24BDBE35-5E08-4570-B997-53A99398ACF9}" dt="2020-02-12T04:59:51.943" v="14" actId="2711"/>
          <ac:spMkLst>
            <pc:docMk/>
            <pc:sldMk cId="0" sldId="382"/>
            <ac:spMk id="65597" creationId="{E24E4C6E-AFBF-4B72-BCC0-DE482F0233E1}"/>
          </ac:spMkLst>
        </pc:spChg>
        <pc:spChg chg="mod">
          <ac:chgData name="zh frank" userId="f416cd28ba4d9309" providerId="LiveId" clId="{24BDBE35-5E08-4570-B997-53A99398ACF9}" dt="2020-02-12T04:59:51.943" v="14" actId="2711"/>
          <ac:spMkLst>
            <pc:docMk/>
            <pc:sldMk cId="0" sldId="382"/>
            <ac:spMk id="65598" creationId="{5B9C43DC-881B-407C-BD46-70A08C42E16C}"/>
          </ac:spMkLst>
        </pc:spChg>
        <pc:spChg chg="mod">
          <ac:chgData name="zh frank" userId="f416cd28ba4d9309" providerId="LiveId" clId="{24BDBE35-5E08-4570-B997-53A99398ACF9}" dt="2020-02-12T04:59:51.943" v="14" actId="2711"/>
          <ac:spMkLst>
            <pc:docMk/>
            <pc:sldMk cId="0" sldId="382"/>
            <ac:spMk id="65602" creationId="{F9942E54-4701-455C-B106-3AD61D67DC8E}"/>
          </ac:spMkLst>
        </pc:spChg>
        <pc:spChg chg="mod">
          <ac:chgData name="zh frank" userId="f416cd28ba4d9309" providerId="LiveId" clId="{24BDBE35-5E08-4570-B997-53A99398ACF9}" dt="2020-02-12T04:59:51.943" v="14" actId="2711"/>
          <ac:spMkLst>
            <pc:docMk/>
            <pc:sldMk cId="0" sldId="382"/>
            <ac:spMk id="65603" creationId="{9A42FEEE-7D6A-48EB-9653-733F5C46C59A}"/>
          </ac:spMkLst>
        </pc:spChg>
        <pc:spChg chg="mod">
          <ac:chgData name="zh frank" userId="f416cd28ba4d9309" providerId="LiveId" clId="{24BDBE35-5E08-4570-B997-53A99398ACF9}" dt="2020-02-12T04:59:51.943" v="14" actId="2711"/>
          <ac:spMkLst>
            <pc:docMk/>
            <pc:sldMk cId="0" sldId="382"/>
            <ac:spMk id="65604" creationId="{4CBF9554-EE71-4784-A88F-1285FB466D59}"/>
          </ac:spMkLst>
        </pc:spChg>
        <pc:spChg chg="mod">
          <ac:chgData name="zh frank" userId="f416cd28ba4d9309" providerId="LiveId" clId="{24BDBE35-5E08-4570-B997-53A99398ACF9}" dt="2020-02-12T04:59:51.943" v="14" actId="2711"/>
          <ac:spMkLst>
            <pc:docMk/>
            <pc:sldMk cId="0" sldId="382"/>
            <ac:spMk id="65607" creationId="{A2975A98-7C18-474C-B8DB-8C9DF76874B4}"/>
          </ac:spMkLst>
        </pc:spChg>
        <pc:spChg chg="mod">
          <ac:chgData name="zh frank" userId="f416cd28ba4d9309" providerId="LiveId" clId="{24BDBE35-5E08-4570-B997-53A99398ACF9}" dt="2020-02-12T04:59:51.943" v="14" actId="2711"/>
          <ac:spMkLst>
            <pc:docMk/>
            <pc:sldMk cId="0" sldId="382"/>
            <ac:spMk id="65608" creationId="{EF99B372-AEF6-4C9E-AF76-DC890FB153A5}"/>
          </ac:spMkLst>
        </pc:spChg>
        <pc:spChg chg="mod">
          <ac:chgData name="zh frank" userId="f416cd28ba4d9309" providerId="LiveId" clId="{24BDBE35-5E08-4570-B997-53A99398ACF9}" dt="2020-02-12T04:59:51.943" v="14" actId="2711"/>
          <ac:spMkLst>
            <pc:docMk/>
            <pc:sldMk cId="0" sldId="382"/>
            <ac:spMk id="65609" creationId="{3C8A2501-9489-46BC-AF64-B0F85E853A00}"/>
          </ac:spMkLst>
        </pc:spChg>
        <pc:spChg chg="mod">
          <ac:chgData name="zh frank" userId="f416cd28ba4d9309" providerId="LiveId" clId="{24BDBE35-5E08-4570-B997-53A99398ACF9}" dt="2020-02-12T04:59:51.943" v="14" actId="2711"/>
          <ac:spMkLst>
            <pc:docMk/>
            <pc:sldMk cId="0" sldId="382"/>
            <ac:spMk id="65610" creationId="{ED96EDBC-5739-41B5-BCEB-B29CF7EE60C9}"/>
          </ac:spMkLst>
        </pc:spChg>
        <pc:spChg chg="mod">
          <ac:chgData name="zh frank" userId="f416cd28ba4d9309" providerId="LiveId" clId="{24BDBE35-5E08-4570-B997-53A99398ACF9}" dt="2020-02-12T04:59:51.943" v="14" actId="2711"/>
          <ac:spMkLst>
            <pc:docMk/>
            <pc:sldMk cId="0" sldId="382"/>
            <ac:spMk id="65611" creationId="{5AC32949-8FD0-4A0E-98D0-CAFB1E5630CF}"/>
          </ac:spMkLst>
        </pc:spChg>
        <pc:spChg chg="mod">
          <ac:chgData name="zh frank" userId="f416cd28ba4d9309" providerId="LiveId" clId="{24BDBE35-5E08-4570-B997-53A99398ACF9}" dt="2020-02-12T04:59:51.943" v="14" actId="2711"/>
          <ac:spMkLst>
            <pc:docMk/>
            <pc:sldMk cId="0" sldId="382"/>
            <ac:spMk id="65612" creationId="{3F138AD1-BEFC-41C7-99FC-4A353087994D}"/>
          </ac:spMkLst>
        </pc:spChg>
        <pc:spChg chg="mod">
          <ac:chgData name="zh frank" userId="f416cd28ba4d9309" providerId="LiveId" clId="{24BDBE35-5E08-4570-B997-53A99398ACF9}" dt="2020-02-12T04:59:51.943" v="14" actId="2711"/>
          <ac:spMkLst>
            <pc:docMk/>
            <pc:sldMk cId="0" sldId="382"/>
            <ac:spMk id="65613" creationId="{CCB65F76-4A59-4EF5-8DBC-B3E8D072F1E5}"/>
          </ac:spMkLst>
        </pc:spChg>
      </pc:sldChg>
      <pc:sldChg chg="del">
        <pc:chgData name="zh frank" userId="f416cd28ba4d9309" providerId="LiveId" clId="{24BDBE35-5E08-4570-B997-53A99398ACF9}" dt="2020-02-12T06:12:44.128" v="88" actId="2696"/>
        <pc:sldMkLst>
          <pc:docMk/>
          <pc:sldMk cId="0" sldId="384"/>
        </pc:sldMkLst>
      </pc:sldChg>
      <pc:sldChg chg="modSp">
        <pc:chgData name="zh frank" userId="f416cd28ba4d9309" providerId="LiveId" clId="{24BDBE35-5E08-4570-B997-53A99398ACF9}" dt="2020-02-12T05:06:05.507" v="72" actId="20577"/>
        <pc:sldMkLst>
          <pc:docMk/>
          <pc:sldMk cId="0" sldId="391"/>
        </pc:sldMkLst>
        <pc:spChg chg="mod">
          <ac:chgData name="zh frank" userId="f416cd28ba4d9309" providerId="LiveId" clId="{24BDBE35-5E08-4570-B997-53A99398ACF9}" dt="2020-02-12T05:06:05.507" v="72" actId="20577"/>
          <ac:spMkLst>
            <pc:docMk/>
            <pc:sldMk cId="0" sldId="391"/>
            <ac:spMk id="3" creationId="{2110A6E8-5E13-4182-BBC4-EB437CF42555}"/>
          </ac:spMkLst>
        </pc:spChg>
      </pc:sldChg>
      <pc:sldChg chg="modSp">
        <pc:chgData name="zh frank" userId="f416cd28ba4d9309" providerId="LiveId" clId="{24BDBE35-5E08-4570-B997-53A99398ACF9}" dt="2020-02-12T05:06:56.119" v="76" actId="1076"/>
        <pc:sldMkLst>
          <pc:docMk/>
          <pc:sldMk cId="0" sldId="392"/>
        </pc:sldMkLst>
        <pc:spChg chg="mod">
          <ac:chgData name="zh frank" userId="f416cd28ba4d9309" providerId="LiveId" clId="{24BDBE35-5E08-4570-B997-53A99398ACF9}" dt="2020-02-12T05:06:32.183" v="74" actId="2711"/>
          <ac:spMkLst>
            <pc:docMk/>
            <pc:sldMk cId="0" sldId="392"/>
            <ac:spMk id="3" creationId="{13572B3E-8B8E-4201-A6E1-96148A7F1083}"/>
          </ac:spMkLst>
        </pc:spChg>
        <pc:picChg chg="mod">
          <ac:chgData name="zh frank" userId="f416cd28ba4d9309" providerId="LiveId" clId="{24BDBE35-5E08-4570-B997-53A99398ACF9}" dt="2020-02-12T05:06:51.876" v="75" actId="1076"/>
          <ac:picMkLst>
            <pc:docMk/>
            <pc:sldMk cId="0" sldId="392"/>
            <ac:picMk id="98311" creationId="{0288CFE6-72C2-48A2-97E8-0A0CD25F66CA}"/>
          </ac:picMkLst>
        </pc:picChg>
        <pc:picChg chg="mod">
          <ac:chgData name="zh frank" userId="f416cd28ba4d9309" providerId="LiveId" clId="{24BDBE35-5E08-4570-B997-53A99398ACF9}" dt="2020-02-12T05:06:56.119" v="76" actId="1076"/>
          <ac:picMkLst>
            <pc:docMk/>
            <pc:sldMk cId="0" sldId="392"/>
            <ac:picMk id="98312" creationId="{8CAF37E4-1633-4153-9EC0-F7023FF6E68F}"/>
          </ac:picMkLst>
        </pc:picChg>
      </pc:sldChg>
      <pc:sldChg chg="modSp">
        <pc:chgData name="zh frank" userId="f416cd28ba4d9309" providerId="LiveId" clId="{24BDBE35-5E08-4570-B997-53A99398ACF9}" dt="2020-02-12T04:47:24.107" v="6" actId="2711"/>
        <pc:sldMkLst>
          <pc:docMk/>
          <pc:sldMk cId="0" sldId="395"/>
        </pc:sldMkLst>
        <pc:graphicFrameChg chg="modGraphic">
          <ac:chgData name="zh frank" userId="f416cd28ba4d9309" providerId="LiveId" clId="{24BDBE35-5E08-4570-B997-53A99398ACF9}" dt="2020-02-12T04:47:24.107" v="6" actId="2711"/>
          <ac:graphicFrameMkLst>
            <pc:docMk/>
            <pc:sldMk cId="0" sldId="395"/>
            <ac:graphicFrameMk id="5" creationId="{429F9D0A-844F-40EA-A226-18F82997462A}"/>
          </ac:graphicFrameMkLst>
        </pc:graphicFrameChg>
      </pc:sldChg>
      <pc:sldChg chg="modSp">
        <pc:chgData name="zh frank" userId="f416cd28ba4d9309" providerId="LiveId" clId="{24BDBE35-5E08-4570-B997-53A99398ACF9}" dt="2020-02-12T04:47:13.894" v="5" actId="2711"/>
        <pc:sldMkLst>
          <pc:docMk/>
          <pc:sldMk cId="0" sldId="397"/>
        </pc:sldMkLst>
        <pc:graphicFrameChg chg="modGraphic">
          <ac:chgData name="zh frank" userId="f416cd28ba4d9309" providerId="LiveId" clId="{24BDBE35-5E08-4570-B997-53A99398ACF9}" dt="2020-02-12T04:47:13.894" v="5" actId="2711"/>
          <ac:graphicFrameMkLst>
            <pc:docMk/>
            <pc:sldMk cId="0" sldId="397"/>
            <ac:graphicFrameMk id="5" creationId="{8B0676D4-841E-43A9-BCE1-22930432840B}"/>
          </ac:graphicFrameMkLst>
        </pc:graphicFrameChg>
      </pc:sldChg>
      <pc:sldChg chg="modSp">
        <pc:chgData name="zh frank" userId="f416cd28ba4d9309" providerId="LiveId" clId="{24BDBE35-5E08-4570-B997-53A99398ACF9}" dt="2020-02-12T04:47:38.479" v="8" actId="2711"/>
        <pc:sldMkLst>
          <pc:docMk/>
          <pc:sldMk cId="0" sldId="399"/>
        </pc:sldMkLst>
        <pc:graphicFrameChg chg="modGraphic">
          <ac:chgData name="zh frank" userId="f416cd28ba4d9309" providerId="LiveId" clId="{24BDBE35-5E08-4570-B997-53A99398ACF9}" dt="2020-02-12T04:47:38.479" v="8" actId="2711"/>
          <ac:graphicFrameMkLst>
            <pc:docMk/>
            <pc:sldMk cId="0" sldId="399"/>
            <ac:graphicFrameMk id="5" creationId="{135A0792-F4C1-4075-8E22-1CF7A15CE0AB}"/>
          </ac:graphicFrameMkLst>
        </pc:graphicFrameChg>
      </pc:sldChg>
      <pc:sldChg chg="modSp">
        <pc:chgData name="zh frank" userId="f416cd28ba4d9309" providerId="LiveId" clId="{24BDBE35-5E08-4570-B997-53A99398ACF9}" dt="2020-02-12T04:47:51.717" v="10" actId="2711"/>
        <pc:sldMkLst>
          <pc:docMk/>
          <pc:sldMk cId="0" sldId="401"/>
        </pc:sldMkLst>
        <pc:graphicFrameChg chg="modGraphic">
          <ac:chgData name="zh frank" userId="f416cd28ba4d9309" providerId="LiveId" clId="{24BDBE35-5E08-4570-B997-53A99398ACF9}" dt="2020-02-12T04:47:51.717" v="10" actId="2711"/>
          <ac:graphicFrameMkLst>
            <pc:docMk/>
            <pc:sldMk cId="0" sldId="401"/>
            <ac:graphicFrameMk id="5" creationId="{5DAAFFDB-A39E-4343-8903-84AFB486F29E}"/>
          </ac:graphicFrameMkLst>
        </pc:graphicFrameChg>
      </pc:sldChg>
      <pc:sldChg chg="modSp">
        <pc:chgData name="zh frank" userId="f416cd28ba4d9309" providerId="LiveId" clId="{24BDBE35-5E08-4570-B997-53A99398ACF9}" dt="2020-02-12T04:48:13.172" v="13" actId="2711"/>
        <pc:sldMkLst>
          <pc:docMk/>
          <pc:sldMk cId="0" sldId="402"/>
        </pc:sldMkLst>
        <pc:graphicFrameChg chg="mod modGraphic">
          <ac:chgData name="zh frank" userId="f416cd28ba4d9309" providerId="LiveId" clId="{24BDBE35-5E08-4570-B997-53A99398ACF9}" dt="2020-02-12T04:48:13.172" v="13" actId="2711"/>
          <ac:graphicFrameMkLst>
            <pc:docMk/>
            <pc:sldMk cId="0" sldId="402"/>
            <ac:graphicFrameMk id="5" creationId="{77F04221-DD26-462B-A7E3-920C47E266B9}"/>
          </ac:graphicFrameMkLst>
        </pc:graphicFrameChg>
      </pc:sldChg>
      <pc:sldChg chg="modSp">
        <pc:chgData name="zh frank" userId="f416cd28ba4d9309" providerId="LiveId" clId="{24BDBE35-5E08-4570-B997-53A99398ACF9}" dt="2020-02-12T04:46:01.777" v="0"/>
        <pc:sldMkLst>
          <pc:docMk/>
          <pc:sldMk cId="4110215723" sldId="500"/>
        </pc:sldMkLst>
        <pc:spChg chg="mod">
          <ac:chgData name="zh frank" userId="f416cd28ba4d9309" providerId="LiveId" clId="{24BDBE35-5E08-4570-B997-53A99398ACF9}" dt="2020-02-12T04:46:01.777" v="0"/>
          <ac:spMkLst>
            <pc:docMk/>
            <pc:sldMk cId="4110215723" sldId="500"/>
            <ac:spMk id="3" creationId="{D1D9BE91-EFF0-4860-AA3F-CFA1A85EBDE0}"/>
          </ac:spMkLst>
        </pc:spChg>
      </pc:sldChg>
      <pc:sldChg chg="modSp add">
        <pc:chgData name="zh frank" userId="f416cd28ba4d9309" providerId="LiveId" clId="{24BDBE35-5E08-4570-B997-53A99398ACF9}" dt="2020-02-12T06:11:35.949" v="81"/>
        <pc:sldMkLst>
          <pc:docMk/>
          <pc:sldMk cId="4021353111" sldId="501"/>
        </pc:sldMkLst>
        <pc:spChg chg="mod">
          <ac:chgData name="zh frank" userId="f416cd28ba4d9309" providerId="LiveId" clId="{24BDBE35-5E08-4570-B997-53A99398ACF9}" dt="2020-02-12T06:11:35.949" v="81"/>
          <ac:spMkLst>
            <pc:docMk/>
            <pc:sldMk cId="4021353111" sldId="501"/>
            <ac:spMk id="3" creationId="{D1D9BE91-EFF0-4860-AA3F-CFA1A85EBDE0}"/>
          </ac:spMkLst>
        </pc:spChg>
      </pc:sldChg>
      <pc:sldChg chg="modSp add">
        <pc:chgData name="zh frank" userId="f416cd28ba4d9309" providerId="LiveId" clId="{24BDBE35-5E08-4570-B997-53A99398ACF9}" dt="2020-02-12T06:11:49.218" v="82"/>
        <pc:sldMkLst>
          <pc:docMk/>
          <pc:sldMk cId="3178023546" sldId="502"/>
        </pc:sldMkLst>
        <pc:spChg chg="mod">
          <ac:chgData name="zh frank" userId="f416cd28ba4d9309" providerId="LiveId" clId="{24BDBE35-5E08-4570-B997-53A99398ACF9}" dt="2020-02-12T06:11:49.218" v="82"/>
          <ac:spMkLst>
            <pc:docMk/>
            <pc:sldMk cId="3178023546" sldId="502"/>
            <ac:spMk id="3" creationId="{D1D9BE91-EFF0-4860-AA3F-CFA1A85EBDE0}"/>
          </ac:spMkLst>
        </pc:spChg>
      </pc:sldChg>
      <pc:sldChg chg="modSp add">
        <pc:chgData name="zh frank" userId="f416cd28ba4d9309" providerId="LiveId" clId="{24BDBE35-5E08-4570-B997-53A99398ACF9}" dt="2020-02-12T06:12:19.774" v="85"/>
        <pc:sldMkLst>
          <pc:docMk/>
          <pc:sldMk cId="1083975614" sldId="503"/>
        </pc:sldMkLst>
        <pc:spChg chg="mod">
          <ac:chgData name="zh frank" userId="f416cd28ba4d9309" providerId="LiveId" clId="{24BDBE35-5E08-4570-B997-53A99398ACF9}" dt="2020-02-12T06:12:19.774" v="85"/>
          <ac:spMkLst>
            <pc:docMk/>
            <pc:sldMk cId="1083975614" sldId="503"/>
            <ac:spMk id="3" creationId="{D1D9BE91-EFF0-4860-AA3F-CFA1A85EBDE0}"/>
          </ac:spMkLst>
        </pc:spChg>
      </pc:sldChg>
      <pc:sldChg chg="modSp add">
        <pc:chgData name="zh frank" userId="f416cd28ba4d9309" providerId="LiveId" clId="{24BDBE35-5E08-4570-B997-53A99398ACF9}" dt="2020-02-12T06:12:39.499" v="87"/>
        <pc:sldMkLst>
          <pc:docMk/>
          <pc:sldMk cId="2285289203" sldId="504"/>
        </pc:sldMkLst>
        <pc:spChg chg="mod">
          <ac:chgData name="zh frank" userId="f416cd28ba4d9309" providerId="LiveId" clId="{24BDBE35-5E08-4570-B997-53A99398ACF9}" dt="2020-02-12T06:12:39.499" v="87"/>
          <ac:spMkLst>
            <pc:docMk/>
            <pc:sldMk cId="2285289203" sldId="504"/>
            <ac:spMk id="3" creationId="{D1D9BE91-EFF0-4860-AA3F-CFA1A85EBDE0}"/>
          </ac:spMkLst>
        </pc:spChg>
      </pc:sldChg>
      <pc:sldMasterChg chg="delSldLayout">
        <pc:chgData name="zh frank" userId="f416cd28ba4d9309" providerId="LiveId" clId="{24BDBE35-5E08-4570-B997-53A99398ACF9}" dt="2020-02-12T06:12:44.144" v="89" actId="2696"/>
        <pc:sldMasterMkLst>
          <pc:docMk/>
          <pc:sldMasterMk cId="0" sldId="2147483649"/>
        </pc:sldMasterMkLst>
        <pc:sldLayoutChg chg="del">
          <pc:chgData name="zh frank" userId="f416cd28ba4d9309" providerId="LiveId" clId="{24BDBE35-5E08-4570-B997-53A99398ACF9}" dt="2020-02-12T06:12:44.144" v="89" actId="2696"/>
          <pc:sldLayoutMkLst>
            <pc:docMk/>
            <pc:sldMasterMk cId="0" sldId="2147483649"/>
            <pc:sldLayoutMk cId="2610809167" sldId="2147483710"/>
          </pc:sldLayoutMkLst>
        </pc:sldLayoutChg>
      </pc:sldMaster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vl1pPr>
          </a:lstStyle>
          <a:p>
            <a:fld id="{C79C02A0-2CB8-F64C-87A7-A5563D28AA9B}" type="datetimeFigureOut">
              <a:rPr lang="en-US" smtClean="0"/>
              <a:pPr/>
              <a:t>2/19/2021</a:t>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vl1pPr>
          </a:lstStyle>
          <a:p>
            <a:fld id="{D8885E4B-77DA-1E4C-9EDA-713D746B9077}" type="slidenum">
              <a:rPr lang="en-US" smtClean="0"/>
              <a:pPr/>
              <a:t>‹#›</a:t>
            </a:fld>
            <a:endParaRPr lang="en-US"/>
          </a:p>
        </p:txBody>
      </p:sp>
    </p:spTree>
    <p:extLst>
      <p:ext uri="{BB962C8B-B14F-4D97-AF65-F5344CB8AC3E}">
        <p14:creationId xmlns:p14="http://schemas.microsoft.com/office/powerpoint/2010/main" val="34379276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3" name="Rectangle 1"/>
          <p:cNvSpPr>
            <a:spLocks noGrp="1" noRot="1" noChangeAspect="1" noChangeArrowheads="1" noTextEdit="1"/>
          </p:cNvSpPr>
          <p:nvPr>
            <p:ph type="sldImg"/>
          </p:nvPr>
        </p:nvSpPr>
        <p:spPr bwMode="auto">
          <a:xfrm>
            <a:off x="995363" y="768350"/>
            <a:ext cx="5113337" cy="3836988"/>
          </a:xfrm>
          <a:prstGeom prst="rect">
            <a:avLst/>
          </a:prstGeom>
          <a:noFill/>
          <a:ln w="9525">
            <a:solidFill>
              <a:srgbClr val="000000"/>
            </a:solidFill>
            <a:miter lim="800000"/>
            <a:headEnd/>
            <a:tailEnd/>
          </a:ln>
          <a:effectLst/>
        </p:spPr>
      </p:sp>
      <p:sp>
        <p:nvSpPr>
          <p:cNvPr id="13314" name="Rectangle 2"/>
          <p:cNvSpPr>
            <a:spLocks noGrp="1" noChangeArrowheads="1"/>
          </p:cNvSpPr>
          <p:nvPr>
            <p:ph type="body" sz="quarter" idx="1"/>
          </p:nvPr>
        </p:nvSpPr>
        <p:spPr bwMode="auto">
          <a:xfrm>
            <a:off x="710407" y="4861441"/>
            <a:ext cx="5683250" cy="4605576"/>
          </a:xfrm>
          <a:prstGeom prst="rect">
            <a:avLst/>
          </a:prstGeom>
          <a:noFill/>
          <a:ln w="9525">
            <a:noFill/>
            <a:miter lim="800000"/>
            <a:headEnd/>
            <a:tailEnd/>
          </a:ln>
          <a:effectLst/>
        </p:spPr>
        <p:txBody>
          <a:bodyPr vert="horz" wrap="square" lIns="99075" tIns="49538" rIns="99075" bIns="495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41872219"/>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Gill Sans" charset="0"/>
        <a:ea typeface="+mn-ea"/>
        <a:cs typeface="+mn-cs"/>
      </a:defRPr>
    </a:lvl1pPr>
    <a:lvl2pPr marL="457200" algn="l" rtl="0" fontAlgn="base">
      <a:spcBef>
        <a:spcPct val="0"/>
      </a:spcBef>
      <a:spcAft>
        <a:spcPct val="0"/>
      </a:spcAft>
      <a:defRPr sz="1200" kern="1200">
        <a:solidFill>
          <a:schemeClr val="tx1"/>
        </a:solidFill>
        <a:latin typeface="Gill Sans" charset="0"/>
        <a:ea typeface="+mn-ea"/>
        <a:cs typeface="+mn-cs"/>
      </a:defRPr>
    </a:lvl2pPr>
    <a:lvl3pPr marL="914400" algn="l" rtl="0" fontAlgn="base">
      <a:spcBef>
        <a:spcPct val="0"/>
      </a:spcBef>
      <a:spcAft>
        <a:spcPct val="0"/>
      </a:spcAft>
      <a:defRPr sz="1200" kern="1200">
        <a:solidFill>
          <a:schemeClr val="tx1"/>
        </a:solidFill>
        <a:latin typeface="Gill Sans" charset="0"/>
        <a:ea typeface="+mn-ea"/>
        <a:cs typeface="+mn-cs"/>
      </a:defRPr>
    </a:lvl3pPr>
    <a:lvl4pPr marL="1371600" algn="l" rtl="0" fontAlgn="base">
      <a:spcBef>
        <a:spcPct val="0"/>
      </a:spcBef>
      <a:spcAft>
        <a:spcPct val="0"/>
      </a:spcAft>
      <a:defRPr sz="1200" kern="1200">
        <a:solidFill>
          <a:schemeClr val="tx1"/>
        </a:solidFill>
        <a:latin typeface="Gill Sans" charset="0"/>
        <a:ea typeface="+mn-ea"/>
        <a:cs typeface="+mn-cs"/>
      </a:defRPr>
    </a:lvl4pPr>
    <a:lvl5pPr marL="1828800" algn="l" rtl="0" fontAlgn="base">
      <a:spcBef>
        <a:spcPct val="0"/>
      </a:spcBef>
      <a:spcAft>
        <a:spcPct val="0"/>
      </a:spcAft>
      <a:defRPr sz="1200" kern="1200">
        <a:solidFill>
          <a:schemeClr val="tx1"/>
        </a:solidFill>
        <a:latin typeface="Gill San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a:extLst>
              <a:ext uri="{FF2B5EF4-FFF2-40B4-BE49-F238E27FC236}">
                <a16:creationId xmlns:a16="http://schemas.microsoft.com/office/drawing/2014/main" id="{8E7C0FF2-8F49-4F00-8EF7-472224880484}"/>
              </a:ext>
            </a:extLst>
          </p:cNvPr>
          <p:cNvSpPr>
            <a:spLocks noGrp="1" noRot="1" noChangeAspect="1" noChangeArrowheads="1" noTextEdit="1"/>
          </p:cNvSpPr>
          <p:nvPr>
            <p:ph type="sldImg" idx="4294967295"/>
          </p:nvPr>
        </p:nvSpPr>
        <p:spPr>
          <a:xfrm>
            <a:off x="992188" y="768350"/>
            <a:ext cx="5114925" cy="3836988"/>
          </a:xfrm>
          <a:ln/>
        </p:spPr>
      </p:sp>
      <p:sp>
        <p:nvSpPr>
          <p:cNvPr id="34819" name="备注占位符 2">
            <a:extLst>
              <a:ext uri="{FF2B5EF4-FFF2-40B4-BE49-F238E27FC236}">
                <a16:creationId xmlns:a16="http://schemas.microsoft.com/office/drawing/2014/main" id="{9FB1DCA3-7F75-4FA1-9EF9-99274F23ECBF}"/>
              </a:ext>
            </a:extLst>
          </p:cNvPr>
          <p:cNvSpPr>
            <a:spLocks noGrp="1" noChangeArrowheads="1"/>
          </p:cNvSpPr>
          <p:nvPr>
            <p:ph type="body" idx="4294967295"/>
          </p:nvPr>
        </p:nvSpPr>
        <p:spPr/>
        <p:txBody>
          <a:bodyPr>
            <a:prstTxWarp prst="textNoShape">
              <a:avLst/>
            </a:prstTxWarp>
          </a:bodyPr>
          <a:lstStyle/>
          <a:p>
            <a:endParaRPr lang="zh-CN" altLang="en-US"/>
          </a:p>
        </p:txBody>
      </p:sp>
      <p:sp>
        <p:nvSpPr>
          <p:cNvPr id="34820" name="灯片编号占位符 3">
            <a:extLst>
              <a:ext uri="{FF2B5EF4-FFF2-40B4-BE49-F238E27FC236}">
                <a16:creationId xmlns:a16="http://schemas.microsoft.com/office/drawing/2014/main" id="{4D1906A9-F222-40DE-8FB3-6DE6BEAA61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3814A6DE-5451-4725-9045-85FDB5242695}" type="slidenum">
              <a:rPr kumimoji="0" lang="en-US" altLang="zh-CN" sz="1300" smtClean="0"/>
              <a:pPr>
                <a:spcBef>
                  <a:spcPct val="0"/>
                </a:spcBef>
              </a:pPr>
              <a:t>24</a:t>
            </a:fld>
            <a:endParaRPr kumimoji="0"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幻灯片图像占位符 1">
            <a:extLst>
              <a:ext uri="{FF2B5EF4-FFF2-40B4-BE49-F238E27FC236}">
                <a16:creationId xmlns:a16="http://schemas.microsoft.com/office/drawing/2014/main" id="{A16E439A-C61C-4D6F-BDA3-5B2B8E066F06}"/>
              </a:ext>
            </a:extLst>
          </p:cNvPr>
          <p:cNvSpPr>
            <a:spLocks noGrp="1" noRot="1" noChangeAspect="1" noChangeArrowheads="1" noTextEdit="1"/>
          </p:cNvSpPr>
          <p:nvPr>
            <p:ph type="sldImg" idx="4294967295"/>
          </p:nvPr>
        </p:nvSpPr>
        <p:spPr>
          <a:xfrm>
            <a:off x="992188" y="768350"/>
            <a:ext cx="5114925" cy="3836988"/>
          </a:xfrm>
          <a:ln/>
        </p:spPr>
      </p:sp>
      <p:sp>
        <p:nvSpPr>
          <p:cNvPr id="39939" name="备注占位符 2">
            <a:extLst>
              <a:ext uri="{FF2B5EF4-FFF2-40B4-BE49-F238E27FC236}">
                <a16:creationId xmlns:a16="http://schemas.microsoft.com/office/drawing/2014/main" id="{3CF05471-FB04-474F-99C7-79C3033DEF3C}"/>
              </a:ext>
            </a:extLst>
          </p:cNvPr>
          <p:cNvSpPr>
            <a:spLocks noGrp="1" noChangeArrowheads="1"/>
          </p:cNvSpPr>
          <p:nvPr>
            <p:ph type="body" idx="4294967295"/>
          </p:nvPr>
        </p:nvSpPr>
        <p:spPr/>
        <p:txBody>
          <a:bodyPr>
            <a:prstTxWarp prst="textNoShape">
              <a:avLst/>
            </a:prstTxWarp>
          </a:bodyPr>
          <a:lstStyle/>
          <a:p>
            <a:endParaRPr lang="zh-CN" altLang="en-US"/>
          </a:p>
        </p:txBody>
      </p:sp>
      <p:sp>
        <p:nvSpPr>
          <p:cNvPr id="39940" name="灯片编号占位符 3">
            <a:extLst>
              <a:ext uri="{FF2B5EF4-FFF2-40B4-BE49-F238E27FC236}">
                <a16:creationId xmlns:a16="http://schemas.microsoft.com/office/drawing/2014/main" id="{5FB005BC-E556-4EC2-9D52-34AE93ABF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9EB6408-A330-4183-AEAD-719AEA144834}" type="slidenum">
              <a:rPr kumimoji="0" lang="en-US" altLang="zh-CN" sz="1300" smtClean="0"/>
              <a:pPr>
                <a:spcBef>
                  <a:spcPct val="0"/>
                </a:spcBef>
              </a:pPr>
              <a:t>28</a:t>
            </a:fld>
            <a:endParaRPr kumimoji="0" lang="en-US" altLang="zh-CN" sz="13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幻灯片图像占位符 1">
            <a:extLst>
              <a:ext uri="{FF2B5EF4-FFF2-40B4-BE49-F238E27FC236}">
                <a16:creationId xmlns:a16="http://schemas.microsoft.com/office/drawing/2014/main" id="{F52F5652-42CE-4C3B-9C61-0B097402F892}"/>
              </a:ext>
            </a:extLst>
          </p:cNvPr>
          <p:cNvSpPr>
            <a:spLocks noGrp="1" noRot="1" noChangeAspect="1" noChangeArrowheads="1" noTextEdit="1"/>
          </p:cNvSpPr>
          <p:nvPr>
            <p:ph type="sldImg" idx="4294967295"/>
          </p:nvPr>
        </p:nvSpPr>
        <p:spPr>
          <a:xfrm>
            <a:off x="992188" y="768350"/>
            <a:ext cx="5114925" cy="3836988"/>
          </a:xfrm>
          <a:ln/>
        </p:spPr>
      </p:sp>
      <p:sp>
        <p:nvSpPr>
          <p:cNvPr id="60419" name="备注占位符 2">
            <a:extLst>
              <a:ext uri="{FF2B5EF4-FFF2-40B4-BE49-F238E27FC236}">
                <a16:creationId xmlns:a16="http://schemas.microsoft.com/office/drawing/2014/main" id="{309BA4FB-B06C-4087-A0D2-3BA837EC32F5}"/>
              </a:ext>
            </a:extLst>
          </p:cNvPr>
          <p:cNvSpPr>
            <a:spLocks noGrp="1" noChangeArrowheads="1"/>
          </p:cNvSpPr>
          <p:nvPr>
            <p:ph type="body" idx="4294967295"/>
          </p:nvPr>
        </p:nvSpPr>
        <p:spPr/>
        <p:txBody>
          <a:bodyPr>
            <a:prstTxWarp prst="textNoShape">
              <a:avLst/>
            </a:prstTxWarp>
          </a:bodyPr>
          <a:lstStyle/>
          <a:p>
            <a:endParaRPr lang="zh-CN" altLang="en-US"/>
          </a:p>
        </p:txBody>
      </p:sp>
      <p:sp>
        <p:nvSpPr>
          <p:cNvPr id="60420" name="灯片编号占位符 3">
            <a:extLst>
              <a:ext uri="{FF2B5EF4-FFF2-40B4-BE49-F238E27FC236}">
                <a16:creationId xmlns:a16="http://schemas.microsoft.com/office/drawing/2014/main" id="{4EA2036F-A387-4B2F-A967-25691DA667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58461ED3-F5F0-45CD-B574-0EAA03E7498C}" type="slidenum">
              <a:rPr kumimoji="0" lang="en-US" altLang="zh-CN" sz="1300" smtClean="0"/>
              <a:pPr>
                <a:spcBef>
                  <a:spcPct val="0"/>
                </a:spcBef>
              </a:pPr>
              <a:t>47</a:t>
            </a:fld>
            <a:endParaRPr kumimoji="0" lang="en-US" altLang="zh-CN" sz="13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B5F67EA6-D0C7-446C-ADFC-802ABF2E20EE}"/>
              </a:ext>
            </a:extLst>
          </p:cNvPr>
          <p:cNvSpPr>
            <a:spLocks noGrp="1" noRot="1" noChangeAspect="1" noChangeArrowheads="1" noTextEdit="1"/>
          </p:cNvSpPr>
          <p:nvPr>
            <p:ph type="sldImg"/>
          </p:nvPr>
        </p:nvSpPr>
        <p:spPr>
          <a:xfrm>
            <a:off x="992188" y="768350"/>
            <a:ext cx="5114925" cy="3836988"/>
          </a:xfrm>
          <a:ln/>
        </p:spPr>
      </p:sp>
      <p:sp>
        <p:nvSpPr>
          <p:cNvPr id="75779" name="备注占位符 2">
            <a:extLst>
              <a:ext uri="{FF2B5EF4-FFF2-40B4-BE49-F238E27FC236}">
                <a16:creationId xmlns:a16="http://schemas.microsoft.com/office/drawing/2014/main" id="{F9C01CE6-4FBD-4F18-834C-04541E76C6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
        <p:nvSpPr>
          <p:cNvPr id="75780" name="灯片编号占位符 3">
            <a:extLst>
              <a:ext uri="{FF2B5EF4-FFF2-40B4-BE49-F238E27FC236}">
                <a16:creationId xmlns:a16="http://schemas.microsoft.com/office/drawing/2014/main" id="{1BA8A6B0-3AC3-479B-83A4-57B2D30962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defRPr sz="3200">
                <a:solidFill>
                  <a:schemeClr val="tx1"/>
                </a:solidFill>
                <a:latin typeface="Times New Roman" panose="02020603050405020304" pitchFamily="18" charset="0"/>
                <a:ea typeface="黑体" panose="02010609060101010101" pitchFamily="49" charset="-122"/>
              </a:defRPr>
            </a:lvl1pPr>
            <a:lvl2pPr marL="742950" indent="-285750" defTabSz="990600">
              <a:defRPr sz="3200">
                <a:solidFill>
                  <a:schemeClr val="tx1"/>
                </a:solidFill>
                <a:latin typeface="Times New Roman" panose="02020603050405020304" pitchFamily="18" charset="0"/>
                <a:ea typeface="黑体" panose="02010609060101010101" pitchFamily="49" charset="-122"/>
              </a:defRPr>
            </a:lvl2pPr>
            <a:lvl3pPr marL="1143000" indent="-228600" defTabSz="990600">
              <a:defRPr sz="3200">
                <a:solidFill>
                  <a:schemeClr val="tx1"/>
                </a:solidFill>
                <a:latin typeface="Times New Roman" panose="02020603050405020304" pitchFamily="18" charset="0"/>
                <a:ea typeface="黑体" panose="02010609060101010101" pitchFamily="49" charset="-122"/>
              </a:defRPr>
            </a:lvl3pPr>
            <a:lvl4pPr marL="1600200" indent="-228600" defTabSz="990600">
              <a:defRPr sz="3200">
                <a:solidFill>
                  <a:schemeClr val="tx1"/>
                </a:solidFill>
                <a:latin typeface="Times New Roman" panose="02020603050405020304" pitchFamily="18" charset="0"/>
                <a:ea typeface="黑体" panose="02010609060101010101" pitchFamily="49" charset="-122"/>
              </a:defRPr>
            </a:lvl4pPr>
            <a:lvl5pPr marL="2057400" indent="-228600" defTabSz="990600">
              <a:defRPr sz="3200">
                <a:solidFill>
                  <a:schemeClr val="tx1"/>
                </a:solidFill>
                <a:latin typeface="Times New Roman" panose="02020603050405020304" pitchFamily="18" charset="0"/>
                <a:ea typeface="黑体" panose="02010609060101010101" pitchFamily="49" charset="-122"/>
              </a:defRPr>
            </a:lvl5pPr>
            <a:lvl6pPr marL="2514600" indent="-228600" defTabSz="990600" eaLnBrk="0" fontAlgn="base" hangingPunct="0">
              <a:spcBef>
                <a:spcPct val="0"/>
              </a:spcBef>
              <a:spcAft>
                <a:spcPct val="0"/>
              </a:spcAft>
              <a:defRPr sz="3200">
                <a:solidFill>
                  <a:schemeClr val="tx1"/>
                </a:solidFill>
                <a:latin typeface="Times New Roman" panose="02020603050405020304" pitchFamily="18" charset="0"/>
                <a:ea typeface="黑体" panose="02010609060101010101" pitchFamily="49" charset="-122"/>
              </a:defRPr>
            </a:lvl6pPr>
            <a:lvl7pPr marL="2971800" indent="-228600" defTabSz="990600" eaLnBrk="0" fontAlgn="base" hangingPunct="0">
              <a:spcBef>
                <a:spcPct val="0"/>
              </a:spcBef>
              <a:spcAft>
                <a:spcPct val="0"/>
              </a:spcAft>
              <a:defRPr sz="3200">
                <a:solidFill>
                  <a:schemeClr val="tx1"/>
                </a:solidFill>
                <a:latin typeface="Times New Roman" panose="02020603050405020304" pitchFamily="18" charset="0"/>
                <a:ea typeface="黑体" panose="02010609060101010101" pitchFamily="49" charset="-122"/>
              </a:defRPr>
            </a:lvl7pPr>
            <a:lvl8pPr marL="3429000" indent="-228600" defTabSz="990600" eaLnBrk="0" fontAlgn="base" hangingPunct="0">
              <a:spcBef>
                <a:spcPct val="0"/>
              </a:spcBef>
              <a:spcAft>
                <a:spcPct val="0"/>
              </a:spcAft>
              <a:defRPr sz="3200">
                <a:solidFill>
                  <a:schemeClr val="tx1"/>
                </a:solidFill>
                <a:latin typeface="Times New Roman" panose="02020603050405020304" pitchFamily="18" charset="0"/>
                <a:ea typeface="黑体" panose="02010609060101010101" pitchFamily="49" charset="-122"/>
              </a:defRPr>
            </a:lvl8pPr>
            <a:lvl9pPr marL="3886200" indent="-228600" defTabSz="990600" eaLnBrk="0" fontAlgn="base" hangingPunct="0">
              <a:spcBef>
                <a:spcPct val="0"/>
              </a:spcBef>
              <a:spcAft>
                <a:spcPct val="0"/>
              </a:spcAft>
              <a:defRPr sz="3200">
                <a:solidFill>
                  <a:schemeClr val="tx1"/>
                </a:solidFill>
                <a:latin typeface="Times New Roman" panose="02020603050405020304" pitchFamily="18" charset="0"/>
                <a:ea typeface="黑体" panose="02010609060101010101" pitchFamily="49" charset="-122"/>
              </a:defRPr>
            </a:lvl9pPr>
          </a:lstStyle>
          <a:p>
            <a:fld id="{879C9941-9AD8-4419-AD5D-B1E59FD51D57}" type="slidenum">
              <a:rPr lang="en-US" altLang="zh-CN" sz="1300" smtClean="0">
                <a:ea typeface="宋体" panose="02010600030101010101" pitchFamily="2" charset="-122"/>
              </a:rPr>
              <a:pPr/>
              <a:t>60</a:t>
            </a:fld>
            <a:endParaRPr lang="en-US" altLang="zh-CN" sz="130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a:extLst>
              <a:ext uri="{FF2B5EF4-FFF2-40B4-BE49-F238E27FC236}">
                <a16:creationId xmlns:a16="http://schemas.microsoft.com/office/drawing/2014/main" id="{54FAD73C-DDE0-4080-8ABA-D7D486EE2752}"/>
              </a:ext>
            </a:extLst>
          </p:cNvPr>
          <p:cNvSpPr>
            <a:spLocks noGrp="1" noRot="1" noChangeAspect="1" noChangeArrowheads="1" noTextEdit="1"/>
          </p:cNvSpPr>
          <p:nvPr>
            <p:ph type="sldImg" idx="4294967295"/>
          </p:nvPr>
        </p:nvSpPr>
        <p:spPr>
          <a:xfrm>
            <a:off x="992188" y="768350"/>
            <a:ext cx="5114925" cy="3836988"/>
          </a:xfrm>
          <a:ln/>
        </p:spPr>
      </p:sp>
      <p:sp>
        <p:nvSpPr>
          <p:cNvPr id="77827" name="备注占位符 2">
            <a:extLst>
              <a:ext uri="{FF2B5EF4-FFF2-40B4-BE49-F238E27FC236}">
                <a16:creationId xmlns:a16="http://schemas.microsoft.com/office/drawing/2014/main" id="{42C1B918-A52D-4A55-85DE-685C3025B3C8}"/>
              </a:ext>
            </a:extLst>
          </p:cNvPr>
          <p:cNvSpPr>
            <a:spLocks noGrp="1" noChangeArrowheads="1"/>
          </p:cNvSpPr>
          <p:nvPr>
            <p:ph type="body" idx="4294967295"/>
          </p:nvPr>
        </p:nvSpPr>
        <p:spPr/>
        <p:txBody>
          <a:bodyPr>
            <a:prstTxWarp prst="textNoShape">
              <a:avLst/>
            </a:prstTxWarp>
          </a:bodyPr>
          <a:lstStyle/>
          <a:p>
            <a:endParaRPr lang="zh-CN" altLang="en-US"/>
          </a:p>
        </p:txBody>
      </p:sp>
      <p:sp>
        <p:nvSpPr>
          <p:cNvPr id="77828" name="灯片编号占位符 3">
            <a:extLst>
              <a:ext uri="{FF2B5EF4-FFF2-40B4-BE49-F238E27FC236}">
                <a16:creationId xmlns:a16="http://schemas.microsoft.com/office/drawing/2014/main" id="{2E9AAFF2-2F34-4D8B-8ED0-FCC1E99B685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7EF4B83-BC1D-4F85-8087-E97ACC4C873A}" type="slidenum">
              <a:rPr kumimoji="0" lang="en-US" altLang="zh-CN" sz="1300" smtClean="0"/>
              <a:pPr>
                <a:spcBef>
                  <a:spcPct val="0"/>
                </a:spcBef>
              </a:pPr>
              <a:t>61</a:t>
            </a:fld>
            <a:endParaRPr kumimoji="0" lang="en-US" altLang="zh-CN" sz="13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96FC4E62-70BC-48F0-99A3-188FC49790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EEFA879A-6964-410E-8919-93DDCD0FBCA6}" type="slidenum">
              <a:rPr kumimoji="0" lang="en-US" altLang="zh-CN" sz="1300" smtClean="0">
                <a:ea typeface="黑体" panose="02010609060101010101" pitchFamily="49" charset="-122"/>
              </a:rPr>
              <a:pPr>
                <a:spcBef>
                  <a:spcPct val="0"/>
                </a:spcBef>
              </a:pPr>
              <a:t>66</a:t>
            </a:fld>
            <a:endParaRPr kumimoji="0" lang="en-US" altLang="zh-CN" sz="1300">
              <a:ea typeface="黑体" panose="02010609060101010101" pitchFamily="49" charset="-122"/>
            </a:endParaRPr>
          </a:p>
        </p:txBody>
      </p:sp>
      <p:sp>
        <p:nvSpPr>
          <p:cNvPr id="83971" name="Rectangle 2">
            <a:extLst>
              <a:ext uri="{FF2B5EF4-FFF2-40B4-BE49-F238E27FC236}">
                <a16:creationId xmlns:a16="http://schemas.microsoft.com/office/drawing/2014/main" id="{81982315-1CCC-4233-9372-6EFDACFFE355}"/>
              </a:ext>
            </a:extLst>
          </p:cNvPr>
          <p:cNvSpPr>
            <a:spLocks noGrp="1" noRot="1" noChangeAspect="1" noChangeArrowheads="1" noTextEdit="1"/>
          </p:cNvSpPr>
          <p:nvPr>
            <p:ph type="sldImg" idx="4294967295"/>
          </p:nvPr>
        </p:nvSpPr>
        <p:spPr>
          <a:xfrm>
            <a:off x="992188" y="768350"/>
            <a:ext cx="5114925" cy="3836988"/>
          </a:xfrm>
          <a:ln/>
        </p:spPr>
      </p:sp>
      <p:sp>
        <p:nvSpPr>
          <p:cNvPr id="83972" name="Rectangle 3">
            <a:extLst>
              <a:ext uri="{FF2B5EF4-FFF2-40B4-BE49-F238E27FC236}">
                <a16:creationId xmlns:a16="http://schemas.microsoft.com/office/drawing/2014/main" id="{0632253C-8492-4AE6-AB64-02735BFC0F28}"/>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1FB9494F-70D2-42F8-B330-97375F52E0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04563DE9-2F70-4163-A7AC-010DD6DCCF9D}" type="slidenum">
              <a:rPr kumimoji="0" lang="en-US" altLang="zh-CN" sz="1300" smtClean="0"/>
              <a:pPr>
                <a:spcBef>
                  <a:spcPct val="0"/>
                </a:spcBef>
              </a:pPr>
              <a:t>70</a:t>
            </a:fld>
            <a:endParaRPr kumimoji="0" lang="en-US" altLang="zh-CN" sz="1300"/>
          </a:p>
        </p:txBody>
      </p:sp>
      <p:sp>
        <p:nvSpPr>
          <p:cNvPr id="89091" name="Rectangle 2">
            <a:extLst>
              <a:ext uri="{FF2B5EF4-FFF2-40B4-BE49-F238E27FC236}">
                <a16:creationId xmlns:a16="http://schemas.microsoft.com/office/drawing/2014/main" id="{6931FB85-6D56-4A1E-9C64-C45E9E2F528A}"/>
              </a:ext>
            </a:extLst>
          </p:cNvPr>
          <p:cNvSpPr>
            <a:spLocks noGrp="1" noRot="1" noChangeAspect="1" noChangeArrowheads="1" noTextEdit="1"/>
          </p:cNvSpPr>
          <p:nvPr>
            <p:ph type="sldImg" idx="4294967295"/>
          </p:nvPr>
        </p:nvSpPr>
        <p:spPr>
          <a:xfrm>
            <a:off x="992188" y="768350"/>
            <a:ext cx="5114925" cy="3836988"/>
          </a:xfrm>
          <a:ln/>
        </p:spPr>
      </p:sp>
      <p:sp>
        <p:nvSpPr>
          <p:cNvPr id="89092" name="Rectangle 3">
            <a:extLst>
              <a:ext uri="{FF2B5EF4-FFF2-40B4-BE49-F238E27FC236}">
                <a16:creationId xmlns:a16="http://schemas.microsoft.com/office/drawing/2014/main" id="{AF413A4E-C48A-4209-8332-0C1D9B0F3B75}"/>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39F31B60-3394-4C37-99FC-C39ED094FF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defTabSz="990600">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defTabSz="99060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defTabSz="990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defTabSz="990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6B633C5F-ECF7-48C6-85F4-3AC5F9406526}" type="slidenum">
              <a:rPr kumimoji="0" lang="en-US" altLang="zh-CN" sz="1300" smtClean="0">
                <a:ea typeface="黑体" panose="02010609060101010101" pitchFamily="49" charset="-122"/>
              </a:rPr>
              <a:pPr>
                <a:spcBef>
                  <a:spcPct val="0"/>
                </a:spcBef>
              </a:pPr>
              <a:t>71</a:t>
            </a:fld>
            <a:endParaRPr kumimoji="0" lang="en-US" altLang="zh-CN" sz="1300">
              <a:ea typeface="黑体" panose="02010609060101010101" pitchFamily="49" charset="-122"/>
            </a:endParaRPr>
          </a:p>
        </p:txBody>
      </p:sp>
      <p:sp>
        <p:nvSpPr>
          <p:cNvPr id="91139" name="Rectangle 2">
            <a:extLst>
              <a:ext uri="{FF2B5EF4-FFF2-40B4-BE49-F238E27FC236}">
                <a16:creationId xmlns:a16="http://schemas.microsoft.com/office/drawing/2014/main" id="{5A7C73B3-52C4-44F7-B1FD-1EFE8BFC5F72}"/>
              </a:ext>
            </a:extLst>
          </p:cNvPr>
          <p:cNvSpPr>
            <a:spLocks noGrp="1" noRot="1" noChangeAspect="1" noChangeArrowheads="1" noTextEdit="1"/>
          </p:cNvSpPr>
          <p:nvPr>
            <p:ph type="sldImg" idx="4294967295"/>
          </p:nvPr>
        </p:nvSpPr>
        <p:spPr>
          <a:xfrm>
            <a:off x="992188" y="768350"/>
            <a:ext cx="5114925" cy="3836988"/>
          </a:xfrm>
          <a:ln/>
        </p:spPr>
      </p:sp>
      <p:sp>
        <p:nvSpPr>
          <p:cNvPr id="91140" name="Rectangle 3">
            <a:extLst>
              <a:ext uri="{FF2B5EF4-FFF2-40B4-BE49-F238E27FC236}">
                <a16:creationId xmlns:a16="http://schemas.microsoft.com/office/drawing/2014/main" id="{9BE9C661-88C5-472E-80F4-5604B4A30C89}"/>
              </a:ext>
            </a:extLst>
          </p:cNvPr>
          <p:cNvSpPr>
            <a:spLocks noGrp="1" noChangeArrowheads="1"/>
          </p:cNvSpPr>
          <p:nvPr>
            <p:ph type="body" idx="4294967295"/>
          </p:nvPr>
        </p:nvSpPr>
        <p:spPr/>
        <p:txBody>
          <a:bodyPr>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CC3300"/>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9900CC"/>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7" name="Content Placeholder 2">
            <a:extLst>
              <a:ext uri="{FF2B5EF4-FFF2-40B4-BE49-F238E27FC236}">
                <a16:creationId xmlns:a16="http://schemas.microsoft.com/office/drawing/2014/main" id="{B944CF63-DA67-46B4-8F87-CA4DEAD3C484}"/>
              </a:ext>
            </a:extLst>
          </p:cNvPr>
          <p:cNvSpPr>
            <a:spLocks noGrp="1"/>
          </p:cNvSpPr>
          <p:nvPr>
            <p:ph sz="half" idx="10" hasCustomPrompt="1"/>
          </p:nvPr>
        </p:nvSpPr>
        <p:spPr>
          <a:xfrm>
            <a:off x="4648202" y="1168400"/>
            <a:ext cx="4114800" cy="5435600"/>
          </a:xfrm>
        </p:spPr>
        <p:txBody>
          <a:bodyPr/>
          <a:lstStyle>
            <a:lvl1pPr marL="254000" indent="-254000">
              <a:buClr>
                <a:srgbClr val="CC3300"/>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8000"/>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141016"/>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14961"/>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141016"/>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4645025" y="1814961"/>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spcBef>
                <a:spcPts val="600"/>
              </a:spcBef>
              <a:defRPr>
                <a:latin typeface="Times New Roman" panose="02020603050405020304" pitchFamily="18" charset="0"/>
                <a:cs typeface="Times New Roman" panose="02020603050405020304" pitchFamily="18" charset="0"/>
              </a:defRPr>
            </a:lvl2pPr>
            <a:lvl3pPr>
              <a:spcBef>
                <a:spcPts val="600"/>
              </a:spcBef>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106799473"/>
      </p:ext>
    </p:extLst>
  </p:cSld>
  <p:clrMapOvr>
    <a:masterClrMapping/>
  </p:clrMapOvr>
  <p:transition spd="med">
    <p:pull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页脚占位符 9">
            <a:extLst>
              <a:ext uri="{FF2B5EF4-FFF2-40B4-BE49-F238E27FC236}">
                <a16:creationId xmlns:a16="http://schemas.microsoft.com/office/drawing/2014/main" id="{BD4FBB8F-F6B6-456B-96C1-CDE1905DA865}"/>
              </a:ext>
            </a:extLst>
          </p:cNvPr>
          <p:cNvSpPr>
            <a:spLocks noGrp="1"/>
          </p:cNvSpPr>
          <p:nvPr>
            <p:ph type="ftr" sz="quarter" idx="10"/>
          </p:nvPr>
        </p:nvSpPr>
        <p:spPr>
          <a:ln/>
        </p:spPr>
        <p:txBody>
          <a:bodyPr/>
          <a:lstStyle>
            <a:lvl1pPr>
              <a:defRPr/>
            </a:lvl1pPr>
          </a:lstStyle>
          <a:p>
            <a:pPr>
              <a:defRPr/>
            </a:pPr>
            <a:r>
              <a:rPr lang="zh-CN" altLang="en-US"/>
              <a:t>计算机学院体系结构中心</a:t>
            </a:r>
          </a:p>
        </p:txBody>
      </p:sp>
    </p:spTree>
    <p:extLst>
      <p:ext uri="{BB962C8B-B14F-4D97-AF65-F5344CB8AC3E}">
        <p14:creationId xmlns:p14="http://schemas.microsoft.com/office/powerpoint/2010/main" val="2857887949"/>
      </p:ext>
    </p:extLst>
  </p:cSld>
  <p:clrMapOvr>
    <a:masterClrMapping/>
  </p:clrMapOvr>
  <p:transition spd="med">
    <p:pull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4925" y="3175"/>
            <a:ext cx="9109075" cy="762000"/>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179388" y="981075"/>
            <a:ext cx="4316412" cy="5400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981075"/>
            <a:ext cx="4316413" cy="5400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页脚占位符 4">
            <a:extLst>
              <a:ext uri="{FF2B5EF4-FFF2-40B4-BE49-F238E27FC236}">
                <a16:creationId xmlns:a16="http://schemas.microsoft.com/office/drawing/2014/main" id="{A2094CFE-16CE-4710-B7F6-2A6D5A2E8C6C}"/>
              </a:ext>
            </a:extLst>
          </p:cNvPr>
          <p:cNvSpPr>
            <a:spLocks noGrp="1"/>
          </p:cNvSpPr>
          <p:nvPr>
            <p:ph type="ftr" sz="quarter" idx="10"/>
          </p:nvPr>
        </p:nvSpPr>
        <p:spPr>
          <a:xfrm>
            <a:off x="2209800" y="6453188"/>
            <a:ext cx="4724400" cy="346075"/>
          </a:xfrm>
        </p:spPr>
        <p:txBody>
          <a:bodyPr/>
          <a:lstStyle>
            <a:lvl1pPr>
              <a:defRPr/>
            </a:lvl1pPr>
          </a:lstStyle>
          <a:p>
            <a:pPr>
              <a:defRPr/>
            </a:pPr>
            <a:r>
              <a:rPr lang="zh-CN" altLang="en-US"/>
              <a:t>计算机学院体系结构中心</a:t>
            </a:r>
          </a:p>
        </p:txBody>
      </p:sp>
    </p:spTree>
    <p:extLst>
      <p:ext uri="{BB962C8B-B14F-4D97-AF65-F5344CB8AC3E}">
        <p14:creationId xmlns:p14="http://schemas.microsoft.com/office/powerpoint/2010/main" val="1767472820"/>
      </p:ext>
    </p:extLst>
  </p:cSld>
  <p:clrMapOvr>
    <a:masterClrMapping/>
  </p:clrMapOvr>
  <p:transition spd="med">
    <p:pull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95400" y="2819400"/>
            <a:ext cx="6400800" cy="2057400"/>
          </a:xfrm>
        </p:spPr>
        <p:txBody>
          <a:bodyPr/>
          <a:lstStyle>
            <a:lvl1pPr marL="0" indent="0" algn="l">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5" name="标题 4">
            <a:extLst>
              <a:ext uri="{FF2B5EF4-FFF2-40B4-BE49-F238E27FC236}">
                <a16:creationId xmlns:a16="http://schemas.microsoft.com/office/drawing/2014/main" id="{90F341F0-C5D0-4113-A763-7745C10E1D62}"/>
              </a:ext>
            </a:extLst>
          </p:cNvPr>
          <p:cNvSpPr>
            <a:spLocks noGrp="1"/>
          </p:cNvSpPr>
          <p:nvPr>
            <p:ph type="title"/>
          </p:nvPr>
        </p:nvSpPr>
        <p:spPr>
          <a:xfrm>
            <a:off x="1066800" y="1295400"/>
            <a:ext cx="7315200" cy="812800"/>
          </a:xfrm>
        </p:spPr>
        <p:txBody>
          <a:bodyPr/>
          <a:lstStyle>
            <a:lvl1pPr algn="l">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335961988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176215"/>
            <a:ext cx="8382000" cy="5435600"/>
          </a:xfrm>
        </p:spPr>
        <p:txBody>
          <a:bodyPr/>
          <a:lstStyle>
            <a:lvl1pPr marL="254000" indent="-254000">
              <a:buClr>
                <a:srgbClr val="003399"/>
              </a:buClr>
              <a:buSzPct val="70000"/>
              <a:buFont typeface="Wingdings" panose="05000000000000000000" pitchFamily="2" charset="2"/>
              <a:buChar char="n"/>
              <a:defRPr sz="28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marL="800100" indent="-203200">
              <a:buClr>
                <a:srgbClr val="003399"/>
              </a:buClr>
              <a:buSzPct val="70000"/>
              <a:buFont typeface="Wingdings" panose="05000000000000000000" pitchFamily="2" charset="2"/>
              <a:buChar char="p"/>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4" name="标题 3">
            <a:extLst>
              <a:ext uri="{FF2B5EF4-FFF2-40B4-BE49-F238E27FC236}">
                <a16:creationId xmlns:a16="http://schemas.microsoft.com/office/drawing/2014/main" id="{7FEBFC5E-9E13-46F0-8633-BDB317132D79}"/>
              </a:ext>
            </a:extLst>
          </p:cNvPr>
          <p:cNvSpPr>
            <a:spLocks noGrp="1"/>
          </p:cNvSpPr>
          <p:nvPr>
            <p:ph type="title"/>
          </p:nvPr>
        </p:nvSpPr>
        <p:spPr>
          <a:xfrm>
            <a:off x="381000" y="254000"/>
            <a:ext cx="8382000" cy="812800"/>
          </a:xfrm>
        </p:spPr>
        <p:txBody>
          <a:bodyPr/>
          <a:lstStyle>
            <a:lvl1pPr>
              <a:defRPr sz="4400">
                <a:solidFill>
                  <a:srgbClr val="000066"/>
                </a:solidFill>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Tree>
    <p:extLst>
      <p:ext uri="{BB962C8B-B14F-4D97-AF65-F5344CB8AC3E}">
        <p14:creationId xmlns:p14="http://schemas.microsoft.com/office/powerpoint/2010/main" val="212278339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430090334"/>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ntent 24">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381000"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标题 4">
            <a:extLst>
              <a:ext uri="{FF2B5EF4-FFF2-40B4-BE49-F238E27FC236}">
                <a16:creationId xmlns:a16="http://schemas.microsoft.com/office/drawing/2014/main" id="{9597F0C3-A318-4553-B8BD-ED7E6FB91E5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
        <p:nvSpPr>
          <p:cNvPr id="6" name="Content Placeholder 2">
            <a:extLst>
              <a:ext uri="{FF2B5EF4-FFF2-40B4-BE49-F238E27FC236}">
                <a16:creationId xmlns:a16="http://schemas.microsoft.com/office/drawing/2014/main" id="{902AEB10-BE87-4EE6-8A34-2BDAC8542DF3}"/>
              </a:ext>
            </a:extLst>
          </p:cNvPr>
          <p:cNvSpPr>
            <a:spLocks noGrp="1"/>
          </p:cNvSpPr>
          <p:nvPr>
            <p:ph sz="half" idx="10" hasCustomPrompt="1"/>
          </p:nvPr>
        </p:nvSpPr>
        <p:spPr>
          <a:xfrm>
            <a:off x="4648202" y="1168400"/>
            <a:ext cx="4114800" cy="5435600"/>
          </a:xfrm>
        </p:spPr>
        <p:txBody>
          <a:bodyPr/>
          <a:lstStyle>
            <a:lvl1pPr marL="254000" indent="-254000">
              <a:buClr>
                <a:srgbClr val="003399"/>
              </a:buClr>
              <a:buSzPct val="70000"/>
              <a:buFont typeface="Wingdings" panose="05000000000000000000" pitchFamily="2" charset="2"/>
              <a:buChar char="n"/>
              <a:defRPr sz="2400" b="1">
                <a:latin typeface="Times New Roman" panose="02020603050405020304" pitchFamily="18" charset="0"/>
                <a:ea typeface="宋体" panose="02010600030101010101" pitchFamily="2" charset="-122"/>
                <a:cs typeface="Times New Roman" panose="02020603050405020304" pitchFamily="18" charset="0"/>
              </a:defRPr>
            </a:lvl1pPr>
            <a:lvl2pPr marL="514350" indent="-234950">
              <a:buClr>
                <a:srgbClr val="003399"/>
              </a:buClr>
              <a:buSzPct val="70000"/>
              <a:buFont typeface="Wingdings" panose="05000000000000000000" pitchFamily="2" charset="2"/>
              <a:buChar char="u"/>
              <a:defRPr sz="2400" b="1">
                <a:latin typeface="Times New Roman" panose="02020603050405020304" pitchFamily="18" charset="0"/>
                <a:ea typeface="宋体" panose="02010600030101010101" pitchFamily="2" charset="-122"/>
                <a:cs typeface="Times New Roman" panose="02020603050405020304" pitchFamily="18"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3467698716"/>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15232"/>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hasCustomPrompt="1"/>
          </p:nvPr>
        </p:nvSpPr>
        <p:spPr>
          <a:xfrm>
            <a:off x="457200" y="1854994"/>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Text Placeholder 4"/>
          <p:cNvSpPr>
            <a:spLocks noGrp="1"/>
          </p:cNvSpPr>
          <p:nvPr>
            <p:ph type="body" sz="quarter" idx="3"/>
          </p:nvPr>
        </p:nvSpPr>
        <p:spPr>
          <a:xfrm>
            <a:off x="4645025" y="1215232"/>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hasCustomPrompt="1"/>
          </p:nvPr>
        </p:nvSpPr>
        <p:spPr>
          <a:xfrm>
            <a:off x="4645025" y="1854994"/>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标题 6">
            <a:extLst>
              <a:ext uri="{FF2B5EF4-FFF2-40B4-BE49-F238E27FC236}">
                <a16:creationId xmlns:a16="http://schemas.microsoft.com/office/drawing/2014/main" id="{DB40FF33-5231-42C5-90B8-C122EBA1E486}"/>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2088415079"/>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DEF578A-1D69-45F6-BF33-CD682E4B9B08}"/>
              </a:ext>
            </a:extLst>
          </p:cNvPr>
          <p:cNvSpPr>
            <a:spLocks noGrp="1"/>
          </p:cNvSpPr>
          <p:nvPr>
            <p:ph type="title"/>
          </p:nvPr>
        </p:nvSpPr>
        <p:spPr>
          <a:xfrm>
            <a:off x="381000" y="254000"/>
            <a:ext cx="8382000" cy="812800"/>
          </a:xfrm>
        </p:spPr>
        <p:txBody>
          <a:bodyPr/>
          <a:lstStyle>
            <a:lvl1pPr>
              <a:defRPr sz="4400">
                <a:solidFill>
                  <a:srgbClr val="000066"/>
                </a:solidFill>
              </a:defRPr>
            </a:lvl1pPr>
          </a:lstStyle>
          <a:p>
            <a:r>
              <a:rPr lang="zh-CN" altLang="en-US" dirty="0"/>
              <a:t>单击此处编辑母版标题样式</a:t>
            </a:r>
          </a:p>
        </p:txBody>
      </p:sp>
    </p:spTree>
    <p:extLst>
      <p:ext uri="{BB962C8B-B14F-4D97-AF65-F5344CB8AC3E}">
        <p14:creationId xmlns:p14="http://schemas.microsoft.com/office/powerpoint/2010/main" val="3505069052"/>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0916848"/>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849851029"/>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en-US" dirty="0"/>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3727328165"/>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zh-CN" altLang="en-US" dirty="0"/>
              <a:t>单击此处编辑母版标题样式</a:t>
            </a:r>
          </a:p>
        </p:txBody>
      </p:sp>
      <p:sp>
        <p:nvSpPr>
          <p:cNvPr id="3" name="内容占位符 2"/>
          <p:cNvSpPr>
            <a:spLocks noGrp="1"/>
          </p:cNvSpPr>
          <p:nvPr>
            <p:ph idx="1"/>
          </p:nvPr>
        </p:nvSpPr>
        <p:spPr>
          <a:noFill/>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5pPr marL="1971675" indent="-269875">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173490032"/>
      </p:ext>
    </p:extLst>
  </p:cSld>
  <p:clrMapOvr>
    <a:masterClrMapping/>
  </p:clrMapOvr>
  <p:transition spd="med">
    <p:pull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image" Target="../media/image1.jpeg"/><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theme" Target="../theme/theme3.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fld id="{F5551B27-49BC-4291-80C6-707CDCF1D651}" type="slidenum">
              <a:rPr kumimoji="0" lang="en-US" sz="1000" b="1" i="0" u="none" strike="noStrike" kern="1200" cap="none" spc="0" normalizeH="0" baseline="0" noProof="0" smtClean="0">
                <a:ln>
                  <a:noFill/>
                </a:ln>
                <a:solidFill>
                  <a:srgbClr val="000000"/>
                </a:solidFill>
                <a:effectLst/>
                <a:uLnTx/>
                <a:uFillTx/>
                <a:latin typeface="+mj-lt"/>
                <a:ea typeface="ＭＳ Ｐゴシック" pitchFamily="-96" charset="-128"/>
                <a:cs typeface="ＭＳ Ｐゴシック" pitchFamily="-96" charset="-128"/>
              </a:rPr>
              <a:pPr/>
              <a:t>‹#›</a:t>
            </a:fld>
            <a:endParaRPr lang="en-US" sz="1000" dirty="0">
              <a:latin typeface="+mj-lt"/>
            </a:endParaRP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 xmlns:a14="http://schemas.microsoft.com/office/drawing/2010/main">
                <a:solidFill>
                  <a:schemeClr val="tx1"/>
                </a:solidFill>
              </a14:hiddenFill>
            </a:ext>
            <a:ext uri="{91240B29-F687-4f45-9708-019B960494DF}">
              <a14:hiddenLine xmlns="" xmlns:a14="http://schemas.microsoft.com/office/drawing/2010/main" w="25400">
                <a:solidFill>
                  <a:srgbClr val="CC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en-US" sz="1200" b="1" dirty="0">
                <a:solidFill>
                  <a:srgbClr val="FFFFFF"/>
                </a:solidFill>
                <a:latin typeface="Times New Roman" pitchFamily="18" charset="0"/>
                <a:ea typeface="+mn-ea"/>
                <a:cs typeface="+mn-cs"/>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pic>
        <p:nvPicPr>
          <p:cNvPr id="9" name="图片 8">
            <a:extLst>
              <a:ext uri="{FF2B5EF4-FFF2-40B4-BE49-F238E27FC236}">
                <a16:creationId xmlns:a16="http://schemas.microsoft.com/office/drawing/2014/main" id="{1B3B2342-1FE3-4F59-8CA3-7F4B24967CD7}"/>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0" y="6330014"/>
            <a:ext cx="503426" cy="520207"/>
          </a:xfrm>
          <a:prstGeom prst="rect">
            <a:avLst/>
          </a:prstGeom>
        </p:spPr>
      </p:pic>
      <p:sp>
        <p:nvSpPr>
          <p:cNvPr id="10" name="TextBox 4">
            <a:extLst>
              <a:ext uri="{FF2B5EF4-FFF2-40B4-BE49-F238E27FC236}">
                <a16:creationId xmlns:a16="http://schemas.microsoft.com/office/drawing/2014/main" id="{C9EFAE65-0CCB-4027-B00E-28603B0872C4}"/>
              </a:ext>
            </a:extLst>
          </p:cNvPr>
          <p:cNvSpPr txBox="1"/>
          <p:nvPr userDrawn="1"/>
        </p:nvSpPr>
        <p:spPr>
          <a:xfrm>
            <a:off x="503426" y="6585945"/>
            <a:ext cx="2340705" cy="261610"/>
          </a:xfrm>
          <a:prstGeom prst="rect">
            <a:avLst/>
          </a:prstGeom>
          <a:noFill/>
        </p:spPr>
        <p:txBody>
          <a:bodyPr wrap="none" rtlCol="0">
            <a:spAutoFit/>
          </a:bodyPr>
          <a:lstStyle/>
          <a:p>
            <a:r>
              <a:rPr lang="en-US" sz="1100" b="1" i="0" dirty="0">
                <a:solidFill>
                  <a:srgbClr val="326AC6"/>
                </a:solidFill>
                <a:effectLst/>
                <a:latin typeface="Calibri" pitchFamily="34" charset="0"/>
              </a:rPr>
              <a:t>Principles of Computer Organization </a:t>
            </a: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98" r:id="rId10"/>
    <p:sldLayoutId id="2147483711" r:id="rId11"/>
    <p:sldLayoutId id="2147483712" r:id="rId12"/>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CC3300"/>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600"/>
        </a:spcBef>
        <a:spcAft>
          <a:spcPct val="0"/>
        </a:spcAft>
        <a:buClr>
          <a:srgbClr val="008000"/>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600"/>
        </a:spcBef>
        <a:spcAft>
          <a:spcPct val="0"/>
        </a:spcAft>
        <a:buClr>
          <a:srgbClr val="9900CC"/>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600"/>
        </a:spcBef>
        <a:spcAft>
          <a:spcPct val="0"/>
        </a:spcAft>
        <a:buClr>
          <a:srgbClr val="000000"/>
        </a:buClr>
        <a:buSzPct val="100000"/>
        <a:buFont typeface="Calibri" charset="0"/>
        <a:buChar char="–"/>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81000" y="254000"/>
            <a:ext cx="8382000" cy="11430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a:sym typeface="Calibri Bold" charset="0"/>
              </a:rPr>
              <a:t>Click to edit Master title style</a:t>
            </a:r>
          </a:p>
        </p:txBody>
      </p:sp>
      <p:sp>
        <p:nvSpPr>
          <p:cNvPr id="5" name="TextBox 4"/>
          <p:cNvSpPr txBox="1"/>
          <p:nvPr userDrawn="1"/>
        </p:nvSpPr>
        <p:spPr>
          <a:xfrm>
            <a:off x="0" y="6611779"/>
            <a:ext cx="2959464" cy="246221"/>
          </a:xfrm>
          <a:prstGeom prst="rect">
            <a:avLst/>
          </a:prstGeom>
          <a:noFill/>
        </p:spPr>
        <p:txBody>
          <a:bodyPr wrap="none" rtlCol="0">
            <a:spAutoFit/>
          </a:bodyPr>
          <a:lstStyle/>
          <a:p>
            <a:r>
              <a:rPr lang="en-US" sz="1000" b="0" i="0" dirty="0">
                <a:latin typeface="Calibri" pitchFamily="34"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endParaRPr lang="en-US"/>
          </a:p>
        </p:txBody>
      </p:sp>
      <p:sp>
        <p:nvSpPr>
          <p:cNvPr id="7" name="Text Box 32"/>
          <p:cNvSpPr txBox="1">
            <a:spLocks noChangeArrowheads="1"/>
          </p:cNvSpPr>
          <p:nvPr userDrawn="1"/>
        </p:nvSpPr>
        <p:spPr bwMode="auto">
          <a:xfrm>
            <a:off x="7163575" y="-39607"/>
            <a:ext cx="2025363" cy="276999"/>
          </a:xfrm>
          <a:prstGeom prst="rect">
            <a:avLst/>
          </a:prstGeom>
          <a:noFill/>
          <a:ln>
            <a:noFill/>
          </a:ln>
          <a:effectLst/>
          <a:extLst>
            <a:ext uri="{909E8E84-426E-40dd-AFC4-6F175D3DCCD1}">
              <a14:hiddenFill xmlns="" xmlns:a14="http://schemas.microsoft.com/office/drawing/2010/main">
                <a:solidFill>
                  <a:schemeClr val="tx1"/>
                </a:solidFill>
              </a14:hiddenFill>
            </a:ext>
            <a:ext uri="{91240B29-F687-4f45-9708-019B960494DF}">
              <a14:hiddenLine xmlns="" xmlns:a14="http://schemas.microsoft.com/office/drawing/2010/main" w="25400">
                <a:solidFill>
                  <a:srgbClr val="CC0000"/>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p>
            <a:pPr algn="l" eaLnBrk="0" hangingPunct="0"/>
            <a:r>
              <a:rPr lang="en-US" altLang="zh-CN" sz="1200" b="1" dirty="0">
                <a:solidFill>
                  <a:srgbClr val="FFFFFF"/>
                </a:solidFill>
                <a:latin typeface="Times New Roman" pitchFamily="18" charset="0"/>
                <a:ea typeface="+mn-ea"/>
                <a:cs typeface="+mn-cs"/>
              </a:rPr>
              <a:t>School of Computer Science</a:t>
            </a:r>
            <a:endParaRPr lang="en-US" altLang="en-US" sz="1200" b="1" dirty="0">
              <a:solidFill>
                <a:srgbClr val="FFFFFF"/>
              </a:solidFill>
              <a:latin typeface="Times New Roman" pitchFamily="18" charset="0"/>
              <a:ea typeface="+mn-ea"/>
              <a:cs typeface="+mn-cs"/>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Lst>
  <p:transition/>
  <p:txStyles>
    <p:titleStyle>
      <a:lvl1pPr algn="l" rtl="0" fontAlgn="base">
        <a:spcBef>
          <a:spcPct val="0"/>
        </a:spcBef>
        <a:spcAft>
          <a:spcPct val="0"/>
        </a:spcAft>
        <a:defRPr sz="3600">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342900" indent="-342900" algn="l" rtl="0" fontAlgn="base">
        <a:spcBef>
          <a:spcPts val="600"/>
        </a:spcBef>
        <a:spcAft>
          <a:spcPct val="0"/>
        </a:spcAft>
        <a:buClr>
          <a:srgbClr val="990000"/>
        </a:buClr>
        <a:buSzPct val="60000"/>
        <a:buFont typeface="Wingdings 2"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charset="2"/>
        <a:buChar char="§"/>
        <a:defRPr sz="2000">
          <a:solidFill>
            <a:schemeClr val="tx1"/>
          </a:solidFill>
          <a:latin typeface="Calibri" charset="0"/>
          <a:ea typeface="ヒラギノ角ゴ ProN W3" charset="0"/>
          <a:cs typeface="ヒラギノ角ゴ ProN W3" charset="0"/>
          <a:sym typeface="Calibri" charset="0"/>
        </a:defRPr>
      </a:lvl2pPr>
      <a:lvl3pPr marL="1143000" indent="-228600" algn="l" rtl="0" fontAlgn="base">
        <a:spcBef>
          <a:spcPts val="500"/>
        </a:spcBef>
        <a:spcAft>
          <a:spcPct val="0"/>
        </a:spcAft>
        <a:buClr>
          <a:srgbClr val="000000"/>
        </a:buClr>
        <a:buSzPct val="80000"/>
        <a:buFont typeface="Wingdings" charset="2"/>
        <a:buChar char="§"/>
        <a:defRPr sz="2000">
          <a:solidFill>
            <a:schemeClr val="tx1"/>
          </a:solidFill>
          <a:latin typeface="Calibri" charset="0"/>
          <a:ea typeface="ヒラギノ角ゴ ProN W3" charset="0"/>
          <a:cs typeface="ヒラギノ角ゴ ProN W3" charset="0"/>
          <a:sym typeface="Calibri" charset="0"/>
        </a:defRPr>
      </a:lvl3pPr>
      <a:lvl4pPr marL="1600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20574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5pPr>
      <a:lvl6pPr marL="25146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9718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3429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8862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49" name="Rectangle 1"/>
          <p:cNvSpPr>
            <a:spLocks noGrp="1" noChangeArrowheads="1"/>
          </p:cNvSpPr>
          <p:nvPr>
            <p:ph type="title"/>
          </p:nvPr>
        </p:nvSpPr>
        <p:spPr bwMode="auto">
          <a:xfrm>
            <a:off x="381000" y="254000"/>
            <a:ext cx="8382000" cy="812800"/>
          </a:xfrm>
          <a:prstGeom prst="rect">
            <a:avLst/>
          </a:prstGeom>
          <a:noFill/>
          <a:ln w="9525">
            <a:noFill/>
            <a:miter lim="800000"/>
            <a:headEnd/>
            <a:tailEnd/>
          </a:ln>
          <a:effectLst/>
        </p:spPr>
        <p:txBody>
          <a:bodyPr vert="horz" wrap="square" lIns="38100" tIns="38100" rIns="38100" bIns="38100" numCol="1" anchor="ctr" anchorCtr="0" compatLnSpc="1">
            <a:prstTxWarp prst="textNoShape">
              <a:avLst/>
            </a:prstTxWarp>
          </a:bodyPr>
          <a:lstStyle/>
          <a:p>
            <a:pPr lvl="0"/>
            <a:r>
              <a:rPr lang="en-US" dirty="0">
                <a:sym typeface="Calibri Bold" charset="0"/>
              </a:rPr>
              <a:t>Click to edit title style</a:t>
            </a:r>
          </a:p>
        </p:txBody>
      </p:sp>
      <p:sp>
        <p:nvSpPr>
          <p:cNvPr id="2050" name="Rectangle 2"/>
          <p:cNvSpPr>
            <a:spLocks noGrp="1" noChangeArrowheads="1"/>
          </p:cNvSpPr>
          <p:nvPr>
            <p:ph type="body" idx="1"/>
          </p:nvPr>
        </p:nvSpPr>
        <p:spPr bwMode="auto">
          <a:xfrm>
            <a:off x="381000" y="1097614"/>
            <a:ext cx="8382000" cy="5232400"/>
          </a:xfrm>
          <a:prstGeom prst="rect">
            <a:avLst/>
          </a:prstGeom>
          <a:noFill/>
          <a:ln w="9525">
            <a:noFill/>
            <a:miter lim="800000"/>
            <a:headEnd/>
            <a:tailEnd/>
          </a:ln>
          <a:effectLst/>
        </p:spPr>
        <p:txBody>
          <a:bodyPr vert="horz" wrap="square" lIns="38100" tIns="38100" rIns="38100" bIns="38100" numCol="1" anchor="t" anchorCtr="0" compatLnSpc="1">
            <a:prstTxWarp prst="textNoShape">
              <a:avLst/>
            </a:prstTxWarp>
          </a:bodyPr>
          <a:lstStyle/>
          <a:p>
            <a:pPr lvl="0"/>
            <a:r>
              <a:rPr lang="en-US" dirty="0">
                <a:sym typeface="Calibri Bold"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p:txBody>
      </p:sp>
      <p:sp>
        <p:nvSpPr>
          <p:cNvPr id="4" name="Rectangle 3"/>
          <p:cNvSpPr/>
          <p:nvPr userDrawn="1"/>
        </p:nvSpPr>
        <p:spPr>
          <a:xfrm>
            <a:off x="8818144" y="6611779"/>
            <a:ext cx="338555" cy="246221"/>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F5551B27-49BC-4291-80C6-707CDCF1D651}" type="slidenum">
              <a:rPr kumimoji="0" lang="en-US" sz="1000" b="1" i="0" u="none" strike="noStrike" kern="1200" cap="none" spc="0" normalizeH="0" baseline="0" noProof="0" smtClean="0">
                <a:ln>
                  <a:noFill/>
                </a:ln>
                <a:solidFill>
                  <a:srgbClr val="000000"/>
                </a:solidFill>
                <a:effectLst/>
                <a:uLnTx/>
                <a:uFillTx/>
                <a:latin typeface="Calibri Bold"/>
                <a:ea typeface="ＭＳ Ｐゴシック" pitchFamily="-96" charset="-128"/>
                <a:cs typeface="ＭＳ Ｐゴシック" pitchFamily="-96" charset="-128"/>
                <a:sym typeface="Gill Sans"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sz="1000" b="0" i="0" u="none" strike="noStrike" kern="1200" cap="none" spc="0" normalizeH="0" baseline="0" noProof="0" dirty="0">
              <a:ln>
                <a:noFill/>
              </a:ln>
              <a:solidFill>
                <a:srgbClr val="000000"/>
              </a:solidFill>
              <a:effectLst/>
              <a:uLnTx/>
              <a:uFillTx/>
              <a:latin typeface="Calibri Bold"/>
              <a:sym typeface="Gill Sans" charset="0"/>
            </a:endParaRPr>
          </a:p>
        </p:txBody>
      </p:sp>
      <p:sp>
        <p:nvSpPr>
          <p:cNvPr id="5" name="TextBox 4"/>
          <p:cNvSpPr txBox="1"/>
          <p:nvPr userDrawn="1"/>
        </p:nvSpPr>
        <p:spPr>
          <a:xfrm>
            <a:off x="0" y="6604000"/>
            <a:ext cx="2959464" cy="246221"/>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Calibri" pitchFamily="34" charset="0"/>
                <a:sym typeface="Gill Sans" charset="0"/>
              </a:rPr>
              <a:t>Principles and Interface Technique of Microcomputer</a:t>
            </a:r>
          </a:p>
        </p:txBody>
      </p:sp>
      <p:sp>
        <p:nvSpPr>
          <p:cNvPr id="6" name="Rectangle 1"/>
          <p:cNvSpPr>
            <a:spLocks/>
          </p:cNvSpPr>
          <p:nvPr userDrawn="1"/>
        </p:nvSpPr>
        <p:spPr bwMode="auto">
          <a:xfrm>
            <a:off x="0" y="0"/>
            <a:ext cx="9156700" cy="228600"/>
          </a:xfrm>
          <a:prstGeom prst="rect">
            <a:avLst/>
          </a:prstGeom>
          <a:solidFill>
            <a:srgbClr val="003399"/>
          </a:solidFill>
          <a:ln w="9525" cap="flat">
            <a:noFill/>
            <a:miter lim="800000"/>
            <a:headEnd type="none" w="med" len="med"/>
            <a:tailEnd type="none" w="med" len="med"/>
          </a:ln>
        </p:spPr>
        <p:txBody>
          <a:bodyPr wrap="none" lIns="0" tIns="0" rIns="0" bIns="0">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4200" b="0" i="0" u="none" strike="noStrike" kern="1200" cap="none" spc="0" normalizeH="0" baseline="0" noProof="0">
              <a:ln>
                <a:noFill/>
              </a:ln>
              <a:solidFill>
                <a:srgbClr val="000000"/>
              </a:solidFill>
              <a:effectLst/>
              <a:uLnTx/>
              <a:uFillTx/>
              <a:latin typeface="Gill Sans" charset="0"/>
              <a:sym typeface="Gill Sans" charset="0"/>
            </a:endParaRPr>
          </a:p>
        </p:txBody>
      </p:sp>
      <p:sp>
        <p:nvSpPr>
          <p:cNvPr id="7" name="Text Box 32"/>
          <p:cNvSpPr txBox="1">
            <a:spLocks noChangeArrowheads="1"/>
          </p:cNvSpPr>
          <p:nvPr userDrawn="1"/>
        </p:nvSpPr>
        <p:spPr bwMode="auto">
          <a:xfrm>
            <a:off x="7111399" y="-22999"/>
            <a:ext cx="2025363" cy="276999"/>
          </a:xfrm>
          <a:prstGeom prst="rect">
            <a:avLst/>
          </a:prstGeom>
          <a:noFill/>
          <a:ln>
            <a:noFill/>
          </a:ln>
          <a:effectLst/>
          <a:extLst>
            <a:ext uri="{909E8E84-426E-40dd-AFC4-6F175D3DCCD1}">
              <a14:hiddenFill xmlns:a14="http://schemas.microsoft.com/office/drawing/2010/main" xmlns="">
                <a:solidFill>
                  <a:schemeClr val="tx1"/>
                </a:solidFill>
              </a14:hiddenFill>
            </a:ext>
            <a:ext uri="{91240B29-F687-4f45-9708-019B960494DF}">
              <a14:hiddenLine xmlns:a14="http://schemas.microsoft.com/office/drawing/2010/main" xmlns="" w="25400">
                <a:solidFill>
                  <a:srgbClr val="CC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1" i="0" u="none" strike="noStrike" kern="1200" cap="none" spc="0" normalizeH="0" baseline="0" noProof="0" dirty="0">
                <a:ln>
                  <a:noFill/>
                </a:ln>
                <a:solidFill>
                  <a:srgbClr val="FFFFFF"/>
                </a:solidFill>
                <a:effectLst/>
                <a:uLnTx/>
                <a:uFillTx/>
                <a:latin typeface="Times New Roman" pitchFamily="18" charset="0"/>
                <a:ea typeface="+mn-ea"/>
                <a:cs typeface="+mn-cs"/>
                <a:sym typeface="Gill Sans" charset="0"/>
              </a:rPr>
              <a:t>School of Computer Science</a:t>
            </a:r>
          </a:p>
        </p:txBody>
      </p:sp>
      <p:pic>
        <p:nvPicPr>
          <p:cNvPr id="3" name="图片 2">
            <a:extLst>
              <a:ext uri="{FF2B5EF4-FFF2-40B4-BE49-F238E27FC236}">
                <a16:creationId xmlns:a16="http://schemas.microsoft.com/office/drawing/2014/main" id="{46C066EF-FA58-4E12-8EDB-8814C5AA69E9}"/>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325640" y="277976"/>
            <a:ext cx="716790" cy="716790"/>
          </a:xfrm>
          <a:prstGeom prst="rect">
            <a:avLst/>
          </a:prstGeom>
        </p:spPr>
      </p:pic>
    </p:spTree>
    <p:extLst>
      <p:ext uri="{BB962C8B-B14F-4D97-AF65-F5344CB8AC3E}">
        <p14:creationId xmlns:p14="http://schemas.microsoft.com/office/powerpoint/2010/main" val="201777522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Lst>
  <p:transition/>
  <p:txStyles>
    <p:titleStyle>
      <a:lvl1pPr algn="l" rtl="0" fontAlgn="base">
        <a:spcBef>
          <a:spcPct val="0"/>
        </a:spcBef>
        <a:spcAft>
          <a:spcPct val="0"/>
        </a:spcAft>
        <a:defRPr sz="4400" b="1">
          <a:solidFill>
            <a:srgbClr val="000066"/>
          </a:solidFill>
          <a:latin typeface="Times New Roman" panose="02020603050405020304" pitchFamily="18" charset="0"/>
          <a:ea typeface="黑体" panose="02010609060101010101" pitchFamily="49" charset="-122"/>
          <a:cs typeface="Times New Roman" panose="02020603050405020304" pitchFamily="18" charset="0"/>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p:titleStyle>
    <p:bodyStyle>
      <a:lvl1pPr marL="254000" indent="-254000" algn="l" rtl="0" fontAlgn="base">
        <a:spcBef>
          <a:spcPts val="600"/>
        </a:spcBef>
        <a:spcAft>
          <a:spcPct val="0"/>
        </a:spcAft>
        <a:buClr>
          <a:srgbClr val="003399"/>
        </a:buClr>
        <a:buSzPct val="70000"/>
        <a:buFont typeface="Wingdings" panose="05000000000000000000" pitchFamily="2" charset="2"/>
        <a:buChar char="n"/>
        <a:defRPr sz="28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Bold" charset="0"/>
        </a:defRPr>
      </a:lvl1pPr>
      <a:lvl2pPr marL="514350" indent="-234950" algn="l" rtl="0" fontAlgn="base">
        <a:spcBef>
          <a:spcPts val="500"/>
        </a:spcBef>
        <a:spcAft>
          <a:spcPct val="0"/>
        </a:spcAft>
        <a:buClr>
          <a:srgbClr val="003399"/>
        </a:buClr>
        <a:buSzPct val="70000"/>
        <a:buFont typeface="Wingdings" panose="05000000000000000000" pitchFamily="2" charset="2"/>
        <a:buChar char="u"/>
        <a:defRPr sz="24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2pPr>
      <a:lvl3pPr marL="800100" indent="-203200" algn="l" rtl="0" fontAlgn="base">
        <a:spcBef>
          <a:spcPts val="500"/>
        </a:spcBef>
        <a:spcAft>
          <a:spcPct val="0"/>
        </a:spcAft>
        <a:buClr>
          <a:srgbClr val="003399"/>
        </a:buClr>
        <a:buSzPct val="70000"/>
        <a:buFont typeface="Wingdings" panose="05000000000000000000" pitchFamily="2" charset="2"/>
        <a:buChar char="p"/>
        <a:defRPr sz="2000" b="1">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Calibri" charset="0"/>
        </a:defRPr>
      </a:lvl3pPr>
      <a:lvl4pPr marL="11430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4pPr>
      <a:lvl5pPr marL="1231900" indent="0" algn="l" rtl="0" fontAlgn="base">
        <a:spcBef>
          <a:spcPts val="500"/>
        </a:spcBef>
        <a:spcAft>
          <a:spcPct val="0"/>
        </a:spcAft>
        <a:buClr>
          <a:srgbClr val="000000"/>
        </a:buClr>
        <a:buSzPct val="100000"/>
        <a:buFont typeface="Calibri" charset="0"/>
        <a:buNone/>
        <a:defRPr sz="2000">
          <a:solidFill>
            <a:schemeClr val="tx1"/>
          </a:solidFill>
          <a:latin typeface="Calibri" charset="0"/>
          <a:ea typeface="ヒラギノ角ゴ ProN W3" charset="0"/>
          <a:cs typeface="ヒラギノ角ゴ ProN W3" charset="0"/>
          <a:sym typeface="Calibri" charset="0"/>
        </a:defRPr>
      </a:lvl5pPr>
      <a:lvl6pPr marL="19177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6pPr>
      <a:lvl7pPr marL="23749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7pPr>
      <a:lvl8pPr marL="28321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8pPr>
      <a:lvl9pPr marL="3289300" indent="-228600" algn="l" rtl="0" fontAlgn="base">
        <a:spcBef>
          <a:spcPts val="500"/>
        </a:spcBef>
        <a:spcAft>
          <a:spcPct val="0"/>
        </a:spcAft>
        <a:buClr>
          <a:srgbClr val="000000"/>
        </a:buClr>
        <a:buSzPct val="100000"/>
        <a:buFont typeface="Calibri" charset="0"/>
        <a:buChar char="»"/>
        <a:defRPr sz="2000">
          <a:solidFill>
            <a:schemeClr val="tx1"/>
          </a:solidFill>
          <a:latin typeface="Calibri" charset="0"/>
          <a:ea typeface="ヒラギノ角ゴ ProN W3" charset="0"/>
          <a:cs typeface="ヒラギノ角ゴ ProN W3" charset="0"/>
          <a:sym typeface="Calibri"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0.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7.1.swf" TargetMode="Externa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7.2.swf" TargetMode="Externa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7.4.swf" TargetMode="Externa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7.5.swf" TargetMode="Externa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7.6.swf" TargetMode="Externa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wmf"/><Relationship Id="rId1" Type="http://schemas.openxmlformats.org/officeDocument/2006/relationships/slideLayout" Target="../slideLayouts/slideLayout10.xml"/><Relationship Id="rId4" Type="http://schemas.openxmlformats.org/officeDocument/2006/relationships/image" Target="../media/image1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7.7.swf" TargetMode="External"/><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hyperlink" Target="7.9.swf"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7.12.swf" TargetMode="Externa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7.13.swf" TargetMode="External"/><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7.14.swf" TargetMode="External"/><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0.xml"/><Relationship Id="rId1" Type="http://schemas.openxmlformats.org/officeDocument/2006/relationships/vmlDrawing" Target="../drawings/vmlDrawing2.vml"/><Relationship Id="rId4" Type="http://schemas.openxmlformats.org/officeDocument/2006/relationships/image" Target="../media/image27.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29.emf"/><Relationship Id="rId4" Type="http://schemas.openxmlformats.org/officeDocument/2006/relationships/oleObject" Target="../embeddings/oleObject3.bin"/></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lang="zh-CN" altLang="en-US" dirty="0"/>
              <a:t>第</a:t>
            </a:r>
            <a:r>
              <a:rPr lang="en-US" altLang="zh-CN" dirty="0"/>
              <a:t>7</a:t>
            </a:r>
            <a:r>
              <a:rPr lang="zh-CN" altLang="en-US" dirty="0"/>
              <a:t>章 外围设备</a:t>
            </a:r>
          </a:p>
        </p:txBody>
      </p:sp>
    </p:spTree>
    <p:extLst>
      <p:ext uri="{BB962C8B-B14F-4D97-AF65-F5344CB8AC3E}">
        <p14:creationId xmlns:p14="http://schemas.microsoft.com/office/powerpoint/2010/main" val="2487653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717DFF8-BD68-4FD3-BE93-93BED21B0C53}"/>
              </a:ext>
            </a:extLst>
          </p:cNvPr>
          <p:cNvSpPr>
            <a:spLocks noGrp="1" noChangeArrowheads="1"/>
          </p:cNvSpPr>
          <p:nvPr>
            <p:ph type="title"/>
          </p:nvPr>
        </p:nvSpPr>
        <p:spPr/>
        <p:txBody>
          <a:bodyPr/>
          <a:lstStyle/>
          <a:p>
            <a:pPr eaLnBrk="1" hangingPunct="1">
              <a:defRPr/>
            </a:pPr>
            <a:r>
              <a:rPr kumimoji="1" lang="zh-CN" altLang="en-US"/>
              <a:t>本章内容</a:t>
            </a:r>
          </a:p>
        </p:txBody>
      </p:sp>
      <p:sp>
        <p:nvSpPr>
          <p:cNvPr id="11267" name="Rectangle 3">
            <a:extLst>
              <a:ext uri="{FF2B5EF4-FFF2-40B4-BE49-F238E27FC236}">
                <a16:creationId xmlns:a16="http://schemas.microsoft.com/office/drawing/2014/main" id="{41091CA5-1B2A-47C0-BB5B-12F15579C879}"/>
              </a:ext>
            </a:extLst>
          </p:cNvPr>
          <p:cNvSpPr>
            <a:spLocks noGrp="1" noChangeArrowheads="1"/>
          </p:cNvSpPr>
          <p:nvPr>
            <p:ph idx="1"/>
          </p:nvPr>
        </p:nvSpPr>
        <p:spPr/>
        <p:txBody>
          <a:bodyPr/>
          <a:lstStyle/>
          <a:p>
            <a:pPr eaLnBrk="1" hangingPunct="1"/>
            <a:r>
              <a:rPr lang="zh-CN" altLang="en-US"/>
              <a:t>外围设备概述</a:t>
            </a:r>
          </a:p>
          <a:p>
            <a:pPr eaLnBrk="1" hangingPunct="1"/>
            <a:r>
              <a:rPr lang="zh-CN" altLang="en-US"/>
              <a:t>磁盘存储设备</a:t>
            </a:r>
          </a:p>
          <a:p>
            <a:pPr eaLnBrk="1" hangingPunct="1"/>
            <a:r>
              <a:rPr lang="zh-CN" altLang="en-US"/>
              <a:t>磁盘存储设备的技术发展</a:t>
            </a:r>
          </a:p>
          <a:p>
            <a:pPr eaLnBrk="1" hangingPunct="1"/>
            <a:r>
              <a:rPr lang="zh-CN" altLang="en-US"/>
              <a:t>磁带存储设备</a:t>
            </a:r>
          </a:p>
          <a:p>
            <a:pPr eaLnBrk="1" hangingPunct="1"/>
            <a:r>
              <a:rPr lang="zh-CN" altLang="en-US"/>
              <a:t>显示设备</a:t>
            </a:r>
          </a:p>
          <a:p>
            <a:pPr eaLnBrk="1" hangingPunct="1"/>
            <a:endParaRPr lang="zh-CN" altLang="en-US"/>
          </a:p>
        </p:txBody>
      </p:sp>
    </p:spTree>
  </p:cSld>
  <p:clrMapOvr>
    <a:masterClrMapping/>
  </p:clrMapOvr>
  <p:transition spd="med">
    <p:pull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kumimoji="1" lang="en-US" altLang="zh-CN" dirty="0"/>
              <a:t>7.1 </a:t>
            </a:r>
            <a:r>
              <a:rPr kumimoji="1" lang="zh-CN" altLang="en-US" dirty="0"/>
              <a:t>外围设备概述</a:t>
            </a:r>
            <a:endParaRPr lang="zh-CN" altLang="en-US" dirty="0"/>
          </a:p>
        </p:txBody>
      </p:sp>
    </p:spTree>
    <p:extLst>
      <p:ext uri="{BB962C8B-B14F-4D97-AF65-F5344CB8AC3E}">
        <p14:creationId xmlns:p14="http://schemas.microsoft.com/office/powerpoint/2010/main" val="261495292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F03024B-BD19-4E6E-A86D-699470E54C87}"/>
              </a:ext>
            </a:extLst>
          </p:cNvPr>
          <p:cNvSpPr>
            <a:spLocks noGrp="1" noChangeArrowheads="1"/>
          </p:cNvSpPr>
          <p:nvPr>
            <p:ph type="title"/>
          </p:nvPr>
        </p:nvSpPr>
        <p:spPr/>
        <p:txBody>
          <a:bodyPr/>
          <a:lstStyle/>
          <a:p>
            <a:pPr eaLnBrk="1" hangingPunct="1">
              <a:defRPr/>
            </a:pPr>
            <a:r>
              <a:rPr kumimoji="1" lang="zh-CN" altLang="en-US"/>
              <a:t>外设在计算机系统中的地位</a:t>
            </a:r>
          </a:p>
        </p:txBody>
      </p:sp>
      <p:graphicFrame>
        <p:nvGraphicFramePr>
          <p:cNvPr id="13316" name="Object 4">
            <a:extLst>
              <a:ext uri="{FF2B5EF4-FFF2-40B4-BE49-F238E27FC236}">
                <a16:creationId xmlns:a16="http://schemas.microsoft.com/office/drawing/2014/main" id="{E16985F8-F581-4192-81FA-DAF602EBF64C}"/>
              </a:ext>
            </a:extLst>
          </p:cNvPr>
          <p:cNvGraphicFramePr>
            <a:graphicFrameLocks noChangeAspect="1"/>
          </p:cNvGraphicFramePr>
          <p:nvPr>
            <p:extLst>
              <p:ext uri="{D42A27DB-BD31-4B8C-83A1-F6EECF244321}">
                <p14:modId xmlns:p14="http://schemas.microsoft.com/office/powerpoint/2010/main" val="3853091194"/>
              </p:ext>
            </p:extLst>
          </p:nvPr>
        </p:nvGraphicFramePr>
        <p:xfrm>
          <a:off x="762000" y="1219200"/>
          <a:ext cx="7921625" cy="5292725"/>
        </p:xfrm>
        <a:graphic>
          <a:graphicData uri="http://schemas.openxmlformats.org/presentationml/2006/ole">
            <mc:AlternateContent xmlns:mc="http://schemas.openxmlformats.org/markup-compatibility/2006">
              <mc:Choice xmlns:v="urn:schemas-microsoft-com:vml" Requires="v">
                <p:oleObj spid="_x0000_s1027" r:id="rId3" imgW="7925487" imgH="5291787" progId="Excel.Chart.8">
                  <p:embed/>
                </p:oleObj>
              </mc:Choice>
              <mc:Fallback>
                <p:oleObj r:id="rId3" imgW="7925487" imgH="5291787" progId="Excel.Chart.8">
                  <p:embed/>
                  <p:pic>
                    <p:nvPicPr>
                      <p:cNvPr id="13316" name="Object 4">
                        <a:extLst>
                          <a:ext uri="{FF2B5EF4-FFF2-40B4-BE49-F238E27FC236}">
                            <a16:creationId xmlns:a16="http://schemas.microsoft.com/office/drawing/2014/main" id="{E16985F8-F581-4192-81FA-DAF602EBF6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219200"/>
                        <a:ext cx="7921625" cy="529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6D09487-6B78-4552-B97D-AF72D3937E9A}"/>
              </a:ext>
            </a:extLst>
          </p:cNvPr>
          <p:cNvSpPr>
            <a:spLocks noGrp="1" noChangeArrowheads="1"/>
          </p:cNvSpPr>
          <p:nvPr>
            <p:ph type="title"/>
          </p:nvPr>
        </p:nvSpPr>
        <p:spPr/>
        <p:txBody>
          <a:bodyPr/>
          <a:lstStyle/>
          <a:p>
            <a:pPr eaLnBrk="1" hangingPunct="1">
              <a:defRPr/>
            </a:pPr>
            <a:r>
              <a:rPr kumimoji="1" lang="zh-CN" altLang="en-US"/>
              <a:t>外围设备的发展趋势</a:t>
            </a:r>
          </a:p>
        </p:txBody>
      </p:sp>
      <p:sp>
        <p:nvSpPr>
          <p:cNvPr id="14339" name="Rectangle 3">
            <a:extLst>
              <a:ext uri="{FF2B5EF4-FFF2-40B4-BE49-F238E27FC236}">
                <a16:creationId xmlns:a16="http://schemas.microsoft.com/office/drawing/2014/main" id="{B32DE820-83C4-4CF0-ABAA-57247D7484C8}"/>
              </a:ext>
            </a:extLst>
          </p:cNvPr>
          <p:cNvSpPr>
            <a:spLocks noGrp="1" noChangeArrowheads="1"/>
          </p:cNvSpPr>
          <p:nvPr>
            <p:ph idx="1"/>
          </p:nvPr>
        </p:nvSpPr>
        <p:spPr>
          <a:xfrm>
            <a:off x="215900" y="1219200"/>
            <a:ext cx="8689975" cy="5033963"/>
          </a:xfrm>
        </p:spPr>
        <p:txBody>
          <a:bodyPr/>
          <a:lstStyle/>
          <a:p>
            <a:pPr eaLnBrk="1" hangingPunct="1"/>
            <a:r>
              <a:rPr lang="zh-CN" altLang="en-US" dirty="0"/>
              <a:t>低成本、小体积、高速、大容量、低功耗</a:t>
            </a:r>
          </a:p>
          <a:p>
            <a:pPr eaLnBrk="1" hangingPunct="1"/>
            <a:r>
              <a:rPr lang="zh-CN" altLang="en-US" dirty="0"/>
              <a:t>并行到串行</a:t>
            </a:r>
          </a:p>
          <a:p>
            <a:pPr eaLnBrk="1" hangingPunct="1"/>
            <a:r>
              <a:rPr lang="zh-CN" altLang="en-US" dirty="0"/>
              <a:t>单一到多种类型</a:t>
            </a:r>
          </a:p>
          <a:p>
            <a:pPr eaLnBrk="1" hangingPunct="1"/>
            <a:r>
              <a:rPr lang="zh-CN" altLang="en-US" dirty="0"/>
              <a:t>数字和字符到直观的图象和声音</a:t>
            </a:r>
          </a:p>
        </p:txBody>
      </p:sp>
    </p:spTree>
  </p:cSld>
  <p:clrMapOvr>
    <a:masterClrMapping/>
  </p:clrMapOvr>
  <p:transition spd="med">
    <p:pull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3435D1B9-B7B5-4C48-8A73-914865981673}"/>
              </a:ext>
            </a:extLst>
          </p:cNvPr>
          <p:cNvSpPr>
            <a:spLocks noGrp="1" noChangeArrowheads="1"/>
          </p:cNvSpPr>
          <p:nvPr>
            <p:ph type="title"/>
          </p:nvPr>
        </p:nvSpPr>
        <p:spPr/>
        <p:txBody>
          <a:bodyPr/>
          <a:lstStyle/>
          <a:p>
            <a:pPr eaLnBrk="1" hangingPunct="1">
              <a:defRPr/>
            </a:pPr>
            <a:r>
              <a:rPr kumimoji="1" lang="zh-CN" altLang="en-US"/>
              <a:t>外围设备分类</a:t>
            </a:r>
          </a:p>
        </p:txBody>
      </p:sp>
      <p:sp>
        <p:nvSpPr>
          <p:cNvPr id="15363" name="Rectangle 3">
            <a:extLst>
              <a:ext uri="{FF2B5EF4-FFF2-40B4-BE49-F238E27FC236}">
                <a16:creationId xmlns:a16="http://schemas.microsoft.com/office/drawing/2014/main" id="{ECCEEED8-DF18-47EE-B32A-9303173D0B86}"/>
              </a:ext>
            </a:extLst>
          </p:cNvPr>
          <p:cNvSpPr>
            <a:spLocks noGrp="1" noChangeArrowheads="1"/>
          </p:cNvSpPr>
          <p:nvPr>
            <p:ph idx="1"/>
          </p:nvPr>
        </p:nvSpPr>
        <p:spPr>
          <a:xfrm>
            <a:off x="381000" y="1143000"/>
            <a:ext cx="8382000" cy="5187014"/>
          </a:xfrm>
        </p:spPr>
        <p:txBody>
          <a:bodyPr/>
          <a:lstStyle/>
          <a:p>
            <a:pPr eaLnBrk="1" hangingPunct="1"/>
            <a:r>
              <a:rPr lang="zh-CN" altLang="en-US" dirty="0">
                <a:latin typeface="楷体_GB2312" pitchFamily="49" charset="-122"/>
              </a:rPr>
              <a:t>输入</a:t>
            </a:r>
            <a:r>
              <a:rPr lang="en-US" altLang="zh-CN" dirty="0">
                <a:latin typeface="楷体_GB2312" pitchFamily="49" charset="-122"/>
              </a:rPr>
              <a:t>/</a:t>
            </a:r>
            <a:r>
              <a:rPr lang="zh-CN" altLang="en-US" dirty="0">
                <a:latin typeface="楷体_GB2312" pitchFamily="49" charset="-122"/>
              </a:rPr>
              <a:t>输出设备</a:t>
            </a:r>
          </a:p>
          <a:p>
            <a:pPr eaLnBrk="1" hangingPunct="1"/>
            <a:r>
              <a:rPr lang="zh-CN" altLang="en-US" dirty="0">
                <a:latin typeface="楷体_GB2312" pitchFamily="49" charset="-122"/>
              </a:rPr>
              <a:t>外存设备</a:t>
            </a:r>
          </a:p>
          <a:p>
            <a:pPr eaLnBrk="1" hangingPunct="1"/>
            <a:r>
              <a:rPr lang="zh-CN" altLang="en-US" dirty="0">
                <a:latin typeface="楷体_GB2312" pitchFamily="49" charset="-122"/>
              </a:rPr>
              <a:t>数据通信设备</a:t>
            </a:r>
          </a:p>
          <a:p>
            <a:pPr eaLnBrk="1" hangingPunct="1"/>
            <a:r>
              <a:rPr lang="zh-CN" altLang="en-US" dirty="0">
                <a:latin typeface="楷体_GB2312" pitchFamily="49" charset="-122"/>
              </a:rPr>
              <a:t>过程控制设备</a:t>
            </a:r>
          </a:p>
          <a:p>
            <a:pPr eaLnBrk="1" hangingPunct="1">
              <a:buFont typeface="Wingdings 2" panose="05020102010507070707" pitchFamily="18" charset="2"/>
              <a:buNone/>
            </a:pPr>
            <a:endParaRPr lang="zh-CN" altLang="en-US" dirty="0">
              <a:latin typeface="楷体_GB2312" pitchFamily="49" charset="-122"/>
            </a:endParaRPr>
          </a:p>
          <a:p>
            <a:pPr eaLnBrk="1" hangingPunct="1"/>
            <a:r>
              <a:rPr lang="zh-CN" altLang="en-US" dirty="0">
                <a:latin typeface="楷体_GB2312" pitchFamily="49" charset="-122"/>
              </a:rPr>
              <a:t>主要功能</a:t>
            </a:r>
          </a:p>
          <a:p>
            <a:pPr eaLnBrk="1" hangingPunct="1">
              <a:buFont typeface="Wingdings 2" panose="05020102010507070707" pitchFamily="18" charset="2"/>
              <a:buNone/>
            </a:pPr>
            <a:r>
              <a:rPr lang="zh-CN" altLang="en-US" dirty="0">
                <a:latin typeface="楷体_GB2312" pitchFamily="49" charset="-122"/>
              </a:rPr>
              <a:t> 完成人机交互功能。是电子、机械、光学、化学等多学科的交叉</a:t>
            </a:r>
          </a:p>
        </p:txBody>
      </p:sp>
    </p:spTree>
  </p:cSld>
  <p:clrMapOvr>
    <a:masterClrMapping/>
  </p:clrMapOvr>
  <p:transition spd="med">
    <p:pull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E6AD0DD-5758-473C-B421-A5785B8EEA9A}"/>
              </a:ext>
            </a:extLst>
          </p:cNvPr>
          <p:cNvSpPr>
            <a:spLocks noGrp="1" noChangeArrowheads="1"/>
          </p:cNvSpPr>
          <p:nvPr>
            <p:ph type="title"/>
          </p:nvPr>
        </p:nvSpPr>
        <p:spPr/>
        <p:txBody>
          <a:bodyPr/>
          <a:lstStyle/>
          <a:p>
            <a:pPr eaLnBrk="1" hangingPunct="1">
              <a:defRPr/>
            </a:pPr>
            <a:r>
              <a:rPr kumimoji="1" lang="zh-CN" altLang="en-US" dirty="0"/>
              <a:t>外围设备一般功能</a:t>
            </a:r>
          </a:p>
        </p:txBody>
      </p:sp>
      <p:sp>
        <p:nvSpPr>
          <p:cNvPr id="16388" name="Rectangle 3">
            <a:extLst>
              <a:ext uri="{FF2B5EF4-FFF2-40B4-BE49-F238E27FC236}">
                <a16:creationId xmlns:a16="http://schemas.microsoft.com/office/drawing/2014/main" id="{8C95D1E3-BF65-4327-ACAF-A9AA4CFEE4ED}"/>
              </a:ext>
            </a:extLst>
          </p:cNvPr>
          <p:cNvSpPr>
            <a:spLocks noGrp="1" noChangeArrowheads="1"/>
          </p:cNvSpPr>
          <p:nvPr>
            <p:ph idx="1"/>
          </p:nvPr>
        </p:nvSpPr>
        <p:spPr>
          <a:xfrm>
            <a:off x="381000" y="1143000"/>
            <a:ext cx="8382000" cy="5187014"/>
          </a:xfrm>
        </p:spPr>
        <p:txBody>
          <a:bodyPr/>
          <a:lstStyle/>
          <a:p>
            <a:pPr eaLnBrk="1" hangingPunct="1">
              <a:lnSpc>
                <a:spcPct val="90000"/>
              </a:lnSpc>
            </a:pPr>
            <a:r>
              <a:rPr lang="zh-CN" altLang="en-US" dirty="0"/>
              <a:t>外围设备的功能是在计算机和其他机器之间，以及计算机与用户之间提供联系。</a:t>
            </a:r>
          </a:p>
          <a:p>
            <a:pPr eaLnBrk="1" hangingPunct="1">
              <a:lnSpc>
                <a:spcPct val="90000"/>
              </a:lnSpc>
            </a:pPr>
            <a:r>
              <a:rPr lang="zh-CN" altLang="en-US" dirty="0"/>
              <a:t>外围设备（以磁盘为例）基本组成</a:t>
            </a:r>
            <a:endParaRPr lang="en-US" altLang="zh-CN" dirty="0"/>
          </a:p>
          <a:p>
            <a:pPr lvl="1" eaLnBrk="1" hangingPunct="1">
              <a:lnSpc>
                <a:spcPct val="90000"/>
              </a:lnSpc>
            </a:pPr>
            <a:r>
              <a:rPr lang="zh-CN" altLang="en-US" dirty="0"/>
              <a:t>存储介质，它具有保存信息的物理特征。例如磁盘就是一个存储介质的例子，它是用记录在盘上的磁化元表示信息</a:t>
            </a:r>
            <a:endParaRPr lang="en-US" altLang="zh-CN" dirty="0"/>
          </a:p>
          <a:p>
            <a:pPr lvl="1" eaLnBrk="1" hangingPunct="1">
              <a:lnSpc>
                <a:spcPct val="90000"/>
              </a:lnSpc>
            </a:pPr>
            <a:r>
              <a:rPr lang="zh-CN" altLang="en-US" dirty="0"/>
              <a:t>驱动装置，它用于驱动存储介质移动。例如，磁盘设备中，驱动装置用于转动磁盘并进行定位</a:t>
            </a:r>
            <a:endParaRPr lang="en-US" altLang="zh-CN" dirty="0"/>
          </a:p>
          <a:p>
            <a:pPr lvl="1" eaLnBrk="1" hangingPunct="1">
              <a:lnSpc>
                <a:spcPct val="90000"/>
              </a:lnSpc>
            </a:pPr>
            <a:r>
              <a:rPr lang="zh-CN" altLang="en-US" dirty="0"/>
              <a:t>控制电路，它向存储介质发送数据或从存储介质接收数据。例如，磁盘读出时，控制电路把盘上用磁化元形式表示的信息转换成计算机所需要的电信号，并把这些信号用电缆送给计算机主机。</a:t>
            </a:r>
            <a:r>
              <a:rPr lang="zh-CN" altLang="en-US" sz="2100" dirty="0"/>
              <a:t></a:t>
            </a:r>
          </a:p>
          <a:p>
            <a:pPr eaLnBrk="1" hangingPunct="1">
              <a:lnSpc>
                <a:spcPct val="90000"/>
              </a:lnSpc>
              <a:buFont typeface="Wingdings" panose="05000000000000000000" pitchFamily="2" charset="2"/>
              <a:buNone/>
            </a:pPr>
            <a:endParaRPr lang="en-US" altLang="zh-CN" sz="2100" dirty="0"/>
          </a:p>
        </p:txBody>
      </p:sp>
    </p:spTree>
  </p:cSld>
  <p:clrMapOvr>
    <a:masterClrMapping/>
  </p:clrMapOvr>
  <p:transition spd="med">
    <p:pull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E0A4E0B-838A-4A0D-A303-C22AF125F760}"/>
              </a:ext>
            </a:extLst>
          </p:cNvPr>
          <p:cNvSpPr>
            <a:spLocks noGrp="1" noChangeArrowheads="1"/>
          </p:cNvSpPr>
          <p:nvPr>
            <p:ph type="title"/>
          </p:nvPr>
        </p:nvSpPr>
        <p:spPr/>
        <p:txBody>
          <a:bodyPr/>
          <a:lstStyle/>
          <a:p>
            <a:pPr eaLnBrk="1" hangingPunct="1">
              <a:defRPr/>
            </a:pPr>
            <a:r>
              <a:rPr kumimoji="1" lang="zh-CN" altLang="en-US" dirty="0"/>
              <a:t>外围设备的分类</a:t>
            </a:r>
          </a:p>
        </p:txBody>
      </p:sp>
      <p:sp>
        <p:nvSpPr>
          <p:cNvPr id="17411" name="Rectangle 3">
            <a:extLst>
              <a:ext uri="{FF2B5EF4-FFF2-40B4-BE49-F238E27FC236}">
                <a16:creationId xmlns:a16="http://schemas.microsoft.com/office/drawing/2014/main" id="{A7C8C7D5-F047-4576-837A-DB7730868027}"/>
              </a:ext>
            </a:extLst>
          </p:cNvPr>
          <p:cNvSpPr>
            <a:spLocks noGrp="1" noChangeArrowheads="1"/>
          </p:cNvSpPr>
          <p:nvPr>
            <p:ph idx="1"/>
          </p:nvPr>
        </p:nvSpPr>
        <p:spPr/>
        <p:txBody>
          <a:bodyPr/>
          <a:lstStyle/>
          <a:p>
            <a:pPr marL="0" indent="0" eaLnBrk="1" hangingPunct="1">
              <a:buFont typeface="Wingdings" panose="05000000000000000000" pitchFamily="2" charset="2"/>
              <a:buNone/>
            </a:pPr>
            <a:r>
              <a:rPr lang="zh-CN" altLang="en-US" sz="2800"/>
              <a:t>一个计算机系统配备什么样的外围设备，是根据实际需要来决定的。如下图所示出了计算机的五大类外围设备，这只是一个典型化了的计算机环境。</a:t>
            </a:r>
            <a:r>
              <a:rPr lang="zh-CN" altLang="en-US"/>
              <a:t></a:t>
            </a:r>
          </a:p>
        </p:txBody>
      </p:sp>
      <p:pic>
        <p:nvPicPr>
          <p:cNvPr id="17412" name="Picture 2" descr="7a1">
            <a:hlinkClick r:id="rId2" action="ppaction://hlinkfile"/>
            <a:extLst>
              <a:ext uri="{FF2B5EF4-FFF2-40B4-BE49-F238E27FC236}">
                <a16:creationId xmlns:a16="http://schemas.microsoft.com/office/drawing/2014/main" id="{2EE7613A-FA86-4A85-8489-B5F6144ADA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14563" y="2384425"/>
            <a:ext cx="4905375" cy="440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kumimoji="1" lang="en-US" altLang="zh-CN" dirty="0"/>
              <a:t>7.2 </a:t>
            </a:r>
            <a:r>
              <a:rPr kumimoji="1" lang="zh-CN" altLang="en-US" dirty="0"/>
              <a:t>磁盘存储设备</a:t>
            </a:r>
            <a:endParaRPr lang="zh-CN" altLang="en-US" dirty="0"/>
          </a:p>
        </p:txBody>
      </p:sp>
    </p:spTree>
    <p:extLst>
      <p:ext uri="{BB962C8B-B14F-4D97-AF65-F5344CB8AC3E}">
        <p14:creationId xmlns:p14="http://schemas.microsoft.com/office/powerpoint/2010/main" val="315205900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6A57D1FA-6B73-430B-B3C9-2A4B49267F53}"/>
              </a:ext>
            </a:extLst>
          </p:cNvPr>
          <p:cNvSpPr>
            <a:spLocks noGrp="1" noChangeArrowheads="1"/>
          </p:cNvSpPr>
          <p:nvPr>
            <p:ph type="title"/>
          </p:nvPr>
        </p:nvSpPr>
        <p:spPr/>
        <p:txBody>
          <a:bodyPr/>
          <a:lstStyle/>
          <a:p>
            <a:pPr eaLnBrk="1" hangingPunct="1">
              <a:defRPr/>
            </a:pPr>
            <a:r>
              <a:rPr kumimoji="1" lang="zh-CN" altLang="en-US"/>
              <a:t>概述</a:t>
            </a:r>
          </a:p>
        </p:txBody>
      </p:sp>
      <p:sp>
        <p:nvSpPr>
          <p:cNvPr id="19459" name="Rectangle 3">
            <a:extLst>
              <a:ext uri="{FF2B5EF4-FFF2-40B4-BE49-F238E27FC236}">
                <a16:creationId xmlns:a16="http://schemas.microsoft.com/office/drawing/2014/main" id="{48604C57-D8AD-41F3-BE5E-AF40BC943F09}"/>
              </a:ext>
            </a:extLst>
          </p:cNvPr>
          <p:cNvSpPr>
            <a:spLocks noGrp="1" noChangeArrowheads="1"/>
          </p:cNvSpPr>
          <p:nvPr>
            <p:ph idx="1"/>
          </p:nvPr>
        </p:nvSpPr>
        <p:spPr/>
        <p:txBody>
          <a:bodyPr/>
          <a:lstStyle/>
          <a:p>
            <a:pPr eaLnBrk="1" hangingPunct="1">
              <a:lnSpc>
                <a:spcPct val="90000"/>
              </a:lnSpc>
            </a:pPr>
            <a:r>
              <a:rPr lang="zh-CN" altLang="en-US" dirty="0"/>
              <a:t>磁表面存储是用某些磁性材料薄薄地涂在金属铝或者塑料作载磁体来存放信息</a:t>
            </a:r>
          </a:p>
          <a:p>
            <a:pPr eaLnBrk="1" hangingPunct="1">
              <a:lnSpc>
                <a:spcPct val="90000"/>
              </a:lnSpc>
            </a:pPr>
            <a:r>
              <a:rPr lang="zh-CN" altLang="en-US" dirty="0"/>
              <a:t>优点</a:t>
            </a:r>
          </a:p>
          <a:p>
            <a:pPr lvl="1" eaLnBrk="1" hangingPunct="1">
              <a:lnSpc>
                <a:spcPct val="90000"/>
              </a:lnSpc>
            </a:pPr>
            <a:r>
              <a:rPr lang="zh-CN" altLang="en-US" dirty="0"/>
              <a:t>存储量大，位价格低</a:t>
            </a:r>
          </a:p>
          <a:p>
            <a:pPr lvl="1" eaLnBrk="1" hangingPunct="1">
              <a:lnSpc>
                <a:spcPct val="90000"/>
              </a:lnSpc>
            </a:pPr>
            <a:r>
              <a:rPr lang="zh-CN" altLang="en-US" dirty="0"/>
              <a:t>记录介质可以重复使用</a:t>
            </a:r>
          </a:p>
          <a:p>
            <a:pPr lvl="1" eaLnBrk="1" hangingPunct="1">
              <a:lnSpc>
                <a:spcPct val="90000"/>
              </a:lnSpc>
            </a:pPr>
            <a:r>
              <a:rPr lang="zh-CN" altLang="en-US" dirty="0"/>
              <a:t>记录信息可以长期保存而不丢失</a:t>
            </a:r>
          </a:p>
          <a:p>
            <a:pPr lvl="1" eaLnBrk="1" hangingPunct="1">
              <a:lnSpc>
                <a:spcPct val="90000"/>
              </a:lnSpc>
            </a:pPr>
            <a:r>
              <a:rPr lang="zh-CN" altLang="en-US" dirty="0"/>
              <a:t>非破坏性读出</a:t>
            </a:r>
          </a:p>
          <a:p>
            <a:pPr eaLnBrk="1" hangingPunct="1">
              <a:lnSpc>
                <a:spcPct val="90000"/>
              </a:lnSpc>
            </a:pPr>
            <a:r>
              <a:rPr lang="zh-CN" altLang="en-US" dirty="0"/>
              <a:t>缺点</a:t>
            </a:r>
          </a:p>
          <a:p>
            <a:pPr lvl="1" eaLnBrk="1" hangingPunct="1">
              <a:lnSpc>
                <a:spcPct val="90000"/>
              </a:lnSpc>
            </a:pPr>
            <a:r>
              <a:rPr lang="zh-CN" altLang="en-US" dirty="0">
                <a:latin typeface="宋体" panose="02010600030101010101" pitchFamily="2" charset="-122"/>
              </a:rPr>
              <a:t>存取速度较慢</a:t>
            </a:r>
          </a:p>
          <a:p>
            <a:pPr lvl="1" eaLnBrk="1" hangingPunct="1">
              <a:lnSpc>
                <a:spcPct val="90000"/>
              </a:lnSpc>
            </a:pPr>
            <a:r>
              <a:rPr lang="zh-CN" altLang="en-US" dirty="0">
                <a:latin typeface="宋体" panose="02010600030101010101" pitchFamily="2" charset="-122"/>
              </a:rPr>
              <a:t>机械结构复杂</a:t>
            </a:r>
          </a:p>
          <a:p>
            <a:pPr lvl="1" eaLnBrk="1" hangingPunct="1">
              <a:lnSpc>
                <a:spcPct val="90000"/>
              </a:lnSpc>
            </a:pPr>
            <a:r>
              <a:rPr lang="zh-CN" altLang="en-US" dirty="0">
                <a:latin typeface="宋体" panose="02010600030101010101" pitchFamily="2" charset="-122"/>
              </a:rPr>
              <a:t>对工作环境要求较高</a:t>
            </a:r>
            <a:r>
              <a:rPr lang="zh-CN" altLang="en-US" sz="2400" dirty="0"/>
              <a:t> </a:t>
            </a:r>
          </a:p>
        </p:txBody>
      </p:sp>
    </p:spTree>
  </p:cSld>
  <p:clrMapOvr>
    <a:masterClrMapping/>
  </p:clrMapOvr>
  <p:transition spd="med">
    <p:pull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FD576C4-F46F-42FE-94A6-A5E2D8F0ED5D}"/>
              </a:ext>
            </a:extLst>
          </p:cNvPr>
          <p:cNvSpPr>
            <a:spLocks noGrp="1" noChangeArrowheads="1"/>
          </p:cNvSpPr>
          <p:nvPr>
            <p:ph type="title"/>
          </p:nvPr>
        </p:nvSpPr>
        <p:spPr/>
        <p:txBody>
          <a:bodyPr/>
          <a:lstStyle/>
          <a:p>
            <a:pPr eaLnBrk="1" hangingPunct="1">
              <a:defRPr/>
            </a:pPr>
            <a:r>
              <a:rPr kumimoji="1" lang="zh-CN" altLang="en-US" dirty="0"/>
              <a:t>磁记录原理</a:t>
            </a:r>
          </a:p>
        </p:txBody>
      </p:sp>
      <p:sp>
        <p:nvSpPr>
          <p:cNvPr id="20483" name="Rectangle 3">
            <a:extLst>
              <a:ext uri="{FF2B5EF4-FFF2-40B4-BE49-F238E27FC236}">
                <a16:creationId xmlns:a16="http://schemas.microsoft.com/office/drawing/2014/main" id="{8CFA83A3-1522-46CC-954A-904F4770783E}"/>
              </a:ext>
            </a:extLst>
          </p:cNvPr>
          <p:cNvSpPr>
            <a:spLocks noGrp="1" noChangeArrowheads="1"/>
          </p:cNvSpPr>
          <p:nvPr>
            <p:ph idx="1"/>
          </p:nvPr>
        </p:nvSpPr>
        <p:spPr/>
        <p:txBody>
          <a:bodyPr/>
          <a:lstStyle/>
          <a:p>
            <a:pPr eaLnBrk="1" hangingPunct="1">
              <a:lnSpc>
                <a:spcPct val="80000"/>
              </a:lnSpc>
            </a:pPr>
            <a:r>
              <a:rPr lang="zh-CN" altLang="en-US" sz="2800" dirty="0"/>
              <a:t>计算机的外存储器又称磁表面存储设备。所谓磁表面存储，是用某些磁性材料薄薄地涂在金属铝或塑料表面作载磁体来存储信息。磁盘存储器、磁带存储器均属于磁表面存储器</a:t>
            </a:r>
            <a:endParaRPr lang="en-US" altLang="zh-CN" sz="2800" dirty="0"/>
          </a:p>
          <a:p>
            <a:pPr eaLnBrk="1" hangingPunct="1">
              <a:lnSpc>
                <a:spcPct val="80000"/>
              </a:lnSpc>
            </a:pPr>
            <a:r>
              <a:rPr lang="zh-CN" altLang="en-US" sz="2800" dirty="0"/>
              <a:t>磁表面存储器的优点：</a:t>
            </a:r>
          </a:p>
          <a:p>
            <a:pPr lvl="1" eaLnBrk="1" hangingPunct="1">
              <a:lnSpc>
                <a:spcPct val="80000"/>
              </a:lnSpc>
              <a:buFont typeface="Wingdings" panose="05000000000000000000" pitchFamily="2" charset="2"/>
              <a:buNone/>
            </a:pPr>
            <a:r>
              <a:rPr lang="zh-CN" altLang="en-US" sz="2400" dirty="0"/>
              <a:t>①存储容量大，位价格低；</a:t>
            </a:r>
          </a:p>
          <a:p>
            <a:pPr lvl="1" eaLnBrk="1" hangingPunct="1">
              <a:lnSpc>
                <a:spcPct val="80000"/>
              </a:lnSpc>
              <a:buFont typeface="Wingdings" panose="05000000000000000000" pitchFamily="2" charset="2"/>
              <a:buNone/>
            </a:pPr>
            <a:r>
              <a:rPr lang="zh-CN" altLang="en-US" sz="2400" dirty="0"/>
              <a:t>②记录介质可以重复使用；</a:t>
            </a:r>
          </a:p>
          <a:p>
            <a:pPr lvl="1" eaLnBrk="1" hangingPunct="1">
              <a:lnSpc>
                <a:spcPct val="80000"/>
              </a:lnSpc>
              <a:buFont typeface="Wingdings" panose="05000000000000000000" pitchFamily="2" charset="2"/>
              <a:buNone/>
            </a:pPr>
            <a:r>
              <a:rPr lang="zh-CN" altLang="en-US" sz="2400" dirty="0"/>
              <a:t>③记录信息可以长期保存而不丢失，甚至可以脱机存档；</a:t>
            </a:r>
          </a:p>
          <a:p>
            <a:pPr lvl="1" eaLnBrk="1" hangingPunct="1">
              <a:lnSpc>
                <a:spcPct val="80000"/>
              </a:lnSpc>
              <a:buFont typeface="Wingdings" panose="05000000000000000000" pitchFamily="2" charset="2"/>
              <a:buNone/>
            </a:pPr>
            <a:r>
              <a:rPr lang="zh-CN" altLang="en-US" sz="2400" dirty="0"/>
              <a:t>④非破坏性读出，读出时不需要再生信息。当然，磁表面存储器也有缺点，主要是存取速度较慢，机械结构复杂，对工作环境要求较高。</a:t>
            </a:r>
          </a:p>
          <a:p>
            <a:pPr eaLnBrk="1" hangingPunct="1">
              <a:lnSpc>
                <a:spcPct val="80000"/>
              </a:lnSpc>
            </a:pPr>
            <a:r>
              <a:rPr lang="zh-CN" altLang="en-US" sz="2800" dirty="0"/>
              <a:t>磁表面存储器由于存储容量大，位成本低，在计算机系统中作为辅助大容量存储器使用，用以存放系统软件、大型文件、数据库等大量程序与数据信息</a:t>
            </a:r>
          </a:p>
        </p:txBody>
      </p:sp>
    </p:spTree>
  </p:cSld>
  <p:clrMapOvr>
    <a:masterClrMapping/>
  </p:clrMapOvr>
  <p:transition spd="med">
    <p:pull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9955629-FCAF-479E-9BA0-547263EB922B}"/>
              </a:ext>
            </a:extLst>
          </p:cNvPr>
          <p:cNvSpPr>
            <a:spLocks noGrp="1" noChangeArrowheads="1"/>
          </p:cNvSpPr>
          <p:nvPr>
            <p:ph type="title"/>
          </p:nvPr>
        </p:nvSpPr>
        <p:spPr/>
        <p:txBody>
          <a:bodyPr/>
          <a:lstStyle/>
          <a:p>
            <a:pPr eaLnBrk="1" hangingPunct="1">
              <a:defRPr/>
            </a:pPr>
            <a:r>
              <a:rPr kumimoji="1" lang="zh-CN" altLang="en-US" dirty="0"/>
              <a:t>磁性材料的物理特性</a:t>
            </a:r>
          </a:p>
        </p:txBody>
      </p:sp>
      <p:sp>
        <p:nvSpPr>
          <p:cNvPr id="21507" name="Rectangle 3">
            <a:extLst>
              <a:ext uri="{FF2B5EF4-FFF2-40B4-BE49-F238E27FC236}">
                <a16:creationId xmlns:a16="http://schemas.microsoft.com/office/drawing/2014/main" id="{884494E5-26D0-4DC0-BB20-8FBD5A01FC31}"/>
              </a:ext>
            </a:extLst>
          </p:cNvPr>
          <p:cNvSpPr>
            <a:spLocks noGrp="1" noChangeArrowheads="1"/>
          </p:cNvSpPr>
          <p:nvPr>
            <p:ph idx="1"/>
          </p:nvPr>
        </p:nvSpPr>
        <p:spPr/>
        <p:txBody>
          <a:bodyPr/>
          <a:lstStyle/>
          <a:p>
            <a:pPr eaLnBrk="1" hangingPunct="1">
              <a:buFont typeface="Wingdings" panose="05000000000000000000" pitchFamily="2" charset="2"/>
              <a:buNone/>
            </a:pPr>
            <a:endParaRPr lang="zh-CN" altLang="en-US"/>
          </a:p>
        </p:txBody>
      </p:sp>
      <p:pic>
        <p:nvPicPr>
          <p:cNvPr id="21508" name="Picture 4" descr="7a2">
            <a:hlinkClick r:id="rId2" action="ppaction://hlinkfile"/>
            <a:extLst>
              <a:ext uri="{FF2B5EF4-FFF2-40B4-BE49-F238E27FC236}">
                <a16:creationId xmlns:a16="http://schemas.microsoft.com/office/drawing/2014/main" id="{E53E16B2-4553-4A9B-AFE2-099301A8C9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43188" y="1097614"/>
            <a:ext cx="3322637" cy="5485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2" name="Picture 4" descr="7a3">
            <a:extLst>
              <a:ext uri="{FF2B5EF4-FFF2-40B4-BE49-F238E27FC236}">
                <a16:creationId xmlns:a16="http://schemas.microsoft.com/office/drawing/2014/main" id="{7C2CC2BA-A3D9-4BE1-BA03-3148D83F32D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6400" y="3254375"/>
            <a:ext cx="5196570"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0" name="Rectangle 2">
            <a:extLst>
              <a:ext uri="{FF2B5EF4-FFF2-40B4-BE49-F238E27FC236}">
                <a16:creationId xmlns:a16="http://schemas.microsoft.com/office/drawing/2014/main" id="{8F51D599-F6E5-496F-92DF-15BD308B1351}"/>
              </a:ext>
            </a:extLst>
          </p:cNvPr>
          <p:cNvSpPr>
            <a:spLocks noGrp="1" noChangeArrowheads="1"/>
          </p:cNvSpPr>
          <p:nvPr>
            <p:ph type="title"/>
          </p:nvPr>
        </p:nvSpPr>
        <p:spPr/>
        <p:txBody>
          <a:bodyPr/>
          <a:lstStyle/>
          <a:p>
            <a:pPr eaLnBrk="1" hangingPunct="1">
              <a:lnSpc>
                <a:spcPct val="90000"/>
              </a:lnSpc>
              <a:defRPr/>
            </a:pPr>
            <a:r>
              <a:rPr kumimoji="1" lang="zh-CN" altLang="en-US" dirty="0"/>
              <a:t>磁表面存储器的读写原理</a:t>
            </a:r>
          </a:p>
        </p:txBody>
      </p:sp>
      <p:sp>
        <p:nvSpPr>
          <p:cNvPr id="22531" name="Rectangle 3">
            <a:extLst>
              <a:ext uri="{FF2B5EF4-FFF2-40B4-BE49-F238E27FC236}">
                <a16:creationId xmlns:a16="http://schemas.microsoft.com/office/drawing/2014/main" id="{A186C43B-30B2-4D2D-92DC-DA5A4E989BFE}"/>
              </a:ext>
            </a:extLst>
          </p:cNvPr>
          <p:cNvSpPr>
            <a:spLocks noGrp="1" noChangeArrowheads="1"/>
          </p:cNvSpPr>
          <p:nvPr>
            <p:ph idx="1"/>
          </p:nvPr>
        </p:nvSpPr>
        <p:spPr>
          <a:xfrm>
            <a:off x="214313" y="1143000"/>
            <a:ext cx="8643937" cy="5286375"/>
          </a:xfrm>
        </p:spPr>
        <p:txBody>
          <a:bodyPr/>
          <a:lstStyle/>
          <a:p>
            <a:pPr eaLnBrk="1" hangingPunct="1">
              <a:lnSpc>
                <a:spcPct val="90000"/>
              </a:lnSpc>
            </a:pPr>
            <a:r>
              <a:rPr lang="zh-CN" altLang="en-US" sz="2600" dirty="0"/>
              <a:t>写操作：当写线圈中通过一定方向的脉冲电流时，铁芯内就产生一定方向的磁通。</a:t>
            </a:r>
            <a:endParaRPr lang="en-US" altLang="zh-CN" sz="2600" dirty="0"/>
          </a:p>
          <a:p>
            <a:pPr eaLnBrk="1" hangingPunct="1">
              <a:lnSpc>
                <a:spcPct val="90000"/>
              </a:lnSpc>
            </a:pPr>
            <a:r>
              <a:rPr lang="zh-CN" altLang="en-US" sz="2600" dirty="0"/>
              <a:t>读操作：当磁头经过载磁体的磁化元时，由于磁头铁芯是良好的导磁材料，磁化元的磁力线很容易通过磁头而形成闭合磁通回路。不同极性的磁化元在铁芯里的方向是不同的。当磁头对磁载体做相对运动时，读出线圈中能感应出相应的电动势</a:t>
            </a:r>
          </a:p>
        </p:txBody>
      </p:sp>
    </p:spTree>
  </p:cSld>
  <p:clrMapOvr>
    <a:masterClrMapping/>
  </p:clrMapOvr>
  <p:transition spd="med">
    <p:pull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EF7CFF4-900F-4A89-BE9B-AE3CBFE4CE32}"/>
              </a:ext>
            </a:extLst>
          </p:cNvPr>
          <p:cNvSpPr>
            <a:spLocks noGrp="1" noChangeArrowheads="1"/>
          </p:cNvSpPr>
          <p:nvPr>
            <p:ph type="title"/>
          </p:nvPr>
        </p:nvSpPr>
        <p:spPr/>
        <p:txBody>
          <a:bodyPr/>
          <a:lstStyle/>
          <a:p>
            <a:pPr eaLnBrk="1" hangingPunct="1">
              <a:lnSpc>
                <a:spcPct val="80000"/>
              </a:lnSpc>
              <a:defRPr/>
            </a:pPr>
            <a:r>
              <a:rPr kumimoji="1" lang="zh-CN" altLang="en-US" dirty="0"/>
              <a:t>记录方式的写读波形图</a:t>
            </a:r>
          </a:p>
        </p:txBody>
      </p:sp>
      <p:sp>
        <p:nvSpPr>
          <p:cNvPr id="23555" name="Rectangle 3">
            <a:extLst>
              <a:ext uri="{FF2B5EF4-FFF2-40B4-BE49-F238E27FC236}">
                <a16:creationId xmlns:a16="http://schemas.microsoft.com/office/drawing/2014/main" id="{3A1041CA-E75F-4E9A-9DA5-6DCA9F23FEFF}"/>
              </a:ext>
            </a:extLst>
          </p:cNvPr>
          <p:cNvSpPr>
            <a:spLocks noGrp="1" noChangeArrowheads="1"/>
          </p:cNvSpPr>
          <p:nvPr>
            <p:ph idx="1"/>
          </p:nvPr>
        </p:nvSpPr>
        <p:spPr>
          <a:xfrm>
            <a:off x="152400" y="1174750"/>
            <a:ext cx="4546600" cy="5429250"/>
          </a:xfrm>
        </p:spPr>
        <p:txBody>
          <a:bodyPr/>
          <a:lstStyle/>
          <a:p>
            <a:pPr eaLnBrk="1" hangingPunct="1">
              <a:lnSpc>
                <a:spcPct val="80000"/>
              </a:lnSpc>
            </a:pPr>
            <a:r>
              <a:rPr lang="zh-CN" altLang="en-US" sz="2400" dirty="0"/>
              <a:t>通过电磁变换，利用磁头写线圈中的脉冲电流，可把一位二进制代码转换成载磁体存储元的不同剩磁状态；反之，通过磁电变换，利用磁头读出线圈，可将由存储元的不同剩磁状态表示的二进制代码转换成电信号输出。这就是磁表面存储器存取信息的原理。</a:t>
            </a:r>
          </a:p>
          <a:p>
            <a:pPr eaLnBrk="1" hangingPunct="1">
              <a:lnSpc>
                <a:spcPct val="80000"/>
              </a:lnSpc>
            </a:pPr>
            <a:r>
              <a:rPr lang="zh-CN" altLang="en-US" sz="2400" dirty="0"/>
              <a:t>磁层上的存储元被磁化后，它可以供多次读出而不被破坏。当不需要这批信息时，可通过磁头把磁层上所记录的信息全部抹去，称之为写“</a:t>
            </a:r>
            <a:r>
              <a:rPr lang="en-US" altLang="zh-CN" sz="2400" dirty="0"/>
              <a:t>0”</a:t>
            </a:r>
            <a:r>
              <a:rPr lang="zh-CN" altLang="en-US" sz="2400" dirty="0"/>
              <a:t>。通常，写入和读出是合用一个磁头，故称之为读写磁头。每个读写磁头对应着一个信息记录磁道。</a:t>
            </a:r>
          </a:p>
        </p:txBody>
      </p:sp>
      <p:pic>
        <p:nvPicPr>
          <p:cNvPr id="23556" name="Picture 4" descr="7a4">
            <a:hlinkClick r:id="rId2" action="ppaction://hlinkfile"/>
            <a:extLst>
              <a:ext uri="{FF2B5EF4-FFF2-40B4-BE49-F238E27FC236}">
                <a16:creationId xmlns:a16="http://schemas.microsoft.com/office/drawing/2014/main" id="{FDCE1582-883D-4FB6-BAAE-9DAD156C91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3438" y="1214438"/>
            <a:ext cx="4500562" cy="457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36679A7-B205-452E-819A-36EBE4E0E932}"/>
              </a:ext>
            </a:extLst>
          </p:cNvPr>
          <p:cNvSpPr>
            <a:spLocks noGrp="1" noChangeArrowheads="1"/>
          </p:cNvSpPr>
          <p:nvPr>
            <p:ph type="title"/>
          </p:nvPr>
        </p:nvSpPr>
        <p:spPr/>
        <p:txBody>
          <a:bodyPr/>
          <a:lstStyle/>
          <a:p>
            <a:pPr eaLnBrk="1" hangingPunct="1">
              <a:defRPr/>
            </a:pPr>
            <a:r>
              <a:rPr kumimoji="1" lang="zh-CN" altLang="en-US" dirty="0"/>
              <a:t>磁盘的组成和分类</a:t>
            </a:r>
          </a:p>
        </p:txBody>
      </p:sp>
      <p:sp>
        <p:nvSpPr>
          <p:cNvPr id="24579" name="Rectangle 3">
            <a:extLst>
              <a:ext uri="{FF2B5EF4-FFF2-40B4-BE49-F238E27FC236}">
                <a16:creationId xmlns:a16="http://schemas.microsoft.com/office/drawing/2014/main" id="{7087B12D-B417-4E7C-8847-F24F6DF9B2C7}"/>
              </a:ext>
            </a:extLst>
          </p:cNvPr>
          <p:cNvSpPr>
            <a:spLocks noGrp="1" noChangeArrowheads="1"/>
          </p:cNvSpPr>
          <p:nvPr>
            <p:ph idx="1"/>
          </p:nvPr>
        </p:nvSpPr>
        <p:spPr>
          <a:xfrm>
            <a:off x="152400" y="1219200"/>
            <a:ext cx="4475162" cy="5429250"/>
          </a:xfrm>
        </p:spPr>
        <p:txBody>
          <a:bodyPr/>
          <a:lstStyle/>
          <a:p>
            <a:pPr eaLnBrk="1" hangingPunct="1">
              <a:lnSpc>
                <a:spcPct val="80000"/>
              </a:lnSpc>
            </a:pPr>
            <a:r>
              <a:rPr lang="zh-CN" altLang="en-US" sz="2400" dirty="0"/>
              <a:t>写入时，将计算机并行送来的数据取至并串变换寄存器，变为串行数据，然后逐渐位地由写电流驱动器进行功率放大并加到写磁头线圈上产生电流，从而在盘片磁层上形成按位的磁化存储元。</a:t>
            </a:r>
            <a:endParaRPr lang="en-US" altLang="zh-CN" sz="2400" dirty="0"/>
          </a:p>
          <a:p>
            <a:pPr eaLnBrk="1" hangingPunct="1">
              <a:lnSpc>
                <a:spcPct val="80000"/>
              </a:lnSpc>
            </a:pPr>
            <a:r>
              <a:rPr lang="zh-CN" altLang="en-US" sz="2400" dirty="0"/>
              <a:t>读出时，当记录介质相对磁头运动时，位磁化存储元形成的空间磁场在读磁头线圈中产生感应电势，此读出信息经放大检测就可还原成原来存入的数据。由于数据是逐位串行读出的，故要送至串并变换寄存器变换为并行数据，再并行送至计算机。</a:t>
            </a:r>
          </a:p>
        </p:txBody>
      </p:sp>
      <p:pic>
        <p:nvPicPr>
          <p:cNvPr id="24580" name="Picture 4" descr="7a5">
            <a:hlinkClick r:id="rId2" action="ppaction://hlinkfile"/>
            <a:extLst>
              <a:ext uri="{FF2B5EF4-FFF2-40B4-BE49-F238E27FC236}">
                <a16:creationId xmlns:a16="http://schemas.microsoft.com/office/drawing/2014/main" id="{03D0D3B0-7D2E-4BB9-9F93-8BF0F676FBA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48188" y="1714500"/>
            <a:ext cx="4595812" cy="360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580C6DAB-C020-4036-9EA8-746AD5A38F6A}"/>
              </a:ext>
            </a:extLst>
          </p:cNvPr>
          <p:cNvSpPr>
            <a:spLocks noGrp="1" noChangeArrowheads="1"/>
          </p:cNvSpPr>
          <p:nvPr>
            <p:ph type="title"/>
          </p:nvPr>
        </p:nvSpPr>
        <p:spPr/>
        <p:txBody>
          <a:bodyPr/>
          <a:lstStyle/>
          <a:p>
            <a:pPr eaLnBrk="1" hangingPunct="1">
              <a:defRPr/>
            </a:pPr>
            <a:r>
              <a:rPr kumimoji="1" lang="zh-CN" altLang="en-US"/>
              <a:t>硬盘的分类</a:t>
            </a:r>
          </a:p>
        </p:txBody>
      </p:sp>
      <p:sp>
        <p:nvSpPr>
          <p:cNvPr id="25603" name="Rectangle 3">
            <a:extLst>
              <a:ext uri="{FF2B5EF4-FFF2-40B4-BE49-F238E27FC236}">
                <a16:creationId xmlns:a16="http://schemas.microsoft.com/office/drawing/2014/main" id="{D72C8AA2-1E71-40A8-8BA1-47A3668A2DD6}"/>
              </a:ext>
            </a:extLst>
          </p:cNvPr>
          <p:cNvSpPr>
            <a:spLocks noGrp="1" noChangeArrowheads="1"/>
          </p:cNvSpPr>
          <p:nvPr>
            <p:ph idx="1"/>
          </p:nvPr>
        </p:nvSpPr>
        <p:spPr/>
        <p:txBody>
          <a:bodyPr/>
          <a:lstStyle/>
          <a:p>
            <a:pPr eaLnBrk="1" hangingPunct="1"/>
            <a:r>
              <a:rPr lang="zh-CN" altLang="en-US" dirty="0"/>
              <a:t>按盘片结构分为：可换盘式、固定盘式</a:t>
            </a:r>
          </a:p>
          <a:p>
            <a:pPr eaLnBrk="1" hangingPunct="1"/>
            <a:r>
              <a:rPr lang="zh-CN" altLang="en-US" dirty="0"/>
              <a:t>按磁头分为：可移动磁头、固定磁头</a:t>
            </a:r>
            <a:endParaRPr lang="en-US" altLang="zh-CN" dirty="0"/>
          </a:p>
          <a:p>
            <a:pPr lvl="1" eaLnBrk="1" hangingPunct="1"/>
            <a:r>
              <a:rPr lang="zh-CN" altLang="en-US" sz="2400" dirty="0"/>
              <a:t>可移动磁头固定盘片的磁盘机：一片或一组盘片固定在主轴上，盘片不可更换。盘片每面只有一个磁头，存取数据时磁头沿盘面径向移动。</a:t>
            </a:r>
            <a:endParaRPr lang="en-US" altLang="zh-CN" sz="2400" dirty="0"/>
          </a:p>
          <a:p>
            <a:pPr lvl="1" eaLnBrk="1" hangingPunct="1"/>
            <a:r>
              <a:rPr lang="zh-CN" altLang="en-US" sz="2400" dirty="0"/>
              <a:t>可移动磁头可换盘片的磁盘机：</a:t>
            </a:r>
            <a:r>
              <a:rPr lang="zh-CN" altLang="en-US" sz="2400" dirty="0">
                <a:solidFill>
                  <a:srgbClr val="C00000"/>
                </a:solidFill>
              </a:rPr>
              <a:t>盘片可以更换</a:t>
            </a:r>
            <a:r>
              <a:rPr lang="zh-CN" altLang="en-US" sz="2400" dirty="0"/>
              <a:t>，磁头可沿盘面径向移动。优点是盘片可以脱机保存，同种型号的盘片具有互换性。</a:t>
            </a:r>
            <a:endParaRPr lang="en-US" altLang="zh-CN" sz="2400" dirty="0"/>
          </a:p>
          <a:p>
            <a:pPr lvl="1" eaLnBrk="1" hangingPunct="1"/>
            <a:r>
              <a:rPr lang="zh-CN" altLang="en-US" sz="2400" dirty="0"/>
              <a:t>固定磁头磁盘机：磁头位置固定，磁盘的每一个磁道对应一个磁头，盘片不可更换。优点是存取速度快，省去磁头找道时间，缺点是结构复杂。</a:t>
            </a:r>
          </a:p>
          <a:p>
            <a:pPr eaLnBrk="1" hangingPunct="1"/>
            <a:endParaRPr lang="zh-CN" altLang="en-US" dirty="0"/>
          </a:p>
        </p:txBody>
      </p:sp>
    </p:spTree>
  </p:cSld>
  <p:clrMapOvr>
    <a:masterClrMapping/>
  </p:clrMapOvr>
  <p:transition spd="med">
    <p:pull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3B559C2E-0CF9-4A25-8F7C-1DF28B008C95}"/>
              </a:ext>
            </a:extLst>
          </p:cNvPr>
          <p:cNvSpPr>
            <a:spLocks noGrp="1" noChangeArrowheads="1"/>
          </p:cNvSpPr>
          <p:nvPr>
            <p:ph type="title"/>
          </p:nvPr>
        </p:nvSpPr>
        <p:spPr/>
        <p:txBody>
          <a:bodyPr/>
          <a:lstStyle/>
          <a:p>
            <a:pPr eaLnBrk="1" hangingPunct="1">
              <a:defRPr/>
            </a:pPr>
            <a:r>
              <a:rPr kumimoji="1" lang="zh-CN" altLang="en-US" dirty="0"/>
              <a:t>温彻斯特（</a:t>
            </a:r>
            <a:r>
              <a:rPr kumimoji="1" lang="en-US" altLang="zh-CN" dirty="0"/>
              <a:t>Winchester</a:t>
            </a:r>
            <a:r>
              <a:rPr kumimoji="1" lang="zh-CN" altLang="en-US" dirty="0"/>
              <a:t>）磁盘机</a:t>
            </a:r>
          </a:p>
        </p:txBody>
      </p:sp>
      <p:sp>
        <p:nvSpPr>
          <p:cNvPr id="26627" name="Rectangle 3">
            <a:extLst>
              <a:ext uri="{FF2B5EF4-FFF2-40B4-BE49-F238E27FC236}">
                <a16:creationId xmlns:a16="http://schemas.microsoft.com/office/drawing/2014/main" id="{D892C2D0-06E8-46A7-BC25-17D862841BE0}"/>
              </a:ext>
            </a:extLst>
          </p:cNvPr>
          <p:cNvSpPr>
            <a:spLocks noGrp="1" noChangeArrowheads="1"/>
          </p:cNvSpPr>
          <p:nvPr>
            <p:ph idx="1"/>
          </p:nvPr>
        </p:nvSpPr>
        <p:spPr>
          <a:xfrm>
            <a:off x="381000" y="1143000"/>
            <a:ext cx="8382000" cy="5187014"/>
          </a:xfrm>
        </p:spPr>
        <p:txBody>
          <a:bodyPr/>
          <a:lstStyle/>
          <a:p>
            <a:pPr eaLnBrk="1" hangingPunct="1"/>
            <a:r>
              <a:rPr lang="zh-CN" altLang="en-US" sz="2800" dirty="0">
                <a:latin typeface="宋体" panose="02010600030101010101" pitchFamily="2" charset="-122"/>
              </a:rPr>
              <a:t>可移动磁头固定盘片的密封组合式的硬磁盘机。即磁头、盘片、电机等驱动部件乃至读写电路等组装成一个不可随意拆卸的整体。工作时，高速旋转在盘面上形成的气垫将磁头平稳浮起。优点是防尘性能好，可靠性高，对使用环境要求不高</a:t>
            </a:r>
            <a:endParaRPr lang="en-US" altLang="zh-CN" sz="2800" dirty="0">
              <a:latin typeface="宋体" panose="02010600030101010101" pitchFamily="2" charset="-122"/>
            </a:endParaRPr>
          </a:p>
          <a:p>
            <a:pPr eaLnBrk="1" hangingPunct="1"/>
            <a:r>
              <a:rPr lang="zh-CN" altLang="en-US" sz="2800" dirty="0">
                <a:latin typeface="宋体" panose="02010600030101010101" pitchFamily="2" charset="-122"/>
              </a:rPr>
              <a:t>典型转速为</a:t>
            </a:r>
            <a:r>
              <a:rPr lang="en-US" altLang="zh-CN" sz="2800" dirty="0">
                <a:latin typeface="宋体" panose="02010600030101010101" pitchFamily="2" charset="-122"/>
              </a:rPr>
              <a:t>7200rpm</a:t>
            </a:r>
            <a:r>
              <a:rPr lang="zh-CN" altLang="en-US" sz="2800" dirty="0">
                <a:latin typeface="宋体" panose="02010600030101010101" pitchFamily="2" charset="-122"/>
              </a:rPr>
              <a:t>（转</a:t>
            </a:r>
            <a:r>
              <a:rPr lang="en-US" altLang="zh-CN" sz="2800" dirty="0">
                <a:latin typeface="宋体" panose="02010600030101010101" pitchFamily="2" charset="-122"/>
              </a:rPr>
              <a:t>/</a:t>
            </a:r>
            <a:r>
              <a:rPr lang="zh-CN" altLang="en-US" sz="2800" dirty="0">
                <a:latin typeface="宋体" panose="02010600030101010101" pitchFamily="2" charset="-122"/>
              </a:rPr>
              <a:t>分）</a:t>
            </a:r>
            <a:endParaRPr lang="zh-CN" altLang="en-US" sz="2800" dirty="0"/>
          </a:p>
        </p:txBody>
      </p:sp>
      <p:pic>
        <p:nvPicPr>
          <p:cNvPr id="26629" name="Picture 5">
            <a:extLst>
              <a:ext uri="{FF2B5EF4-FFF2-40B4-BE49-F238E27FC236}">
                <a16:creationId xmlns:a16="http://schemas.microsoft.com/office/drawing/2014/main" id="{56BABFCA-8BEC-4ED3-8923-C6BBF38E6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3713814"/>
            <a:ext cx="2232025"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spTree>
  </p:cSld>
  <p:clrMapOvr>
    <a:masterClrMapping/>
  </p:clrMapOvr>
  <p:transition spd="med">
    <p:pull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31FE0143-334F-47B2-83E5-590ECCB3E7F8}"/>
              </a:ext>
            </a:extLst>
          </p:cNvPr>
          <p:cNvSpPr>
            <a:spLocks noGrp="1" noChangeArrowheads="1"/>
          </p:cNvSpPr>
          <p:nvPr>
            <p:ph type="title"/>
          </p:nvPr>
        </p:nvSpPr>
        <p:spPr/>
        <p:txBody>
          <a:bodyPr/>
          <a:lstStyle/>
          <a:p>
            <a:pPr eaLnBrk="1" hangingPunct="1">
              <a:defRPr/>
            </a:pPr>
            <a:r>
              <a:rPr kumimoji="1" lang="zh-CN" altLang="en-US"/>
              <a:t>硬磁盘机基本组成</a:t>
            </a:r>
          </a:p>
        </p:txBody>
      </p:sp>
      <p:sp>
        <p:nvSpPr>
          <p:cNvPr id="27651" name="Rectangle 3">
            <a:extLst>
              <a:ext uri="{FF2B5EF4-FFF2-40B4-BE49-F238E27FC236}">
                <a16:creationId xmlns:a16="http://schemas.microsoft.com/office/drawing/2014/main" id="{15FB4ED9-0B8A-4CC2-BC1E-4E368831667E}"/>
              </a:ext>
            </a:extLst>
          </p:cNvPr>
          <p:cNvSpPr>
            <a:spLocks noGrp="1" noChangeArrowheads="1"/>
          </p:cNvSpPr>
          <p:nvPr>
            <p:ph idx="1"/>
          </p:nvPr>
        </p:nvSpPr>
        <p:spPr/>
        <p:txBody>
          <a:bodyPr/>
          <a:lstStyle/>
          <a:p>
            <a:pPr eaLnBrk="1" hangingPunct="1"/>
            <a:r>
              <a:rPr lang="zh-CN" altLang="en-US"/>
              <a:t>磁记录介质</a:t>
            </a:r>
          </a:p>
          <a:p>
            <a:pPr lvl="1" eaLnBrk="1" hangingPunct="1"/>
            <a:r>
              <a:rPr lang="zh-CN" altLang="en-US"/>
              <a:t>记录介质为硬质圆形盘片的磁表面存储器。</a:t>
            </a:r>
          </a:p>
          <a:p>
            <a:pPr eaLnBrk="1" hangingPunct="1"/>
            <a:r>
              <a:rPr lang="zh-CN" altLang="en-US"/>
              <a:t>驱动器</a:t>
            </a:r>
          </a:p>
          <a:p>
            <a:pPr lvl="1" eaLnBrk="1" hangingPunct="1"/>
            <a:r>
              <a:rPr lang="zh-CN" altLang="en-US">
                <a:latin typeface="宋体" panose="02010600030101010101" pitchFamily="2" charset="-122"/>
              </a:rPr>
              <a:t>写入电路与读出电路、读写转换开关、读写磁头与磁头定位伺服系统</a:t>
            </a:r>
            <a:endParaRPr lang="zh-CN" altLang="en-US"/>
          </a:p>
          <a:p>
            <a:pPr eaLnBrk="1" hangingPunct="1"/>
            <a:r>
              <a:rPr lang="zh-CN" altLang="en-US"/>
              <a:t>磁盘控制器</a:t>
            </a:r>
          </a:p>
          <a:p>
            <a:pPr lvl="1" eaLnBrk="1" hangingPunct="1"/>
            <a:r>
              <a:rPr lang="zh-CN" altLang="en-US">
                <a:latin typeface="宋体" panose="02010600030101010101" pitchFamily="2" charset="-122"/>
              </a:rPr>
              <a:t>控制逻辑与时序、数据并</a:t>
            </a:r>
            <a:r>
              <a:rPr lang="en-US" altLang="zh-CN"/>
              <a:t>-</a:t>
            </a:r>
            <a:r>
              <a:rPr lang="zh-CN" altLang="en-US">
                <a:latin typeface="宋体" panose="02010600030101010101" pitchFamily="2" charset="-122"/>
              </a:rPr>
              <a:t>串变换电路和串</a:t>
            </a:r>
            <a:r>
              <a:rPr lang="en-US" altLang="zh-CN"/>
              <a:t>-</a:t>
            </a:r>
            <a:r>
              <a:rPr lang="zh-CN" altLang="en-US">
                <a:latin typeface="宋体" panose="02010600030101010101" pitchFamily="2" charset="-122"/>
              </a:rPr>
              <a:t>并变换电路</a:t>
            </a:r>
            <a:endParaRPr lang="zh-CN" altLang="en-US"/>
          </a:p>
        </p:txBody>
      </p:sp>
    </p:spTree>
  </p:cSld>
  <p:clrMapOvr>
    <a:masterClrMapping/>
  </p:clrMapOvr>
  <p:transition spd="med">
    <p:pull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9728567-6E37-4309-AD27-A4CA47CAB00D}"/>
              </a:ext>
            </a:extLst>
          </p:cNvPr>
          <p:cNvSpPr>
            <a:spLocks noGrp="1" noChangeArrowheads="1"/>
          </p:cNvSpPr>
          <p:nvPr>
            <p:ph type="title"/>
          </p:nvPr>
        </p:nvSpPr>
        <p:spPr/>
        <p:txBody>
          <a:bodyPr/>
          <a:lstStyle/>
          <a:p>
            <a:pPr eaLnBrk="1" hangingPunct="1">
              <a:defRPr/>
            </a:pPr>
            <a:r>
              <a:rPr kumimoji="1" lang="zh-CN" altLang="en-US" dirty="0"/>
              <a:t>磁盘驱动器</a:t>
            </a:r>
          </a:p>
        </p:txBody>
      </p:sp>
      <p:sp>
        <p:nvSpPr>
          <p:cNvPr id="28675" name="Rectangle 3">
            <a:extLst>
              <a:ext uri="{FF2B5EF4-FFF2-40B4-BE49-F238E27FC236}">
                <a16:creationId xmlns:a16="http://schemas.microsoft.com/office/drawing/2014/main" id="{3598853B-396E-42B1-8A49-FD6312281874}"/>
              </a:ext>
            </a:extLst>
          </p:cNvPr>
          <p:cNvSpPr>
            <a:spLocks noGrp="1" noChangeArrowheads="1"/>
          </p:cNvSpPr>
          <p:nvPr>
            <p:ph idx="1"/>
          </p:nvPr>
        </p:nvSpPr>
        <p:spPr/>
        <p:txBody>
          <a:bodyPr/>
          <a:lstStyle/>
          <a:p>
            <a:pPr eaLnBrk="1" hangingPunct="1"/>
            <a:r>
              <a:rPr lang="zh-CN" altLang="en-US" dirty="0"/>
              <a:t>磁盘驱动器（</a:t>
            </a:r>
            <a:r>
              <a:rPr lang="en-US" altLang="zh-CN" dirty="0"/>
              <a:t>Hard Drive</a:t>
            </a:r>
            <a:r>
              <a:rPr lang="zh-CN" altLang="en-US" dirty="0"/>
              <a:t>）是一种精密的电子和机械装置，因此各部件的加工安装有严格的技术要求。对于温盘驱动器，要求必须在超净环境下组装。</a:t>
            </a:r>
            <a:endParaRPr lang="en-US" altLang="zh-CN" dirty="0"/>
          </a:p>
          <a:p>
            <a:pPr eaLnBrk="1" hangingPunct="1"/>
            <a:r>
              <a:rPr lang="zh-CN" altLang="en-US" dirty="0"/>
              <a:t>各类磁盘驱动器的具体结构虽然有差别，但基本结构相同，主要包括：</a:t>
            </a:r>
            <a:endParaRPr lang="en-US" altLang="zh-CN" dirty="0"/>
          </a:p>
          <a:p>
            <a:pPr lvl="1" eaLnBrk="1" hangingPunct="1"/>
            <a:r>
              <a:rPr lang="zh-CN" altLang="en-US" dirty="0"/>
              <a:t>定位驱动系统</a:t>
            </a:r>
            <a:endParaRPr lang="en-US" altLang="zh-CN" dirty="0"/>
          </a:p>
          <a:p>
            <a:pPr lvl="1" eaLnBrk="1" hangingPunct="1"/>
            <a:r>
              <a:rPr lang="zh-CN" altLang="en-US" dirty="0"/>
              <a:t>主轴系统</a:t>
            </a:r>
            <a:endParaRPr lang="en-US" altLang="zh-CN" dirty="0"/>
          </a:p>
          <a:p>
            <a:pPr lvl="1" eaLnBrk="1" hangingPunct="1"/>
            <a:r>
              <a:rPr lang="zh-CN" altLang="en-US" dirty="0"/>
              <a:t>数据转换系统</a:t>
            </a:r>
          </a:p>
          <a:p>
            <a:pPr eaLnBrk="1" hangingPunct="1"/>
            <a:endParaRPr lang="en-US" altLang="zh-CN" dirty="0"/>
          </a:p>
        </p:txBody>
      </p:sp>
    </p:spTree>
  </p:cSld>
  <p:clrMapOvr>
    <a:masterClrMapping/>
  </p:clrMapOvr>
  <p:transition spd="med">
    <p:pull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C27661-F491-4131-9D98-5AEF83B362B9}"/>
              </a:ext>
            </a:extLst>
          </p:cNvPr>
          <p:cNvSpPr>
            <a:spLocks noGrp="1"/>
          </p:cNvSpPr>
          <p:nvPr>
            <p:ph type="title"/>
          </p:nvPr>
        </p:nvSpPr>
        <p:spPr/>
        <p:txBody>
          <a:bodyPr/>
          <a:lstStyle/>
          <a:p>
            <a:pPr eaLnBrk="1" hangingPunct="1">
              <a:defRPr/>
            </a:pPr>
            <a:r>
              <a:rPr kumimoji="1" lang="zh-CN" altLang="en-US" dirty="0"/>
              <a:t>内部结构示意图</a:t>
            </a:r>
          </a:p>
        </p:txBody>
      </p:sp>
      <p:sp>
        <p:nvSpPr>
          <p:cNvPr id="29699" name="内容占位符 2">
            <a:extLst>
              <a:ext uri="{FF2B5EF4-FFF2-40B4-BE49-F238E27FC236}">
                <a16:creationId xmlns:a16="http://schemas.microsoft.com/office/drawing/2014/main" id="{70AA2CA8-8619-4943-B9D1-9F1117922C27}"/>
              </a:ext>
            </a:extLst>
          </p:cNvPr>
          <p:cNvSpPr>
            <a:spLocks noGrp="1" noChangeArrowheads="1"/>
          </p:cNvSpPr>
          <p:nvPr>
            <p:ph idx="1"/>
          </p:nvPr>
        </p:nvSpPr>
        <p:spPr/>
        <p:txBody>
          <a:bodyPr/>
          <a:lstStyle/>
          <a:p>
            <a:pPr eaLnBrk="1" hangingPunct="1"/>
            <a:endParaRPr lang="zh-CN" altLang="en-US"/>
          </a:p>
        </p:txBody>
      </p:sp>
      <p:pic>
        <p:nvPicPr>
          <p:cNvPr id="29701" name="Picture 2" descr="7a6">
            <a:hlinkClick r:id="rId2" action="ppaction://hlinkfile"/>
            <a:extLst>
              <a:ext uri="{FF2B5EF4-FFF2-40B4-BE49-F238E27FC236}">
                <a16:creationId xmlns:a16="http://schemas.microsoft.com/office/drawing/2014/main" id="{C717DF77-138B-469D-AF04-E9991D8E509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322388"/>
            <a:ext cx="9144000"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D9520C2D-BFC5-4D30-929D-0BA816B32DB0}"/>
              </a:ext>
            </a:extLst>
          </p:cNvPr>
          <p:cNvSpPr>
            <a:spLocks noGrp="1" noChangeArrowheads="1"/>
          </p:cNvSpPr>
          <p:nvPr>
            <p:ph type="title"/>
          </p:nvPr>
        </p:nvSpPr>
        <p:spPr>
          <a:xfrm>
            <a:off x="240788" y="248332"/>
            <a:ext cx="8382000" cy="812800"/>
          </a:xfrm>
        </p:spPr>
        <p:txBody>
          <a:bodyPr/>
          <a:lstStyle/>
          <a:p>
            <a:pPr eaLnBrk="1" hangingPunct="1">
              <a:defRPr/>
            </a:pPr>
            <a:r>
              <a:rPr kumimoji="1" lang="zh-CN" altLang="en-US" dirty="0"/>
              <a:t>内部结构图片</a:t>
            </a:r>
          </a:p>
        </p:txBody>
      </p:sp>
      <p:pic>
        <p:nvPicPr>
          <p:cNvPr id="30724" name="Picture 4">
            <a:extLst>
              <a:ext uri="{FF2B5EF4-FFF2-40B4-BE49-F238E27FC236}">
                <a16:creationId xmlns:a16="http://schemas.microsoft.com/office/drawing/2014/main" id="{C65F22B4-2FAE-4138-BAC0-F6BB27DE07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041400"/>
            <a:ext cx="8713787" cy="534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30725" name="Group 5">
            <a:extLst>
              <a:ext uri="{FF2B5EF4-FFF2-40B4-BE49-F238E27FC236}">
                <a16:creationId xmlns:a16="http://schemas.microsoft.com/office/drawing/2014/main" id="{AF74A83E-C0B9-4978-A80D-83FB44D2A05F}"/>
              </a:ext>
            </a:extLst>
          </p:cNvPr>
          <p:cNvGrpSpPr>
            <a:grpSpLocks/>
          </p:cNvGrpSpPr>
          <p:nvPr/>
        </p:nvGrpSpPr>
        <p:grpSpPr bwMode="auto">
          <a:xfrm>
            <a:off x="3524017" y="3098800"/>
            <a:ext cx="3214688" cy="2590800"/>
            <a:chOff x="2112" y="1776"/>
            <a:chExt cx="2025" cy="1632"/>
          </a:xfrm>
        </p:grpSpPr>
        <p:sp>
          <p:nvSpPr>
            <p:cNvPr id="30732" name="Text Box 6">
              <a:extLst>
                <a:ext uri="{FF2B5EF4-FFF2-40B4-BE49-F238E27FC236}">
                  <a16:creationId xmlns:a16="http://schemas.microsoft.com/office/drawing/2014/main" id="{FDDE1224-6FFC-44D3-AF7B-76454C6E27A3}"/>
                </a:ext>
              </a:extLst>
            </p:cNvPr>
            <p:cNvSpPr txBox="1">
              <a:spLocks noChangeArrowheads="1"/>
            </p:cNvSpPr>
            <p:nvPr/>
          </p:nvSpPr>
          <p:spPr bwMode="auto">
            <a:xfrm>
              <a:off x="2736" y="2400"/>
              <a:ext cx="140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 typeface="Wingdings 2" panose="05020102010507070707" pitchFamily="18" charset="2"/>
                <a:buNone/>
              </a:pPr>
              <a:r>
                <a:rPr lang="en-US" altLang="zh-CN" sz="2800">
                  <a:solidFill>
                    <a:srgbClr val="FF3300"/>
                  </a:solidFill>
                  <a:latin typeface="Helvetica" panose="020B0604020202020204" pitchFamily="34" charset="0"/>
                  <a:ea typeface="宋体" panose="02010600030101010101" pitchFamily="2" charset="-122"/>
                </a:rPr>
                <a:t>Platters (12)</a:t>
              </a:r>
              <a:endParaRPr lang="en-US" altLang="zh-CN" sz="2000" b="0">
                <a:solidFill>
                  <a:srgbClr val="FF3300"/>
                </a:solidFill>
                <a:latin typeface="Helvetica" panose="020B0604020202020204" pitchFamily="34" charset="0"/>
                <a:ea typeface="宋体" panose="02010600030101010101" pitchFamily="2" charset="-122"/>
              </a:endParaRPr>
            </a:p>
          </p:txBody>
        </p:sp>
        <p:sp>
          <p:nvSpPr>
            <p:cNvPr id="30733" name="Rectangle 7">
              <a:extLst>
                <a:ext uri="{FF2B5EF4-FFF2-40B4-BE49-F238E27FC236}">
                  <a16:creationId xmlns:a16="http://schemas.microsoft.com/office/drawing/2014/main" id="{9420BC85-B682-492C-A646-364FDA25A0DD}"/>
                </a:ext>
              </a:extLst>
            </p:cNvPr>
            <p:cNvSpPr>
              <a:spLocks noChangeArrowheads="1"/>
            </p:cNvSpPr>
            <p:nvPr/>
          </p:nvSpPr>
          <p:spPr bwMode="auto">
            <a:xfrm rot="-10734569">
              <a:off x="2112" y="1776"/>
              <a:ext cx="672" cy="1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 typeface="Wingdings 2" panose="05020102010507070707" pitchFamily="18" charset="2"/>
                <a:buNone/>
              </a:pPr>
              <a:r>
                <a:rPr lang="en-US" altLang="zh-CN" sz="16400" b="0">
                  <a:solidFill>
                    <a:srgbClr val="FF3300"/>
                  </a:solidFill>
                  <a:latin typeface="Helvetica" panose="020B0604020202020204" pitchFamily="34" charset="0"/>
                  <a:ea typeface="宋体" panose="02010600030101010101" pitchFamily="2" charset="-122"/>
                </a:rPr>
                <a:t>{</a:t>
              </a:r>
              <a:endParaRPr lang="en-US" altLang="zh-CN" sz="9600" b="0">
                <a:solidFill>
                  <a:srgbClr val="FF3300"/>
                </a:solidFill>
                <a:latin typeface="Arial" panose="020B0604020202020204" pitchFamily="34" charset="0"/>
                <a:ea typeface="宋体" panose="02010600030101010101" pitchFamily="2" charset="-122"/>
              </a:endParaRPr>
            </a:p>
          </p:txBody>
        </p:sp>
      </p:grpSp>
      <p:sp>
        <p:nvSpPr>
          <p:cNvPr id="30726" name="Text Box 8">
            <a:extLst>
              <a:ext uri="{FF2B5EF4-FFF2-40B4-BE49-F238E27FC236}">
                <a16:creationId xmlns:a16="http://schemas.microsoft.com/office/drawing/2014/main" id="{5C1F5035-2B2D-415D-BA5B-1032F44A58C2}"/>
              </a:ext>
            </a:extLst>
          </p:cNvPr>
          <p:cNvSpPr txBox="1">
            <a:spLocks noChangeArrowheads="1"/>
          </p:cNvSpPr>
          <p:nvPr/>
        </p:nvSpPr>
        <p:spPr bwMode="auto">
          <a:xfrm>
            <a:off x="501417" y="1323975"/>
            <a:ext cx="16494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 typeface="Wingdings 2" panose="05020102010507070707" pitchFamily="18" charset="2"/>
              <a:buNone/>
            </a:pPr>
            <a:r>
              <a:rPr lang="en-US" altLang="zh-CN" sz="2800">
                <a:solidFill>
                  <a:srgbClr val="FF3300"/>
                </a:solidFill>
                <a:latin typeface="Helvetica" panose="020B0604020202020204" pitchFamily="34" charset="0"/>
                <a:ea typeface="宋体" panose="02010600030101010101" pitchFamily="2" charset="-122"/>
              </a:rPr>
              <a:t>Actuator</a:t>
            </a:r>
            <a:endParaRPr lang="en-US" altLang="zh-CN" sz="2000" b="0">
              <a:solidFill>
                <a:srgbClr val="FF3300"/>
              </a:solidFill>
              <a:latin typeface="Helvetica" panose="020B0604020202020204" pitchFamily="34" charset="0"/>
              <a:ea typeface="宋体" panose="02010600030101010101" pitchFamily="2" charset="-122"/>
            </a:endParaRPr>
          </a:p>
        </p:txBody>
      </p:sp>
      <p:sp>
        <p:nvSpPr>
          <p:cNvPr id="30727" name="Text Box 9">
            <a:extLst>
              <a:ext uri="{FF2B5EF4-FFF2-40B4-BE49-F238E27FC236}">
                <a16:creationId xmlns:a16="http://schemas.microsoft.com/office/drawing/2014/main" id="{C7DCE162-2BE0-46EB-A8DD-41AC0D81B4F2}"/>
              </a:ext>
            </a:extLst>
          </p:cNvPr>
          <p:cNvSpPr txBox="1">
            <a:spLocks noChangeArrowheads="1"/>
          </p:cNvSpPr>
          <p:nvPr/>
        </p:nvSpPr>
        <p:spPr bwMode="auto">
          <a:xfrm>
            <a:off x="2942992" y="2032000"/>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 typeface="Wingdings 2" panose="05020102010507070707" pitchFamily="18" charset="2"/>
              <a:buNone/>
            </a:pPr>
            <a:r>
              <a:rPr lang="en-US" altLang="zh-CN" sz="2800">
                <a:solidFill>
                  <a:srgbClr val="FF3300"/>
                </a:solidFill>
                <a:latin typeface="Helvetica" panose="020B0604020202020204" pitchFamily="34" charset="0"/>
                <a:ea typeface="宋体" panose="02010600030101010101" pitchFamily="2" charset="-122"/>
              </a:rPr>
              <a:t>Arm</a:t>
            </a:r>
            <a:endParaRPr lang="en-US" altLang="zh-CN" sz="2000" b="0">
              <a:solidFill>
                <a:srgbClr val="FF3300"/>
              </a:solidFill>
              <a:latin typeface="Helvetica" panose="020B0604020202020204" pitchFamily="34" charset="0"/>
              <a:ea typeface="宋体" panose="02010600030101010101" pitchFamily="2" charset="-122"/>
            </a:endParaRPr>
          </a:p>
        </p:txBody>
      </p:sp>
      <p:sp>
        <p:nvSpPr>
          <p:cNvPr id="30728" name="Text Box 10">
            <a:extLst>
              <a:ext uri="{FF2B5EF4-FFF2-40B4-BE49-F238E27FC236}">
                <a16:creationId xmlns:a16="http://schemas.microsoft.com/office/drawing/2014/main" id="{7862137E-4680-4688-9873-67281840A8FA}"/>
              </a:ext>
            </a:extLst>
          </p:cNvPr>
          <p:cNvSpPr txBox="1">
            <a:spLocks noChangeArrowheads="1"/>
          </p:cNvSpPr>
          <p:nvPr/>
        </p:nvSpPr>
        <p:spPr bwMode="auto">
          <a:xfrm>
            <a:off x="6343417" y="2260600"/>
            <a:ext cx="10556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 typeface="Wingdings 2" panose="05020102010507070707" pitchFamily="18" charset="2"/>
              <a:buNone/>
            </a:pPr>
            <a:r>
              <a:rPr lang="en-US" altLang="zh-CN" sz="2800">
                <a:solidFill>
                  <a:srgbClr val="FF3300"/>
                </a:solidFill>
                <a:latin typeface="Helvetica" panose="020B0604020202020204" pitchFamily="34" charset="0"/>
                <a:ea typeface="宋体" panose="02010600030101010101" pitchFamily="2" charset="-122"/>
              </a:rPr>
              <a:t>Head</a:t>
            </a:r>
            <a:endParaRPr lang="en-US" altLang="zh-CN" sz="2000" b="0">
              <a:solidFill>
                <a:srgbClr val="FF3300"/>
              </a:solidFill>
              <a:latin typeface="Helvetica" panose="020B0604020202020204" pitchFamily="34" charset="0"/>
              <a:ea typeface="宋体" panose="02010600030101010101" pitchFamily="2" charset="-122"/>
            </a:endParaRPr>
          </a:p>
        </p:txBody>
      </p:sp>
      <p:sp>
        <p:nvSpPr>
          <p:cNvPr id="30729" name="Text Box 11">
            <a:extLst>
              <a:ext uri="{FF2B5EF4-FFF2-40B4-BE49-F238E27FC236}">
                <a16:creationId xmlns:a16="http://schemas.microsoft.com/office/drawing/2014/main" id="{B978CB41-6119-4C4A-80A0-694568C22DEB}"/>
              </a:ext>
            </a:extLst>
          </p:cNvPr>
          <p:cNvSpPr txBox="1">
            <a:spLocks noChangeArrowheads="1"/>
          </p:cNvSpPr>
          <p:nvPr/>
        </p:nvSpPr>
        <p:spPr bwMode="auto">
          <a:xfrm>
            <a:off x="6267217" y="1041400"/>
            <a:ext cx="14684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spcBef>
                <a:spcPct val="0"/>
              </a:spcBef>
              <a:buClrTx/>
              <a:buFont typeface="Wingdings 2" panose="05020102010507070707" pitchFamily="18" charset="2"/>
              <a:buNone/>
            </a:pPr>
            <a:r>
              <a:rPr lang="en-US" altLang="zh-CN" sz="2800">
                <a:solidFill>
                  <a:srgbClr val="FF3300"/>
                </a:solidFill>
                <a:latin typeface="Helvetica" panose="020B0604020202020204" pitchFamily="34" charset="0"/>
                <a:ea typeface="宋体" panose="02010600030101010101" pitchFamily="2" charset="-122"/>
              </a:rPr>
              <a:t>Spindle</a:t>
            </a:r>
            <a:endParaRPr lang="en-US" altLang="zh-CN" sz="2000" b="0">
              <a:solidFill>
                <a:srgbClr val="FF3300"/>
              </a:solidFill>
              <a:latin typeface="Helvetica" panose="020B0604020202020204" pitchFamily="34" charset="0"/>
              <a:ea typeface="宋体" panose="02010600030101010101" pitchFamily="2" charset="-122"/>
            </a:endParaRPr>
          </a:p>
        </p:txBody>
      </p:sp>
      <p:pic>
        <p:nvPicPr>
          <p:cNvPr id="30730" name="Picture 12">
            <a:extLst>
              <a:ext uri="{FF2B5EF4-FFF2-40B4-BE49-F238E27FC236}">
                <a16:creationId xmlns:a16="http://schemas.microsoft.com/office/drawing/2014/main" id="{56AE4B22-390B-46EA-9EC4-91200FC9E3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7150" y="1992313"/>
            <a:ext cx="2222500" cy="248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pic>
      <p:pic>
        <p:nvPicPr>
          <p:cNvPr id="30731" name="图片 1">
            <a:extLst>
              <a:ext uri="{FF2B5EF4-FFF2-40B4-BE49-F238E27FC236}">
                <a16:creationId xmlns:a16="http://schemas.microsoft.com/office/drawing/2014/main" id="{66173864-A45F-431A-B74D-E7785339F3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0553" y="4587610"/>
            <a:ext cx="2826316" cy="2022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27A73AA-1BB0-4FEA-8C2D-CE13F95A468D}"/>
              </a:ext>
            </a:extLst>
          </p:cNvPr>
          <p:cNvSpPr>
            <a:spLocks noGrp="1" noChangeArrowheads="1"/>
          </p:cNvSpPr>
          <p:nvPr>
            <p:ph type="title"/>
          </p:nvPr>
        </p:nvSpPr>
        <p:spPr/>
        <p:txBody>
          <a:bodyPr/>
          <a:lstStyle/>
          <a:p>
            <a:pPr eaLnBrk="1" hangingPunct="1">
              <a:defRPr/>
            </a:pPr>
            <a:r>
              <a:rPr kumimoji="1" lang="zh-CN" altLang="en-US" dirty="0"/>
              <a:t>磁盘控制器</a:t>
            </a:r>
          </a:p>
        </p:txBody>
      </p:sp>
      <p:sp>
        <p:nvSpPr>
          <p:cNvPr id="31748" name="Rectangle 3">
            <a:extLst>
              <a:ext uri="{FF2B5EF4-FFF2-40B4-BE49-F238E27FC236}">
                <a16:creationId xmlns:a16="http://schemas.microsoft.com/office/drawing/2014/main" id="{00EAE6F5-EB69-4CA9-9AA5-96390AB797A1}"/>
              </a:ext>
            </a:extLst>
          </p:cNvPr>
          <p:cNvSpPr>
            <a:spLocks noGrp="1" noChangeArrowheads="1"/>
          </p:cNvSpPr>
          <p:nvPr>
            <p:ph idx="1"/>
          </p:nvPr>
        </p:nvSpPr>
        <p:spPr/>
        <p:txBody>
          <a:bodyPr/>
          <a:lstStyle/>
          <a:p>
            <a:pPr eaLnBrk="1" hangingPunct="1">
              <a:lnSpc>
                <a:spcPct val="80000"/>
              </a:lnSpc>
            </a:pPr>
            <a:r>
              <a:rPr lang="zh-CN" altLang="en-US" sz="2800" dirty="0"/>
              <a:t>磁盘控制器是主机与磁盘驱动器之间的接口。磁盘存储器是高速外存设备，与主机之间采用成批交换数据方式。作为介于主机与驱动器之间的控制器，它有两个接口：</a:t>
            </a:r>
            <a:endParaRPr lang="en-US" altLang="zh-CN" sz="2800" dirty="0"/>
          </a:p>
          <a:p>
            <a:pPr lvl="1" eaLnBrk="1" hangingPunct="1">
              <a:lnSpc>
                <a:spcPct val="80000"/>
              </a:lnSpc>
            </a:pPr>
            <a:r>
              <a:rPr lang="zh-CN" altLang="en-US" sz="2400" dirty="0"/>
              <a:t>与主机的接口：控制外存与主机总线之间交换数据</a:t>
            </a:r>
            <a:endParaRPr lang="en-US" altLang="zh-CN" sz="2400" dirty="0"/>
          </a:p>
          <a:p>
            <a:pPr lvl="1" eaLnBrk="1" hangingPunct="1">
              <a:lnSpc>
                <a:spcPct val="80000"/>
              </a:lnSpc>
            </a:pPr>
            <a:r>
              <a:rPr lang="zh-CN" altLang="en-US" sz="2400" dirty="0"/>
              <a:t>与设备的接口：根据主机命令控制设备的操作</a:t>
            </a:r>
            <a:endParaRPr lang="en-US" altLang="zh-CN" sz="2400" dirty="0"/>
          </a:p>
          <a:p>
            <a:pPr lvl="1" eaLnBrk="1" hangingPunct="1">
              <a:lnSpc>
                <a:spcPct val="80000"/>
              </a:lnSpc>
            </a:pPr>
            <a:endParaRPr lang="en-US" altLang="zh-CN" sz="2400" dirty="0"/>
          </a:p>
          <a:p>
            <a:pPr lvl="1" eaLnBrk="1" hangingPunct="1">
              <a:lnSpc>
                <a:spcPct val="80000"/>
              </a:lnSpc>
            </a:pPr>
            <a:endParaRPr lang="zh-CN" altLang="en-US" sz="2400" dirty="0"/>
          </a:p>
          <a:p>
            <a:pPr eaLnBrk="1" hangingPunct="1">
              <a:lnSpc>
                <a:spcPct val="80000"/>
              </a:lnSpc>
            </a:pPr>
            <a:r>
              <a:rPr lang="zh-CN" altLang="en-US" sz="2800" dirty="0"/>
              <a:t>主机与磁盘驱动器交换数据的控制逻辑见图</a:t>
            </a:r>
            <a:r>
              <a:rPr lang="en-US" altLang="zh-CN" sz="2800" dirty="0"/>
              <a:t>b</a:t>
            </a:r>
            <a:r>
              <a:rPr lang="zh-CN" altLang="en-US" sz="2800" dirty="0"/>
              <a:t>。磁盘上的信息经读磁头读出以后送读出放大器，然后进行数据与时钟的分离，再进行串并变换、格式变换，最后送入数据缓冲器，经</a:t>
            </a:r>
            <a:r>
              <a:rPr lang="en-US" altLang="zh-CN" sz="2800" dirty="0"/>
              <a:t>DMA</a:t>
            </a:r>
            <a:r>
              <a:rPr lang="zh-CN" altLang="en-US" sz="2800" dirty="0"/>
              <a:t>（直接存储器传送）控制将数据传送到主机总线。</a:t>
            </a:r>
          </a:p>
          <a:p>
            <a:pPr eaLnBrk="1" hangingPunct="1">
              <a:lnSpc>
                <a:spcPct val="80000"/>
              </a:lnSpc>
            </a:pPr>
            <a:endParaRPr lang="en-US" altLang="zh-CN" sz="2600" dirty="0"/>
          </a:p>
        </p:txBody>
      </p:sp>
    </p:spTree>
  </p:cSld>
  <p:clrMapOvr>
    <a:masterClrMapping/>
  </p:clrMapOvr>
  <p:transition spd="med">
    <p:pull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7a7">
            <a:hlinkClick r:id="rId2" action="ppaction://hlinkfile"/>
            <a:extLst>
              <a:ext uri="{FF2B5EF4-FFF2-40B4-BE49-F238E27FC236}">
                <a16:creationId xmlns:a16="http://schemas.microsoft.com/office/drawing/2014/main" id="{B8B08DF5-7B8D-45AC-86DA-F80F901BBE5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5800" y="898525"/>
            <a:ext cx="7572375" cy="560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1" name="图片 1">
            <a:extLst>
              <a:ext uri="{FF2B5EF4-FFF2-40B4-BE49-F238E27FC236}">
                <a16:creationId xmlns:a16="http://schemas.microsoft.com/office/drawing/2014/main" id="{E19F3777-254E-4498-A6F1-3D860E152B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7175" y="995363"/>
            <a:ext cx="2952750" cy="22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图片 4">
            <a:extLst>
              <a:ext uri="{FF2B5EF4-FFF2-40B4-BE49-F238E27FC236}">
                <a16:creationId xmlns:a16="http://schemas.microsoft.com/office/drawing/2014/main" id="{FAC76E09-7D43-40E9-B1CB-796BB02283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79925" y="995363"/>
            <a:ext cx="3160712" cy="22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6" descr="2-19">
            <a:extLst>
              <a:ext uri="{FF2B5EF4-FFF2-40B4-BE49-F238E27FC236}">
                <a16:creationId xmlns:a16="http://schemas.microsoft.com/office/drawing/2014/main" id="{1CC1CB8F-93E2-401A-A6B5-2C3767BB0C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6525" y="2636838"/>
            <a:ext cx="5178425"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0" name="Rectangle 2">
            <a:extLst>
              <a:ext uri="{FF2B5EF4-FFF2-40B4-BE49-F238E27FC236}">
                <a16:creationId xmlns:a16="http://schemas.microsoft.com/office/drawing/2014/main" id="{4B66A0B9-B2B0-492D-BD90-A90882A976BC}"/>
              </a:ext>
            </a:extLst>
          </p:cNvPr>
          <p:cNvSpPr>
            <a:spLocks noGrp="1" noChangeArrowheads="1"/>
          </p:cNvSpPr>
          <p:nvPr>
            <p:ph type="title"/>
          </p:nvPr>
        </p:nvSpPr>
        <p:spPr/>
        <p:txBody>
          <a:bodyPr/>
          <a:lstStyle/>
          <a:p>
            <a:pPr eaLnBrk="1" hangingPunct="1">
              <a:defRPr/>
            </a:pPr>
            <a:r>
              <a:rPr kumimoji="1" lang="zh-CN" altLang="en-US"/>
              <a:t>磁盘上信息的分布（</a:t>
            </a:r>
            <a:r>
              <a:rPr kumimoji="1" lang="en-US" altLang="zh-CN"/>
              <a:t>1</a:t>
            </a:r>
            <a:r>
              <a:rPr kumimoji="1" lang="zh-CN" altLang="en-US"/>
              <a:t>）</a:t>
            </a:r>
          </a:p>
        </p:txBody>
      </p:sp>
      <p:sp>
        <p:nvSpPr>
          <p:cNvPr id="33796" name="Rectangle 3">
            <a:extLst>
              <a:ext uri="{FF2B5EF4-FFF2-40B4-BE49-F238E27FC236}">
                <a16:creationId xmlns:a16="http://schemas.microsoft.com/office/drawing/2014/main" id="{619E4137-BE84-4EC3-8D06-8422E91AA74C}"/>
              </a:ext>
            </a:extLst>
          </p:cNvPr>
          <p:cNvSpPr>
            <a:spLocks noGrp="1" noChangeArrowheads="1"/>
          </p:cNvSpPr>
          <p:nvPr>
            <p:ph idx="1"/>
          </p:nvPr>
        </p:nvSpPr>
        <p:spPr>
          <a:xfrm>
            <a:off x="215900" y="1143000"/>
            <a:ext cx="8747125" cy="4921250"/>
          </a:xfrm>
        </p:spPr>
        <p:txBody>
          <a:bodyPr/>
          <a:lstStyle/>
          <a:p>
            <a:pPr eaLnBrk="1" hangingPunct="1"/>
            <a:r>
              <a:rPr lang="zh-CN" altLang="en-US" sz="2800" dirty="0"/>
              <a:t>磁盘地址：面</a:t>
            </a:r>
            <a:r>
              <a:rPr lang="en-US" altLang="zh-CN" sz="2800" dirty="0"/>
              <a:t>—</a:t>
            </a:r>
            <a:r>
              <a:rPr lang="zh-CN" altLang="en-US" sz="2800" dirty="0"/>
              <a:t>磁道</a:t>
            </a:r>
            <a:r>
              <a:rPr lang="en-US" altLang="zh-CN" sz="2800" dirty="0"/>
              <a:t>—</a:t>
            </a:r>
            <a:r>
              <a:rPr lang="zh-CN" altLang="en-US" sz="2800" dirty="0"/>
              <a:t>扇区</a:t>
            </a:r>
          </a:p>
          <a:p>
            <a:pPr eaLnBrk="1" hangingPunct="1"/>
            <a:r>
              <a:rPr lang="zh-CN" altLang="en-US" sz="2800" dirty="0"/>
              <a:t>磁道起始位置</a:t>
            </a:r>
          </a:p>
          <a:p>
            <a:pPr lvl="1" eaLnBrk="1" hangingPunct="1"/>
            <a:r>
              <a:rPr lang="zh-CN" altLang="en-US" dirty="0"/>
              <a:t>索引：标识磁道的起始位置。可以产生脉冲信号</a:t>
            </a:r>
          </a:p>
          <a:p>
            <a:pPr eaLnBrk="1" hangingPunct="1"/>
            <a:r>
              <a:rPr lang="zh-CN" altLang="en-US" sz="2800" dirty="0"/>
              <a:t>扇区开始位置</a:t>
            </a:r>
          </a:p>
          <a:p>
            <a:pPr lvl="1" eaLnBrk="1" hangingPunct="1"/>
            <a:r>
              <a:rPr lang="zh-CN" altLang="en-US" dirty="0"/>
              <a:t>由磁盘控制器产生扇标脉冲</a:t>
            </a:r>
          </a:p>
        </p:txBody>
      </p:sp>
      <p:pic>
        <p:nvPicPr>
          <p:cNvPr id="33798" name="Picture 3" descr="7a9">
            <a:hlinkClick r:id="rId4" action="ppaction://hlinkfile"/>
            <a:extLst>
              <a:ext uri="{FF2B5EF4-FFF2-40B4-BE49-F238E27FC236}">
                <a16:creationId xmlns:a16="http://schemas.microsoft.com/office/drawing/2014/main" id="{52FE407B-C104-452A-890D-4B18BAE6F7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975" y="4829175"/>
            <a:ext cx="718185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a:extLst>
              <a:ext uri="{FF2B5EF4-FFF2-40B4-BE49-F238E27FC236}">
                <a16:creationId xmlns:a16="http://schemas.microsoft.com/office/drawing/2014/main" id="{39E01546-39F8-407D-84D7-A9EECA3F47C9}"/>
              </a:ext>
            </a:extLst>
          </p:cNvPr>
          <p:cNvSpPr>
            <a:spLocks noGrp="1" noChangeArrowheads="1"/>
          </p:cNvSpPr>
          <p:nvPr>
            <p:ph type="title"/>
          </p:nvPr>
        </p:nvSpPr>
        <p:spPr/>
        <p:txBody>
          <a:bodyPr/>
          <a:lstStyle/>
          <a:p>
            <a:pPr eaLnBrk="1" hangingPunct="1">
              <a:defRPr/>
            </a:pPr>
            <a:r>
              <a:rPr kumimoji="1" lang="zh-CN" altLang="en-US"/>
              <a:t>磁盘上信息的分布（</a:t>
            </a:r>
            <a:r>
              <a:rPr kumimoji="1" lang="en-US" altLang="zh-CN"/>
              <a:t>2</a:t>
            </a:r>
            <a:r>
              <a:rPr kumimoji="1" lang="zh-CN" altLang="en-US"/>
              <a:t>）</a:t>
            </a:r>
          </a:p>
        </p:txBody>
      </p:sp>
      <p:grpSp>
        <p:nvGrpSpPr>
          <p:cNvPr id="35844" name="Group 4">
            <a:extLst>
              <a:ext uri="{FF2B5EF4-FFF2-40B4-BE49-F238E27FC236}">
                <a16:creationId xmlns:a16="http://schemas.microsoft.com/office/drawing/2014/main" id="{B24ADA96-74A3-44EE-991E-054B103266DB}"/>
              </a:ext>
            </a:extLst>
          </p:cNvPr>
          <p:cNvGrpSpPr>
            <a:grpSpLocks/>
          </p:cNvGrpSpPr>
          <p:nvPr/>
        </p:nvGrpSpPr>
        <p:grpSpPr bwMode="auto">
          <a:xfrm>
            <a:off x="430213" y="1273175"/>
            <a:ext cx="4602162" cy="3748088"/>
            <a:chOff x="955" y="663"/>
            <a:chExt cx="3460" cy="2858"/>
          </a:xfrm>
        </p:grpSpPr>
        <p:sp>
          <p:nvSpPr>
            <p:cNvPr id="35872" name="Oval 5">
              <a:extLst>
                <a:ext uri="{FF2B5EF4-FFF2-40B4-BE49-F238E27FC236}">
                  <a16:creationId xmlns:a16="http://schemas.microsoft.com/office/drawing/2014/main" id="{9D22BE8B-4B34-441B-B54D-65F3AB4BB2DE}"/>
                </a:ext>
              </a:extLst>
            </p:cNvPr>
            <p:cNvSpPr>
              <a:spLocks noChangeArrowheads="1"/>
            </p:cNvSpPr>
            <p:nvPr/>
          </p:nvSpPr>
          <p:spPr bwMode="auto">
            <a:xfrm>
              <a:off x="1724" y="1143"/>
              <a:ext cx="2363" cy="2378"/>
            </a:xfrm>
            <a:prstGeom prst="ellipse">
              <a:avLst/>
            </a:prstGeom>
            <a:solidFill>
              <a:schemeClr val="bg2"/>
            </a:solidFill>
            <a:ln w="952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73" name="Oval 6">
              <a:extLst>
                <a:ext uri="{FF2B5EF4-FFF2-40B4-BE49-F238E27FC236}">
                  <a16:creationId xmlns:a16="http://schemas.microsoft.com/office/drawing/2014/main" id="{F80D0024-C794-42CA-A2C2-C3CA948EC707}"/>
                </a:ext>
              </a:extLst>
            </p:cNvPr>
            <p:cNvSpPr>
              <a:spLocks noChangeArrowheads="1"/>
            </p:cNvSpPr>
            <p:nvPr/>
          </p:nvSpPr>
          <p:spPr bwMode="auto">
            <a:xfrm>
              <a:off x="1829" y="1248"/>
              <a:ext cx="2153" cy="216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74" name="Line 7">
              <a:extLst>
                <a:ext uri="{FF2B5EF4-FFF2-40B4-BE49-F238E27FC236}">
                  <a16:creationId xmlns:a16="http://schemas.microsoft.com/office/drawing/2014/main" id="{5091DB10-A9DB-4CC5-8152-0F22A1B0817D}"/>
                </a:ext>
              </a:extLst>
            </p:cNvPr>
            <p:cNvSpPr>
              <a:spLocks noChangeShapeType="1"/>
            </p:cNvSpPr>
            <p:nvPr/>
          </p:nvSpPr>
          <p:spPr bwMode="auto">
            <a:xfrm flipV="1">
              <a:off x="1724" y="2332"/>
              <a:ext cx="2363"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75" name="Line 8">
              <a:extLst>
                <a:ext uri="{FF2B5EF4-FFF2-40B4-BE49-F238E27FC236}">
                  <a16:creationId xmlns:a16="http://schemas.microsoft.com/office/drawing/2014/main" id="{3FB3748F-80F1-4940-BAD4-9357D0AA2A83}"/>
                </a:ext>
              </a:extLst>
            </p:cNvPr>
            <p:cNvSpPr>
              <a:spLocks noChangeShapeType="1"/>
            </p:cNvSpPr>
            <p:nvPr/>
          </p:nvSpPr>
          <p:spPr bwMode="auto">
            <a:xfrm>
              <a:off x="2905" y="1143"/>
              <a:ext cx="0" cy="2378"/>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76" name="Line 9">
              <a:extLst>
                <a:ext uri="{FF2B5EF4-FFF2-40B4-BE49-F238E27FC236}">
                  <a16:creationId xmlns:a16="http://schemas.microsoft.com/office/drawing/2014/main" id="{A112F2CF-A4BA-4A74-9822-AF509A3810EB}"/>
                </a:ext>
              </a:extLst>
            </p:cNvPr>
            <p:cNvSpPr>
              <a:spLocks noChangeShapeType="1"/>
            </p:cNvSpPr>
            <p:nvPr/>
          </p:nvSpPr>
          <p:spPr bwMode="auto">
            <a:xfrm>
              <a:off x="2019" y="1515"/>
              <a:ext cx="1772" cy="1634"/>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77" name="Line 10">
              <a:extLst>
                <a:ext uri="{FF2B5EF4-FFF2-40B4-BE49-F238E27FC236}">
                  <a16:creationId xmlns:a16="http://schemas.microsoft.com/office/drawing/2014/main" id="{DDF0B472-1FC7-480E-93D3-E6BB1935267B}"/>
                </a:ext>
              </a:extLst>
            </p:cNvPr>
            <p:cNvSpPr>
              <a:spLocks noChangeShapeType="1"/>
            </p:cNvSpPr>
            <p:nvPr/>
          </p:nvSpPr>
          <p:spPr bwMode="auto">
            <a:xfrm flipH="1">
              <a:off x="2019" y="1589"/>
              <a:ext cx="1772" cy="156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35878" name="Oval 11">
              <a:extLst>
                <a:ext uri="{FF2B5EF4-FFF2-40B4-BE49-F238E27FC236}">
                  <a16:creationId xmlns:a16="http://schemas.microsoft.com/office/drawing/2014/main" id="{C406915A-8CEF-4DB1-BAD8-B772AC7873D3}"/>
                </a:ext>
              </a:extLst>
            </p:cNvPr>
            <p:cNvSpPr>
              <a:spLocks noChangeArrowheads="1"/>
            </p:cNvSpPr>
            <p:nvPr/>
          </p:nvSpPr>
          <p:spPr bwMode="auto">
            <a:xfrm>
              <a:off x="2462" y="1886"/>
              <a:ext cx="886" cy="892"/>
            </a:xfrm>
            <a:prstGeom prst="ellipse">
              <a:avLst/>
            </a:prstGeom>
            <a:solidFill>
              <a:schemeClr val="bg2"/>
            </a:solidFill>
            <a:ln w="12700" cap="sq">
              <a:solidFill>
                <a:schemeClr val="tx1"/>
              </a:solidFill>
              <a:round/>
              <a:headEnd type="none" w="sm" len="sm"/>
              <a:tailEnd type="none" w="sm" len="sm"/>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79" name="Oval 12">
              <a:extLst>
                <a:ext uri="{FF2B5EF4-FFF2-40B4-BE49-F238E27FC236}">
                  <a16:creationId xmlns:a16="http://schemas.microsoft.com/office/drawing/2014/main" id="{D5517BE4-6967-4208-8BAB-4486F6718927}"/>
                </a:ext>
              </a:extLst>
            </p:cNvPr>
            <p:cNvSpPr>
              <a:spLocks noChangeArrowheads="1"/>
            </p:cNvSpPr>
            <p:nvPr/>
          </p:nvSpPr>
          <p:spPr bwMode="auto">
            <a:xfrm>
              <a:off x="2684" y="2109"/>
              <a:ext cx="443" cy="446"/>
            </a:xfrm>
            <a:prstGeom prst="ellipse">
              <a:avLst/>
            </a:prstGeom>
            <a:solidFill>
              <a:srgbClr val="FFFFFF"/>
            </a:solidFill>
            <a:ln w="12700" cap="sq">
              <a:solidFill>
                <a:schemeClr val="tx1"/>
              </a:solidFill>
              <a:round/>
              <a:headEnd type="none" w="sm" len="sm"/>
              <a:tailEnd type="none" w="sm" len="sm"/>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80" name="Oval 13">
              <a:extLst>
                <a:ext uri="{FF2B5EF4-FFF2-40B4-BE49-F238E27FC236}">
                  <a16:creationId xmlns:a16="http://schemas.microsoft.com/office/drawing/2014/main" id="{B63CD28B-8C45-42FC-8113-59C1C0C5BE74}"/>
                </a:ext>
              </a:extLst>
            </p:cNvPr>
            <p:cNvSpPr>
              <a:spLocks noChangeArrowheads="1"/>
            </p:cNvSpPr>
            <p:nvPr/>
          </p:nvSpPr>
          <p:spPr bwMode="auto">
            <a:xfrm>
              <a:off x="2241" y="1663"/>
              <a:ext cx="1329" cy="1338"/>
            </a:xfrm>
            <a:prstGeom prst="ellipse">
              <a:avLst/>
            </a:prstGeom>
            <a:noFill/>
            <a:ln w="12700"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81" name="Line 14">
              <a:extLst>
                <a:ext uri="{FF2B5EF4-FFF2-40B4-BE49-F238E27FC236}">
                  <a16:creationId xmlns:a16="http://schemas.microsoft.com/office/drawing/2014/main" id="{C133879E-622B-4FB4-97B1-27C3BC4BC5B8}"/>
                </a:ext>
              </a:extLst>
            </p:cNvPr>
            <p:cNvSpPr>
              <a:spLocks noChangeShapeType="1"/>
            </p:cNvSpPr>
            <p:nvPr/>
          </p:nvSpPr>
          <p:spPr bwMode="auto">
            <a:xfrm flipH="1">
              <a:off x="3348" y="771"/>
              <a:ext cx="370" cy="818"/>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2" name="Line 15">
              <a:extLst>
                <a:ext uri="{FF2B5EF4-FFF2-40B4-BE49-F238E27FC236}">
                  <a16:creationId xmlns:a16="http://schemas.microsoft.com/office/drawing/2014/main" id="{957EBA58-D7EC-444C-876F-1C1320EF5486}"/>
                </a:ext>
              </a:extLst>
            </p:cNvPr>
            <p:cNvSpPr>
              <a:spLocks noChangeShapeType="1"/>
            </p:cNvSpPr>
            <p:nvPr/>
          </p:nvSpPr>
          <p:spPr bwMode="auto">
            <a:xfrm>
              <a:off x="2019" y="994"/>
              <a:ext cx="517" cy="521"/>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3" name="Line 16">
              <a:extLst>
                <a:ext uri="{FF2B5EF4-FFF2-40B4-BE49-F238E27FC236}">
                  <a16:creationId xmlns:a16="http://schemas.microsoft.com/office/drawing/2014/main" id="{7320C0B7-F454-488E-9CD2-830C22965537}"/>
                </a:ext>
              </a:extLst>
            </p:cNvPr>
            <p:cNvSpPr>
              <a:spLocks noChangeShapeType="1"/>
            </p:cNvSpPr>
            <p:nvPr/>
          </p:nvSpPr>
          <p:spPr bwMode="auto">
            <a:xfrm rot="-1157276">
              <a:off x="986" y="1982"/>
              <a:ext cx="812" cy="297"/>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4" name="Line 17">
              <a:extLst>
                <a:ext uri="{FF2B5EF4-FFF2-40B4-BE49-F238E27FC236}">
                  <a16:creationId xmlns:a16="http://schemas.microsoft.com/office/drawing/2014/main" id="{CA0CA1A0-3A55-43ED-956E-332275305DFD}"/>
                </a:ext>
              </a:extLst>
            </p:cNvPr>
            <p:cNvSpPr>
              <a:spLocks noChangeShapeType="1"/>
            </p:cNvSpPr>
            <p:nvPr/>
          </p:nvSpPr>
          <p:spPr bwMode="auto">
            <a:xfrm rot="10869772" flipH="1">
              <a:off x="1576" y="2629"/>
              <a:ext cx="739" cy="223"/>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885" name="Text Box 18">
              <a:extLst>
                <a:ext uri="{FF2B5EF4-FFF2-40B4-BE49-F238E27FC236}">
                  <a16:creationId xmlns:a16="http://schemas.microsoft.com/office/drawing/2014/main" id="{35B352A2-44BF-4E10-9A27-7F5FC24D1F00}"/>
                </a:ext>
              </a:extLst>
            </p:cNvPr>
            <p:cNvSpPr txBox="1">
              <a:spLocks noChangeArrowheads="1"/>
            </p:cNvSpPr>
            <p:nvPr/>
          </p:nvSpPr>
          <p:spPr bwMode="auto">
            <a:xfrm>
              <a:off x="3702" y="663"/>
              <a:ext cx="71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 typeface="Wingdings 2" panose="05020102010507070707" pitchFamily="18" charset="2"/>
                <a:buNone/>
              </a:pPr>
              <a:r>
                <a:rPr lang="en-US" altLang="zh-CN" sz="2400">
                  <a:ea typeface="宋体" panose="02010600030101010101" pitchFamily="2" charset="-122"/>
                </a:rPr>
                <a:t>1</a:t>
              </a:r>
              <a:r>
                <a:rPr lang="zh-CN" altLang="en-US" sz="2400">
                  <a:ea typeface="宋体" panose="02010600030101010101" pitchFamily="2" charset="-122"/>
                </a:rPr>
                <a:t>扇区</a:t>
              </a:r>
            </a:p>
          </p:txBody>
        </p:sp>
        <p:sp>
          <p:nvSpPr>
            <p:cNvPr id="35886" name="Text Box 19">
              <a:extLst>
                <a:ext uri="{FF2B5EF4-FFF2-40B4-BE49-F238E27FC236}">
                  <a16:creationId xmlns:a16="http://schemas.microsoft.com/office/drawing/2014/main" id="{1A8ED69E-FE82-469F-8CBA-BFAA23BA80FC}"/>
                </a:ext>
              </a:extLst>
            </p:cNvPr>
            <p:cNvSpPr txBox="1">
              <a:spLocks noChangeArrowheads="1"/>
            </p:cNvSpPr>
            <p:nvPr/>
          </p:nvSpPr>
          <p:spPr bwMode="auto">
            <a:xfrm>
              <a:off x="1207" y="812"/>
              <a:ext cx="714"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 typeface="Wingdings 2" panose="05020102010507070707" pitchFamily="18" charset="2"/>
                <a:buNone/>
              </a:pPr>
              <a:r>
                <a:rPr lang="en-US" altLang="zh-CN" sz="2400">
                  <a:ea typeface="宋体" panose="02010600030101010101" pitchFamily="2" charset="-122"/>
                </a:rPr>
                <a:t>2</a:t>
              </a:r>
              <a:r>
                <a:rPr lang="zh-CN" altLang="en-US" sz="2400">
                  <a:ea typeface="宋体" panose="02010600030101010101" pitchFamily="2" charset="-122"/>
                </a:rPr>
                <a:t>扇区</a:t>
              </a:r>
            </a:p>
          </p:txBody>
        </p:sp>
        <p:sp>
          <p:nvSpPr>
            <p:cNvPr id="35887" name="Text Box 20">
              <a:extLst>
                <a:ext uri="{FF2B5EF4-FFF2-40B4-BE49-F238E27FC236}">
                  <a16:creationId xmlns:a16="http://schemas.microsoft.com/office/drawing/2014/main" id="{567EDBEE-AF35-4376-8ED3-3CF60CAD39E6}"/>
                </a:ext>
              </a:extLst>
            </p:cNvPr>
            <p:cNvSpPr txBox="1">
              <a:spLocks noChangeArrowheads="1"/>
            </p:cNvSpPr>
            <p:nvPr/>
          </p:nvSpPr>
          <p:spPr bwMode="auto">
            <a:xfrm>
              <a:off x="955" y="1737"/>
              <a:ext cx="482"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 typeface="Wingdings 2" panose="05020102010507070707" pitchFamily="18" charset="2"/>
                <a:buNone/>
              </a:pPr>
              <a:r>
                <a:rPr lang="en-US" altLang="zh-CN" sz="2400" b="0">
                  <a:ea typeface="宋体" panose="02010600030101010101" pitchFamily="2" charset="-122"/>
                </a:rPr>
                <a:t>0</a:t>
              </a:r>
              <a:r>
                <a:rPr lang="zh-CN" altLang="en-US" sz="2400" b="0">
                  <a:ea typeface="宋体" panose="02010600030101010101" pitchFamily="2" charset="-122"/>
                </a:rPr>
                <a:t>道</a:t>
              </a:r>
            </a:p>
          </p:txBody>
        </p:sp>
        <p:sp>
          <p:nvSpPr>
            <p:cNvPr id="35888" name="Text Box 21">
              <a:extLst>
                <a:ext uri="{FF2B5EF4-FFF2-40B4-BE49-F238E27FC236}">
                  <a16:creationId xmlns:a16="http://schemas.microsoft.com/office/drawing/2014/main" id="{44797372-6D56-47BA-8B54-0B0280D58F95}"/>
                </a:ext>
              </a:extLst>
            </p:cNvPr>
            <p:cNvSpPr txBox="1">
              <a:spLocks noChangeArrowheads="1"/>
            </p:cNvSpPr>
            <p:nvPr/>
          </p:nvSpPr>
          <p:spPr bwMode="auto">
            <a:xfrm>
              <a:off x="986" y="2482"/>
              <a:ext cx="501" cy="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 typeface="Wingdings 2" panose="05020102010507070707" pitchFamily="18" charset="2"/>
                <a:buNone/>
              </a:pPr>
              <a:r>
                <a:rPr lang="en-US" altLang="zh-CN" sz="2800" b="0">
                  <a:ea typeface="宋体" panose="02010600030101010101" pitchFamily="2" charset="-122"/>
                </a:rPr>
                <a:t>n</a:t>
              </a:r>
              <a:r>
                <a:rPr lang="zh-CN" altLang="en-US" sz="2400" b="0">
                  <a:ea typeface="宋体" panose="02010600030101010101" pitchFamily="2" charset="-122"/>
                </a:rPr>
                <a:t>道</a:t>
              </a:r>
            </a:p>
          </p:txBody>
        </p:sp>
      </p:grpSp>
      <p:sp>
        <p:nvSpPr>
          <p:cNvPr id="141334" name="Text Box 22">
            <a:extLst>
              <a:ext uri="{FF2B5EF4-FFF2-40B4-BE49-F238E27FC236}">
                <a16:creationId xmlns:a16="http://schemas.microsoft.com/office/drawing/2014/main" id="{D02800D8-E112-4D79-A166-B97B2ACE1622}"/>
              </a:ext>
            </a:extLst>
          </p:cNvPr>
          <p:cNvSpPr txBox="1">
            <a:spLocks noChangeArrowheads="1"/>
          </p:cNvSpPr>
          <p:nvPr/>
        </p:nvSpPr>
        <p:spPr bwMode="auto">
          <a:xfrm>
            <a:off x="684213" y="5373688"/>
            <a:ext cx="7964487"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50000"/>
              </a:spcBef>
              <a:buClrTx/>
              <a:buFont typeface="Wingdings 2" panose="05020102010507070707" pitchFamily="18" charset="2"/>
              <a:buNone/>
            </a:pPr>
            <a:r>
              <a:rPr lang="zh-CN" altLang="en-US" sz="2800" dirty="0">
                <a:solidFill>
                  <a:schemeClr val="tx2"/>
                </a:solidFill>
                <a:latin typeface="楷体" panose="02010609060101010101" pitchFamily="49" charset="-122"/>
                <a:ea typeface="楷体" panose="02010609060101010101" pitchFamily="49" charset="-122"/>
              </a:rPr>
              <a:t>寻址：驱动器号、磁头号（面）、磁道号（柱面）、扇区号</a:t>
            </a:r>
          </a:p>
        </p:txBody>
      </p:sp>
      <p:grpSp>
        <p:nvGrpSpPr>
          <p:cNvPr id="3" name="Group 23">
            <a:extLst>
              <a:ext uri="{FF2B5EF4-FFF2-40B4-BE49-F238E27FC236}">
                <a16:creationId xmlns:a16="http://schemas.microsoft.com/office/drawing/2014/main" id="{381A86A8-5CE0-4819-819D-6A274632D4C1}"/>
              </a:ext>
            </a:extLst>
          </p:cNvPr>
          <p:cNvGrpSpPr>
            <a:grpSpLocks/>
          </p:cNvGrpSpPr>
          <p:nvPr/>
        </p:nvGrpSpPr>
        <p:grpSpPr bwMode="auto">
          <a:xfrm>
            <a:off x="5334000" y="1027113"/>
            <a:ext cx="3581400" cy="4138612"/>
            <a:chOff x="624" y="1488"/>
            <a:chExt cx="2256" cy="2607"/>
          </a:xfrm>
        </p:grpSpPr>
        <p:sp>
          <p:nvSpPr>
            <p:cNvPr id="141336" name="Oval 24">
              <a:extLst>
                <a:ext uri="{FF2B5EF4-FFF2-40B4-BE49-F238E27FC236}">
                  <a16:creationId xmlns:a16="http://schemas.microsoft.com/office/drawing/2014/main" id="{4360ACBB-28AC-4D75-8E7A-67650404138B}"/>
                </a:ext>
              </a:extLst>
            </p:cNvPr>
            <p:cNvSpPr>
              <a:spLocks noChangeArrowheads="1"/>
            </p:cNvSpPr>
            <p:nvPr/>
          </p:nvSpPr>
          <p:spPr bwMode="auto">
            <a:xfrm>
              <a:off x="631" y="2064"/>
              <a:ext cx="1200" cy="240"/>
            </a:xfrm>
            <a:prstGeom prst="ellipse">
              <a:avLst/>
            </a:prstGeom>
            <a:gradFill rotWithShape="0">
              <a:gsLst>
                <a:gs pos="0">
                  <a:schemeClr val="tx1"/>
                </a:gs>
                <a:gs pos="50000">
                  <a:schemeClr val="tx1">
                    <a:gamma/>
                    <a:shade val="46275"/>
                    <a:invGamma/>
                  </a:schemeClr>
                </a:gs>
                <a:gs pos="100000">
                  <a:schemeClr val="tx1"/>
                </a:gs>
              </a:gsLst>
              <a:lin ang="2700000" scaled="1"/>
            </a:gradFill>
            <a:ln w="9525">
              <a:solidFill>
                <a:schemeClr val="tx1"/>
              </a:solidFill>
              <a:round/>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37" name="Oval 25">
              <a:extLst>
                <a:ext uri="{FF2B5EF4-FFF2-40B4-BE49-F238E27FC236}">
                  <a16:creationId xmlns:a16="http://schemas.microsoft.com/office/drawing/2014/main" id="{5CB586EB-70F1-472E-ACBB-F96D7ED5AAC9}"/>
                </a:ext>
              </a:extLst>
            </p:cNvPr>
            <p:cNvSpPr>
              <a:spLocks noChangeArrowheads="1"/>
            </p:cNvSpPr>
            <p:nvPr/>
          </p:nvSpPr>
          <p:spPr bwMode="auto">
            <a:xfrm>
              <a:off x="631" y="2448"/>
              <a:ext cx="1200" cy="240"/>
            </a:xfrm>
            <a:prstGeom prst="ellipse">
              <a:avLst/>
            </a:prstGeom>
            <a:gradFill rotWithShape="0">
              <a:gsLst>
                <a:gs pos="0">
                  <a:schemeClr val="tx1"/>
                </a:gs>
                <a:gs pos="50000">
                  <a:schemeClr val="tx1">
                    <a:gamma/>
                    <a:shade val="46275"/>
                    <a:invGamma/>
                  </a:schemeClr>
                </a:gs>
                <a:gs pos="100000">
                  <a:schemeClr val="tx1"/>
                </a:gs>
              </a:gsLst>
              <a:lin ang="2700000" scaled="1"/>
            </a:gradFill>
            <a:ln w="9525">
              <a:solidFill>
                <a:schemeClr val="tx1"/>
              </a:solidFill>
              <a:round/>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38" name="Oval 26">
              <a:extLst>
                <a:ext uri="{FF2B5EF4-FFF2-40B4-BE49-F238E27FC236}">
                  <a16:creationId xmlns:a16="http://schemas.microsoft.com/office/drawing/2014/main" id="{BC6A4E1D-BEDB-48D8-B4A5-8F98DDC009D4}"/>
                </a:ext>
              </a:extLst>
            </p:cNvPr>
            <p:cNvSpPr>
              <a:spLocks noChangeArrowheads="1"/>
            </p:cNvSpPr>
            <p:nvPr/>
          </p:nvSpPr>
          <p:spPr bwMode="auto">
            <a:xfrm>
              <a:off x="624" y="2832"/>
              <a:ext cx="1200" cy="240"/>
            </a:xfrm>
            <a:prstGeom prst="ellipse">
              <a:avLst/>
            </a:prstGeom>
            <a:gradFill rotWithShape="0">
              <a:gsLst>
                <a:gs pos="0">
                  <a:schemeClr val="tx1"/>
                </a:gs>
                <a:gs pos="50000">
                  <a:schemeClr val="tx1">
                    <a:gamma/>
                    <a:shade val="46275"/>
                    <a:invGamma/>
                  </a:schemeClr>
                </a:gs>
                <a:gs pos="100000">
                  <a:schemeClr val="tx1"/>
                </a:gs>
              </a:gsLst>
              <a:lin ang="2700000" scaled="1"/>
            </a:gradFill>
            <a:ln w="9525">
              <a:solidFill>
                <a:schemeClr val="tx1"/>
              </a:solidFill>
              <a:round/>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39" name="Oval 27">
              <a:extLst>
                <a:ext uri="{FF2B5EF4-FFF2-40B4-BE49-F238E27FC236}">
                  <a16:creationId xmlns:a16="http://schemas.microsoft.com/office/drawing/2014/main" id="{A955662D-22B0-4541-80CE-864013845D80}"/>
                </a:ext>
              </a:extLst>
            </p:cNvPr>
            <p:cNvSpPr>
              <a:spLocks noChangeArrowheads="1"/>
            </p:cNvSpPr>
            <p:nvPr/>
          </p:nvSpPr>
          <p:spPr bwMode="auto">
            <a:xfrm>
              <a:off x="635" y="3227"/>
              <a:ext cx="1200" cy="240"/>
            </a:xfrm>
            <a:prstGeom prst="ellipse">
              <a:avLst/>
            </a:prstGeom>
            <a:gradFill rotWithShape="0">
              <a:gsLst>
                <a:gs pos="0">
                  <a:schemeClr val="tx1"/>
                </a:gs>
                <a:gs pos="50000">
                  <a:schemeClr val="tx1">
                    <a:gamma/>
                    <a:shade val="46275"/>
                    <a:invGamma/>
                  </a:schemeClr>
                </a:gs>
                <a:gs pos="100000">
                  <a:schemeClr val="tx1"/>
                </a:gs>
              </a:gsLst>
              <a:lin ang="2700000" scaled="1"/>
            </a:gradFill>
            <a:ln w="9525">
              <a:solidFill>
                <a:schemeClr val="tx1"/>
              </a:solidFill>
              <a:round/>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40" name="Rectangle 28">
              <a:extLst>
                <a:ext uri="{FF2B5EF4-FFF2-40B4-BE49-F238E27FC236}">
                  <a16:creationId xmlns:a16="http://schemas.microsoft.com/office/drawing/2014/main" id="{5BDD81B5-BB05-4FEE-9EE4-266227DA23D2}"/>
                </a:ext>
              </a:extLst>
            </p:cNvPr>
            <p:cNvSpPr>
              <a:spLocks noChangeArrowheads="1"/>
            </p:cNvSpPr>
            <p:nvPr/>
          </p:nvSpPr>
          <p:spPr bwMode="auto">
            <a:xfrm>
              <a:off x="1111" y="1798"/>
              <a:ext cx="192" cy="384"/>
            </a:xfrm>
            <a:prstGeom prst="rect">
              <a:avLst/>
            </a:prstGeom>
            <a:gradFill rotWithShape="0">
              <a:gsLst>
                <a:gs pos="0">
                  <a:schemeClr val="bg2"/>
                </a:gs>
                <a:gs pos="50000">
                  <a:schemeClr val="folHlink"/>
                </a:gs>
                <a:gs pos="100000">
                  <a:schemeClr val="bg2"/>
                </a:gs>
              </a:gsLst>
              <a:lin ang="0" scaled="1"/>
            </a:gradFill>
            <a:ln w="9525">
              <a:solidFill>
                <a:schemeClr val="bg2"/>
              </a:solid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41" name="Rectangle 29">
              <a:extLst>
                <a:ext uri="{FF2B5EF4-FFF2-40B4-BE49-F238E27FC236}">
                  <a16:creationId xmlns:a16="http://schemas.microsoft.com/office/drawing/2014/main" id="{9A2BE95C-A9E3-447D-BFEC-7DAFBBD2B242}"/>
                </a:ext>
              </a:extLst>
            </p:cNvPr>
            <p:cNvSpPr>
              <a:spLocks noChangeArrowheads="1"/>
            </p:cNvSpPr>
            <p:nvPr/>
          </p:nvSpPr>
          <p:spPr bwMode="auto">
            <a:xfrm>
              <a:off x="1115" y="2315"/>
              <a:ext cx="177" cy="240"/>
            </a:xfrm>
            <a:prstGeom prst="rect">
              <a:avLst/>
            </a:prstGeom>
            <a:gradFill rotWithShape="0">
              <a:gsLst>
                <a:gs pos="0">
                  <a:schemeClr val="bg2"/>
                </a:gs>
                <a:gs pos="50000">
                  <a:schemeClr val="folHlink"/>
                </a:gs>
                <a:gs pos="100000">
                  <a:schemeClr val="bg2"/>
                </a:gs>
              </a:gsLst>
              <a:lin ang="0" scaled="1"/>
            </a:gradFill>
            <a:ln w="9525">
              <a:solidFill>
                <a:schemeClr val="bg2"/>
              </a:solid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42" name="Rectangle 30">
              <a:extLst>
                <a:ext uri="{FF2B5EF4-FFF2-40B4-BE49-F238E27FC236}">
                  <a16:creationId xmlns:a16="http://schemas.microsoft.com/office/drawing/2014/main" id="{329D1AD7-5126-479D-91BF-0B90F9F45DD2}"/>
                </a:ext>
              </a:extLst>
            </p:cNvPr>
            <p:cNvSpPr>
              <a:spLocks noChangeArrowheads="1"/>
            </p:cNvSpPr>
            <p:nvPr/>
          </p:nvSpPr>
          <p:spPr bwMode="auto">
            <a:xfrm>
              <a:off x="1115" y="2699"/>
              <a:ext cx="177" cy="240"/>
            </a:xfrm>
            <a:prstGeom prst="rect">
              <a:avLst/>
            </a:prstGeom>
            <a:gradFill rotWithShape="0">
              <a:gsLst>
                <a:gs pos="0">
                  <a:schemeClr val="bg2"/>
                </a:gs>
                <a:gs pos="50000">
                  <a:schemeClr val="folHlink"/>
                </a:gs>
                <a:gs pos="100000">
                  <a:schemeClr val="bg2"/>
                </a:gs>
              </a:gsLst>
              <a:lin ang="0" scaled="1"/>
            </a:gradFill>
            <a:ln w="9525">
              <a:solidFill>
                <a:schemeClr val="bg2"/>
              </a:solid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43" name="Rectangle 31">
              <a:extLst>
                <a:ext uri="{FF2B5EF4-FFF2-40B4-BE49-F238E27FC236}">
                  <a16:creationId xmlns:a16="http://schemas.microsoft.com/office/drawing/2014/main" id="{7C4E0580-09A9-4EB6-A6C1-4C9106BE3ED2}"/>
                </a:ext>
              </a:extLst>
            </p:cNvPr>
            <p:cNvSpPr>
              <a:spLocks noChangeArrowheads="1"/>
            </p:cNvSpPr>
            <p:nvPr/>
          </p:nvSpPr>
          <p:spPr bwMode="auto">
            <a:xfrm>
              <a:off x="1115" y="3083"/>
              <a:ext cx="177" cy="240"/>
            </a:xfrm>
            <a:prstGeom prst="rect">
              <a:avLst/>
            </a:prstGeom>
            <a:gradFill rotWithShape="0">
              <a:gsLst>
                <a:gs pos="0">
                  <a:schemeClr val="bg2"/>
                </a:gs>
                <a:gs pos="50000">
                  <a:schemeClr val="folHlink"/>
                </a:gs>
                <a:gs pos="100000">
                  <a:schemeClr val="bg2"/>
                </a:gs>
              </a:gsLst>
              <a:lin ang="0" scaled="1"/>
            </a:gradFill>
            <a:ln w="9525">
              <a:solidFill>
                <a:schemeClr val="bg2"/>
              </a:solid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44" name="Rectangle 32">
              <a:extLst>
                <a:ext uri="{FF2B5EF4-FFF2-40B4-BE49-F238E27FC236}">
                  <a16:creationId xmlns:a16="http://schemas.microsoft.com/office/drawing/2014/main" id="{C79063AC-DF22-4DAD-81B8-27B01214C2FD}"/>
                </a:ext>
              </a:extLst>
            </p:cNvPr>
            <p:cNvSpPr>
              <a:spLocks noChangeArrowheads="1"/>
            </p:cNvSpPr>
            <p:nvPr/>
          </p:nvSpPr>
          <p:spPr bwMode="auto">
            <a:xfrm>
              <a:off x="1130" y="3478"/>
              <a:ext cx="177" cy="240"/>
            </a:xfrm>
            <a:prstGeom prst="rect">
              <a:avLst/>
            </a:prstGeom>
            <a:gradFill rotWithShape="0">
              <a:gsLst>
                <a:gs pos="0">
                  <a:schemeClr val="bg2"/>
                </a:gs>
                <a:gs pos="50000">
                  <a:schemeClr val="folHlink"/>
                </a:gs>
                <a:gs pos="100000">
                  <a:schemeClr val="bg2"/>
                </a:gs>
              </a:gsLst>
              <a:lin ang="0" scaled="1"/>
            </a:gradFill>
            <a:ln w="9525">
              <a:solidFill>
                <a:schemeClr val="bg2"/>
              </a:solid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en-US">
                <a:ea typeface="黑体" panose="02010609060101010101" pitchFamily="2" charset="-122"/>
                <a:sym typeface="+mn-ea"/>
              </a:endParaRPr>
            </a:p>
          </p:txBody>
        </p:sp>
        <p:sp>
          <p:nvSpPr>
            <p:cNvPr id="141345" name="Rectangle 33">
              <a:extLst>
                <a:ext uri="{FF2B5EF4-FFF2-40B4-BE49-F238E27FC236}">
                  <a16:creationId xmlns:a16="http://schemas.microsoft.com/office/drawing/2014/main" id="{3C7F5FE8-492E-4F88-9523-506BAE829A7F}"/>
                </a:ext>
              </a:extLst>
            </p:cNvPr>
            <p:cNvSpPr>
              <a:spLocks noChangeArrowheads="1"/>
            </p:cNvSpPr>
            <p:nvPr/>
          </p:nvSpPr>
          <p:spPr bwMode="auto">
            <a:xfrm>
              <a:off x="624" y="3711"/>
              <a:ext cx="1200" cy="384"/>
            </a:xfrm>
            <a:prstGeom prst="rect">
              <a:avLst/>
            </a:prstGeom>
            <a:gradFill rotWithShape="0">
              <a:gsLst>
                <a:gs pos="0">
                  <a:schemeClr val="folHlink"/>
                </a:gs>
                <a:gs pos="50000">
                  <a:schemeClr val="bg2"/>
                </a:gs>
                <a:gs pos="100000">
                  <a:schemeClr val="folHlink"/>
                </a:gs>
              </a:gsLst>
              <a:lin ang="5400000" scaled="1"/>
            </a:gradFill>
            <a:ln w="9525">
              <a:solidFill>
                <a:schemeClr val="bg2"/>
              </a:solidFill>
              <a:miter lim="800000"/>
            </a:ln>
            <a:effectLst/>
          </p:spPr>
          <p:txBody>
            <a:bodyPr wrap="none" anchor="ctr"/>
            <a:lstStyle/>
            <a:p>
              <a:pPr algn="ctr" eaLnBrk="1" hangingPunct="1">
                <a:defRPr/>
              </a:pPr>
              <a:r>
                <a:rPr kumimoji="1" lang="zh-CN" altLang="en-US" sz="1800" b="1">
                  <a:solidFill>
                    <a:srgbClr val="FFFF00"/>
                  </a:solidFill>
                  <a:latin typeface="楷体" panose="02010609060101010101" pitchFamily="49" charset="-122"/>
                  <a:ea typeface="楷体" panose="02010609060101010101" pitchFamily="49" charset="-122"/>
                  <a:sym typeface="+mn-ea"/>
                </a:rPr>
                <a:t>旋转驱动机构</a:t>
              </a:r>
            </a:p>
          </p:txBody>
        </p:sp>
        <p:sp>
          <p:nvSpPr>
            <p:cNvPr id="35857" name="Freeform 34">
              <a:extLst>
                <a:ext uri="{FF2B5EF4-FFF2-40B4-BE49-F238E27FC236}">
                  <a16:creationId xmlns:a16="http://schemas.microsoft.com/office/drawing/2014/main" id="{5FAFA09A-6CDA-4E39-A602-352E08E4EBB3}"/>
                </a:ext>
              </a:extLst>
            </p:cNvPr>
            <p:cNvSpPr>
              <a:spLocks noChangeArrowheads="1"/>
            </p:cNvSpPr>
            <p:nvPr/>
          </p:nvSpPr>
          <p:spPr bwMode="auto">
            <a:xfrm>
              <a:off x="1056" y="1488"/>
              <a:ext cx="344" cy="240"/>
            </a:xfrm>
            <a:custGeom>
              <a:avLst/>
              <a:gdLst>
                <a:gd name="T0" fmla="*/ 0 w 344"/>
                <a:gd name="T1" fmla="*/ 96 h 240"/>
                <a:gd name="T2" fmla="*/ 144 w 344"/>
                <a:gd name="T3" fmla="*/ 240 h 240"/>
                <a:gd name="T4" fmla="*/ 336 w 344"/>
                <a:gd name="T5" fmla="*/ 96 h 240"/>
                <a:gd name="T6" fmla="*/ 192 w 344"/>
                <a:gd name="T7" fmla="*/ 0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44" h="240">
                  <a:moveTo>
                    <a:pt x="0" y="96"/>
                  </a:moveTo>
                  <a:cubicBezTo>
                    <a:pt x="44" y="168"/>
                    <a:pt x="88" y="240"/>
                    <a:pt x="144" y="240"/>
                  </a:cubicBezTo>
                  <a:cubicBezTo>
                    <a:pt x="200" y="240"/>
                    <a:pt x="328" y="136"/>
                    <a:pt x="336" y="96"/>
                  </a:cubicBezTo>
                  <a:cubicBezTo>
                    <a:pt x="344" y="56"/>
                    <a:pt x="216" y="16"/>
                    <a:pt x="192" y="0"/>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35858" name="Rectangle 35">
              <a:extLst>
                <a:ext uri="{FF2B5EF4-FFF2-40B4-BE49-F238E27FC236}">
                  <a16:creationId xmlns:a16="http://schemas.microsoft.com/office/drawing/2014/main" id="{EB2FD9E1-7507-48FD-A299-26267999525D}"/>
                </a:ext>
              </a:extLst>
            </p:cNvPr>
            <p:cNvSpPr>
              <a:spLocks noChangeArrowheads="1"/>
            </p:cNvSpPr>
            <p:nvPr/>
          </p:nvSpPr>
          <p:spPr bwMode="auto">
            <a:xfrm>
              <a:off x="1632" y="2160"/>
              <a:ext cx="96" cy="48"/>
            </a:xfrm>
            <a:prstGeom prst="rect">
              <a:avLst/>
            </a:prstGeom>
            <a:solidFill>
              <a:schemeClr val="bg2"/>
            </a:solidFill>
            <a:ln w="9525">
              <a:solidFill>
                <a:schemeClr val="bg2"/>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59" name="Rectangle 36">
              <a:extLst>
                <a:ext uri="{FF2B5EF4-FFF2-40B4-BE49-F238E27FC236}">
                  <a16:creationId xmlns:a16="http://schemas.microsoft.com/office/drawing/2014/main" id="{9606AD36-099A-489C-8292-51737F7A5E01}"/>
                </a:ext>
              </a:extLst>
            </p:cNvPr>
            <p:cNvSpPr>
              <a:spLocks noChangeArrowheads="1"/>
            </p:cNvSpPr>
            <p:nvPr/>
          </p:nvSpPr>
          <p:spPr bwMode="auto">
            <a:xfrm>
              <a:off x="1632" y="2544"/>
              <a:ext cx="96" cy="48"/>
            </a:xfrm>
            <a:prstGeom prst="rect">
              <a:avLst/>
            </a:prstGeom>
            <a:solidFill>
              <a:schemeClr val="bg2"/>
            </a:solidFill>
            <a:ln w="9525">
              <a:solidFill>
                <a:schemeClr val="bg2"/>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60" name="Rectangle 37">
              <a:extLst>
                <a:ext uri="{FF2B5EF4-FFF2-40B4-BE49-F238E27FC236}">
                  <a16:creationId xmlns:a16="http://schemas.microsoft.com/office/drawing/2014/main" id="{911F8DB4-4F01-4884-9F1E-4A8D4368A3D7}"/>
                </a:ext>
              </a:extLst>
            </p:cNvPr>
            <p:cNvSpPr>
              <a:spLocks noChangeArrowheads="1"/>
            </p:cNvSpPr>
            <p:nvPr/>
          </p:nvSpPr>
          <p:spPr bwMode="auto">
            <a:xfrm>
              <a:off x="1643" y="2917"/>
              <a:ext cx="96" cy="48"/>
            </a:xfrm>
            <a:prstGeom prst="rect">
              <a:avLst/>
            </a:prstGeom>
            <a:solidFill>
              <a:schemeClr val="bg2"/>
            </a:solidFill>
            <a:ln w="9525">
              <a:solidFill>
                <a:schemeClr val="bg2"/>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61" name="Rectangle 38">
              <a:extLst>
                <a:ext uri="{FF2B5EF4-FFF2-40B4-BE49-F238E27FC236}">
                  <a16:creationId xmlns:a16="http://schemas.microsoft.com/office/drawing/2014/main" id="{8DBE4294-9946-4EBE-8C4D-BB7D99B3314E}"/>
                </a:ext>
              </a:extLst>
            </p:cNvPr>
            <p:cNvSpPr>
              <a:spLocks noChangeArrowheads="1"/>
            </p:cNvSpPr>
            <p:nvPr/>
          </p:nvSpPr>
          <p:spPr bwMode="auto">
            <a:xfrm>
              <a:off x="1658" y="3323"/>
              <a:ext cx="96" cy="48"/>
            </a:xfrm>
            <a:prstGeom prst="rect">
              <a:avLst/>
            </a:prstGeom>
            <a:solidFill>
              <a:schemeClr val="bg2"/>
            </a:solidFill>
            <a:ln w="9525">
              <a:solidFill>
                <a:schemeClr val="bg2"/>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35862" name="Line 39">
              <a:extLst>
                <a:ext uri="{FF2B5EF4-FFF2-40B4-BE49-F238E27FC236}">
                  <a16:creationId xmlns:a16="http://schemas.microsoft.com/office/drawing/2014/main" id="{466CE886-7C10-471C-9826-61FE3A8E5C86}"/>
                </a:ext>
              </a:extLst>
            </p:cNvPr>
            <p:cNvSpPr>
              <a:spLocks noChangeShapeType="1"/>
            </p:cNvSpPr>
            <p:nvPr/>
          </p:nvSpPr>
          <p:spPr bwMode="auto">
            <a:xfrm flipV="1">
              <a:off x="1728" y="2186"/>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3" name="Line 40">
              <a:extLst>
                <a:ext uri="{FF2B5EF4-FFF2-40B4-BE49-F238E27FC236}">
                  <a16:creationId xmlns:a16="http://schemas.microsoft.com/office/drawing/2014/main" id="{F74BB689-7ABE-4CC6-8B4E-84F4291277E9}"/>
                </a:ext>
              </a:extLst>
            </p:cNvPr>
            <p:cNvSpPr>
              <a:spLocks noChangeShapeType="1"/>
            </p:cNvSpPr>
            <p:nvPr/>
          </p:nvSpPr>
          <p:spPr bwMode="auto">
            <a:xfrm flipV="1">
              <a:off x="1724" y="2271"/>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4" name="Line 41">
              <a:extLst>
                <a:ext uri="{FF2B5EF4-FFF2-40B4-BE49-F238E27FC236}">
                  <a16:creationId xmlns:a16="http://schemas.microsoft.com/office/drawing/2014/main" id="{6854FC5D-1A73-42CB-9CC5-3FD6BBF9DEBA}"/>
                </a:ext>
              </a:extLst>
            </p:cNvPr>
            <p:cNvSpPr>
              <a:spLocks noChangeShapeType="1"/>
            </p:cNvSpPr>
            <p:nvPr/>
          </p:nvSpPr>
          <p:spPr bwMode="auto">
            <a:xfrm flipV="1">
              <a:off x="1714" y="2555"/>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5" name="Line 42">
              <a:extLst>
                <a:ext uri="{FF2B5EF4-FFF2-40B4-BE49-F238E27FC236}">
                  <a16:creationId xmlns:a16="http://schemas.microsoft.com/office/drawing/2014/main" id="{EE4D93C9-6EF0-4992-B943-9F592E3575B0}"/>
                </a:ext>
              </a:extLst>
            </p:cNvPr>
            <p:cNvSpPr>
              <a:spLocks noChangeShapeType="1"/>
            </p:cNvSpPr>
            <p:nvPr/>
          </p:nvSpPr>
          <p:spPr bwMode="auto">
            <a:xfrm flipV="1">
              <a:off x="1732" y="2640"/>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6" name="Line 43">
              <a:extLst>
                <a:ext uri="{FF2B5EF4-FFF2-40B4-BE49-F238E27FC236}">
                  <a16:creationId xmlns:a16="http://schemas.microsoft.com/office/drawing/2014/main" id="{29851FC8-818D-4E0C-8408-28FD79AC2ED6}"/>
                </a:ext>
              </a:extLst>
            </p:cNvPr>
            <p:cNvSpPr>
              <a:spLocks noChangeShapeType="1"/>
            </p:cNvSpPr>
            <p:nvPr/>
          </p:nvSpPr>
          <p:spPr bwMode="auto">
            <a:xfrm flipV="1">
              <a:off x="1725" y="2928"/>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7" name="Line 44">
              <a:extLst>
                <a:ext uri="{FF2B5EF4-FFF2-40B4-BE49-F238E27FC236}">
                  <a16:creationId xmlns:a16="http://schemas.microsoft.com/office/drawing/2014/main" id="{7C63045D-BEFB-4AB7-A243-4505EBB020CE}"/>
                </a:ext>
              </a:extLst>
            </p:cNvPr>
            <p:cNvSpPr>
              <a:spLocks noChangeShapeType="1"/>
            </p:cNvSpPr>
            <p:nvPr/>
          </p:nvSpPr>
          <p:spPr bwMode="auto">
            <a:xfrm flipV="1">
              <a:off x="1743" y="3013"/>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8" name="Line 45">
              <a:extLst>
                <a:ext uri="{FF2B5EF4-FFF2-40B4-BE49-F238E27FC236}">
                  <a16:creationId xmlns:a16="http://schemas.microsoft.com/office/drawing/2014/main" id="{1656A4B7-16D4-4BBF-9466-A3C9CAE26708}"/>
                </a:ext>
              </a:extLst>
            </p:cNvPr>
            <p:cNvSpPr>
              <a:spLocks noChangeShapeType="1"/>
            </p:cNvSpPr>
            <p:nvPr/>
          </p:nvSpPr>
          <p:spPr bwMode="auto">
            <a:xfrm flipV="1">
              <a:off x="1747" y="3334"/>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69" name="Line 46">
              <a:extLst>
                <a:ext uri="{FF2B5EF4-FFF2-40B4-BE49-F238E27FC236}">
                  <a16:creationId xmlns:a16="http://schemas.microsoft.com/office/drawing/2014/main" id="{B78220EC-755D-4583-9F9B-685B5221D467}"/>
                </a:ext>
              </a:extLst>
            </p:cNvPr>
            <p:cNvSpPr>
              <a:spLocks noChangeShapeType="1"/>
            </p:cNvSpPr>
            <p:nvPr/>
          </p:nvSpPr>
          <p:spPr bwMode="auto">
            <a:xfrm flipV="1">
              <a:off x="1765" y="3419"/>
              <a:ext cx="8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1359" name="Rectangle 47">
              <a:extLst>
                <a:ext uri="{FF2B5EF4-FFF2-40B4-BE49-F238E27FC236}">
                  <a16:creationId xmlns:a16="http://schemas.microsoft.com/office/drawing/2014/main" id="{B60A0867-4D03-44A4-ABC2-6725B5ACB132}"/>
                </a:ext>
              </a:extLst>
            </p:cNvPr>
            <p:cNvSpPr>
              <a:spLocks noChangeArrowheads="1"/>
            </p:cNvSpPr>
            <p:nvPr/>
          </p:nvSpPr>
          <p:spPr bwMode="auto">
            <a:xfrm>
              <a:off x="2544" y="1968"/>
              <a:ext cx="336" cy="1584"/>
            </a:xfrm>
            <a:prstGeom prst="rect">
              <a:avLst/>
            </a:prstGeom>
            <a:gradFill rotWithShape="0">
              <a:gsLst>
                <a:gs pos="0">
                  <a:schemeClr val="folHlink"/>
                </a:gs>
                <a:gs pos="50000">
                  <a:schemeClr val="bg2"/>
                </a:gs>
                <a:gs pos="100000">
                  <a:schemeClr val="folHlink"/>
                </a:gs>
              </a:gsLst>
              <a:lin ang="0" scaled="1"/>
            </a:gradFill>
            <a:ln w="9525">
              <a:solidFill>
                <a:schemeClr val="folHlink"/>
              </a:solidFill>
              <a:miter lim="800000"/>
            </a:ln>
            <a:effectLst/>
          </p:spPr>
          <p:txBody>
            <a:bodyPr wrap="none" anchor="ctr"/>
            <a:lstStyle/>
            <a:p>
              <a:pPr algn="ctr" eaLnBrk="1" hangingPunct="1">
                <a:defRPr/>
              </a:pPr>
              <a:r>
                <a:rPr kumimoji="1" lang="zh-CN" altLang="en-US" sz="1800" b="1">
                  <a:solidFill>
                    <a:srgbClr val="FFFF00"/>
                  </a:solidFill>
                  <a:latin typeface="楷体" panose="02010609060101010101" pitchFamily="49" charset="-122"/>
                  <a:ea typeface="楷体" panose="02010609060101010101" pitchFamily="49" charset="-122"/>
                  <a:sym typeface="+mn-ea"/>
                </a:rPr>
                <a:t>磁</a:t>
              </a:r>
            </a:p>
            <a:p>
              <a:pPr algn="ctr" eaLnBrk="1" hangingPunct="1">
                <a:defRPr/>
              </a:pPr>
              <a:r>
                <a:rPr kumimoji="1" lang="zh-CN" altLang="en-US" sz="1800" b="1">
                  <a:solidFill>
                    <a:srgbClr val="FFFF00"/>
                  </a:solidFill>
                  <a:latin typeface="楷体" panose="02010609060101010101" pitchFamily="49" charset="-122"/>
                  <a:ea typeface="楷体" panose="02010609060101010101" pitchFamily="49" charset="-122"/>
                  <a:sym typeface="+mn-ea"/>
                </a:rPr>
                <a:t>头</a:t>
              </a:r>
            </a:p>
            <a:p>
              <a:pPr algn="ctr" eaLnBrk="1" hangingPunct="1">
                <a:defRPr/>
              </a:pPr>
              <a:r>
                <a:rPr kumimoji="1" lang="zh-CN" altLang="en-US" sz="1800" b="1">
                  <a:solidFill>
                    <a:srgbClr val="FFFF00"/>
                  </a:solidFill>
                  <a:latin typeface="楷体" panose="02010609060101010101" pitchFamily="49" charset="-122"/>
                  <a:ea typeface="楷体" panose="02010609060101010101" pitchFamily="49" charset="-122"/>
                  <a:sym typeface="+mn-ea"/>
                </a:rPr>
                <a:t>移</a:t>
              </a:r>
            </a:p>
            <a:p>
              <a:pPr algn="ctr" eaLnBrk="1" hangingPunct="1">
                <a:defRPr/>
              </a:pPr>
              <a:r>
                <a:rPr kumimoji="1" lang="zh-CN" altLang="en-US" sz="1800" b="1">
                  <a:solidFill>
                    <a:srgbClr val="FFFF00"/>
                  </a:solidFill>
                  <a:latin typeface="楷体" panose="02010609060101010101" pitchFamily="49" charset="-122"/>
                  <a:ea typeface="楷体" panose="02010609060101010101" pitchFamily="49" charset="-122"/>
                  <a:sym typeface="+mn-ea"/>
                </a:rPr>
                <a:t>动</a:t>
              </a:r>
            </a:p>
            <a:p>
              <a:pPr algn="ctr" eaLnBrk="1" hangingPunct="1">
                <a:defRPr/>
              </a:pPr>
              <a:r>
                <a:rPr kumimoji="1" lang="zh-CN" altLang="en-US" sz="1800" b="1">
                  <a:solidFill>
                    <a:srgbClr val="FFFF00"/>
                  </a:solidFill>
                  <a:latin typeface="楷体" panose="02010609060101010101" pitchFamily="49" charset="-122"/>
                  <a:ea typeface="楷体" panose="02010609060101010101" pitchFamily="49" charset="-122"/>
                  <a:sym typeface="+mn-ea"/>
                </a:rPr>
                <a:t>装</a:t>
              </a:r>
            </a:p>
            <a:p>
              <a:pPr algn="ctr" eaLnBrk="1" hangingPunct="1">
                <a:defRPr/>
              </a:pPr>
              <a:r>
                <a:rPr kumimoji="1" lang="zh-CN" altLang="en-US" sz="1800" b="1">
                  <a:solidFill>
                    <a:srgbClr val="FFFF00"/>
                  </a:solidFill>
                  <a:latin typeface="楷体" panose="02010609060101010101" pitchFamily="49" charset="-122"/>
                  <a:ea typeface="楷体" panose="02010609060101010101" pitchFamily="49" charset="-122"/>
                  <a:sym typeface="+mn-ea"/>
                </a:rPr>
                <a:t>置</a:t>
              </a:r>
            </a:p>
          </p:txBody>
        </p:sp>
        <p:sp>
          <p:nvSpPr>
            <p:cNvPr id="35871" name="Line 48">
              <a:extLst>
                <a:ext uri="{FF2B5EF4-FFF2-40B4-BE49-F238E27FC236}">
                  <a16:creationId xmlns:a16="http://schemas.microsoft.com/office/drawing/2014/main" id="{D648E63B-79FF-4C96-B870-2354390CF3ED}"/>
                </a:ext>
              </a:extLst>
            </p:cNvPr>
            <p:cNvSpPr>
              <a:spLocks noChangeShapeType="1"/>
            </p:cNvSpPr>
            <p:nvPr/>
          </p:nvSpPr>
          <p:spPr bwMode="auto">
            <a:xfrm>
              <a:off x="2577" y="3663"/>
              <a:ext cx="288"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141334"/>
                                        </p:tgtEl>
                                        <p:attrNameLst>
                                          <p:attrName>style.visibility</p:attrName>
                                        </p:attrNameLst>
                                      </p:cBhvr>
                                      <p:to>
                                        <p:strVal val="visible"/>
                                      </p:to>
                                    </p:set>
                                    <p:animEffect transition="in" filter="slide(fromRight)">
                                      <p:cBhvr>
                                        <p:cTn id="7" dur="500"/>
                                        <p:tgtEl>
                                          <p:spTgt spid="1413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3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7A3FE27F-2236-40CF-9FFF-C50FA03DC012}"/>
              </a:ext>
            </a:extLst>
          </p:cNvPr>
          <p:cNvSpPr>
            <a:spLocks noGrp="1" noChangeArrowheads="1"/>
          </p:cNvSpPr>
          <p:nvPr>
            <p:ph type="title"/>
          </p:nvPr>
        </p:nvSpPr>
        <p:spPr/>
        <p:txBody>
          <a:bodyPr/>
          <a:lstStyle/>
          <a:p>
            <a:pPr eaLnBrk="1" hangingPunct="1">
              <a:defRPr/>
            </a:pPr>
            <a:r>
              <a:rPr kumimoji="1" lang="zh-CN" altLang="en-US"/>
              <a:t>技术指标（</a:t>
            </a:r>
            <a:r>
              <a:rPr kumimoji="1" lang="en-US" altLang="zh-CN"/>
              <a:t>1</a:t>
            </a:r>
            <a:r>
              <a:rPr kumimoji="1" lang="zh-CN" altLang="en-US"/>
              <a:t>）</a:t>
            </a:r>
          </a:p>
        </p:txBody>
      </p:sp>
      <p:sp>
        <p:nvSpPr>
          <p:cNvPr id="36867" name="Rectangle 3">
            <a:extLst>
              <a:ext uri="{FF2B5EF4-FFF2-40B4-BE49-F238E27FC236}">
                <a16:creationId xmlns:a16="http://schemas.microsoft.com/office/drawing/2014/main" id="{D220FDB8-64AA-4F64-9698-2165105496B6}"/>
              </a:ext>
            </a:extLst>
          </p:cNvPr>
          <p:cNvSpPr>
            <a:spLocks noGrp="1" noChangeArrowheads="1"/>
          </p:cNvSpPr>
          <p:nvPr>
            <p:ph idx="1"/>
          </p:nvPr>
        </p:nvSpPr>
        <p:spPr>
          <a:xfrm>
            <a:off x="228600" y="1143000"/>
            <a:ext cx="8736013" cy="5094288"/>
          </a:xfrm>
        </p:spPr>
        <p:txBody>
          <a:bodyPr/>
          <a:lstStyle/>
          <a:p>
            <a:pPr eaLnBrk="1" hangingPunct="1"/>
            <a:r>
              <a:rPr lang="zh-CN" altLang="en-US" dirty="0"/>
              <a:t>存储密度</a:t>
            </a:r>
          </a:p>
          <a:p>
            <a:pPr eaLnBrk="1" hangingPunct="1"/>
            <a:r>
              <a:rPr lang="zh-CN" altLang="en-US" dirty="0"/>
              <a:t>存储容量</a:t>
            </a:r>
          </a:p>
          <a:p>
            <a:pPr eaLnBrk="1" hangingPunct="1"/>
            <a:r>
              <a:rPr lang="zh-CN" altLang="en-US" dirty="0"/>
              <a:t>平均存取时间</a:t>
            </a:r>
          </a:p>
          <a:p>
            <a:pPr eaLnBrk="1" hangingPunct="1"/>
            <a:r>
              <a:rPr lang="zh-CN" altLang="en-US" dirty="0"/>
              <a:t>数据传输率</a:t>
            </a:r>
          </a:p>
          <a:p>
            <a:pPr eaLnBrk="1" hangingPunct="1"/>
            <a:r>
              <a:rPr lang="zh-CN" altLang="en-US" dirty="0"/>
              <a:t>存储密度</a:t>
            </a:r>
          </a:p>
          <a:p>
            <a:pPr lvl="1" eaLnBrk="1" hangingPunct="1"/>
            <a:r>
              <a:rPr lang="zh-CN" altLang="en-US" dirty="0">
                <a:latin typeface="宋体" panose="02010600030101010101" pitchFamily="2" charset="-122"/>
              </a:rPr>
              <a:t>道密度：沿磁盘半径方向单位长度上的磁道数，单位为道</a:t>
            </a:r>
            <a:r>
              <a:rPr lang="en-US" altLang="zh-CN" dirty="0"/>
              <a:t>/</a:t>
            </a:r>
            <a:r>
              <a:rPr lang="zh-CN" altLang="en-US" dirty="0">
                <a:latin typeface="宋体" panose="02010600030101010101" pitchFamily="2" charset="-122"/>
              </a:rPr>
              <a:t>英寸。</a:t>
            </a:r>
          </a:p>
          <a:p>
            <a:pPr lvl="1" eaLnBrk="1" hangingPunct="1"/>
            <a:r>
              <a:rPr lang="zh-CN" altLang="en-US" dirty="0">
                <a:latin typeface="宋体" panose="02010600030101010101" pitchFamily="2" charset="-122"/>
              </a:rPr>
              <a:t>位密度：磁道单位长度上能记录的二进制代码位数，</a:t>
            </a:r>
            <a:r>
              <a:rPr lang="zh-CN" altLang="en-US" dirty="0"/>
              <a:t> </a:t>
            </a:r>
            <a:r>
              <a:rPr lang="zh-CN" altLang="en-US" dirty="0">
                <a:latin typeface="宋体" panose="02010600030101010101" pitchFamily="2" charset="-122"/>
              </a:rPr>
              <a:t>单位为位</a:t>
            </a:r>
            <a:r>
              <a:rPr lang="en-US" altLang="zh-CN" dirty="0"/>
              <a:t>/</a:t>
            </a:r>
            <a:r>
              <a:rPr lang="zh-CN" altLang="en-US" dirty="0">
                <a:latin typeface="宋体" panose="02010600030101010101" pitchFamily="2" charset="-122"/>
              </a:rPr>
              <a:t>英寸。</a:t>
            </a:r>
            <a:endParaRPr lang="zh-CN" altLang="en-US" dirty="0"/>
          </a:p>
          <a:p>
            <a:pPr lvl="1" eaLnBrk="1" hangingPunct="1"/>
            <a:r>
              <a:rPr lang="zh-CN" altLang="en-US" dirty="0">
                <a:latin typeface="宋体" panose="02010600030101010101" pitchFamily="2" charset="-122"/>
              </a:rPr>
              <a:t>面密度是位密度和道密度的乘积，单位为位</a:t>
            </a:r>
            <a:r>
              <a:rPr lang="en-US" altLang="zh-CN" dirty="0"/>
              <a:t>/</a:t>
            </a:r>
            <a:r>
              <a:rPr lang="zh-CN" altLang="en-US" dirty="0">
                <a:latin typeface="宋体" panose="02010600030101010101" pitchFamily="2" charset="-122"/>
              </a:rPr>
              <a:t>平方英寸。</a:t>
            </a:r>
            <a:r>
              <a:rPr lang="zh-CN" altLang="en-US" dirty="0"/>
              <a:t>道密度*位密度</a:t>
            </a:r>
            <a:r>
              <a:rPr lang="en-US" altLang="zh-CN" dirty="0"/>
              <a:t>=</a:t>
            </a:r>
            <a:r>
              <a:rPr lang="zh-CN" altLang="en-US" dirty="0"/>
              <a:t>面密度</a:t>
            </a:r>
          </a:p>
        </p:txBody>
      </p:sp>
    </p:spTree>
  </p:cSld>
  <p:clrMapOvr>
    <a:masterClrMapping/>
  </p:clrMapOvr>
  <p:transition spd="med">
    <p:pull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D3BD5F7B-924E-4FDF-8B7B-AC9AADB4A7A5}"/>
              </a:ext>
            </a:extLst>
          </p:cNvPr>
          <p:cNvSpPr>
            <a:spLocks noGrp="1" noChangeArrowheads="1"/>
          </p:cNvSpPr>
          <p:nvPr>
            <p:ph type="title"/>
          </p:nvPr>
        </p:nvSpPr>
        <p:spPr/>
        <p:txBody>
          <a:bodyPr/>
          <a:lstStyle/>
          <a:p>
            <a:pPr eaLnBrk="1" hangingPunct="1">
              <a:defRPr/>
            </a:pPr>
            <a:r>
              <a:rPr kumimoji="1" lang="zh-CN" altLang="en-US"/>
              <a:t>技术指标（</a:t>
            </a:r>
            <a:r>
              <a:rPr kumimoji="1" lang="en-US" altLang="zh-CN"/>
              <a:t>2</a:t>
            </a:r>
            <a:r>
              <a:rPr kumimoji="1" lang="zh-CN" altLang="en-US"/>
              <a:t>）</a:t>
            </a:r>
          </a:p>
        </p:txBody>
      </p:sp>
      <p:sp>
        <p:nvSpPr>
          <p:cNvPr id="37891" name="Rectangle 3">
            <a:extLst>
              <a:ext uri="{FF2B5EF4-FFF2-40B4-BE49-F238E27FC236}">
                <a16:creationId xmlns:a16="http://schemas.microsoft.com/office/drawing/2014/main" id="{E2492606-B822-43B4-8E41-23785F1079AA}"/>
              </a:ext>
            </a:extLst>
          </p:cNvPr>
          <p:cNvSpPr>
            <a:spLocks noGrp="1" noChangeArrowheads="1"/>
          </p:cNvSpPr>
          <p:nvPr>
            <p:ph idx="1"/>
          </p:nvPr>
        </p:nvSpPr>
        <p:spPr/>
        <p:txBody>
          <a:bodyPr/>
          <a:lstStyle/>
          <a:p>
            <a:pPr eaLnBrk="1" hangingPunct="1"/>
            <a:r>
              <a:rPr lang="zh-CN" altLang="en-US"/>
              <a:t>存储容量：一个磁盘存储器所能存储的字节总数。可分为格式化容量和非格式化容量两种</a:t>
            </a:r>
          </a:p>
          <a:p>
            <a:pPr lvl="1" eaLnBrk="1" hangingPunct="1"/>
            <a:r>
              <a:rPr lang="zh-CN" altLang="en-US">
                <a:latin typeface="宋体" panose="02010600030101010101" pitchFamily="2" charset="-122"/>
              </a:rPr>
              <a:t>格式化容量：指按照某种特定的记录格式所能存储信息的总量，也就是用户可以真正使用的容量。</a:t>
            </a:r>
          </a:p>
          <a:p>
            <a:pPr lvl="1" eaLnBrk="1" hangingPunct="1"/>
            <a:r>
              <a:rPr lang="zh-CN" altLang="en-US">
                <a:latin typeface="宋体" panose="02010600030101010101" pitchFamily="2" charset="-122"/>
              </a:rPr>
              <a:t>非格式化容量是磁记录表面可以利用的磁化单元总数，硬盘的存储容量</a:t>
            </a:r>
            <a:r>
              <a:rPr lang="en-US" altLang="zh-CN">
                <a:latin typeface="宋体" panose="02010600030101010101" pitchFamily="2" charset="-122"/>
              </a:rPr>
              <a:t>=</a:t>
            </a:r>
            <a:r>
              <a:rPr lang="zh-CN" altLang="en-US">
                <a:latin typeface="宋体" panose="02010600030101010101" pitchFamily="2" charset="-122"/>
              </a:rPr>
              <a:t>磁头数</a:t>
            </a:r>
            <a:r>
              <a:rPr lang="en-US" altLang="zh-CN">
                <a:latin typeface="宋体" panose="02010600030101010101" pitchFamily="2" charset="-122"/>
              </a:rPr>
              <a:t>×</a:t>
            </a:r>
            <a:r>
              <a:rPr lang="zh-CN" altLang="en-US">
                <a:latin typeface="宋体" panose="02010600030101010101" pitchFamily="2" charset="-122"/>
              </a:rPr>
              <a:t>磁道（柱面）数</a:t>
            </a:r>
            <a:r>
              <a:rPr lang="en-US" altLang="zh-CN">
                <a:latin typeface="宋体" panose="02010600030101010101" pitchFamily="2" charset="-122"/>
              </a:rPr>
              <a:t>×</a:t>
            </a:r>
            <a:r>
              <a:rPr lang="zh-CN" altLang="en-US">
                <a:latin typeface="宋体" panose="02010600030101010101" pitchFamily="2" charset="-122"/>
              </a:rPr>
              <a:t>每道扇区数</a:t>
            </a:r>
            <a:r>
              <a:rPr lang="en-US" altLang="zh-CN">
                <a:latin typeface="宋体" panose="02010600030101010101" pitchFamily="2" charset="-122"/>
              </a:rPr>
              <a:t>×</a:t>
            </a:r>
            <a:r>
              <a:rPr lang="zh-CN" altLang="en-US">
                <a:latin typeface="宋体" panose="02010600030101010101" pitchFamily="2" charset="-122"/>
              </a:rPr>
              <a:t>每道扇区字节数</a:t>
            </a:r>
          </a:p>
          <a:p>
            <a:pPr eaLnBrk="1" hangingPunct="1">
              <a:buFont typeface="Wingdings 2" panose="05020102010507070707" pitchFamily="18" charset="2"/>
              <a:buNone/>
            </a:pPr>
            <a:r>
              <a:rPr lang="zh-CN" altLang="en-US">
                <a:latin typeface="宋体" panose="02010600030101010101" pitchFamily="2" charset="-122"/>
              </a:rPr>
              <a:t>  </a:t>
            </a:r>
            <a:r>
              <a:rPr lang="zh-CN" altLang="en-US">
                <a:solidFill>
                  <a:srgbClr val="CC3300"/>
                </a:solidFill>
                <a:latin typeface="宋体" panose="02010600030101010101" pitchFamily="2" charset="-122"/>
              </a:rPr>
              <a:t>格式化容量一般是非格式化容量的</a:t>
            </a:r>
            <a:r>
              <a:rPr lang="en-US" altLang="zh-CN">
                <a:solidFill>
                  <a:srgbClr val="CC3300"/>
                </a:solidFill>
                <a:latin typeface="宋体" panose="02010600030101010101" pitchFamily="2" charset="-122"/>
              </a:rPr>
              <a:t>60%</a:t>
            </a:r>
            <a:r>
              <a:rPr lang="en-US" altLang="zh-CN">
                <a:solidFill>
                  <a:srgbClr val="CC3300"/>
                </a:solidFill>
              </a:rPr>
              <a:t>—</a:t>
            </a:r>
            <a:r>
              <a:rPr lang="en-US" altLang="zh-CN">
                <a:solidFill>
                  <a:srgbClr val="CC3300"/>
                </a:solidFill>
                <a:latin typeface="宋体" panose="02010600030101010101" pitchFamily="2" charset="-122"/>
              </a:rPr>
              <a:t>70%</a:t>
            </a:r>
            <a:endParaRPr lang="en-US" altLang="zh-CN">
              <a:solidFill>
                <a:srgbClr val="CC3300"/>
              </a:solidFill>
            </a:endParaRPr>
          </a:p>
        </p:txBody>
      </p:sp>
    </p:spTree>
  </p:cSld>
  <p:clrMapOvr>
    <a:masterClrMapping/>
  </p:clrMapOvr>
  <p:transition spd="med">
    <p:pull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F339ED74-C5DA-4F83-987F-B69B7636E79E}"/>
              </a:ext>
            </a:extLst>
          </p:cNvPr>
          <p:cNvSpPr>
            <a:spLocks noGrp="1" noChangeArrowheads="1"/>
          </p:cNvSpPr>
          <p:nvPr>
            <p:ph type="title"/>
          </p:nvPr>
        </p:nvSpPr>
        <p:spPr/>
        <p:txBody>
          <a:bodyPr/>
          <a:lstStyle/>
          <a:p>
            <a:pPr eaLnBrk="1" hangingPunct="1">
              <a:defRPr/>
            </a:pPr>
            <a:r>
              <a:rPr kumimoji="1" lang="zh-CN" altLang="en-US"/>
              <a:t>技术指标（</a:t>
            </a:r>
            <a:r>
              <a:rPr kumimoji="1" lang="en-US" altLang="zh-CN"/>
              <a:t>3</a:t>
            </a:r>
            <a:r>
              <a:rPr kumimoji="1" lang="zh-CN" altLang="en-US"/>
              <a:t>）</a:t>
            </a:r>
          </a:p>
        </p:txBody>
      </p:sp>
      <p:sp>
        <p:nvSpPr>
          <p:cNvPr id="38915" name="Rectangle 3">
            <a:extLst>
              <a:ext uri="{FF2B5EF4-FFF2-40B4-BE49-F238E27FC236}">
                <a16:creationId xmlns:a16="http://schemas.microsoft.com/office/drawing/2014/main" id="{81BFD2C8-3FAF-4A9E-A4DA-2861E6552573}"/>
              </a:ext>
            </a:extLst>
          </p:cNvPr>
          <p:cNvSpPr>
            <a:spLocks noGrp="1" noChangeArrowheads="1"/>
          </p:cNvSpPr>
          <p:nvPr>
            <p:ph idx="1"/>
          </p:nvPr>
        </p:nvSpPr>
        <p:spPr>
          <a:xfrm>
            <a:off x="381000" y="1219200"/>
            <a:ext cx="8382000" cy="5232400"/>
          </a:xfrm>
        </p:spPr>
        <p:txBody>
          <a:bodyPr/>
          <a:lstStyle/>
          <a:p>
            <a:pPr eaLnBrk="1" hangingPunct="1">
              <a:lnSpc>
                <a:spcPct val="90000"/>
              </a:lnSpc>
            </a:pPr>
            <a:r>
              <a:rPr lang="zh-CN" altLang="en-US" sz="2800" dirty="0">
                <a:latin typeface="宋体" panose="02010600030101010101" pitchFamily="2" charset="-122"/>
              </a:rPr>
              <a:t>平均存取时间：是指从发出读写命令开始，到磁头从某一起始位置移动至新记录位置并开始从盘片表面读出或写入信息所需要的时间</a:t>
            </a:r>
          </a:p>
          <a:p>
            <a:pPr lvl="1" eaLnBrk="1" hangingPunct="1">
              <a:lnSpc>
                <a:spcPct val="90000"/>
              </a:lnSpc>
            </a:pPr>
            <a:r>
              <a:rPr lang="zh-CN" altLang="en-US" dirty="0"/>
              <a:t>平均寻道时间（</a:t>
            </a:r>
            <a:r>
              <a:rPr lang="en-US" altLang="zh-CN" dirty="0"/>
              <a:t>Seek time</a:t>
            </a:r>
            <a:r>
              <a:rPr lang="zh-CN" altLang="en-US" dirty="0"/>
              <a:t>）</a:t>
            </a:r>
            <a:r>
              <a:rPr lang="zh-CN" altLang="en-US" dirty="0">
                <a:latin typeface="宋体" panose="02010600030101010101" pitchFamily="2" charset="-122"/>
              </a:rPr>
              <a:t>：将磁头定位至所要求的磁道上所需的时间，最大找道时间与最小找道时间的平均值，目前平均找道时间为</a:t>
            </a:r>
            <a:r>
              <a:rPr lang="en-US" altLang="zh-CN" dirty="0">
                <a:latin typeface="宋体" panose="02010600030101010101" pitchFamily="2" charset="-122"/>
              </a:rPr>
              <a:t>5</a:t>
            </a:r>
            <a:r>
              <a:rPr lang="en-US" altLang="zh-CN" dirty="0"/>
              <a:t>~</a:t>
            </a:r>
            <a:r>
              <a:rPr lang="en-US" altLang="zh-CN" dirty="0">
                <a:latin typeface="宋体" panose="02010600030101010101" pitchFamily="2" charset="-122"/>
              </a:rPr>
              <a:t>10ms</a:t>
            </a:r>
          </a:p>
          <a:p>
            <a:pPr lvl="1" eaLnBrk="1" hangingPunct="1">
              <a:lnSpc>
                <a:spcPct val="90000"/>
              </a:lnSpc>
            </a:pPr>
            <a:r>
              <a:rPr lang="zh-CN" altLang="en-US" dirty="0"/>
              <a:t>平均等待时间</a:t>
            </a:r>
            <a:r>
              <a:rPr lang="en-US" altLang="zh-CN" dirty="0"/>
              <a:t>(</a:t>
            </a:r>
            <a:r>
              <a:rPr lang="en-US" altLang="zh-CN" dirty="0">
                <a:ea typeface="宋体" panose="02010600030101010101" pitchFamily="2" charset="-122"/>
              </a:rPr>
              <a:t>Rotational latency</a:t>
            </a:r>
            <a:r>
              <a:rPr lang="en-US" altLang="zh-CN" sz="2400" dirty="0">
                <a:ea typeface="宋体" panose="02010600030101010101" pitchFamily="2" charset="-122"/>
              </a:rPr>
              <a:t> </a:t>
            </a:r>
            <a:r>
              <a:rPr lang="en-US" altLang="zh-CN" dirty="0"/>
              <a:t>)</a:t>
            </a:r>
            <a:r>
              <a:rPr lang="zh-CN" altLang="en-US" dirty="0"/>
              <a:t>：</a:t>
            </a:r>
            <a:r>
              <a:rPr lang="zh-CN" altLang="en-US" dirty="0">
                <a:latin typeface="宋体" panose="02010600030101010101" pitchFamily="2" charset="-122"/>
              </a:rPr>
              <a:t>找道完成后至磁道上需要访问的信息到达磁头下的时间，称为等待时间。平均等待时间和磁盘转速有关，它</a:t>
            </a:r>
            <a:r>
              <a:rPr lang="zh-CN" altLang="en-US" dirty="0">
                <a:solidFill>
                  <a:srgbClr val="FF0000"/>
                </a:solidFill>
                <a:latin typeface="宋体" panose="02010600030101010101" pitchFamily="2" charset="-122"/>
              </a:rPr>
              <a:t>用磁盘旋转一周所需时间的一半来表示</a:t>
            </a:r>
            <a:r>
              <a:rPr lang="zh-CN" altLang="en-US" dirty="0">
                <a:latin typeface="宋体" panose="02010600030101010101" pitchFamily="2" charset="-122"/>
              </a:rPr>
              <a:t>。目前固定头盘转速高达</a:t>
            </a:r>
            <a:r>
              <a:rPr lang="en-US" altLang="zh-CN" dirty="0">
                <a:latin typeface="宋体" panose="02010600030101010101" pitchFamily="2" charset="-122"/>
              </a:rPr>
              <a:t>7200</a:t>
            </a:r>
            <a:r>
              <a:rPr lang="zh-CN" altLang="en-US" dirty="0">
                <a:latin typeface="宋体" panose="02010600030101010101" pitchFamily="2" charset="-122"/>
              </a:rPr>
              <a:t>转</a:t>
            </a:r>
            <a:r>
              <a:rPr lang="en-US" altLang="zh-CN" dirty="0">
                <a:latin typeface="宋体" panose="02010600030101010101" pitchFamily="2" charset="-122"/>
              </a:rPr>
              <a:t>/</a:t>
            </a:r>
            <a:r>
              <a:rPr lang="zh-CN" altLang="en-US" dirty="0">
                <a:latin typeface="宋体" panose="02010600030101010101" pitchFamily="2" charset="-122"/>
              </a:rPr>
              <a:t>分以上，故平均等待时间为</a:t>
            </a:r>
            <a:r>
              <a:rPr lang="en-US" altLang="zh-CN" dirty="0">
                <a:latin typeface="宋体" panose="02010600030101010101" pitchFamily="2" charset="-122"/>
              </a:rPr>
              <a:t>3</a:t>
            </a:r>
            <a:r>
              <a:rPr lang="zh-CN" altLang="en-US" dirty="0">
                <a:latin typeface="宋体" panose="02010600030101010101" pitchFamily="2" charset="-122"/>
                <a:sym typeface="Symbol" panose="05050102010706020507" pitchFamily="18" charset="2"/>
              </a:rPr>
              <a:t></a:t>
            </a:r>
            <a:r>
              <a:rPr lang="en-US" altLang="zh-CN" dirty="0">
                <a:latin typeface="宋体" panose="02010600030101010101" pitchFamily="2" charset="-122"/>
                <a:sym typeface="Symbol" panose="05050102010706020507" pitchFamily="18" charset="2"/>
              </a:rPr>
              <a:t>6</a:t>
            </a:r>
            <a:r>
              <a:rPr lang="en-US" altLang="zh-CN" dirty="0">
                <a:latin typeface="宋体" panose="02010600030101010101" pitchFamily="2" charset="-122"/>
              </a:rPr>
              <a:t>ms</a:t>
            </a:r>
          </a:p>
          <a:p>
            <a:pPr eaLnBrk="1" hangingPunct="1">
              <a:lnSpc>
                <a:spcPct val="90000"/>
              </a:lnSpc>
            </a:pPr>
            <a:r>
              <a:rPr lang="zh-CN" altLang="en-US" sz="2800" dirty="0"/>
              <a:t>平均存取时间</a:t>
            </a:r>
            <a:r>
              <a:rPr lang="en-US" altLang="zh-CN" sz="2800" dirty="0"/>
              <a:t>=</a:t>
            </a:r>
            <a:r>
              <a:rPr lang="zh-CN" altLang="en-US" sz="2800" dirty="0"/>
              <a:t>平均寻道时间</a:t>
            </a:r>
            <a:r>
              <a:rPr lang="en-US" altLang="zh-CN" sz="2800" dirty="0"/>
              <a:t>+</a:t>
            </a:r>
            <a:r>
              <a:rPr lang="zh-CN" altLang="en-US" sz="2800" dirty="0"/>
              <a:t>平均等待时间（</a:t>
            </a:r>
            <a:r>
              <a:rPr lang="en-US" altLang="zh-CN" sz="2800" dirty="0"/>
              <a:t>+</a:t>
            </a:r>
            <a:r>
              <a:rPr lang="zh-CN" altLang="en-US" sz="2800" dirty="0"/>
              <a:t>数据传送时间）</a:t>
            </a:r>
          </a:p>
        </p:txBody>
      </p:sp>
    </p:spTree>
  </p:cSld>
  <p:clrMapOvr>
    <a:masterClrMapping/>
  </p:clrMapOvr>
  <p:transition spd="med">
    <p:pull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7C17213F-C64B-48BB-952D-F0BA69E4FC6C}"/>
              </a:ext>
            </a:extLst>
          </p:cNvPr>
          <p:cNvSpPr>
            <a:spLocks noGrp="1" noChangeArrowheads="1"/>
          </p:cNvSpPr>
          <p:nvPr>
            <p:ph type="title"/>
          </p:nvPr>
        </p:nvSpPr>
        <p:spPr/>
        <p:txBody>
          <a:bodyPr/>
          <a:lstStyle/>
          <a:p>
            <a:pPr eaLnBrk="1" hangingPunct="1">
              <a:defRPr/>
            </a:pPr>
            <a:r>
              <a:rPr kumimoji="1" lang="zh-CN" altLang="en-US"/>
              <a:t>技术指标（</a:t>
            </a:r>
            <a:r>
              <a:rPr kumimoji="1" lang="en-US" altLang="zh-CN"/>
              <a:t>4</a:t>
            </a:r>
            <a:r>
              <a:rPr kumimoji="1" lang="zh-CN" altLang="en-US"/>
              <a:t>）</a:t>
            </a:r>
          </a:p>
        </p:txBody>
      </p:sp>
      <p:sp>
        <p:nvSpPr>
          <p:cNvPr id="40963" name="Rectangle 3">
            <a:extLst>
              <a:ext uri="{FF2B5EF4-FFF2-40B4-BE49-F238E27FC236}">
                <a16:creationId xmlns:a16="http://schemas.microsoft.com/office/drawing/2014/main" id="{D8555960-AB53-495E-82D1-82F4E56663F3}"/>
              </a:ext>
            </a:extLst>
          </p:cNvPr>
          <p:cNvSpPr>
            <a:spLocks noGrp="1" noChangeArrowheads="1"/>
          </p:cNvSpPr>
          <p:nvPr>
            <p:ph idx="1"/>
          </p:nvPr>
        </p:nvSpPr>
        <p:spPr/>
        <p:txBody>
          <a:bodyPr/>
          <a:lstStyle/>
          <a:p>
            <a:pPr eaLnBrk="1" hangingPunct="1"/>
            <a:r>
              <a:rPr lang="zh-CN" altLang="en-US"/>
              <a:t>数据传输率（</a:t>
            </a:r>
            <a:r>
              <a:rPr lang="en-US" altLang="zh-CN">
                <a:ea typeface="宋体" panose="02010600030101010101" pitchFamily="2" charset="-122"/>
              </a:rPr>
              <a:t>Transfer rate</a:t>
            </a:r>
            <a:r>
              <a:rPr lang="zh-CN" altLang="en-US">
                <a:ea typeface="宋体" panose="02010600030101010101" pitchFamily="2" charset="-122"/>
              </a:rPr>
              <a:t>）</a:t>
            </a:r>
            <a:r>
              <a:rPr lang="zh-CN" altLang="en-US" sz="2800">
                <a:ea typeface="宋体" panose="02010600030101010101" pitchFamily="2" charset="-122"/>
              </a:rPr>
              <a:t> </a:t>
            </a:r>
            <a:endParaRPr lang="zh-CN" altLang="en-US"/>
          </a:p>
          <a:p>
            <a:pPr lvl="1" eaLnBrk="1" hangingPunct="1"/>
            <a:r>
              <a:rPr lang="zh-CN" altLang="en-US" sz="2400">
                <a:latin typeface="宋体" panose="02010600030101010101" pitchFamily="2" charset="-122"/>
              </a:rPr>
              <a:t>磁盘存储器在单位时间内向主机传送数据的字节数，叫数据传输率</a:t>
            </a:r>
          </a:p>
          <a:p>
            <a:pPr lvl="1" eaLnBrk="1" hangingPunct="1"/>
            <a:r>
              <a:rPr lang="zh-CN" altLang="en-US" sz="2400">
                <a:latin typeface="宋体" panose="02010600030101010101" pitchFamily="2" charset="-122"/>
              </a:rPr>
              <a:t>假设磁盘旋转速度为每秒</a:t>
            </a:r>
            <a:r>
              <a:rPr lang="en-US" altLang="zh-CN" sz="2400">
                <a:latin typeface="宋体" panose="02010600030101010101" pitchFamily="2" charset="-122"/>
              </a:rPr>
              <a:t>n</a:t>
            </a:r>
            <a:r>
              <a:rPr lang="zh-CN" altLang="en-US" sz="2400">
                <a:latin typeface="宋体" panose="02010600030101010101" pitchFamily="2" charset="-122"/>
              </a:rPr>
              <a:t>转，每条磁道容量为</a:t>
            </a:r>
            <a:r>
              <a:rPr lang="en-US" altLang="zh-CN" sz="2400">
                <a:latin typeface="宋体" panose="02010600030101010101" pitchFamily="2" charset="-122"/>
              </a:rPr>
              <a:t>N</a:t>
            </a:r>
            <a:r>
              <a:rPr lang="zh-CN" altLang="en-US" sz="2400">
                <a:latin typeface="宋体" panose="02010600030101010101" pitchFamily="2" charset="-122"/>
              </a:rPr>
              <a:t>个字节，则数据传输率</a:t>
            </a:r>
            <a:r>
              <a:rPr lang="en-US" altLang="zh-CN" sz="2400">
                <a:latin typeface="宋体" panose="02010600030101010101" pitchFamily="2" charset="-122"/>
              </a:rPr>
              <a:t>Dr=nN(</a:t>
            </a:r>
            <a:r>
              <a:rPr lang="zh-CN" altLang="en-US" sz="2400">
                <a:latin typeface="宋体" panose="02010600030101010101" pitchFamily="2" charset="-122"/>
              </a:rPr>
              <a:t>字节</a:t>
            </a:r>
            <a:r>
              <a:rPr lang="en-US" altLang="zh-CN" sz="2400">
                <a:latin typeface="宋体" panose="02010600030101010101" pitchFamily="2" charset="-122"/>
              </a:rPr>
              <a:t>/</a:t>
            </a:r>
            <a:r>
              <a:rPr lang="zh-CN" altLang="en-US" sz="2400">
                <a:latin typeface="宋体" panose="02010600030101010101" pitchFamily="2" charset="-122"/>
              </a:rPr>
              <a:t>秒</a:t>
            </a:r>
            <a:r>
              <a:rPr lang="en-US" altLang="zh-CN" sz="2400">
                <a:latin typeface="宋体" panose="02010600030101010101" pitchFamily="2" charset="-122"/>
              </a:rPr>
              <a:t>)</a:t>
            </a:r>
            <a:r>
              <a:rPr lang="zh-CN" altLang="en-US" sz="2400">
                <a:latin typeface="宋体" panose="02010600030101010101" pitchFamily="2" charset="-122"/>
              </a:rPr>
              <a:t>。也可以写成</a:t>
            </a:r>
            <a:r>
              <a:rPr lang="en-US" altLang="zh-CN" sz="2400">
                <a:latin typeface="宋体" panose="02010600030101010101" pitchFamily="2" charset="-122"/>
              </a:rPr>
              <a:t>Dr=D</a:t>
            </a:r>
            <a:r>
              <a:rPr lang="en-US" altLang="zh-CN" sz="2400"/>
              <a:t>·</a:t>
            </a:r>
            <a:r>
              <a:rPr lang="en-US" altLang="zh-CN" sz="2400">
                <a:latin typeface="宋体" panose="02010600030101010101" pitchFamily="2" charset="-122"/>
              </a:rPr>
              <a:t>v(</a:t>
            </a:r>
            <a:r>
              <a:rPr lang="zh-CN" altLang="en-US" sz="2400">
                <a:latin typeface="宋体" panose="02010600030101010101" pitchFamily="2" charset="-122"/>
              </a:rPr>
              <a:t>字节</a:t>
            </a:r>
            <a:r>
              <a:rPr lang="en-US" altLang="zh-CN" sz="2400">
                <a:latin typeface="宋体" panose="02010600030101010101" pitchFamily="2" charset="-122"/>
              </a:rPr>
              <a:t>/</a:t>
            </a:r>
            <a:r>
              <a:rPr lang="zh-CN" altLang="en-US" sz="2400">
                <a:latin typeface="宋体" panose="02010600030101010101" pitchFamily="2" charset="-122"/>
              </a:rPr>
              <a:t>秒</a:t>
            </a:r>
            <a:r>
              <a:rPr lang="en-US" altLang="zh-CN" sz="2400">
                <a:latin typeface="宋体" panose="02010600030101010101" pitchFamily="2" charset="-122"/>
              </a:rPr>
              <a:t>)</a:t>
            </a:r>
            <a:r>
              <a:rPr lang="zh-CN" altLang="en-US" sz="2400">
                <a:latin typeface="宋体" panose="02010600030101010101" pitchFamily="2" charset="-122"/>
              </a:rPr>
              <a:t>，其中</a:t>
            </a:r>
            <a:r>
              <a:rPr lang="en-US" altLang="zh-CN" sz="2400">
                <a:latin typeface="宋体" panose="02010600030101010101" pitchFamily="2" charset="-122"/>
              </a:rPr>
              <a:t>D</a:t>
            </a:r>
            <a:r>
              <a:rPr lang="zh-CN" altLang="en-US" sz="2400">
                <a:latin typeface="宋体" panose="02010600030101010101" pitchFamily="2" charset="-122"/>
              </a:rPr>
              <a:t>为位密度，</a:t>
            </a:r>
            <a:r>
              <a:rPr lang="en-US" altLang="zh-CN" sz="2400">
                <a:latin typeface="宋体" panose="02010600030101010101" pitchFamily="2" charset="-122"/>
              </a:rPr>
              <a:t>v</a:t>
            </a:r>
            <a:r>
              <a:rPr lang="zh-CN" altLang="en-US" sz="2400">
                <a:latin typeface="宋体" panose="02010600030101010101" pitchFamily="2" charset="-122"/>
              </a:rPr>
              <a:t>为磁盘旋转的线速度。目前磁盘存储器的数据传输率可达几百兆字节</a:t>
            </a:r>
            <a:r>
              <a:rPr lang="en-US" altLang="zh-CN" sz="2400">
                <a:latin typeface="宋体" panose="02010600030101010101" pitchFamily="2" charset="-122"/>
              </a:rPr>
              <a:t>/</a:t>
            </a:r>
            <a:r>
              <a:rPr lang="zh-CN" altLang="en-US" sz="2400">
                <a:latin typeface="宋体" panose="02010600030101010101" pitchFamily="2" charset="-122"/>
              </a:rPr>
              <a:t>秒</a:t>
            </a:r>
          </a:p>
          <a:p>
            <a:pPr lvl="1" eaLnBrk="1" hangingPunct="1"/>
            <a:endParaRPr lang="zh-CN" altLang="en-US" sz="2400">
              <a:latin typeface="宋体" panose="02010600030101010101" pitchFamily="2" charset="-122"/>
            </a:endParaRPr>
          </a:p>
          <a:p>
            <a:pPr eaLnBrk="1" hangingPunct="1"/>
            <a:endParaRPr lang="en-US" altLang="zh-CN"/>
          </a:p>
        </p:txBody>
      </p:sp>
      <p:pic>
        <p:nvPicPr>
          <p:cNvPr id="40965" name="图片 1">
            <a:extLst>
              <a:ext uri="{FF2B5EF4-FFF2-40B4-BE49-F238E27FC236}">
                <a16:creationId xmlns:a16="http://schemas.microsoft.com/office/drawing/2014/main" id="{31B69439-2DA3-4270-93F9-F576140A99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8" y="992188"/>
            <a:ext cx="9077325" cy="551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a:extLst>
              <a:ext uri="{FF2B5EF4-FFF2-40B4-BE49-F238E27FC236}">
                <a16:creationId xmlns:a16="http://schemas.microsoft.com/office/drawing/2014/main" id="{FDB9473F-5582-4C3C-A456-5A1A0C6AB2A0}"/>
              </a:ext>
            </a:extLst>
          </p:cNvPr>
          <p:cNvSpPr>
            <a:spLocks noGrp="1" noChangeArrowheads="1"/>
          </p:cNvSpPr>
          <p:nvPr>
            <p:ph idx="1"/>
          </p:nvPr>
        </p:nvSpPr>
        <p:spPr/>
        <p:txBody>
          <a:bodyPr/>
          <a:lstStyle/>
          <a:p>
            <a:pPr marL="0" indent="0" defTabSz="914400" eaLnBrk="1" hangingPunct="1">
              <a:lnSpc>
                <a:spcPct val="80000"/>
              </a:lnSpc>
              <a:buFont typeface="Wingdings" panose="05000000000000000000" pitchFamily="2" charset="2"/>
              <a:buNone/>
              <a:defRPr/>
            </a:pPr>
            <a:r>
              <a:rPr kumimoji="1" lang="zh-CN" altLang="en-US" sz="2800" dirty="0"/>
              <a:t>磁盘组有</a:t>
            </a:r>
            <a:r>
              <a:rPr kumimoji="1" lang="en-US" altLang="zh-CN" sz="2800" dirty="0"/>
              <a:t>6</a:t>
            </a:r>
            <a:r>
              <a:rPr kumimoji="1" lang="zh-CN" altLang="en-US" sz="2800" dirty="0"/>
              <a:t>片磁盘，每片有两个记录面，最上最下两个面不用。存储区域内径</a:t>
            </a:r>
            <a:r>
              <a:rPr kumimoji="1" lang="en-US" altLang="zh-CN" sz="2800" dirty="0"/>
              <a:t>22cm</a:t>
            </a:r>
            <a:r>
              <a:rPr kumimoji="1" lang="zh-CN" altLang="en-US" sz="2800" dirty="0"/>
              <a:t>，外径</a:t>
            </a:r>
            <a:r>
              <a:rPr kumimoji="1" lang="en-US" altLang="zh-CN" sz="2800" dirty="0"/>
              <a:t>33cm</a:t>
            </a:r>
            <a:r>
              <a:rPr kumimoji="1" lang="zh-CN" altLang="en-US" sz="2800" dirty="0"/>
              <a:t>，道密度为</a:t>
            </a:r>
            <a:r>
              <a:rPr kumimoji="1" lang="en-US" altLang="zh-CN" sz="2800" dirty="0"/>
              <a:t>40</a:t>
            </a:r>
            <a:r>
              <a:rPr kumimoji="1" lang="zh-CN" altLang="en-US" sz="2800" dirty="0"/>
              <a:t>道</a:t>
            </a:r>
            <a:r>
              <a:rPr kumimoji="1" lang="en-US" altLang="zh-CN" sz="2800" dirty="0"/>
              <a:t>/cm</a:t>
            </a:r>
            <a:r>
              <a:rPr kumimoji="1" lang="zh-CN" altLang="en-US" sz="2800" dirty="0"/>
              <a:t>，内层位密度</a:t>
            </a:r>
            <a:r>
              <a:rPr kumimoji="1" lang="en-US" altLang="zh-CN" sz="2800" dirty="0"/>
              <a:t>400</a:t>
            </a:r>
            <a:r>
              <a:rPr kumimoji="1" lang="zh-CN" altLang="en-US" sz="2800" dirty="0"/>
              <a:t>位</a:t>
            </a:r>
            <a:r>
              <a:rPr kumimoji="1" lang="en-US" altLang="zh-CN" sz="2800" dirty="0"/>
              <a:t>/cm</a:t>
            </a:r>
            <a:r>
              <a:rPr kumimoji="1" lang="zh-CN" altLang="en-US" sz="2800" dirty="0"/>
              <a:t>，转速</a:t>
            </a:r>
            <a:r>
              <a:rPr kumimoji="1" lang="en-US" altLang="zh-CN" sz="2800" dirty="0"/>
              <a:t>6000</a:t>
            </a:r>
            <a:r>
              <a:rPr kumimoji="1" lang="zh-CN" altLang="en-US" sz="2800" dirty="0"/>
              <a:t>转</a:t>
            </a:r>
            <a:r>
              <a:rPr kumimoji="1" lang="en-US" altLang="zh-CN" sz="2800" dirty="0"/>
              <a:t>/</a:t>
            </a:r>
            <a:r>
              <a:rPr kumimoji="1" lang="zh-CN" altLang="en-US" sz="2800" dirty="0"/>
              <a:t>分。问：</a:t>
            </a:r>
          </a:p>
          <a:p>
            <a:pPr defTabSz="914400" eaLnBrk="1" hangingPunct="1">
              <a:lnSpc>
                <a:spcPct val="80000"/>
              </a:lnSpc>
              <a:buFont typeface="Wingdings" panose="05000000000000000000" pitchFamily="2" charset="2"/>
              <a:buNone/>
              <a:defRPr/>
            </a:pPr>
            <a:r>
              <a:rPr kumimoji="1" lang="en-US" altLang="zh-CN" sz="2800" dirty="0"/>
              <a:t>(1)</a:t>
            </a:r>
            <a:r>
              <a:rPr kumimoji="1" lang="zh-CN" altLang="en-US" sz="2800" dirty="0"/>
              <a:t>共有多少柱面</a:t>
            </a:r>
            <a:r>
              <a:rPr kumimoji="1" lang="en-US" altLang="zh-CN" sz="2800" dirty="0"/>
              <a:t>?</a:t>
            </a:r>
          </a:p>
          <a:p>
            <a:pPr defTabSz="914400" eaLnBrk="1" hangingPunct="1">
              <a:lnSpc>
                <a:spcPct val="80000"/>
              </a:lnSpc>
              <a:buFont typeface="Wingdings" panose="05000000000000000000" pitchFamily="2" charset="2"/>
              <a:buNone/>
              <a:defRPr/>
            </a:pPr>
            <a:r>
              <a:rPr kumimoji="1" lang="en-US" altLang="zh-CN" sz="2800" dirty="0"/>
              <a:t>(2)</a:t>
            </a:r>
            <a:r>
              <a:rPr kumimoji="1" lang="zh-CN" altLang="en-US" sz="2800" dirty="0"/>
              <a:t>盘组总存储容量是多少</a:t>
            </a:r>
            <a:r>
              <a:rPr kumimoji="1" lang="en-US" altLang="zh-CN" sz="2800" dirty="0"/>
              <a:t>?</a:t>
            </a:r>
          </a:p>
          <a:p>
            <a:pPr defTabSz="914400" eaLnBrk="1" hangingPunct="1">
              <a:lnSpc>
                <a:spcPct val="80000"/>
              </a:lnSpc>
              <a:buFont typeface="Wingdings" panose="05000000000000000000" pitchFamily="2" charset="2"/>
              <a:buNone/>
              <a:defRPr/>
            </a:pPr>
            <a:r>
              <a:rPr kumimoji="1" lang="en-US" altLang="zh-CN" sz="2800" dirty="0"/>
              <a:t>(3)</a:t>
            </a:r>
            <a:r>
              <a:rPr kumimoji="1" lang="zh-CN" altLang="en-US" sz="2800" dirty="0"/>
              <a:t>数据传输率多少</a:t>
            </a:r>
            <a:r>
              <a:rPr kumimoji="1" lang="en-US" altLang="zh-CN" sz="2800" dirty="0"/>
              <a:t>?</a:t>
            </a:r>
          </a:p>
          <a:p>
            <a:pPr defTabSz="914400" eaLnBrk="1" hangingPunct="1">
              <a:lnSpc>
                <a:spcPct val="80000"/>
              </a:lnSpc>
              <a:buFont typeface="Wingdings" panose="05000000000000000000" pitchFamily="2" charset="2"/>
              <a:buNone/>
              <a:defRPr/>
            </a:pPr>
            <a:r>
              <a:rPr kumimoji="1" lang="en-US" altLang="zh-CN" sz="2800" dirty="0"/>
              <a:t>(4)</a:t>
            </a:r>
            <a:r>
              <a:rPr kumimoji="1" lang="zh-CN" altLang="en-US" sz="2800" dirty="0"/>
              <a:t>采用定长数据块记录格式，直接寻址的最小单位是什么？寻址命令中如何表示磁盘地址？</a:t>
            </a:r>
            <a:r>
              <a:rPr kumimoji="1" lang="zh-CN" altLang="en-US" sz="2800" dirty="0">
                <a:solidFill>
                  <a:srgbClr val="C00000"/>
                </a:solidFill>
              </a:rPr>
              <a:t>假设共有</a:t>
            </a:r>
            <a:r>
              <a:rPr kumimoji="1" lang="en-US" altLang="zh-CN" sz="2800" dirty="0">
                <a:solidFill>
                  <a:srgbClr val="C00000"/>
                </a:solidFill>
              </a:rPr>
              <a:t>4</a:t>
            </a:r>
            <a:r>
              <a:rPr kumimoji="1" lang="zh-CN" altLang="en-US" sz="2800" dirty="0">
                <a:solidFill>
                  <a:srgbClr val="C00000"/>
                </a:solidFill>
              </a:rPr>
              <a:t>个磁盘组、每道有</a:t>
            </a:r>
            <a:r>
              <a:rPr kumimoji="1" lang="en-US" altLang="zh-CN" sz="2800" dirty="0">
                <a:solidFill>
                  <a:srgbClr val="C00000"/>
                </a:solidFill>
              </a:rPr>
              <a:t>16</a:t>
            </a:r>
            <a:r>
              <a:rPr kumimoji="1" lang="zh-CN" altLang="en-US" sz="2800" dirty="0">
                <a:solidFill>
                  <a:srgbClr val="C00000"/>
                </a:solidFill>
              </a:rPr>
              <a:t>个扇区</a:t>
            </a:r>
            <a:r>
              <a:rPr kumimoji="1" lang="zh-CN" altLang="en-US" sz="2800" dirty="0"/>
              <a:t>。</a:t>
            </a:r>
            <a:endParaRPr kumimoji="1" lang="en-US" altLang="zh-CN" sz="2800" dirty="0"/>
          </a:p>
          <a:p>
            <a:pPr defTabSz="914400" eaLnBrk="1" hangingPunct="1">
              <a:lnSpc>
                <a:spcPct val="80000"/>
              </a:lnSpc>
              <a:buFont typeface="Wingdings" panose="05000000000000000000" pitchFamily="2" charset="2"/>
              <a:buNone/>
              <a:defRPr/>
            </a:pPr>
            <a:r>
              <a:rPr kumimoji="1" lang="en-US" altLang="zh-CN" sz="2800" dirty="0"/>
              <a:t>(5)</a:t>
            </a:r>
            <a:r>
              <a:rPr kumimoji="1" lang="zh-CN" altLang="en-US" sz="2800" dirty="0"/>
              <a:t>如果某文件长度超过一个磁道的容量，应将它记录在同一个存储面上，还是记录在同一个柱面上</a:t>
            </a:r>
            <a:r>
              <a:rPr kumimoji="1" lang="en-US" altLang="zh-CN" sz="2800" dirty="0"/>
              <a:t>?</a:t>
            </a:r>
          </a:p>
          <a:p>
            <a:pPr defTabSz="914400" eaLnBrk="1" hangingPunct="1">
              <a:lnSpc>
                <a:spcPct val="80000"/>
              </a:lnSpc>
              <a:defRPr/>
            </a:pPr>
            <a:endParaRPr kumimoji="1" lang="en-US" altLang="zh-CN" sz="2600" dirty="0"/>
          </a:p>
        </p:txBody>
      </p:sp>
      <p:sp>
        <p:nvSpPr>
          <p:cNvPr id="26626" name="Rectangle 2">
            <a:extLst>
              <a:ext uri="{FF2B5EF4-FFF2-40B4-BE49-F238E27FC236}">
                <a16:creationId xmlns:a16="http://schemas.microsoft.com/office/drawing/2014/main" id="{3478B834-F7DE-4696-9EB6-B8C503E592A4}"/>
              </a:ext>
            </a:extLst>
          </p:cNvPr>
          <p:cNvSpPr>
            <a:spLocks noGrp="1" noChangeArrowheads="1"/>
          </p:cNvSpPr>
          <p:nvPr>
            <p:ph type="title"/>
          </p:nvPr>
        </p:nvSpPr>
        <p:spPr/>
        <p:txBody>
          <a:bodyPr/>
          <a:lstStyle/>
          <a:p>
            <a:pPr eaLnBrk="1" hangingPunct="1">
              <a:defRPr/>
            </a:pPr>
            <a:r>
              <a:rPr kumimoji="1" lang="zh-CN" altLang="en-US" dirty="0"/>
              <a:t>例</a:t>
            </a:r>
            <a:r>
              <a:rPr kumimoji="1" lang="en-US" altLang="zh-CN" dirty="0"/>
              <a:t>1</a:t>
            </a:r>
            <a:endParaRPr kumimoji="1" lang="zh-CN" altLang="zh-CN" dirty="0"/>
          </a:p>
        </p:txBody>
      </p:sp>
    </p:spTree>
  </p:cSld>
  <p:clrMapOvr>
    <a:masterClrMapping/>
  </p:clrMapOvr>
  <p:transition spd="med">
    <p:pull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9EBEF3E-E694-4E66-9C11-CE12B8B4B79F}"/>
              </a:ext>
            </a:extLst>
          </p:cNvPr>
          <p:cNvSpPr>
            <a:spLocks noGrp="1" noChangeArrowheads="1"/>
          </p:cNvSpPr>
          <p:nvPr>
            <p:ph idx="1"/>
          </p:nvPr>
        </p:nvSpPr>
        <p:spPr>
          <a:xfrm>
            <a:off x="357188" y="928688"/>
            <a:ext cx="8229600" cy="5797550"/>
          </a:xfrm>
        </p:spPr>
        <p:txBody>
          <a:bodyPr/>
          <a:lstStyle/>
          <a:p>
            <a:pPr eaLnBrk="1" hangingPunct="1">
              <a:lnSpc>
                <a:spcPct val="80000"/>
              </a:lnSpc>
              <a:buFont typeface="Wingdings" panose="05000000000000000000" pitchFamily="2" charset="2"/>
              <a:buNone/>
            </a:pPr>
            <a:r>
              <a:rPr lang="zh-CN" altLang="en-US" sz="1900" dirty="0"/>
              <a:t>解：</a:t>
            </a:r>
            <a:r>
              <a:rPr lang="en-US" altLang="zh-CN" sz="1900" dirty="0"/>
              <a:t>(1)</a:t>
            </a:r>
            <a:r>
              <a:rPr lang="zh-CN" altLang="en-US" sz="1900" dirty="0"/>
              <a:t>有效存储区域</a:t>
            </a:r>
            <a:r>
              <a:rPr lang="en-US" altLang="zh-CN" sz="1900" dirty="0"/>
              <a:t>=16.5-11=5.5(cm)</a:t>
            </a:r>
          </a:p>
          <a:p>
            <a:pPr eaLnBrk="1" hangingPunct="1">
              <a:lnSpc>
                <a:spcPct val="80000"/>
              </a:lnSpc>
              <a:buFont typeface="Wingdings" panose="05000000000000000000" pitchFamily="2" charset="2"/>
              <a:buNone/>
            </a:pPr>
            <a:r>
              <a:rPr lang="zh-CN" altLang="en-US" sz="1900" dirty="0"/>
              <a:t>因为道密度</a:t>
            </a:r>
            <a:r>
              <a:rPr lang="en-US" altLang="zh-CN" sz="1900" dirty="0"/>
              <a:t>=40</a:t>
            </a:r>
            <a:r>
              <a:rPr lang="zh-CN" altLang="en-US" sz="1900" dirty="0"/>
              <a:t>道</a:t>
            </a:r>
            <a:r>
              <a:rPr lang="en-US" altLang="zh-CN" sz="1900" dirty="0"/>
              <a:t>/cm</a:t>
            </a:r>
            <a:r>
              <a:rPr lang="zh-CN" altLang="en-US" sz="1900" dirty="0"/>
              <a:t>，所以</a:t>
            </a:r>
            <a:r>
              <a:rPr lang="en-US" altLang="zh-CN" sz="1900" dirty="0"/>
              <a:t>40×5.5=220</a:t>
            </a:r>
            <a:r>
              <a:rPr lang="zh-CN" altLang="en-US" sz="1900" dirty="0"/>
              <a:t>道，即</a:t>
            </a:r>
            <a:r>
              <a:rPr lang="en-US" altLang="zh-CN" sz="1900" dirty="0"/>
              <a:t>220</a:t>
            </a:r>
            <a:r>
              <a:rPr lang="zh-CN" altLang="en-US" sz="1900" dirty="0"/>
              <a:t>个圆柱面。</a:t>
            </a:r>
          </a:p>
          <a:p>
            <a:pPr eaLnBrk="1" hangingPunct="1">
              <a:lnSpc>
                <a:spcPct val="80000"/>
              </a:lnSpc>
              <a:buFont typeface="Wingdings" panose="05000000000000000000" pitchFamily="2" charset="2"/>
              <a:buNone/>
            </a:pPr>
            <a:r>
              <a:rPr lang="en-US" altLang="zh-CN" sz="1900" dirty="0"/>
              <a:t>(2)</a:t>
            </a:r>
            <a:r>
              <a:rPr lang="zh-CN" altLang="en-US" sz="1900" dirty="0"/>
              <a:t>内层磁道周长为</a:t>
            </a:r>
            <a:r>
              <a:rPr lang="en-US" altLang="zh-CN" sz="1900" dirty="0"/>
              <a:t>2πR=2×3.14×11=69.08(cm)</a:t>
            </a:r>
          </a:p>
          <a:p>
            <a:pPr eaLnBrk="1" hangingPunct="1">
              <a:lnSpc>
                <a:spcPct val="80000"/>
              </a:lnSpc>
              <a:buFont typeface="Wingdings" panose="05000000000000000000" pitchFamily="2" charset="2"/>
              <a:buNone/>
            </a:pPr>
            <a:r>
              <a:rPr lang="zh-CN" altLang="en-US" sz="1900" dirty="0"/>
              <a:t>每道信息量</a:t>
            </a:r>
            <a:r>
              <a:rPr lang="en-US" altLang="zh-CN" sz="1900" dirty="0"/>
              <a:t>=400</a:t>
            </a:r>
            <a:r>
              <a:rPr lang="zh-CN" altLang="en-US" sz="1900" dirty="0"/>
              <a:t>位</a:t>
            </a:r>
            <a:r>
              <a:rPr lang="en-US" altLang="zh-CN" sz="1900" dirty="0"/>
              <a:t>/cm×69.08cm=27632</a:t>
            </a:r>
            <a:r>
              <a:rPr lang="zh-CN" altLang="en-US" sz="1900" dirty="0"/>
              <a:t>位</a:t>
            </a:r>
            <a:r>
              <a:rPr lang="en-US" altLang="zh-CN" sz="1900" dirty="0"/>
              <a:t>=3454 Byte</a:t>
            </a:r>
          </a:p>
          <a:p>
            <a:pPr eaLnBrk="1" hangingPunct="1">
              <a:lnSpc>
                <a:spcPct val="80000"/>
              </a:lnSpc>
              <a:buFont typeface="Wingdings" panose="05000000000000000000" pitchFamily="2" charset="2"/>
              <a:buNone/>
            </a:pPr>
            <a:r>
              <a:rPr lang="zh-CN" altLang="en-US" sz="1900" dirty="0"/>
              <a:t>每面信息量</a:t>
            </a:r>
            <a:r>
              <a:rPr lang="en-US" altLang="zh-CN" sz="1900" dirty="0"/>
              <a:t>=3454B×220=759880B</a:t>
            </a:r>
          </a:p>
          <a:p>
            <a:pPr eaLnBrk="1" hangingPunct="1">
              <a:lnSpc>
                <a:spcPct val="80000"/>
              </a:lnSpc>
              <a:buFont typeface="Wingdings" panose="05000000000000000000" pitchFamily="2" charset="2"/>
              <a:buNone/>
            </a:pPr>
            <a:r>
              <a:rPr lang="zh-CN" altLang="en-US" sz="1900" dirty="0"/>
              <a:t>盘组总容量</a:t>
            </a:r>
            <a:r>
              <a:rPr lang="en-US" altLang="zh-CN" sz="1900" dirty="0"/>
              <a:t>=759880B×10=7598800B</a:t>
            </a:r>
          </a:p>
          <a:p>
            <a:pPr eaLnBrk="1" hangingPunct="1">
              <a:lnSpc>
                <a:spcPct val="80000"/>
              </a:lnSpc>
              <a:buFont typeface="Wingdings" panose="05000000000000000000" pitchFamily="2" charset="2"/>
              <a:buNone/>
            </a:pPr>
            <a:r>
              <a:rPr lang="en-US" altLang="zh-CN" sz="1900" dirty="0"/>
              <a:t>(3)</a:t>
            </a:r>
            <a:r>
              <a:rPr lang="zh-CN" altLang="en-US" sz="1900" dirty="0"/>
              <a:t>磁盘数据传输率</a:t>
            </a:r>
            <a:r>
              <a:rPr lang="en-US" altLang="zh-CN" sz="1900" dirty="0" err="1"/>
              <a:t>D·r</a:t>
            </a:r>
            <a:r>
              <a:rPr lang="en-US" altLang="zh-CN" sz="1900" dirty="0"/>
              <a:t>=</a:t>
            </a:r>
            <a:r>
              <a:rPr lang="en-US" altLang="zh-CN" sz="1900" dirty="0" err="1"/>
              <a:t>N·r</a:t>
            </a:r>
            <a:endParaRPr lang="en-US" altLang="zh-CN" sz="1900" dirty="0"/>
          </a:p>
          <a:p>
            <a:pPr eaLnBrk="1" hangingPunct="1">
              <a:lnSpc>
                <a:spcPct val="80000"/>
              </a:lnSpc>
              <a:buFont typeface="Wingdings" panose="05000000000000000000" pitchFamily="2" charset="2"/>
              <a:buNone/>
            </a:pPr>
            <a:r>
              <a:rPr lang="en-US" altLang="zh-CN" sz="1900" dirty="0"/>
              <a:t>N</a:t>
            </a:r>
            <a:r>
              <a:rPr lang="zh-CN" altLang="en-US" sz="1900" dirty="0"/>
              <a:t>为每条磁道容量，</a:t>
            </a:r>
            <a:r>
              <a:rPr lang="en-US" altLang="zh-CN" sz="1900" dirty="0"/>
              <a:t>N=3454B</a:t>
            </a:r>
          </a:p>
          <a:p>
            <a:pPr eaLnBrk="1" hangingPunct="1">
              <a:lnSpc>
                <a:spcPct val="80000"/>
              </a:lnSpc>
              <a:buFont typeface="Wingdings" panose="05000000000000000000" pitchFamily="2" charset="2"/>
              <a:buNone/>
            </a:pPr>
            <a:r>
              <a:rPr lang="en-US" altLang="zh-CN" sz="1900" dirty="0"/>
              <a:t>r</a:t>
            </a:r>
            <a:r>
              <a:rPr lang="zh-CN" altLang="en-US" sz="1900" dirty="0"/>
              <a:t>为磁盘转速，</a:t>
            </a:r>
            <a:r>
              <a:rPr lang="en-US" altLang="zh-CN" sz="1900" dirty="0"/>
              <a:t>r=6000</a:t>
            </a:r>
            <a:r>
              <a:rPr lang="zh-CN" altLang="en-US" sz="1900" dirty="0"/>
              <a:t>转</a:t>
            </a:r>
            <a:r>
              <a:rPr lang="en-US" altLang="zh-CN" sz="1900" dirty="0"/>
              <a:t>/60</a:t>
            </a:r>
            <a:r>
              <a:rPr lang="zh-CN" altLang="en-US" sz="1900" dirty="0"/>
              <a:t>秒</a:t>
            </a:r>
            <a:r>
              <a:rPr lang="en-US" altLang="zh-CN" sz="1900" dirty="0"/>
              <a:t>=100</a:t>
            </a:r>
            <a:r>
              <a:rPr lang="zh-CN" altLang="en-US" sz="1900" dirty="0"/>
              <a:t>转</a:t>
            </a:r>
            <a:r>
              <a:rPr lang="en-US" altLang="zh-CN" sz="1900" dirty="0"/>
              <a:t>/</a:t>
            </a:r>
            <a:r>
              <a:rPr lang="zh-CN" altLang="en-US" sz="1900" dirty="0"/>
              <a:t>秒</a:t>
            </a:r>
          </a:p>
          <a:p>
            <a:pPr eaLnBrk="1" hangingPunct="1">
              <a:lnSpc>
                <a:spcPct val="80000"/>
              </a:lnSpc>
              <a:buFont typeface="Wingdings" panose="05000000000000000000" pitchFamily="2" charset="2"/>
              <a:buNone/>
            </a:pPr>
            <a:r>
              <a:rPr lang="en-US" altLang="zh-CN" sz="1900" dirty="0"/>
              <a:t>Dr=Nr=3454B×100=345400B/s</a:t>
            </a:r>
          </a:p>
          <a:p>
            <a:pPr eaLnBrk="1" hangingPunct="1">
              <a:lnSpc>
                <a:spcPct val="80000"/>
              </a:lnSpc>
              <a:buFont typeface="Wingdings" panose="05000000000000000000" pitchFamily="2" charset="2"/>
              <a:buNone/>
            </a:pPr>
            <a:r>
              <a:rPr lang="en-US" altLang="zh-CN" sz="1900" dirty="0"/>
              <a:t>(4)</a:t>
            </a:r>
            <a:r>
              <a:rPr lang="zh-CN" altLang="en-US" sz="1900" dirty="0"/>
              <a:t>采用定长数据块格式，直接寻址的最小单位是一个记录块</a:t>
            </a:r>
            <a:r>
              <a:rPr lang="en-US" altLang="zh-CN" sz="1900" dirty="0"/>
              <a:t>(</a:t>
            </a:r>
            <a:r>
              <a:rPr lang="zh-CN" altLang="en-US" sz="1900" dirty="0"/>
              <a:t>一个</a:t>
            </a:r>
            <a:r>
              <a:rPr lang="zh-CN" altLang="en-US" sz="1900" dirty="0">
                <a:solidFill>
                  <a:srgbClr val="FF0000"/>
                </a:solidFill>
              </a:rPr>
              <a:t>扇区</a:t>
            </a:r>
            <a:r>
              <a:rPr lang="en-US" altLang="zh-CN" sz="1900" dirty="0">
                <a:solidFill>
                  <a:srgbClr val="FF0000"/>
                </a:solidFill>
              </a:rPr>
              <a:t>)</a:t>
            </a:r>
            <a:r>
              <a:rPr lang="zh-CN" altLang="en-US" sz="1900" dirty="0"/>
              <a:t>，每个记录块记录固定字节数目的信息，在定长记录的数据块中，活动头磁盘组的编址方式可用如下格式：</a:t>
            </a:r>
          </a:p>
          <a:p>
            <a:pPr eaLnBrk="1" hangingPunct="1">
              <a:lnSpc>
                <a:spcPct val="80000"/>
              </a:lnSpc>
              <a:buFont typeface="Wingdings" panose="05000000000000000000" pitchFamily="2" charset="2"/>
              <a:buNone/>
            </a:pPr>
            <a:endParaRPr lang="zh-CN" altLang="en-US" sz="1900" dirty="0"/>
          </a:p>
          <a:p>
            <a:pPr eaLnBrk="1" hangingPunct="1">
              <a:lnSpc>
                <a:spcPct val="80000"/>
              </a:lnSpc>
              <a:buFont typeface="Wingdings" panose="05000000000000000000" pitchFamily="2" charset="2"/>
              <a:buNone/>
            </a:pPr>
            <a:endParaRPr lang="zh-CN" altLang="en-US" sz="1900" dirty="0"/>
          </a:p>
          <a:p>
            <a:pPr eaLnBrk="1" hangingPunct="1">
              <a:lnSpc>
                <a:spcPct val="80000"/>
              </a:lnSpc>
              <a:buFont typeface="Wingdings" panose="05000000000000000000" pitchFamily="2" charset="2"/>
              <a:buNone/>
            </a:pPr>
            <a:r>
              <a:rPr lang="zh-CN" altLang="en-US" sz="1900" dirty="0"/>
              <a:t>      此地址格式表示有</a:t>
            </a:r>
            <a:r>
              <a:rPr lang="en-US" altLang="zh-CN" sz="1900" dirty="0"/>
              <a:t>4</a:t>
            </a:r>
            <a:r>
              <a:rPr lang="zh-CN" altLang="en-US" sz="1900" dirty="0"/>
              <a:t>台磁盘（</a:t>
            </a:r>
            <a:r>
              <a:rPr lang="en-US" altLang="zh-CN" sz="1900" dirty="0"/>
              <a:t>2</a:t>
            </a:r>
            <a:r>
              <a:rPr lang="zh-CN" altLang="en-US" sz="1900" dirty="0"/>
              <a:t>位），每面有</a:t>
            </a:r>
            <a:r>
              <a:rPr lang="en-US" altLang="zh-CN" sz="1900" dirty="0"/>
              <a:t>256</a:t>
            </a:r>
            <a:r>
              <a:rPr lang="zh-CN" altLang="en-US" sz="1900" dirty="0"/>
              <a:t>个磁道（</a:t>
            </a:r>
            <a:r>
              <a:rPr lang="en-US" altLang="zh-CN" sz="1900" dirty="0"/>
              <a:t>8</a:t>
            </a:r>
            <a:r>
              <a:rPr lang="zh-CN" altLang="en-US" sz="1900" dirty="0"/>
              <a:t>位），每台有</a:t>
            </a:r>
            <a:r>
              <a:rPr lang="en-US" altLang="zh-CN" sz="1900" dirty="0"/>
              <a:t>16</a:t>
            </a:r>
            <a:r>
              <a:rPr lang="zh-CN" altLang="en-US" sz="1900" dirty="0"/>
              <a:t>个记录面</a:t>
            </a:r>
            <a:r>
              <a:rPr lang="en-US" altLang="zh-CN" sz="1900" dirty="0"/>
              <a:t>/</a:t>
            </a:r>
            <a:r>
              <a:rPr lang="zh-CN" altLang="en-US" sz="1900" dirty="0"/>
              <a:t>盘面（</a:t>
            </a:r>
            <a:r>
              <a:rPr lang="en-US" altLang="zh-CN" sz="1900" dirty="0"/>
              <a:t>4</a:t>
            </a:r>
            <a:r>
              <a:rPr lang="zh-CN" altLang="en-US" sz="1900" dirty="0"/>
              <a:t>位），每道有</a:t>
            </a:r>
            <a:r>
              <a:rPr lang="en-US" altLang="zh-CN" sz="1900" dirty="0"/>
              <a:t>16</a:t>
            </a:r>
            <a:r>
              <a:rPr lang="zh-CN" altLang="en-US" sz="1900" dirty="0"/>
              <a:t>个扇区（</a:t>
            </a:r>
            <a:r>
              <a:rPr lang="en-US" altLang="zh-CN" sz="1900" dirty="0"/>
              <a:t>4</a:t>
            </a:r>
            <a:r>
              <a:rPr lang="zh-CN" altLang="en-US" sz="1900" dirty="0"/>
              <a:t>位）。</a:t>
            </a:r>
          </a:p>
          <a:p>
            <a:pPr eaLnBrk="1" hangingPunct="1">
              <a:lnSpc>
                <a:spcPct val="80000"/>
              </a:lnSpc>
              <a:buFont typeface="Wingdings" panose="05000000000000000000" pitchFamily="2" charset="2"/>
              <a:buNone/>
            </a:pPr>
            <a:r>
              <a:rPr lang="en-US" altLang="zh-CN" sz="1900" dirty="0"/>
              <a:t>(5)</a:t>
            </a:r>
            <a:r>
              <a:rPr lang="zh-CN" altLang="en-US" sz="1900" dirty="0"/>
              <a:t>如果某文件长度超过一个磁道的容量，应将它记录在同一个柱面上，因为不需要重新找道，数据读</a:t>
            </a:r>
            <a:r>
              <a:rPr lang="en-US" altLang="zh-CN" sz="1900" dirty="0"/>
              <a:t>/</a:t>
            </a:r>
            <a:r>
              <a:rPr lang="zh-CN" altLang="en-US" sz="1900" dirty="0"/>
              <a:t>写速度快。</a:t>
            </a:r>
          </a:p>
        </p:txBody>
      </p:sp>
      <p:sp>
        <p:nvSpPr>
          <p:cNvPr id="43011" name="Rectangle 3">
            <a:extLst>
              <a:ext uri="{FF2B5EF4-FFF2-40B4-BE49-F238E27FC236}">
                <a16:creationId xmlns:a16="http://schemas.microsoft.com/office/drawing/2014/main" id="{690F81BC-9654-4550-A25C-5451EC4FB688}"/>
              </a:ext>
            </a:extLst>
          </p:cNvPr>
          <p:cNvSpPr>
            <a:spLocks noChangeArrowheads="1"/>
          </p:cNvSpPr>
          <p:nvPr/>
        </p:nvSpPr>
        <p:spPr bwMode="auto">
          <a:xfrm>
            <a:off x="1133475" y="4897437"/>
            <a:ext cx="936625" cy="360363"/>
          </a:xfrm>
          <a:prstGeom prst="rect">
            <a:avLst/>
          </a:prstGeom>
          <a:solidFill>
            <a:schemeClr val="accent1"/>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2000" b="0" dirty="0">
                <a:solidFill>
                  <a:schemeClr val="bg1"/>
                </a:solidFill>
                <a:ea typeface="黑体" panose="02010609060101010101" pitchFamily="49" charset="-122"/>
              </a:rPr>
              <a:t>台号</a:t>
            </a:r>
            <a:r>
              <a:rPr lang="en-US" altLang="zh-CN" sz="2000" b="0" dirty="0">
                <a:solidFill>
                  <a:schemeClr val="bg1"/>
                </a:solidFill>
                <a:ea typeface="黑体" panose="02010609060101010101" pitchFamily="49" charset="-122"/>
              </a:rPr>
              <a:t>(2)</a:t>
            </a:r>
            <a:endParaRPr lang="zh-CN" altLang="en-US" sz="2000" b="0" dirty="0">
              <a:solidFill>
                <a:schemeClr val="bg1"/>
              </a:solidFill>
              <a:ea typeface="黑体" panose="02010609060101010101" pitchFamily="49" charset="-122"/>
            </a:endParaRPr>
          </a:p>
        </p:txBody>
      </p:sp>
      <p:sp>
        <p:nvSpPr>
          <p:cNvPr id="43012" name="Rectangle 4">
            <a:extLst>
              <a:ext uri="{FF2B5EF4-FFF2-40B4-BE49-F238E27FC236}">
                <a16:creationId xmlns:a16="http://schemas.microsoft.com/office/drawing/2014/main" id="{28788DCC-66B5-41CB-A427-9E8D5E40A998}"/>
              </a:ext>
            </a:extLst>
          </p:cNvPr>
          <p:cNvSpPr>
            <a:spLocks noChangeArrowheads="1"/>
          </p:cNvSpPr>
          <p:nvPr/>
        </p:nvSpPr>
        <p:spPr bwMode="auto">
          <a:xfrm>
            <a:off x="2070100" y="4897437"/>
            <a:ext cx="2520950" cy="360363"/>
          </a:xfrm>
          <a:prstGeom prst="rect">
            <a:avLst/>
          </a:prstGeom>
          <a:solidFill>
            <a:schemeClr val="accent1"/>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2000" b="0">
                <a:solidFill>
                  <a:schemeClr val="bg1"/>
                </a:solidFill>
                <a:ea typeface="黑体" panose="02010609060101010101" pitchFamily="49" charset="-122"/>
              </a:rPr>
              <a:t>柱面号</a:t>
            </a:r>
            <a:r>
              <a:rPr lang="en-US" altLang="zh-CN" sz="2000" b="0">
                <a:solidFill>
                  <a:schemeClr val="bg1"/>
                </a:solidFill>
                <a:ea typeface="黑体" panose="02010609060101010101" pitchFamily="49" charset="-122"/>
              </a:rPr>
              <a:t>(</a:t>
            </a:r>
            <a:r>
              <a:rPr lang="zh-CN" altLang="en-US" sz="2000" b="0">
                <a:solidFill>
                  <a:schemeClr val="bg1"/>
                </a:solidFill>
                <a:ea typeface="黑体" panose="02010609060101010101" pitchFamily="49" charset="-122"/>
              </a:rPr>
              <a:t>磁道</a:t>
            </a:r>
            <a:r>
              <a:rPr lang="en-US" altLang="zh-CN" sz="2000" b="0">
                <a:solidFill>
                  <a:schemeClr val="bg1"/>
                </a:solidFill>
                <a:ea typeface="黑体" panose="02010609060101010101" pitchFamily="49" charset="-122"/>
              </a:rPr>
              <a:t>)</a:t>
            </a:r>
            <a:r>
              <a:rPr lang="zh-CN" altLang="en-US" sz="2000" b="0">
                <a:solidFill>
                  <a:schemeClr val="bg1"/>
                </a:solidFill>
                <a:ea typeface="黑体" panose="02010609060101010101" pitchFamily="49" charset="-122"/>
              </a:rPr>
              <a:t>号</a:t>
            </a:r>
            <a:r>
              <a:rPr lang="en-US" altLang="zh-CN" sz="2000" b="0">
                <a:solidFill>
                  <a:schemeClr val="bg1"/>
                </a:solidFill>
                <a:ea typeface="黑体" panose="02010609060101010101" pitchFamily="49" charset="-122"/>
              </a:rPr>
              <a:t>(8)</a:t>
            </a:r>
            <a:endParaRPr lang="zh-CN" altLang="en-US" sz="2000" b="0">
              <a:solidFill>
                <a:schemeClr val="bg1"/>
              </a:solidFill>
              <a:ea typeface="黑体" panose="02010609060101010101" pitchFamily="49" charset="-122"/>
            </a:endParaRPr>
          </a:p>
        </p:txBody>
      </p:sp>
      <p:sp>
        <p:nvSpPr>
          <p:cNvPr id="43013" name="Rectangle 5">
            <a:extLst>
              <a:ext uri="{FF2B5EF4-FFF2-40B4-BE49-F238E27FC236}">
                <a16:creationId xmlns:a16="http://schemas.microsoft.com/office/drawing/2014/main" id="{BC80DE97-D5E5-40A9-A6C6-75BD13D23B20}"/>
              </a:ext>
            </a:extLst>
          </p:cNvPr>
          <p:cNvSpPr>
            <a:spLocks noChangeArrowheads="1"/>
          </p:cNvSpPr>
          <p:nvPr/>
        </p:nvSpPr>
        <p:spPr bwMode="auto">
          <a:xfrm>
            <a:off x="6391275" y="4897437"/>
            <a:ext cx="1152525" cy="360363"/>
          </a:xfrm>
          <a:prstGeom prst="rect">
            <a:avLst/>
          </a:prstGeom>
          <a:solidFill>
            <a:schemeClr val="accent1"/>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2000" b="0">
                <a:solidFill>
                  <a:schemeClr val="bg1"/>
                </a:solidFill>
                <a:ea typeface="黑体" panose="02010609060101010101" pitchFamily="49" charset="-122"/>
              </a:rPr>
              <a:t>扇区号</a:t>
            </a:r>
            <a:r>
              <a:rPr lang="en-US" altLang="zh-CN" sz="2000" b="0">
                <a:solidFill>
                  <a:schemeClr val="bg1"/>
                </a:solidFill>
                <a:ea typeface="黑体" panose="02010609060101010101" pitchFamily="49" charset="-122"/>
              </a:rPr>
              <a:t>(4)</a:t>
            </a:r>
            <a:endParaRPr lang="zh-CN" altLang="en-US" sz="2000" b="0">
              <a:solidFill>
                <a:schemeClr val="bg1"/>
              </a:solidFill>
              <a:ea typeface="黑体" panose="02010609060101010101" pitchFamily="49" charset="-122"/>
            </a:endParaRPr>
          </a:p>
        </p:txBody>
      </p:sp>
      <p:sp>
        <p:nvSpPr>
          <p:cNvPr id="43014" name="Rectangle 6">
            <a:extLst>
              <a:ext uri="{FF2B5EF4-FFF2-40B4-BE49-F238E27FC236}">
                <a16:creationId xmlns:a16="http://schemas.microsoft.com/office/drawing/2014/main" id="{37F1FAE0-EFE9-4FBB-9239-AF43F4250803}"/>
              </a:ext>
            </a:extLst>
          </p:cNvPr>
          <p:cNvSpPr>
            <a:spLocks noChangeArrowheads="1"/>
          </p:cNvSpPr>
          <p:nvPr/>
        </p:nvSpPr>
        <p:spPr bwMode="auto">
          <a:xfrm>
            <a:off x="4446587" y="4897437"/>
            <a:ext cx="1944688" cy="360363"/>
          </a:xfrm>
          <a:prstGeom prst="rect">
            <a:avLst/>
          </a:prstGeom>
          <a:solidFill>
            <a:schemeClr val="accent1"/>
          </a:soli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r>
              <a:rPr lang="zh-CN" altLang="en-US" sz="2000" b="0" dirty="0">
                <a:solidFill>
                  <a:schemeClr val="bg1"/>
                </a:solidFill>
                <a:ea typeface="黑体" panose="02010609060101010101" pitchFamily="49" charset="-122"/>
              </a:rPr>
              <a:t>盘面号</a:t>
            </a:r>
            <a:r>
              <a:rPr lang="en-US" altLang="zh-CN" sz="2000" b="0" dirty="0">
                <a:solidFill>
                  <a:schemeClr val="bg1"/>
                </a:solidFill>
                <a:ea typeface="黑体" panose="02010609060101010101" pitchFamily="49" charset="-122"/>
              </a:rPr>
              <a:t>/</a:t>
            </a:r>
            <a:r>
              <a:rPr lang="zh-CN" altLang="en-US" sz="2000" b="0" dirty="0">
                <a:solidFill>
                  <a:schemeClr val="bg1"/>
                </a:solidFill>
                <a:ea typeface="黑体" panose="02010609060101010101" pitchFamily="49" charset="-122"/>
              </a:rPr>
              <a:t>磁头号</a:t>
            </a:r>
            <a:r>
              <a:rPr lang="en-US" altLang="zh-CN" sz="2000" b="0" dirty="0">
                <a:solidFill>
                  <a:schemeClr val="bg1"/>
                </a:solidFill>
                <a:ea typeface="黑体" panose="02010609060101010101" pitchFamily="49" charset="-122"/>
              </a:rPr>
              <a:t>(4)</a:t>
            </a:r>
            <a:endParaRPr lang="zh-CN" altLang="en-US" sz="2000" b="0" dirty="0">
              <a:solidFill>
                <a:schemeClr val="bg1"/>
              </a:solidFill>
              <a:ea typeface="黑体" panose="02010609060101010101" pitchFamily="49" charset="-122"/>
            </a:endParaRPr>
          </a:p>
        </p:txBody>
      </p:sp>
    </p:spTree>
  </p:cSld>
  <p:clrMapOvr>
    <a:masterClrMapping/>
  </p:clrMapOvr>
  <p:transition spd="med">
    <p:pull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kumimoji="1" lang="en-US" altLang="zh-CN" dirty="0"/>
              <a:t>7.3</a:t>
            </a:r>
            <a:r>
              <a:rPr kumimoji="1" lang="zh-CN" altLang="en-US" dirty="0"/>
              <a:t>磁盘存储设备的技术发展</a:t>
            </a:r>
            <a:endParaRPr lang="zh-CN" altLang="en-US" dirty="0"/>
          </a:p>
        </p:txBody>
      </p:sp>
    </p:spTree>
    <p:extLst>
      <p:ext uri="{BB962C8B-B14F-4D97-AF65-F5344CB8AC3E}">
        <p14:creationId xmlns:p14="http://schemas.microsoft.com/office/powerpoint/2010/main" val="411021572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1A1C43-18B1-4A5D-809C-9C91E1C52272}"/>
              </a:ext>
            </a:extLst>
          </p:cNvPr>
          <p:cNvSpPr>
            <a:spLocks noGrp="1"/>
          </p:cNvSpPr>
          <p:nvPr>
            <p:ph type="title"/>
          </p:nvPr>
        </p:nvSpPr>
        <p:spPr/>
        <p:txBody>
          <a:bodyPr/>
          <a:lstStyle/>
          <a:p>
            <a:pPr>
              <a:defRPr/>
            </a:pPr>
            <a:r>
              <a:rPr lang="zh-CN" altLang="en-US" dirty="0"/>
              <a:t>提高磁盘</a:t>
            </a:r>
            <a:r>
              <a:rPr lang="en-US" altLang="zh-CN" dirty="0"/>
              <a:t>I/O</a:t>
            </a:r>
            <a:r>
              <a:rPr lang="zh-CN" altLang="en-US" dirty="0"/>
              <a:t>速度的手段</a:t>
            </a:r>
          </a:p>
        </p:txBody>
      </p:sp>
      <p:sp>
        <p:nvSpPr>
          <p:cNvPr id="3" name="内容占位符 2">
            <a:extLst>
              <a:ext uri="{FF2B5EF4-FFF2-40B4-BE49-F238E27FC236}">
                <a16:creationId xmlns:a16="http://schemas.microsoft.com/office/drawing/2014/main" id="{540E151D-A519-45E7-A437-F4957F8B0DA5}"/>
              </a:ext>
            </a:extLst>
          </p:cNvPr>
          <p:cNvSpPr>
            <a:spLocks noGrp="1"/>
          </p:cNvSpPr>
          <p:nvPr>
            <p:ph idx="1"/>
          </p:nvPr>
        </p:nvSpPr>
        <p:spPr/>
        <p:txBody>
          <a:bodyPr/>
          <a:lstStyle/>
          <a:p>
            <a:pPr marL="0" indent="0">
              <a:buFont typeface="Wingdings 2" panose="05020102010507070707" pitchFamily="18" charset="2"/>
              <a:buNone/>
              <a:defRPr/>
            </a:pPr>
            <a:r>
              <a:rPr lang="zh-CN" altLang="en-US" dirty="0"/>
              <a:t>提高磁盘</a:t>
            </a:r>
            <a:r>
              <a:rPr lang="en-US" altLang="zh-CN" dirty="0"/>
              <a:t>I/O</a:t>
            </a:r>
            <a:r>
              <a:rPr lang="zh-CN" altLang="en-US" dirty="0"/>
              <a:t>系统的存取速度，可采取以下措施</a:t>
            </a:r>
            <a:endParaRPr lang="en-US" altLang="zh-CN" dirty="0"/>
          </a:p>
          <a:p>
            <a:pPr>
              <a:defRPr/>
            </a:pPr>
            <a:r>
              <a:rPr lang="zh-CN" altLang="en-US" sz="2800" dirty="0"/>
              <a:t>提高磁盘机主轴转速  如：</a:t>
            </a:r>
            <a:r>
              <a:rPr lang="en-US" altLang="zh-CN" sz="2800" dirty="0"/>
              <a:t>5400</a:t>
            </a:r>
            <a:r>
              <a:rPr lang="en-US" altLang="zh-CN" sz="2800" dirty="0">
                <a:sym typeface="Symbol" panose="05050102010706020507" pitchFamily="18" charset="2"/>
              </a:rPr>
              <a:t></a:t>
            </a:r>
            <a:r>
              <a:rPr lang="en-US" altLang="zh-CN" sz="2800" dirty="0"/>
              <a:t>7200</a:t>
            </a:r>
            <a:r>
              <a:rPr lang="en-US" altLang="zh-CN" sz="2800" dirty="0">
                <a:sym typeface="Symbol" panose="05050102010706020507" pitchFamily="18" charset="2"/>
              </a:rPr>
              <a:t> </a:t>
            </a:r>
            <a:r>
              <a:rPr lang="en-US" altLang="zh-CN" sz="2800" dirty="0" err="1">
                <a:sym typeface="Symbol" panose="05050102010706020507" pitchFamily="18" charset="2"/>
              </a:rPr>
              <a:t>15000rpm</a:t>
            </a:r>
            <a:endParaRPr lang="zh-CN" altLang="en-US" sz="2800" dirty="0"/>
          </a:p>
          <a:p>
            <a:pPr>
              <a:defRPr/>
            </a:pPr>
            <a:r>
              <a:rPr lang="zh-CN" altLang="en-US" sz="2800" dirty="0"/>
              <a:t>提高</a:t>
            </a:r>
            <a:r>
              <a:rPr lang="en-US" altLang="zh-CN" sz="2800" dirty="0"/>
              <a:t>I/O</a:t>
            </a:r>
            <a:r>
              <a:rPr lang="zh-CN" altLang="en-US" sz="2800" dirty="0"/>
              <a:t>总线速度 如：</a:t>
            </a:r>
            <a:r>
              <a:rPr lang="en-US" altLang="zh-CN" sz="2400" dirty="0"/>
              <a:t>SATA</a:t>
            </a:r>
            <a:r>
              <a:rPr lang="zh-CN" altLang="en-US" sz="2400" dirty="0"/>
              <a:t>（</a:t>
            </a:r>
            <a:r>
              <a:rPr lang="en-US" altLang="zh-CN" sz="2400" dirty="0" err="1"/>
              <a:t>6Gb</a:t>
            </a:r>
            <a:r>
              <a:rPr lang="en-US" altLang="zh-CN" sz="2400" dirty="0"/>
              <a:t>/s</a:t>
            </a:r>
            <a:r>
              <a:rPr lang="zh-CN" altLang="en-US" sz="2400" dirty="0"/>
              <a:t>）</a:t>
            </a:r>
            <a:r>
              <a:rPr lang="en-US" altLang="zh-CN" sz="2400" dirty="0">
                <a:sym typeface="Symbol" panose="05050102010706020507" pitchFamily="18" charset="2"/>
              </a:rPr>
              <a:t>SAS</a:t>
            </a:r>
            <a:r>
              <a:rPr lang="zh-CN" altLang="en-US" sz="2400" dirty="0">
                <a:sym typeface="Symbol" panose="05050102010706020507" pitchFamily="18" charset="2"/>
              </a:rPr>
              <a:t>（</a:t>
            </a:r>
            <a:r>
              <a:rPr lang="en-US" altLang="zh-CN" sz="2400" dirty="0" err="1">
                <a:sym typeface="Symbol" panose="05050102010706020507" pitchFamily="18" charset="2"/>
              </a:rPr>
              <a:t>12Gb</a:t>
            </a:r>
            <a:r>
              <a:rPr lang="en-US" altLang="zh-CN" sz="2400" dirty="0">
                <a:sym typeface="Symbol" panose="05050102010706020507" pitchFamily="18" charset="2"/>
              </a:rPr>
              <a:t>/s</a:t>
            </a:r>
            <a:r>
              <a:rPr lang="zh-CN" altLang="en-US" sz="2400" dirty="0">
                <a:sym typeface="Symbol" panose="05050102010706020507" pitchFamily="18" charset="2"/>
              </a:rPr>
              <a:t>）</a:t>
            </a:r>
            <a:endParaRPr lang="zh-CN" altLang="en-US" sz="2400" dirty="0"/>
          </a:p>
          <a:p>
            <a:pPr>
              <a:defRPr/>
            </a:pPr>
            <a:r>
              <a:rPr lang="zh-CN" altLang="en-US" sz="2800" dirty="0"/>
              <a:t>采用磁盘</a:t>
            </a:r>
            <a:r>
              <a:rPr lang="en-US" altLang="zh-CN" sz="2800" dirty="0"/>
              <a:t>cache</a:t>
            </a:r>
            <a:r>
              <a:rPr lang="zh-CN" altLang="en-US" sz="2800" dirty="0"/>
              <a:t>。磁盘</a:t>
            </a:r>
            <a:r>
              <a:rPr lang="en-US" altLang="zh-CN" sz="2800" dirty="0"/>
              <a:t>cache</a:t>
            </a:r>
            <a:r>
              <a:rPr lang="zh-CN" altLang="en-US" sz="2800" dirty="0"/>
              <a:t>可以弥补慢速磁盘和主存之间速度上的差异</a:t>
            </a:r>
          </a:p>
          <a:p>
            <a:pPr>
              <a:defRPr/>
            </a:pPr>
            <a:endParaRPr lang="zh-CN" altLang="en-US" dirty="0"/>
          </a:p>
          <a:p>
            <a:pPr>
              <a:defRPr/>
            </a:pPr>
            <a:endParaRPr lang="zh-CN" altLang="en-US" dirty="0"/>
          </a:p>
        </p:txBody>
      </p:sp>
      <p:pic>
        <p:nvPicPr>
          <p:cNvPr id="45060" name="图片 3">
            <a:extLst>
              <a:ext uri="{FF2B5EF4-FFF2-40B4-BE49-F238E27FC236}">
                <a16:creationId xmlns:a16="http://schemas.microsoft.com/office/drawing/2014/main" id="{71C58425-1BB8-446F-BB98-E746C00A30B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84663" y="3125788"/>
            <a:ext cx="4175125" cy="325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椭圆 2">
            <a:extLst>
              <a:ext uri="{FF2B5EF4-FFF2-40B4-BE49-F238E27FC236}">
                <a16:creationId xmlns:a16="http://schemas.microsoft.com/office/drawing/2014/main" id="{A2E7BF9F-3D14-416D-9C1F-BA5242FEA73C}"/>
              </a:ext>
            </a:extLst>
          </p:cNvPr>
          <p:cNvSpPr>
            <a:spLocks noChangeArrowheads="1"/>
          </p:cNvSpPr>
          <p:nvPr/>
        </p:nvSpPr>
        <p:spPr bwMode="auto">
          <a:xfrm>
            <a:off x="6438900" y="5013325"/>
            <a:ext cx="1873250" cy="360363"/>
          </a:xfrm>
          <a:prstGeom prst="ellipse">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Tree>
  </p:cSld>
  <p:clrMapOvr>
    <a:masterClrMapping/>
  </p:clrMapOvr>
  <p:transition spd="med">
    <p:pull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9C6D046-BFCD-4025-A47C-9218E203BACE}"/>
              </a:ext>
            </a:extLst>
          </p:cNvPr>
          <p:cNvSpPr>
            <a:spLocks noGrp="1" noChangeArrowheads="1"/>
          </p:cNvSpPr>
          <p:nvPr>
            <p:ph type="title"/>
          </p:nvPr>
        </p:nvSpPr>
        <p:spPr/>
        <p:txBody>
          <a:bodyPr/>
          <a:lstStyle/>
          <a:p>
            <a:pPr eaLnBrk="1" hangingPunct="1">
              <a:lnSpc>
                <a:spcPct val="90000"/>
              </a:lnSpc>
              <a:defRPr/>
            </a:pPr>
            <a:r>
              <a:rPr kumimoji="1" lang="zh-CN" altLang="en-US" dirty="0"/>
              <a:t>磁盘</a:t>
            </a:r>
            <a:r>
              <a:rPr kumimoji="1" lang="en-US" altLang="zh-CN" dirty="0"/>
              <a:t>cache</a:t>
            </a:r>
            <a:r>
              <a:rPr kumimoji="1" lang="zh-CN" altLang="en-US" dirty="0"/>
              <a:t>的原理</a:t>
            </a:r>
          </a:p>
        </p:txBody>
      </p:sp>
      <p:sp>
        <p:nvSpPr>
          <p:cNvPr id="46083" name="Rectangle 3">
            <a:extLst>
              <a:ext uri="{FF2B5EF4-FFF2-40B4-BE49-F238E27FC236}">
                <a16:creationId xmlns:a16="http://schemas.microsoft.com/office/drawing/2014/main" id="{65EA0620-43DE-46DB-9D2D-2D165413719C}"/>
              </a:ext>
            </a:extLst>
          </p:cNvPr>
          <p:cNvSpPr>
            <a:spLocks noGrp="1" noChangeArrowheads="1"/>
          </p:cNvSpPr>
          <p:nvPr>
            <p:ph idx="1"/>
          </p:nvPr>
        </p:nvSpPr>
        <p:spPr>
          <a:xfrm>
            <a:off x="285750" y="1103313"/>
            <a:ext cx="8572500" cy="5500687"/>
          </a:xfrm>
        </p:spPr>
        <p:txBody>
          <a:bodyPr/>
          <a:lstStyle/>
          <a:p>
            <a:pPr eaLnBrk="1" hangingPunct="1">
              <a:lnSpc>
                <a:spcPct val="90000"/>
              </a:lnSpc>
            </a:pPr>
            <a:r>
              <a:rPr lang="zh-CN" altLang="en-US" sz="2800" dirty="0"/>
              <a:t>磁盘</a:t>
            </a:r>
            <a:r>
              <a:rPr lang="en-US" altLang="zh-CN" sz="2800" dirty="0"/>
              <a:t>cache</a:t>
            </a:r>
            <a:r>
              <a:rPr lang="zh-CN" altLang="en-US" sz="2800" dirty="0"/>
              <a:t>利用了数据的局部性原理。在磁盘</a:t>
            </a:r>
            <a:r>
              <a:rPr lang="en-US" altLang="zh-CN" sz="2800" dirty="0"/>
              <a:t>cache</a:t>
            </a:r>
            <a:r>
              <a:rPr lang="zh-CN" altLang="en-US" sz="2800" dirty="0"/>
              <a:t>中，由一些数据块组成的一个基本单位称为</a:t>
            </a:r>
            <a:r>
              <a:rPr lang="en-US" altLang="zh-CN" sz="2800" dirty="0"/>
              <a:t>cache</a:t>
            </a:r>
            <a:r>
              <a:rPr lang="zh-CN" altLang="en-US" sz="2800" dirty="0"/>
              <a:t>行。当一个</a:t>
            </a:r>
            <a:r>
              <a:rPr lang="en-US" altLang="zh-CN" sz="2800" dirty="0"/>
              <a:t>I/O</a:t>
            </a:r>
            <a:r>
              <a:rPr lang="zh-CN" altLang="en-US" sz="2800" dirty="0"/>
              <a:t>请求送到磁盘驱动时，首先确认驱动器上的高速</a:t>
            </a:r>
            <a:r>
              <a:rPr lang="en-US" altLang="zh-CN" sz="2800" dirty="0"/>
              <a:t>Cache</a:t>
            </a:r>
            <a:r>
              <a:rPr lang="zh-CN" altLang="en-US" sz="2800" dirty="0"/>
              <a:t>是否已有数据。</a:t>
            </a:r>
            <a:endParaRPr lang="en-US" altLang="zh-CN" sz="2800" dirty="0"/>
          </a:p>
          <a:p>
            <a:pPr lvl="1" eaLnBrk="1" hangingPunct="1">
              <a:lnSpc>
                <a:spcPct val="90000"/>
              </a:lnSpc>
            </a:pPr>
            <a:r>
              <a:rPr lang="zh-CN" altLang="en-US" sz="2400" dirty="0"/>
              <a:t>如果是读操作，且要读的数据已在</a:t>
            </a:r>
            <a:r>
              <a:rPr lang="en-US" altLang="zh-CN" sz="2400" dirty="0"/>
              <a:t>cache</a:t>
            </a:r>
            <a:r>
              <a:rPr lang="zh-CN" altLang="en-US" sz="2400" dirty="0"/>
              <a:t>中，则为命中，可从</a:t>
            </a:r>
            <a:r>
              <a:rPr lang="en-US" altLang="zh-CN" sz="2400" dirty="0"/>
              <a:t>cache</a:t>
            </a:r>
            <a:r>
              <a:rPr lang="zh-CN" altLang="en-US" sz="2400" dirty="0"/>
              <a:t>行中读出数据，否则需从磁盘介质上读出。</a:t>
            </a:r>
            <a:endParaRPr lang="en-US" altLang="zh-CN" sz="2400" dirty="0"/>
          </a:p>
          <a:p>
            <a:pPr lvl="1" eaLnBrk="1" hangingPunct="1">
              <a:lnSpc>
                <a:spcPct val="90000"/>
              </a:lnSpc>
            </a:pPr>
            <a:r>
              <a:rPr lang="zh-CN" altLang="en-US" sz="2400" dirty="0"/>
              <a:t>写入操作和</a:t>
            </a:r>
            <a:r>
              <a:rPr lang="en-US" altLang="zh-CN" sz="2400" dirty="0"/>
              <a:t>CPU</a:t>
            </a:r>
            <a:r>
              <a:rPr lang="zh-CN" altLang="en-US" sz="2400" dirty="0"/>
              <a:t>中的</a:t>
            </a:r>
            <a:r>
              <a:rPr lang="en-US" altLang="zh-CN" sz="2400" dirty="0"/>
              <a:t>cache</a:t>
            </a:r>
            <a:r>
              <a:rPr lang="zh-CN" altLang="en-US" sz="2400" dirty="0"/>
              <a:t>类似，有“直写”和“写回”两种方法。磁盘</a:t>
            </a:r>
            <a:r>
              <a:rPr lang="en-US" altLang="zh-CN" sz="2400" dirty="0"/>
              <a:t>cache</a:t>
            </a:r>
            <a:r>
              <a:rPr lang="zh-CN" altLang="en-US" sz="2400" dirty="0"/>
              <a:t>利用了数据的局部性原理。</a:t>
            </a:r>
            <a:endParaRPr lang="en-US" altLang="zh-CN" sz="2400" dirty="0"/>
          </a:p>
          <a:p>
            <a:pPr eaLnBrk="1" hangingPunct="1">
              <a:lnSpc>
                <a:spcPct val="90000"/>
              </a:lnSpc>
            </a:pPr>
            <a:r>
              <a:rPr lang="zh-CN" altLang="en-US" sz="2800" dirty="0"/>
              <a:t>目前大多数磁盘驱动器中都使用了预读策略，预取可能要访问的数据到磁盘</a:t>
            </a:r>
            <a:r>
              <a:rPr lang="en-US" altLang="zh-CN" sz="2800" dirty="0"/>
              <a:t>cache</a:t>
            </a:r>
            <a:r>
              <a:rPr lang="zh-CN" altLang="en-US" sz="2800" dirty="0"/>
              <a:t>中。</a:t>
            </a:r>
            <a:endParaRPr lang="en-US" altLang="zh-CN" sz="2800" dirty="0"/>
          </a:p>
          <a:p>
            <a:pPr eaLnBrk="1" hangingPunct="1">
              <a:lnSpc>
                <a:spcPct val="90000"/>
              </a:lnSpc>
            </a:pPr>
            <a:r>
              <a:rPr lang="zh-CN" altLang="en-US" sz="2800" dirty="0"/>
              <a:t>磁盘</a:t>
            </a:r>
            <a:r>
              <a:rPr lang="en-US" altLang="zh-CN" sz="2800" dirty="0"/>
              <a:t>cache</a:t>
            </a:r>
            <a:r>
              <a:rPr lang="zh-CN" altLang="en-US" sz="2800" dirty="0"/>
              <a:t>一次存取的数量大、数据集中、速度要求较</a:t>
            </a:r>
            <a:r>
              <a:rPr lang="en-US" altLang="zh-CN" sz="2800" dirty="0"/>
              <a:t>CPU</a:t>
            </a:r>
            <a:r>
              <a:rPr lang="zh-CN" altLang="en-US" sz="2800" dirty="0"/>
              <a:t>的</a:t>
            </a:r>
            <a:r>
              <a:rPr lang="en-US" altLang="zh-CN" sz="2800" dirty="0"/>
              <a:t>cache</a:t>
            </a:r>
            <a:r>
              <a:rPr lang="zh-CN" altLang="en-US" sz="2800" dirty="0"/>
              <a:t>低且管理工作较复杂，因此一般由硬件和软件共同完成。</a:t>
            </a:r>
            <a:r>
              <a:rPr lang="en-US" altLang="zh-CN" sz="2800" dirty="0"/>
              <a:t>cache</a:t>
            </a:r>
            <a:r>
              <a:rPr lang="zh-CN" altLang="en-US" sz="2800" dirty="0"/>
              <a:t>采用</a:t>
            </a:r>
            <a:r>
              <a:rPr lang="en-US" altLang="zh-CN" sz="2800" dirty="0"/>
              <a:t>SRAM</a:t>
            </a:r>
            <a:r>
              <a:rPr lang="zh-CN" altLang="en-US" sz="2800" dirty="0"/>
              <a:t>或</a:t>
            </a:r>
            <a:r>
              <a:rPr lang="en-US" altLang="zh-CN" sz="2800" dirty="0"/>
              <a:t>DRAM</a:t>
            </a:r>
            <a:r>
              <a:rPr lang="zh-CN" altLang="en-US" sz="2800" dirty="0"/>
              <a:t>，容量为</a:t>
            </a:r>
            <a:r>
              <a:rPr lang="en-US" altLang="zh-CN" sz="2800" dirty="0"/>
              <a:t>32MB</a:t>
            </a:r>
            <a:r>
              <a:rPr lang="zh-CN" altLang="en-US" sz="2800" dirty="0"/>
              <a:t>或</a:t>
            </a:r>
            <a:r>
              <a:rPr lang="en-US" altLang="zh-CN" sz="2800" dirty="0"/>
              <a:t>64MB</a:t>
            </a:r>
            <a:r>
              <a:rPr lang="zh-CN" altLang="en-US" sz="2800" dirty="0"/>
              <a:t>等。</a:t>
            </a:r>
          </a:p>
        </p:txBody>
      </p:sp>
    </p:spTree>
  </p:cSld>
  <p:clrMapOvr>
    <a:masterClrMapping/>
  </p:clrMapOvr>
  <p:transition spd="med">
    <p:pull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2F8793B0-EC60-4267-9757-0C5E9E41BAB2}"/>
              </a:ext>
            </a:extLst>
          </p:cNvPr>
          <p:cNvSpPr>
            <a:spLocks noGrp="1" noChangeArrowheads="1"/>
          </p:cNvSpPr>
          <p:nvPr>
            <p:ph type="title"/>
          </p:nvPr>
        </p:nvSpPr>
        <p:spPr/>
        <p:txBody>
          <a:bodyPr/>
          <a:lstStyle/>
          <a:p>
            <a:pPr eaLnBrk="1" hangingPunct="1">
              <a:defRPr/>
            </a:pPr>
            <a:r>
              <a:rPr kumimoji="1" lang="zh-CN" altLang="en-US" dirty="0"/>
              <a:t>磁盘阵列</a:t>
            </a:r>
            <a:r>
              <a:rPr kumimoji="1" lang="en-US" altLang="zh-CN" dirty="0"/>
              <a:t>RAID</a:t>
            </a:r>
            <a:r>
              <a:rPr kumimoji="1" lang="zh-CN" altLang="en-US" dirty="0"/>
              <a:t>（</a:t>
            </a:r>
            <a:r>
              <a:rPr kumimoji="1" lang="en-US" altLang="zh-CN" dirty="0"/>
              <a:t>1</a:t>
            </a:r>
            <a:r>
              <a:rPr kumimoji="1" lang="zh-CN" altLang="en-US" dirty="0"/>
              <a:t>）</a:t>
            </a:r>
          </a:p>
        </p:txBody>
      </p:sp>
      <p:sp>
        <p:nvSpPr>
          <p:cNvPr id="47107" name="Rectangle 3">
            <a:extLst>
              <a:ext uri="{FF2B5EF4-FFF2-40B4-BE49-F238E27FC236}">
                <a16:creationId xmlns:a16="http://schemas.microsoft.com/office/drawing/2014/main" id="{84CBF08F-0020-4944-9730-B0483F384644}"/>
              </a:ext>
            </a:extLst>
          </p:cNvPr>
          <p:cNvSpPr>
            <a:spLocks noGrp="1" noChangeArrowheads="1"/>
          </p:cNvSpPr>
          <p:nvPr>
            <p:ph idx="1"/>
          </p:nvPr>
        </p:nvSpPr>
        <p:spPr/>
        <p:txBody>
          <a:bodyPr/>
          <a:lstStyle/>
          <a:p>
            <a:pPr eaLnBrk="1" hangingPunct="1">
              <a:lnSpc>
                <a:spcPct val="90000"/>
              </a:lnSpc>
            </a:pPr>
            <a:r>
              <a:rPr lang="zh-CN" altLang="en-US" sz="2400" dirty="0"/>
              <a:t>独立磁盘冗余阵列</a:t>
            </a:r>
            <a:r>
              <a:rPr lang="en-US" altLang="zh-CN" sz="2400" dirty="0"/>
              <a:t>RAID</a:t>
            </a:r>
            <a:r>
              <a:rPr lang="zh-CN" altLang="en-US" sz="2400" dirty="0"/>
              <a:t>（</a:t>
            </a:r>
            <a:r>
              <a:rPr lang="en-US" altLang="zh-CN" sz="2400" dirty="0"/>
              <a:t>Redundant Arrays of  Independent (Inexpensive) Disks</a:t>
            </a:r>
            <a:r>
              <a:rPr lang="zh-CN" altLang="en-US" sz="2400" dirty="0"/>
              <a:t>）：多个独立的物理硬盘按照不同方式组合起来，形成一个虚拟硬盘。  由</a:t>
            </a:r>
            <a:r>
              <a:rPr lang="en-US" altLang="zh-CN" sz="2400" dirty="0"/>
              <a:t>D. A. Patterson </a:t>
            </a:r>
            <a:r>
              <a:rPr lang="zh-CN" altLang="en-US" sz="2400" dirty="0"/>
              <a:t>教授提出。</a:t>
            </a:r>
          </a:p>
          <a:p>
            <a:pPr eaLnBrk="1" hangingPunct="1">
              <a:lnSpc>
                <a:spcPct val="90000"/>
              </a:lnSpc>
            </a:pPr>
            <a:r>
              <a:rPr lang="zh-CN" altLang="en-US" sz="2400" dirty="0"/>
              <a:t>设计理念是用多台磁盘存储器组成的大容量外存系统。其构造基础是利用数据分块技术和并行处理技术，在多个磁盘上</a:t>
            </a:r>
            <a:r>
              <a:rPr lang="zh-CN" altLang="en-US" sz="2400" dirty="0">
                <a:solidFill>
                  <a:srgbClr val="FF0000"/>
                </a:solidFill>
              </a:rPr>
              <a:t>交错存放</a:t>
            </a:r>
            <a:r>
              <a:rPr lang="zh-CN" altLang="en-US" sz="2400" dirty="0"/>
              <a:t>数据，使之可</a:t>
            </a:r>
            <a:r>
              <a:rPr lang="zh-CN" altLang="en-US" sz="2400" dirty="0">
                <a:solidFill>
                  <a:srgbClr val="FF0000"/>
                </a:solidFill>
              </a:rPr>
              <a:t>并行存取</a:t>
            </a:r>
            <a:r>
              <a:rPr lang="zh-CN" altLang="en-US" sz="2400" dirty="0"/>
              <a:t>。在</a:t>
            </a:r>
            <a:r>
              <a:rPr lang="en-US" altLang="zh-CN" sz="2400" dirty="0"/>
              <a:t>RAID</a:t>
            </a:r>
            <a:r>
              <a:rPr lang="zh-CN" altLang="en-US" sz="2400" dirty="0"/>
              <a:t>控制器的组织管理下，可实现数据的并行存储、交叉存储、单独存储。由于阵列中的的磁盘可存有冗余信息，一旦系统中某一磁盘失效，可以利用冗余信息重建用户信息。</a:t>
            </a:r>
            <a:endParaRPr lang="en-US" altLang="zh-CN" sz="2400" dirty="0"/>
          </a:p>
          <a:p>
            <a:r>
              <a:rPr lang="en-US" altLang="zh-CN" sz="2400" dirty="0"/>
              <a:t>RAID </a:t>
            </a:r>
            <a:r>
              <a:rPr lang="zh-CN" altLang="en-US" sz="2400" dirty="0"/>
              <a:t>的优点是： </a:t>
            </a:r>
          </a:p>
          <a:p>
            <a:pPr lvl="1"/>
            <a:r>
              <a:rPr lang="zh-CN" altLang="en-US" sz="2400" dirty="0"/>
              <a:t>传输速率</a:t>
            </a:r>
            <a:r>
              <a:rPr lang="zh-CN" altLang="en-US" sz="2000" dirty="0"/>
              <a:t>高、</a:t>
            </a:r>
            <a:r>
              <a:rPr lang="zh-CN" altLang="en-US" sz="2400" dirty="0"/>
              <a:t>容错功能</a:t>
            </a:r>
            <a:endParaRPr lang="en-US" altLang="zh-CN" sz="2400" dirty="0"/>
          </a:p>
          <a:p>
            <a:pPr lvl="1"/>
            <a:r>
              <a:rPr lang="en-US" altLang="zh-CN" sz="2400" dirty="0"/>
              <a:t>RAID</a:t>
            </a:r>
            <a:r>
              <a:rPr lang="zh-CN" altLang="en-US" sz="2400" dirty="0"/>
              <a:t>比起传统的大容量磁盘驱动器来，在同样的容量下，价格要低很多</a:t>
            </a:r>
          </a:p>
        </p:txBody>
      </p:sp>
    </p:spTree>
  </p:cSld>
  <p:clrMapOvr>
    <a:masterClrMapping/>
  </p:clrMapOvr>
  <p:transition spd="med">
    <p:pull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BA7935EF-81B3-4C60-B2CC-958614960E0D}"/>
              </a:ext>
            </a:extLst>
          </p:cNvPr>
          <p:cNvSpPr>
            <a:spLocks noGrp="1" noChangeArrowheads="1"/>
          </p:cNvSpPr>
          <p:nvPr>
            <p:ph type="title"/>
          </p:nvPr>
        </p:nvSpPr>
        <p:spPr/>
        <p:txBody>
          <a:bodyPr/>
          <a:lstStyle/>
          <a:p>
            <a:pPr eaLnBrk="1" hangingPunct="1">
              <a:defRPr/>
            </a:pPr>
            <a:r>
              <a:rPr kumimoji="1" lang="zh-CN" altLang="en-US" dirty="0"/>
              <a:t>磁盘阵列</a:t>
            </a:r>
            <a:r>
              <a:rPr kumimoji="1" lang="en-US" altLang="zh-CN" dirty="0"/>
              <a:t>RAID</a:t>
            </a:r>
            <a:r>
              <a:rPr kumimoji="1" lang="zh-CN" altLang="en-US" dirty="0"/>
              <a:t>（</a:t>
            </a:r>
            <a:r>
              <a:rPr kumimoji="1" lang="en-US" altLang="zh-CN" dirty="0"/>
              <a:t>2</a:t>
            </a:r>
            <a:r>
              <a:rPr kumimoji="1" lang="zh-CN" altLang="en-US" dirty="0"/>
              <a:t>）</a:t>
            </a:r>
          </a:p>
        </p:txBody>
      </p:sp>
      <p:sp>
        <p:nvSpPr>
          <p:cNvPr id="41988" name="Rectangle 3">
            <a:extLst>
              <a:ext uri="{FF2B5EF4-FFF2-40B4-BE49-F238E27FC236}">
                <a16:creationId xmlns:a16="http://schemas.microsoft.com/office/drawing/2014/main" id="{34E45CBB-1484-4B58-8D19-593D3D4221F5}"/>
              </a:ext>
            </a:extLst>
          </p:cNvPr>
          <p:cNvSpPr>
            <a:spLocks noGrp="1" noChangeArrowheads="1"/>
          </p:cNvSpPr>
          <p:nvPr>
            <p:ph idx="1"/>
          </p:nvPr>
        </p:nvSpPr>
        <p:spPr/>
        <p:txBody>
          <a:bodyPr/>
          <a:lstStyle/>
          <a:p>
            <a:pPr defTabSz="914400" eaLnBrk="1" hangingPunct="1">
              <a:lnSpc>
                <a:spcPct val="90000"/>
              </a:lnSpc>
              <a:defRPr/>
            </a:pPr>
            <a:r>
              <a:rPr kumimoji="1" lang="zh-CN" altLang="en-US" sz="2800" dirty="0"/>
              <a:t>组成</a:t>
            </a:r>
            <a:r>
              <a:rPr kumimoji="1" lang="en-US" altLang="zh-CN" sz="2800" dirty="0"/>
              <a:t>RAID</a:t>
            </a:r>
            <a:r>
              <a:rPr kumimoji="1" lang="zh-CN" altLang="en-US" sz="2800" dirty="0"/>
              <a:t>阵列的不同方式称为</a:t>
            </a:r>
            <a:r>
              <a:rPr kumimoji="1" lang="en-US" altLang="zh-CN" sz="2800" dirty="0"/>
              <a:t>RAID</a:t>
            </a:r>
            <a:r>
              <a:rPr kumimoji="1" lang="zh-CN" altLang="en-US" sz="2800" dirty="0"/>
              <a:t>级别</a:t>
            </a:r>
          </a:p>
          <a:p>
            <a:pPr defTabSz="914400" eaLnBrk="1" hangingPunct="1">
              <a:lnSpc>
                <a:spcPct val="90000"/>
              </a:lnSpc>
              <a:defRPr/>
            </a:pPr>
            <a:r>
              <a:rPr kumimoji="1" lang="zh-CN" altLang="en-US" sz="2800" dirty="0"/>
              <a:t>不同的</a:t>
            </a:r>
            <a:r>
              <a:rPr kumimoji="1" lang="en-US" altLang="zh-CN" sz="2800" dirty="0"/>
              <a:t>RAID</a:t>
            </a:r>
            <a:r>
              <a:rPr kumimoji="1" lang="zh-CN" altLang="en-US" sz="2800" dirty="0"/>
              <a:t>级别</a:t>
            </a:r>
            <a:endParaRPr kumimoji="1" lang="en-US" altLang="zh-CN" sz="2800" dirty="0"/>
          </a:p>
          <a:p>
            <a:pPr lvl="1" indent="-265430" defTabSz="914400" eaLnBrk="1" hangingPunct="1">
              <a:lnSpc>
                <a:spcPct val="90000"/>
              </a:lnSpc>
              <a:defRPr/>
            </a:pPr>
            <a:r>
              <a:rPr kumimoji="1" lang="zh-CN" altLang="en-US" sz="2400" dirty="0"/>
              <a:t>不同的存储性能</a:t>
            </a:r>
          </a:p>
          <a:p>
            <a:pPr lvl="1" indent="-265430" defTabSz="914400" eaLnBrk="1" hangingPunct="1">
              <a:lnSpc>
                <a:spcPct val="90000"/>
              </a:lnSpc>
              <a:defRPr/>
            </a:pPr>
            <a:r>
              <a:rPr kumimoji="1" lang="zh-CN" altLang="en-US" sz="2400" dirty="0"/>
              <a:t>不同的数据可靠性</a:t>
            </a:r>
          </a:p>
          <a:p>
            <a:pPr lvl="1" indent="-265430" defTabSz="914400" eaLnBrk="1" hangingPunct="1">
              <a:lnSpc>
                <a:spcPct val="90000"/>
              </a:lnSpc>
              <a:defRPr/>
            </a:pPr>
            <a:r>
              <a:rPr kumimoji="1" lang="zh-CN" altLang="en-US" sz="2400" dirty="0"/>
              <a:t>不同的存储成本 </a:t>
            </a:r>
            <a:endParaRPr kumimoji="1" lang="zh-CN" altLang="en-US" dirty="0"/>
          </a:p>
          <a:p>
            <a:pPr marL="342900" indent="-342900" defTabSz="914400">
              <a:defRPr/>
            </a:pPr>
            <a:r>
              <a:rPr kumimoji="1" lang="en-US" altLang="zh-CN" sz="2800" dirty="0"/>
              <a:t>RAID </a:t>
            </a:r>
            <a:r>
              <a:rPr kumimoji="1" lang="zh-CN" altLang="en-US" sz="2800" dirty="0"/>
              <a:t>的级别</a:t>
            </a:r>
          </a:p>
          <a:p>
            <a:pPr marL="342900" indent="-342900" defTabSz="914400">
              <a:buFont typeface="Wingdings 2" panose="05020102010507070707" pitchFamily="18" charset="2"/>
              <a:buNone/>
              <a:defRPr/>
            </a:pPr>
            <a:r>
              <a:rPr kumimoji="1" lang="zh-CN" altLang="en-US" sz="2400" dirty="0"/>
              <a:t>（</a:t>
            </a:r>
            <a:r>
              <a:rPr kumimoji="1" lang="en-US" altLang="zh-CN" sz="2400" dirty="0"/>
              <a:t>1</a:t>
            </a:r>
            <a:r>
              <a:rPr kumimoji="1" lang="zh-CN" altLang="en-US" sz="2400" dirty="0"/>
              <a:t>）</a:t>
            </a:r>
            <a:r>
              <a:rPr kumimoji="1" lang="en-US" altLang="zh-CN" sz="2400" dirty="0"/>
              <a:t>RAID 0</a:t>
            </a:r>
            <a:r>
              <a:rPr kumimoji="1" lang="zh-CN" altLang="en-US" sz="2400" dirty="0"/>
              <a:t>：数据条带方式</a:t>
            </a:r>
            <a:endParaRPr kumimoji="1" lang="en-US" altLang="zh-CN" sz="2400" dirty="0"/>
          </a:p>
          <a:p>
            <a:pPr marL="342900" indent="-342900" defTabSz="914400">
              <a:buFont typeface="Wingdings 2" panose="05020102010507070707" pitchFamily="18" charset="2"/>
              <a:buNone/>
              <a:defRPr/>
            </a:pPr>
            <a:r>
              <a:rPr kumimoji="1" lang="zh-CN" altLang="en-US" sz="2400" dirty="0"/>
              <a:t>（</a:t>
            </a:r>
            <a:r>
              <a:rPr kumimoji="1" lang="en-US" altLang="zh-CN" sz="2400" dirty="0"/>
              <a:t>2</a:t>
            </a:r>
            <a:r>
              <a:rPr kumimoji="1" lang="zh-CN" altLang="en-US" sz="2400" dirty="0"/>
              <a:t>）</a:t>
            </a:r>
            <a:r>
              <a:rPr kumimoji="1" lang="en-US" altLang="zh-CN" sz="2400" dirty="0"/>
              <a:t>RAID 1</a:t>
            </a:r>
            <a:r>
              <a:rPr kumimoji="1" lang="zh-CN" altLang="en-US" sz="2400" dirty="0"/>
              <a:t>：</a:t>
            </a:r>
            <a:r>
              <a:rPr kumimoji="1" lang="zh-CN" altLang="en-US" sz="2400" dirty="0">
                <a:latin typeface="新宋体" panose="02010609030101010101" pitchFamily="49" charset="-122"/>
                <a:ea typeface="新宋体" panose="02010609030101010101" pitchFamily="49" charset="-122"/>
              </a:rPr>
              <a:t>镜象方式</a:t>
            </a:r>
            <a:endParaRPr kumimoji="1" lang="en-US" altLang="zh-CN" sz="2400" dirty="0"/>
          </a:p>
          <a:p>
            <a:pPr marL="342900" indent="-342900" defTabSz="914400">
              <a:buFont typeface="Wingdings 2" panose="05020102010507070707" pitchFamily="18" charset="2"/>
              <a:buNone/>
              <a:defRPr/>
            </a:pPr>
            <a:r>
              <a:rPr kumimoji="1" lang="zh-CN" altLang="en-US" sz="2400" dirty="0"/>
              <a:t>（</a:t>
            </a:r>
            <a:r>
              <a:rPr kumimoji="1" lang="en-US" altLang="zh-CN" sz="2400" dirty="0"/>
              <a:t>3</a:t>
            </a:r>
            <a:r>
              <a:rPr kumimoji="1" lang="zh-CN" altLang="en-US" sz="2400" dirty="0"/>
              <a:t>）</a:t>
            </a:r>
            <a:r>
              <a:rPr kumimoji="1" lang="en-US" altLang="zh-CN" sz="2400" dirty="0"/>
              <a:t>RAID 2</a:t>
            </a:r>
            <a:r>
              <a:rPr kumimoji="1" lang="zh-CN" altLang="en-US" sz="2400" dirty="0"/>
              <a:t>：带海明码校验</a:t>
            </a:r>
            <a:endParaRPr kumimoji="1" lang="en-US" altLang="zh-CN" sz="2400" dirty="0"/>
          </a:p>
          <a:p>
            <a:pPr marL="342900" indent="-342900" defTabSz="914400">
              <a:buFont typeface="Wingdings 2" panose="05020102010507070707" pitchFamily="18" charset="2"/>
              <a:buNone/>
              <a:defRPr/>
            </a:pPr>
            <a:r>
              <a:rPr kumimoji="1" lang="zh-CN" altLang="en-US" sz="2400" dirty="0"/>
              <a:t>（</a:t>
            </a:r>
            <a:r>
              <a:rPr kumimoji="1" lang="en-US" altLang="zh-CN" sz="2400" dirty="0"/>
              <a:t>4</a:t>
            </a:r>
            <a:r>
              <a:rPr kumimoji="1" lang="zh-CN" altLang="en-US" sz="2400" dirty="0"/>
              <a:t>）</a:t>
            </a:r>
            <a:r>
              <a:rPr kumimoji="1" lang="en-US" altLang="zh-CN" sz="2400" dirty="0"/>
              <a:t>RAID 3</a:t>
            </a:r>
            <a:r>
              <a:rPr kumimoji="1" lang="zh-CN" altLang="en-US" sz="2400" dirty="0"/>
              <a:t>：带奇偶校验码的并行传送</a:t>
            </a:r>
            <a:endParaRPr kumimoji="1" lang="en-US" altLang="zh-CN" sz="2400" dirty="0"/>
          </a:p>
          <a:p>
            <a:pPr marL="342900" indent="-342900" defTabSz="914400">
              <a:buFont typeface="Wingdings 2" panose="05020102010507070707" pitchFamily="18" charset="2"/>
              <a:buNone/>
              <a:defRPr/>
            </a:pPr>
            <a:r>
              <a:rPr kumimoji="1" lang="zh-CN" altLang="en-US" sz="2400" dirty="0"/>
              <a:t>（</a:t>
            </a:r>
            <a:r>
              <a:rPr kumimoji="1" lang="en-US" altLang="zh-CN" sz="2400" dirty="0"/>
              <a:t>5</a:t>
            </a:r>
            <a:r>
              <a:rPr kumimoji="1" lang="zh-CN" altLang="en-US" sz="2400" dirty="0"/>
              <a:t>）</a:t>
            </a:r>
            <a:r>
              <a:rPr kumimoji="1" lang="en-US" altLang="zh-CN" sz="2400" dirty="0"/>
              <a:t>RAID 4</a:t>
            </a:r>
            <a:r>
              <a:rPr kumimoji="1" lang="zh-CN" altLang="en-US" sz="2400" dirty="0"/>
              <a:t>：带奇偶校验码的独立磁盘结构</a:t>
            </a:r>
            <a:endParaRPr kumimoji="1" lang="en-US" altLang="zh-CN" sz="2400" dirty="0"/>
          </a:p>
          <a:p>
            <a:pPr marL="342900" indent="-342900" defTabSz="914400">
              <a:buFont typeface="Wingdings 2" panose="05020102010507070707" pitchFamily="18" charset="2"/>
              <a:buNone/>
              <a:defRPr/>
            </a:pPr>
            <a:r>
              <a:rPr kumimoji="1" lang="zh-CN" altLang="en-US" sz="2400" dirty="0"/>
              <a:t>（</a:t>
            </a:r>
            <a:r>
              <a:rPr kumimoji="1" lang="en-US" altLang="zh-CN" sz="2400" dirty="0"/>
              <a:t>6</a:t>
            </a:r>
            <a:r>
              <a:rPr kumimoji="1" lang="zh-CN" altLang="en-US" sz="2400" dirty="0"/>
              <a:t>）</a:t>
            </a:r>
            <a:r>
              <a:rPr kumimoji="1" lang="en-US" altLang="zh-CN" sz="2400" dirty="0"/>
              <a:t>RAID 5</a:t>
            </a:r>
            <a:r>
              <a:rPr kumimoji="1" lang="zh-CN" altLang="en-US" sz="2400" dirty="0"/>
              <a:t>：分布式奇偶校验的独立磁盘结构</a:t>
            </a:r>
            <a:endParaRPr kumimoji="1" lang="en-US" altLang="zh-CN" sz="2400" dirty="0"/>
          </a:p>
          <a:p>
            <a:pPr marL="342900" indent="-342900" defTabSz="914400">
              <a:buFont typeface="Wingdings 2" panose="05020102010507070707" pitchFamily="18" charset="2"/>
              <a:buNone/>
              <a:defRPr/>
            </a:pPr>
            <a:r>
              <a:rPr kumimoji="1" lang="zh-CN" altLang="en-US" sz="2400" dirty="0"/>
              <a:t>（</a:t>
            </a:r>
            <a:r>
              <a:rPr kumimoji="1" lang="en-US" altLang="zh-CN" sz="2400" dirty="0"/>
              <a:t>7</a:t>
            </a:r>
            <a:r>
              <a:rPr kumimoji="1" lang="zh-CN" altLang="en-US" sz="2400" dirty="0"/>
              <a:t>）</a:t>
            </a:r>
            <a:r>
              <a:rPr kumimoji="1" lang="en-US" altLang="zh-CN" sz="2400" dirty="0"/>
              <a:t>RAID 1+0</a:t>
            </a:r>
            <a:r>
              <a:rPr kumimoji="1" lang="zh-CN" altLang="en-US" sz="2400" dirty="0"/>
              <a:t>：</a:t>
            </a:r>
            <a:r>
              <a:rPr kumimoji="1" lang="zh-CN" altLang="en-US" sz="2400" dirty="0">
                <a:sym typeface="Symbol" panose="05050102010706020507"/>
              </a:rPr>
              <a:t></a:t>
            </a:r>
            <a:endParaRPr kumimoji="1" lang="en-US" altLang="zh-CN" sz="2400" dirty="0"/>
          </a:p>
          <a:p>
            <a:pPr marL="342900" indent="-342900" defTabSz="914400">
              <a:buFont typeface="Wingdings 2" panose="05020102010507070707" pitchFamily="18" charset="2"/>
              <a:buNone/>
              <a:defRPr/>
            </a:pPr>
            <a:r>
              <a:rPr kumimoji="1" lang="en-US" altLang="zh-CN" sz="2400" dirty="0">
                <a:sym typeface="Symbol" panose="05050102010706020507"/>
              </a:rPr>
              <a:t>           </a:t>
            </a:r>
            <a:endParaRPr kumimoji="1" lang="en-US" altLang="zh-CN" sz="2400" dirty="0"/>
          </a:p>
          <a:p>
            <a:pPr defTabSz="914400" eaLnBrk="1" hangingPunct="1">
              <a:lnSpc>
                <a:spcPct val="90000"/>
              </a:lnSpc>
              <a:defRPr/>
            </a:pPr>
            <a:endParaRPr kumimoji="1" lang="zh-CN" altLang="en-US" sz="2400" dirty="0"/>
          </a:p>
        </p:txBody>
      </p:sp>
    </p:spTree>
  </p:cSld>
  <p:clrMapOvr>
    <a:masterClrMapping/>
  </p:clrMapOvr>
  <p:transition spd="med">
    <p:pull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B4AB59-B1F5-4E1D-B02D-A255FF53C1D5}"/>
              </a:ext>
            </a:extLst>
          </p:cNvPr>
          <p:cNvSpPr>
            <a:spLocks noGrp="1"/>
          </p:cNvSpPr>
          <p:nvPr>
            <p:ph type="title"/>
          </p:nvPr>
        </p:nvSpPr>
        <p:spPr/>
        <p:txBody>
          <a:bodyPr/>
          <a:lstStyle/>
          <a:p>
            <a:pPr>
              <a:defRPr/>
            </a:pPr>
            <a:r>
              <a:rPr kumimoji="1" lang="en-US" altLang="zh-CN" dirty="0"/>
              <a:t>RAID0</a:t>
            </a:r>
            <a:r>
              <a:rPr kumimoji="1" lang="zh-CN" altLang="en-US" dirty="0"/>
              <a:t>的工作原理</a:t>
            </a:r>
          </a:p>
        </p:txBody>
      </p:sp>
      <p:sp>
        <p:nvSpPr>
          <p:cNvPr id="49155" name="内容占位符 2">
            <a:extLst>
              <a:ext uri="{FF2B5EF4-FFF2-40B4-BE49-F238E27FC236}">
                <a16:creationId xmlns:a16="http://schemas.microsoft.com/office/drawing/2014/main" id="{BC9D6579-833A-49A9-8B73-DF690933005D}"/>
              </a:ext>
            </a:extLst>
          </p:cNvPr>
          <p:cNvSpPr>
            <a:spLocks noGrp="1" noChangeArrowheads="1"/>
          </p:cNvSpPr>
          <p:nvPr>
            <p:ph idx="1"/>
          </p:nvPr>
        </p:nvSpPr>
        <p:spPr/>
        <p:txBody>
          <a:bodyPr/>
          <a:lstStyle/>
          <a:p>
            <a:r>
              <a:rPr lang="en-US" altLang="zh-CN"/>
              <a:t>RAID0</a:t>
            </a:r>
            <a:r>
              <a:rPr lang="zh-CN" altLang="en-US"/>
              <a:t>是以条带的方式将数据分散存储在所有磁盘中，可以并发执行 </a:t>
            </a:r>
            <a:r>
              <a:rPr lang="en-US" altLang="zh-CN"/>
              <a:t>I/O </a:t>
            </a:r>
            <a:r>
              <a:rPr lang="zh-CN" altLang="en-US"/>
              <a:t>操作。</a:t>
            </a:r>
          </a:p>
          <a:p>
            <a:endParaRPr lang="zh-CN" altLang="en-US"/>
          </a:p>
        </p:txBody>
      </p:sp>
      <p:sp>
        <p:nvSpPr>
          <p:cNvPr id="5" name="Rectangle 87">
            <a:extLst>
              <a:ext uri="{FF2B5EF4-FFF2-40B4-BE49-F238E27FC236}">
                <a16:creationId xmlns:a16="http://schemas.microsoft.com/office/drawing/2014/main" id="{BFD74F29-2E0F-4ECB-AB96-3C4FE6A5BC4B}"/>
              </a:ext>
            </a:extLst>
          </p:cNvPr>
          <p:cNvSpPr>
            <a:spLocks noChangeArrowheads="1"/>
          </p:cNvSpPr>
          <p:nvPr/>
        </p:nvSpPr>
        <p:spPr bwMode="auto">
          <a:xfrm>
            <a:off x="1187450" y="2565400"/>
            <a:ext cx="431800" cy="215900"/>
          </a:xfrm>
          <a:prstGeom prst="rect">
            <a:avLst/>
          </a:prstGeom>
          <a:solidFill>
            <a:srgbClr val="BDE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6" name="Rectangle 88">
            <a:extLst>
              <a:ext uri="{FF2B5EF4-FFF2-40B4-BE49-F238E27FC236}">
                <a16:creationId xmlns:a16="http://schemas.microsoft.com/office/drawing/2014/main" id="{A86CFD71-2E41-49AD-B285-B390CE344DCD}"/>
              </a:ext>
            </a:extLst>
          </p:cNvPr>
          <p:cNvSpPr>
            <a:spLocks noChangeArrowheads="1"/>
          </p:cNvSpPr>
          <p:nvPr/>
        </p:nvSpPr>
        <p:spPr bwMode="auto">
          <a:xfrm>
            <a:off x="1187450" y="2565400"/>
            <a:ext cx="433388" cy="3457575"/>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7" name="Rectangle 89">
            <a:extLst>
              <a:ext uri="{FF2B5EF4-FFF2-40B4-BE49-F238E27FC236}">
                <a16:creationId xmlns:a16="http://schemas.microsoft.com/office/drawing/2014/main" id="{3907FD15-432E-439E-AB94-BF831422A08B}"/>
              </a:ext>
            </a:extLst>
          </p:cNvPr>
          <p:cNvSpPr>
            <a:spLocks noChangeArrowheads="1"/>
          </p:cNvSpPr>
          <p:nvPr/>
        </p:nvSpPr>
        <p:spPr bwMode="auto">
          <a:xfrm>
            <a:off x="1187450" y="2781300"/>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a:t>
            </a:r>
          </a:p>
        </p:txBody>
      </p:sp>
      <p:sp>
        <p:nvSpPr>
          <p:cNvPr id="8" name="Rectangle 90">
            <a:extLst>
              <a:ext uri="{FF2B5EF4-FFF2-40B4-BE49-F238E27FC236}">
                <a16:creationId xmlns:a16="http://schemas.microsoft.com/office/drawing/2014/main" id="{6D4C3ED6-8302-415F-8948-8D8D4C69C1C1}"/>
              </a:ext>
            </a:extLst>
          </p:cNvPr>
          <p:cNvSpPr>
            <a:spLocks noChangeArrowheads="1"/>
          </p:cNvSpPr>
          <p:nvPr/>
        </p:nvSpPr>
        <p:spPr bwMode="auto">
          <a:xfrm>
            <a:off x="1187450" y="29987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D2</a:t>
            </a:r>
          </a:p>
        </p:txBody>
      </p:sp>
      <p:sp>
        <p:nvSpPr>
          <p:cNvPr id="9" name="Rectangle 91">
            <a:extLst>
              <a:ext uri="{FF2B5EF4-FFF2-40B4-BE49-F238E27FC236}">
                <a16:creationId xmlns:a16="http://schemas.microsoft.com/office/drawing/2014/main" id="{E028C371-FFD8-4959-B554-7CDB5169AB8A}"/>
              </a:ext>
            </a:extLst>
          </p:cNvPr>
          <p:cNvSpPr>
            <a:spLocks noChangeArrowheads="1"/>
          </p:cNvSpPr>
          <p:nvPr/>
        </p:nvSpPr>
        <p:spPr bwMode="auto">
          <a:xfrm>
            <a:off x="1187450" y="32146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D3</a:t>
            </a:r>
          </a:p>
        </p:txBody>
      </p:sp>
      <p:sp>
        <p:nvSpPr>
          <p:cNvPr id="10" name="Rectangle 92">
            <a:extLst>
              <a:ext uri="{FF2B5EF4-FFF2-40B4-BE49-F238E27FC236}">
                <a16:creationId xmlns:a16="http://schemas.microsoft.com/office/drawing/2014/main" id="{0E66EDE5-423B-4B76-9802-7DE3B42C375A}"/>
              </a:ext>
            </a:extLst>
          </p:cNvPr>
          <p:cNvSpPr>
            <a:spLocks noChangeArrowheads="1"/>
          </p:cNvSpPr>
          <p:nvPr/>
        </p:nvSpPr>
        <p:spPr bwMode="auto">
          <a:xfrm>
            <a:off x="1187450" y="34305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D4</a:t>
            </a:r>
          </a:p>
        </p:txBody>
      </p:sp>
      <p:sp>
        <p:nvSpPr>
          <p:cNvPr id="11" name="Rectangle 93">
            <a:extLst>
              <a:ext uri="{FF2B5EF4-FFF2-40B4-BE49-F238E27FC236}">
                <a16:creationId xmlns:a16="http://schemas.microsoft.com/office/drawing/2014/main" id="{D9C1408E-C823-4F8D-9E9D-9959C7B70935}"/>
              </a:ext>
            </a:extLst>
          </p:cNvPr>
          <p:cNvSpPr>
            <a:spLocks noChangeArrowheads="1"/>
          </p:cNvSpPr>
          <p:nvPr/>
        </p:nvSpPr>
        <p:spPr bwMode="auto">
          <a:xfrm>
            <a:off x="1187450" y="36464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D5</a:t>
            </a:r>
          </a:p>
        </p:txBody>
      </p:sp>
      <p:sp>
        <p:nvSpPr>
          <p:cNvPr id="12" name="Rectangle 94">
            <a:extLst>
              <a:ext uri="{FF2B5EF4-FFF2-40B4-BE49-F238E27FC236}">
                <a16:creationId xmlns:a16="http://schemas.microsoft.com/office/drawing/2014/main" id="{647D6E69-7AE7-4195-A711-7DE61F76649C}"/>
              </a:ext>
            </a:extLst>
          </p:cNvPr>
          <p:cNvSpPr>
            <a:spLocks noChangeArrowheads="1"/>
          </p:cNvSpPr>
          <p:nvPr/>
        </p:nvSpPr>
        <p:spPr bwMode="auto">
          <a:xfrm>
            <a:off x="1187450" y="38623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D6</a:t>
            </a:r>
          </a:p>
        </p:txBody>
      </p:sp>
      <p:sp>
        <p:nvSpPr>
          <p:cNvPr id="13" name="Rectangle 95">
            <a:extLst>
              <a:ext uri="{FF2B5EF4-FFF2-40B4-BE49-F238E27FC236}">
                <a16:creationId xmlns:a16="http://schemas.microsoft.com/office/drawing/2014/main" id="{EDD3D940-CA86-40C3-91D1-883CAEC9710F}"/>
              </a:ext>
            </a:extLst>
          </p:cNvPr>
          <p:cNvSpPr>
            <a:spLocks noChangeArrowheads="1"/>
          </p:cNvSpPr>
          <p:nvPr/>
        </p:nvSpPr>
        <p:spPr bwMode="auto">
          <a:xfrm>
            <a:off x="1187450" y="40782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D7</a:t>
            </a:r>
          </a:p>
        </p:txBody>
      </p:sp>
      <p:sp>
        <p:nvSpPr>
          <p:cNvPr id="14" name="Rectangle 96">
            <a:extLst>
              <a:ext uri="{FF2B5EF4-FFF2-40B4-BE49-F238E27FC236}">
                <a16:creationId xmlns:a16="http://schemas.microsoft.com/office/drawing/2014/main" id="{46E0B48E-28D7-42C5-9704-EBC7A20B9470}"/>
              </a:ext>
            </a:extLst>
          </p:cNvPr>
          <p:cNvSpPr>
            <a:spLocks noChangeArrowheads="1"/>
          </p:cNvSpPr>
          <p:nvPr/>
        </p:nvSpPr>
        <p:spPr bwMode="auto">
          <a:xfrm>
            <a:off x="1187450" y="42941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D8</a:t>
            </a:r>
          </a:p>
        </p:txBody>
      </p:sp>
      <p:sp>
        <p:nvSpPr>
          <p:cNvPr id="15" name="Rectangle 97">
            <a:extLst>
              <a:ext uri="{FF2B5EF4-FFF2-40B4-BE49-F238E27FC236}">
                <a16:creationId xmlns:a16="http://schemas.microsoft.com/office/drawing/2014/main" id="{1372EFA9-F8AA-46C1-BAA9-36BBF2AD0D20}"/>
              </a:ext>
            </a:extLst>
          </p:cNvPr>
          <p:cNvSpPr>
            <a:spLocks noChangeArrowheads="1"/>
          </p:cNvSpPr>
          <p:nvPr/>
        </p:nvSpPr>
        <p:spPr bwMode="auto">
          <a:xfrm>
            <a:off x="1187450" y="45100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D9</a:t>
            </a:r>
          </a:p>
        </p:txBody>
      </p:sp>
      <p:sp>
        <p:nvSpPr>
          <p:cNvPr id="16" name="Rectangle 98">
            <a:extLst>
              <a:ext uri="{FF2B5EF4-FFF2-40B4-BE49-F238E27FC236}">
                <a16:creationId xmlns:a16="http://schemas.microsoft.com/office/drawing/2014/main" id="{ECC84033-6C0C-4154-876E-22804DF0881A}"/>
              </a:ext>
            </a:extLst>
          </p:cNvPr>
          <p:cNvSpPr>
            <a:spLocks noChangeArrowheads="1"/>
          </p:cNvSpPr>
          <p:nvPr/>
        </p:nvSpPr>
        <p:spPr bwMode="auto">
          <a:xfrm>
            <a:off x="1187450" y="47259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D10</a:t>
            </a:r>
          </a:p>
        </p:txBody>
      </p:sp>
      <p:sp>
        <p:nvSpPr>
          <p:cNvPr id="17" name="Rectangle 99">
            <a:extLst>
              <a:ext uri="{FF2B5EF4-FFF2-40B4-BE49-F238E27FC236}">
                <a16:creationId xmlns:a16="http://schemas.microsoft.com/office/drawing/2014/main" id="{3A19A129-DFCF-4282-9514-476A037BFA8E}"/>
              </a:ext>
            </a:extLst>
          </p:cNvPr>
          <p:cNvSpPr>
            <a:spLocks noChangeArrowheads="1"/>
          </p:cNvSpPr>
          <p:nvPr/>
        </p:nvSpPr>
        <p:spPr bwMode="auto">
          <a:xfrm>
            <a:off x="1187450" y="4941888"/>
            <a:ext cx="431800" cy="2159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D11</a:t>
            </a:r>
          </a:p>
        </p:txBody>
      </p:sp>
      <p:sp>
        <p:nvSpPr>
          <p:cNvPr id="18" name="AutoShape 100">
            <a:extLst>
              <a:ext uri="{FF2B5EF4-FFF2-40B4-BE49-F238E27FC236}">
                <a16:creationId xmlns:a16="http://schemas.microsoft.com/office/drawing/2014/main" id="{0553917A-BB1C-40AB-A056-5EEC3CA296A6}"/>
              </a:ext>
            </a:extLst>
          </p:cNvPr>
          <p:cNvSpPr>
            <a:spLocks noChangeArrowheads="1"/>
          </p:cNvSpPr>
          <p:nvPr/>
        </p:nvSpPr>
        <p:spPr bwMode="auto">
          <a:xfrm>
            <a:off x="1835150" y="4005263"/>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19" name="Rectangle 101">
            <a:extLst>
              <a:ext uri="{FF2B5EF4-FFF2-40B4-BE49-F238E27FC236}">
                <a16:creationId xmlns:a16="http://schemas.microsoft.com/office/drawing/2014/main" id="{4FF29CD8-B3AA-40B3-BDE5-FD035C64CBC2}"/>
              </a:ext>
            </a:extLst>
          </p:cNvPr>
          <p:cNvSpPr>
            <a:spLocks noChangeArrowheads="1"/>
          </p:cNvSpPr>
          <p:nvPr/>
        </p:nvSpPr>
        <p:spPr bwMode="auto">
          <a:xfrm>
            <a:off x="2843213" y="2854325"/>
            <a:ext cx="4248150" cy="2881313"/>
          </a:xfrm>
          <a:prstGeom prst="rect">
            <a:avLst/>
          </a:prstGeom>
          <a:noFill/>
          <a:ln w="12700">
            <a:solidFill>
              <a:srgbClr val="00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49172" name="Rectangle 102">
            <a:extLst>
              <a:ext uri="{FF2B5EF4-FFF2-40B4-BE49-F238E27FC236}">
                <a16:creationId xmlns:a16="http://schemas.microsoft.com/office/drawing/2014/main" id="{E26105BC-3375-4C99-9D5A-7FD1937BB2D2}"/>
              </a:ext>
            </a:extLst>
          </p:cNvPr>
          <p:cNvSpPr>
            <a:spLocks noChangeArrowheads="1"/>
          </p:cNvSpPr>
          <p:nvPr/>
        </p:nvSpPr>
        <p:spPr bwMode="auto">
          <a:xfrm>
            <a:off x="3059113" y="5013325"/>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0</a:t>
            </a:r>
          </a:p>
        </p:txBody>
      </p:sp>
      <p:sp>
        <p:nvSpPr>
          <p:cNvPr id="49173" name="Rectangle 103">
            <a:extLst>
              <a:ext uri="{FF2B5EF4-FFF2-40B4-BE49-F238E27FC236}">
                <a16:creationId xmlns:a16="http://schemas.microsoft.com/office/drawing/2014/main" id="{AD6EF79E-EBCA-4EFC-BDD2-D8865C99231F}"/>
              </a:ext>
            </a:extLst>
          </p:cNvPr>
          <p:cNvSpPr>
            <a:spLocks noChangeArrowheads="1"/>
          </p:cNvSpPr>
          <p:nvPr/>
        </p:nvSpPr>
        <p:spPr bwMode="auto">
          <a:xfrm>
            <a:off x="4140200" y="5013325"/>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200">
                <a:solidFill>
                  <a:srgbClr val="000000"/>
                </a:solidFill>
                <a:latin typeface="Arial" panose="020B0604020202020204" pitchFamily="34" charset="0"/>
                <a:ea typeface="华文细黑" panose="02010600040101010101" pitchFamily="2" charset="-122"/>
              </a:rPr>
              <a:t>1</a:t>
            </a:r>
          </a:p>
        </p:txBody>
      </p:sp>
      <p:sp>
        <p:nvSpPr>
          <p:cNvPr id="49174" name="Rectangle 104">
            <a:extLst>
              <a:ext uri="{FF2B5EF4-FFF2-40B4-BE49-F238E27FC236}">
                <a16:creationId xmlns:a16="http://schemas.microsoft.com/office/drawing/2014/main" id="{B982A98E-554C-48B9-AF51-0817C00DFE81}"/>
              </a:ext>
            </a:extLst>
          </p:cNvPr>
          <p:cNvSpPr>
            <a:spLocks noChangeArrowheads="1"/>
          </p:cNvSpPr>
          <p:nvPr/>
        </p:nvSpPr>
        <p:spPr bwMode="auto">
          <a:xfrm>
            <a:off x="5148263" y="5013325"/>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2</a:t>
            </a:r>
          </a:p>
        </p:txBody>
      </p:sp>
      <p:sp>
        <p:nvSpPr>
          <p:cNvPr id="49175" name="Rectangle 105">
            <a:extLst>
              <a:ext uri="{FF2B5EF4-FFF2-40B4-BE49-F238E27FC236}">
                <a16:creationId xmlns:a16="http://schemas.microsoft.com/office/drawing/2014/main" id="{49E5E4AF-E207-4E45-93F2-E17CE4153B2D}"/>
              </a:ext>
            </a:extLst>
          </p:cNvPr>
          <p:cNvSpPr>
            <a:spLocks noChangeArrowheads="1"/>
          </p:cNvSpPr>
          <p:nvPr/>
        </p:nvSpPr>
        <p:spPr bwMode="auto">
          <a:xfrm>
            <a:off x="6156325" y="5013325"/>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3</a:t>
            </a:r>
          </a:p>
        </p:txBody>
      </p:sp>
      <p:sp>
        <p:nvSpPr>
          <p:cNvPr id="49176" name="Rectangle 106">
            <a:extLst>
              <a:ext uri="{FF2B5EF4-FFF2-40B4-BE49-F238E27FC236}">
                <a16:creationId xmlns:a16="http://schemas.microsoft.com/office/drawing/2014/main" id="{7460742D-7F7C-4B1F-9807-8E9182CFE80F}"/>
              </a:ext>
            </a:extLst>
          </p:cNvPr>
          <p:cNvSpPr>
            <a:spLocks noChangeArrowheads="1"/>
          </p:cNvSpPr>
          <p:nvPr/>
        </p:nvSpPr>
        <p:spPr bwMode="auto">
          <a:xfrm>
            <a:off x="7164388" y="3789363"/>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条带</a:t>
            </a:r>
            <a:r>
              <a:rPr lang="en-US" altLang="zh-CN" sz="1400">
                <a:solidFill>
                  <a:srgbClr val="000000"/>
                </a:solidFill>
                <a:latin typeface="Arial" panose="020B0604020202020204" pitchFamily="34" charset="0"/>
                <a:ea typeface="华文细黑" panose="02010600040101010101" pitchFamily="2" charset="-122"/>
              </a:rPr>
              <a:t>0</a:t>
            </a:r>
          </a:p>
        </p:txBody>
      </p:sp>
      <p:sp>
        <p:nvSpPr>
          <p:cNvPr id="49177" name="Rectangle 107">
            <a:extLst>
              <a:ext uri="{FF2B5EF4-FFF2-40B4-BE49-F238E27FC236}">
                <a16:creationId xmlns:a16="http://schemas.microsoft.com/office/drawing/2014/main" id="{C8BA6524-5CA6-4E57-8034-0EE2EB6E88D5}"/>
              </a:ext>
            </a:extLst>
          </p:cNvPr>
          <p:cNvSpPr>
            <a:spLocks noChangeArrowheads="1"/>
          </p:cNvSpPr>
          <p:nvPr/>
        </p:nvSpPr>
        <p:spPr bwMode="auto">
          <a:xfrm>
            <a:off x="7164388" y="4078288"/>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条带</a:t>
            </a:r>
            <a:r>
              <a:rPr lang="en-US" altLang="zh-CN" sz="1400">
                <a:solidFill>
                  <a:srgbClr val="000000"/>
                </a:solidFill>
                <a:latin typeface="Arial" panose="020B0604020202020204" pitchFamily="34" charset="0"/>
                <a:ea typeface="华文细黑" panose="02010600040101010101" pitchFamily="2" charset="-122"/>
              </a:rPr>
              <a:t>1</a:t>
            </a:r>
          </a:p>
        </p:txBody>
      </p:sp>
      <p:sp>
        <p:nvSpPr>
          <p:cNvPr id="49178" name="Rectangle 108">
            <a:extLst>
              <a:ext uri="{FF2B5EF4-FFF2-40B4-BE49-F238E27FC236}">
                <a16:creationId xmlns:a16="http://schemas.microsoft.com/office/drawing/2014/main" id="{37D61504-9B8F-4CDF-A390-9643CBE69755}"/>
              </a:ext>
            </a:extLst>
          </p:cNvPr>
          <p:cNvSpPr>
            <a:spLocks noChangeArrowheads="1"/>
          </p:cNvSpPr>
          <p:nvPr/>
        </p:nvSpPr>
        <p:spPr bwMode="auto">
          <a:xfrm>
            <a:off x="7164388" y="4365625"/>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条带</a:t>
            </a:r>
            <a:r>
              <a:rPr lang="en-US" altLang="zh-CN" sz="1400">
                <a:solidFill>
                  <a:srgbClr val="000000"/>
                </a:solidFill>
                <a:latin typeface="Arial" panose="020B0604020202020204" pitchFamily="34" charset="0"/>
                <a:ea typeface="华文细黑" panose="02010600040101010101" pitchFamily="2" charset="-122"/>
              </a:rPr>
              <a:t>2</a:t>
            </a:r>
          </a:p>
        </p:txBody>
      </p:sp>
      <p:sp>
        <p:nvSpPr>
          <p:cNvPr id="27" name="AutoShape 109">
            <a:extLst>
              <a:ext uri="{FF2B5EF4-FFF2-40B4-BE49-F238E27FC236}">
                <a16:creationId xmlns:a16="http://schemas.microsoft.com/office/drawing/2014/main" id="{1EF7F60C-4F00-405B-90CD-EBBBC3A339A8}"/>
              </a:ext>
            </a:extLst>
          </p:cNvPr>
          <p:cNvSpPr>
            <a:spLocks noChangeArrowheads="1"/>
          </p:cNvSpPr>
          <p:nvPr/>
        </p:nvSpPr>
        <p:spPr bwMode="auto">
          <a:xfrm>
            <a:off x="2987675" y="441007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28" name="AutoShape 110">
            <a:extLst>
              <a:ext uri="{FF2B5EF4-FFF2-40B4-BE49-F238E27FC236}">
                <a16:creationId xmlns:a16="http://schemas.microsoft.com/office/drawing/2014/main" id="{E7012600-3AA7-4CD8-9AF5-9267701BFEC1}"/>
              </a:ext>
            </a:extLst>
          </p:cNvPr>
          <p:cNvSpPr>
            <a:spLocks noChangeArrowheads="1"/>
          </p:cNvSpPr>
          <p:nvPr/>
        </p:nvSpPr>
        <p:spPr bwMode="auto">
          <a:xfrm>
            <a:off x="2987675" y="416877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D8</a:t>
            </a:r>
          </a:p>
        </p:txBody>
      </p:sp>
      <p:sp>
        <p:nvSpPr>
          <p:cNvPr id="29" name="AutoShape 111">
            <a:extLst>
              <a:ext uri="{FF2B5EF4-FFF2-40B4-BE49-F238E27FC236}">
                <a16:creationId xmlns:a16="http://schemas.microsoft.com/office/drawing/2014/main" id="{CA5F0E46-86DF-463F-B3A7-22190F13DF3D}"/>
              </a:ext>
            </a:extLst>
          </p:cNvPr>
          <p:cNvSpPr>
            <a:spLocks noChangeArrowheads="1"/>
          </p:cNvSpPr>
          <p:nvPr/>
        </p:nvSpPr>
        <p:spPr bwMode="auto">
          <a:xfrm>
            <a:off x="2987675" y="39338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D4</a:t>
            </a:r>
          </a:p>
        </p:txBody>
      </p:sp>
      <p:sp>
        <p:nvSpPr>
          <p:cNvPr id="30" name="AutoShape 112">
            <a:extLst>
              <a:ext uri="{FF2B5EF4-FFF2-40B4-BE49-F238E27FC236}">
                <a16:creationId xmlns:a16="http://schemas.microsoft.com/office/drawing/2014/main" id="{99B38B5A-DFB2-482F-B117-857C3DBAA39F}"/>
              </a:ext>
            </a:extLst>
          </p:cNvPr>
          <p:cNvSpPr>
            <a:spLocks noChangeArrowheads="1"/>
          </p:cNvSpPr>
          <p:nvPr/>
        </p:nvSpPr>
        <p:spPr bwMode="auto">
          <a:xfrm>
            <a:off x="2987675" y="36925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D0</a:t>
            </a:r>
          </a:p>
        </p:txBody>
      </p:sp>
      <p:sp>
        <p:nvSpPr>
          <p:cNvPr id="31" name="AutoShape 114">
            <a:extLst>
              <a:ext uri="{FF2B5EF4-FFF2-40B4-BE49-F238E27FC236}">
                <a16:creationId xmlns:a16="http://schemas.microsoft.com/office/drawing/2014/main" id="{504BC6C7-B02C-4E3E-A2CC-0A04BE378F08}"/>
              </a:ext>
            </a:extLst>
          </p:cNvPr>
          <p:cNvSpPr>
            <a:spLocks noChangeArrowheads="1"/>
          </p:cNvSpPr>
          <p:nvPr/>
        </p:nvSpPr>
        <p:spPr bwMode="auto">
          <a:xfrm>
            <a:off x="6083300" y="43656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32" name="AutoShape 115">
            <a:extLst>
              <a:ext uri="{FF2B5EF4-FFF2-40B4-BE49-F238E27FC236}">
                <a16:creationId xmlns:a16="http://schemas.microsoft.com/office/drawing/2014/main" id="{AB73531A-D9E6-4364-A1BE-F1274C38F7CA}"/>
              </a:ext>
            </a:extLst>
          </p:cNvPr>
          <p:cNvSpPr>
            <a:spLocks noChangeArrowheads="1"/>
          </p:cNvSpPr>
          <p:nvPr/>
        </p:nvSpPr>
        <p:spPr bwMode="auto">
          <a:xfrm>
            <a:off x="6084888" y="4176713"/>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D11</a:t>
            </a:r>
          </a:p>
        </p:txBody>
      </p:sp>
      <p:sp>
        <p:nvSpPr>
          <p:cNvPr id="33" name="AutoShape 116">
            <a:extLst>
              <a:ext uri="{FF2B5EF4-FFF2-40B4-BE49-F238E27FC236}">
                <a16:creationId xmlns:a16="http://schemas.microsoft.com/office/drawing/2014/main" id="{05042AA1-D51F-4B3F-8E12-53BB665E4882}"/>
              </a:ext>
            </a:extLst>
          </p:cNvPr>
          <p:cNvSpPr>
            <a:spLocks noChangeArrowheads="1"/>
          </p:cNvSpPr>
          <p:nvPr/>
        </p:nvSpPr>
        <p:spPr bwMode="auto">
          <a:xfrm>
            <a:off x="6083300" y="39338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D7</a:t>
            </a:r>
          </a:p>
        </p:txBody>
      </p:sp>
      <p:sp>
        <p:nvSpPr>
          <p:cNvPr id="34" name="AutoShape 117">
            <a:extLst>
              <a:ext uri="{FF2B5EF4-FFF2-40B4-BE49-F238E27FC236}">
                <a16:creationId xmlns:a16="http://schemas.microsoft.com/office/drawing/2014/main" id="{B62967BA-9424-4FF2-9FD7-168A5DBF1966}"/>
              </a:ext>
            </a:extLst>
          </p:cNvPr>
          <p:cNvSpPr>
            <a:spLocks noChangeArrowheads="1"/>
          </p:cNvSpPr>
          <p:nvPr/>
        </p:nvSpPr>
        <p:spPr bwMode="auto">
          <a:xfrm>
            <a:off x="6083300" y="367823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D3</a:t>
            </a:r>
          </a:p>
        </p:txBody>
      </p:sp>
      <p:sp>
        <p:nvSpPr>
          <p:cNvPr id="35" name="AutoShape 118">
            <a:extLst>
              <a:ext uri="{FF2B5EF4-FFF2-40B4-BE49-F238E27FC236}">
                <a16:creationId xmlns:a16="http://schemas.microsoft.com/office/drawing/2014/main" id="{B35F0CD6-D294-4B52-BB77-4C895AB06709}"/>
              </a:ext>
            </a:extLst>
          </p:cNvPr>
          <p:cNvSpPr>
            <a:spLocks noChangeArrowheads="1"/>
          </p:cNvSpPr>
          <p:nvPr/>
        </p:nvSpPr>
        <p:spPr bwMode="auto">
          <a:xfrm>
            <a:off x="5075238" y="43656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36" name="AutoShape 119">
            <a:extLst>
              <a:ext uri="{FF2B5EF4-FFF2-40B4-BE49-F238E27FC236}">
                <a16:creationId xmlns:a16="http://schemas.microsoft.com/office/drawing/2014/main" id="{363A6B0A-E0FA-4575-97B6-4A5F9014EFDF}"/>
              </a:ext>
            </a:extLst>
          </p:cNvPr>
          <p:cNvSpPr>
            <a:spLocks noChangeArrowheads="1"/>
          </p:cNvSpPr>
          <p:nvPr/>
        </p:nvSpPr>
        <p:spPr bwMode="auto">
          <a:xfrm>
            <a:off x="5075238" y="4176713"/>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D10</a:t>
            </a:r>
          </a:p>
        </p:txBody>
      </p:sp>
      <p:sp>
        <p:nvSpPr>
          <p:cNvPr id="37" name="AutoShape 120">
            <a:extLst>
              <a:ext uri="{FF2B5EF4-FFF2-40B4-BE49-F238E27FC236}">
                <a16:creationId xmlns:a16="http://schemas.microsoft.com/office/drawing/2014/main" id="{E6A73005-1AD9-43F7-85FC-47BBAF9E2E99}"/>
              </a:ext>
            </a:extLst>
          </p:cNvPr>
          <p:cNvSpPr>
            <a:spLocks noChangeArrowheads="1"/>
          </p:cNvSpPr>
          <p:nvPr/>
        </p:nvSpPr>
        <p:spPr bwMode="auto">
          <a:xfrm>
            <a:off x="5075238" y="39338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D6</a:t>
            </a:r>
          </a:p>
        </p:txBody>
      </p:sp>
      <p:sp>
        <p:nvSpPr>
          <p:cNvPr id="38" name="AutoShape 121">
            <a:extLst>
              <a:ext uri="{FF2B5EF4-FFF2-40B4-BE49-F238E27FC236}">
                <a16:creationId xmlns:a16="http://schemas.microsoft.com/office/drawing/2014/main" id="{F06F173A-4B41-4E96-B440-EECE88E505FB}"/>
              </a:ext>
            </a:extLst>
          </p:cNvPr>
          <p:cNvSpPr>
            <a:spLocks noChangeArrowheads="1"/>
          </p:cNvSpPr>
          <p:nvPr/>
        </p:nvSpPr>
        <p:spPr bwMode="auto">
          <a:xfrm>
            <a:off x="5075238" y="369093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D2</a:t>
            </a:r>
          </a:p>
        </p:txBody>
      </p:sp>
      <p:sp>
        <p:nvSpPr>
          <p:cNvPr id="39" name="AutoShape 122">
            <a:extLst>
              <a:ext uri="{FF2B5EF4-FFF2-40B4-BE49-F238E27FC236}">
                <a16:creationId xmlns:a16="http://schemas.microsoft.com/office/drawing/2014/main" id="{A87382E2-F48B-4A22-A0DB-E73B1956A7AF}"/>
              </a:ext>
            </a:extLst>
          </p:cNvPr>
          <p:cNvSpPr>
            <a:spLocks noChangeArrowheads="1"/>
          </p:cNvSpPr>
          <p:nvPr/>
        </p:nvSpPr>
        <p:spPr bwMode="auto">
          <a:xfrm>
            <a:off x="4027488" y="43656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40" name="AutoShape 123">
            <a:extLst>
              <a:ext uri="{FF2B5EF4-FFF2-40B4-BE49-F238E27FC236}">
                <a16:creationId xmlns:a16="http://schemas.microsoft.com/office/drawing/2014/main" id="{BF5A29B6-9EA0-4CD4-AB08-DC99B2B20A1E}"/>
              </a:ext>
            </a:extLst>
          </p:cNvPr>
          <p:cNvSpPr>
            <a:spLocks noChangeArrowheads="1"/>
          </p:cNvSpPr>
          <p:nvPr/>
        </p:nvSpPr>
        <p:spPr bwMode="auto">
          <a:xfrm>
            <a:off x="4027488" y="4170363"/>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D9</a:t>
            </a:r>
          </a:p>
        </p:txBody>
      </p:sp>
      <p:sp>
        <p:nvSpPr>
          <p:cNvPr id="41" name="AutoShape 124">
            <a:extLst>
              <a:ext uri="{FF2B5EF4-FFF2-40B4-BE49-F238E27FC236}">
                <a16:creationId xmlns:a16="http://schemas.microsoft.com/office/drawing/2014/main" id="{858B62BE-5A53-4A7D-9FCB-C533080C9E9A}"/>
              </a:ext>
            </a:extLst>
          </p:cNvPr>
          <p:cNvSpPr>
            <a:spLocks noChangeArrowheads="1"/>
          </p:cNvSpPr>
          <p:nvPr/>
        </p:nvSpPr>
        <p:spPr bwMode="auto">
          <a:xfrm>
            <a:off x="4027488" y="39338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D5</a:t>
            </a:r>
          </a:p>
        </p:txBody>
      </p:sp>
      <p:sp>
        <p:nvSpPr>
          <p:cNvPr id="42" name="AutoShape 125">
            <a:extLst>
              <a:ext uri="{FF2B5EF4-FFF2-40B4-BE49-F238E27FC236}">
                <a16:creationId xmlns:a16="http://schemas.microsoft.com/office/drawing/2014/main" id="{4A79A709-8E5A-4060-9124-339E961940FB}"/>
              </a:ext>
            </a:extLst>
          </p:cNvPr>
          <p:cNvSpPr>
            <a:spLocks noChangeArrowheads="1"/>
          </p:cNvSpPr>
          <p:nvPr/>
        </p:nvSpPr>
        <p:spPr bwMode="auto">
          <a:xfrm>
            <a:off x="4027488" y="369093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a:t>
            </a:r>
          </a:p>
        </p:txBody>
      </p:sp>
      <p:sp>
        <p:nvSpPr>
          <p:cNvPr id="43" name="Rectangle 126">
            <a:extLst>
              <a:ext uri="{FF2B5EF4-FFF2-40B4-BE49-F238E27FC236}">
                <a16:creationId xmlns:a16="http://schemas.microsoft.com/office/drawing/2014/main" id="{B2843D13-C704-40BD-AEFE-8BA3E572AAE2}"/>
              </a:ext>
            </a:extLst>
          </p:cNvPr>
          <p:cNvSpPr>
            <a:spLocks noChangeArrowheads="1"/>
          </p:cNvSpPr>
          <p:nvPr/>
        </p:nvSpPr>
        <p:spPr bwMode="auto">
          <a:xfrm>
            <a:off x="1187450" y="2565400"/>
            <a:ext cx="431800" cy="215900"/>
          </a:xfrm>
          <a:prstGeom prst="rect">
            <a:avLst/>
          </a:prstGeom>
          <a:solidFill>
            <a:srgbClr val="99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49196" name="Text Box 127">
            <a:extLst>
              <a:ext uri="{FF2B5EF4-FFF2-40B4-BE49-F238E27FC236}">
                <a16:creationId xmlns:a16="http://schemas.microsoft.com/office/drawing/2014/main" id="{AADEAF6A-2A8E-41D7-997F-AC2973E7541C}"/>
              </a:ext>
            </a:extLst>
          </p:cNvPr>
          <p:cNvSpPr txBox="1">
            <a:spLocks noChangeArrowheads="1"/>
          </p:cNvSpPr>
          <p:nvPr/>
        </p:nvSpPr>
        <p:spPr bwMode="auto">
          <a:xfrm>
            <a:off x="1187450" y="5373688"/>
            <a:ext cx="431800" cy="304800"/>
          </a:xfrm>
          <a:prstGeom prst="rect">
            <a:avLst/>
          </a:prstGeom>
          <a:solidFill>
            <a:srgbClr val="99CCCC"/>
          </a:solidFill>
          <a:ln w="9525">
            <a:solidFill>
              <a:srgbClr val="000000"/>
            </a:solidFill>
            <a:miter lim="800000"/>
            <a:headEnd/>
            <a:tailEnd/>
          </a:ln>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en-US" altLang="zh-CN" sz="1400">
                <a:solidFill>
                  <a:srgbClr val="000000"/>
                </a:solidFill>
                <a:latin typeface="Arial" panose="020B0604020202020204" pitchFamily="34" charset="0"/>
                <a:ea typeface="华文细黑" panose="02010600040101010101" pitchFamily="2" charset="-122"/>
              </a:rPr>
              <a:t>…..</a:t>
            </a:r>
          </a:p>
        </p:txBody>
      </p:sp>
    </p:spTree>
  </p:cSld>
  <p:clrMapOvr>
    <a:masterClrMapping/>
  </p:clrMapOvr>
  <p:transition spd="med">
    <p:pull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05BE0-B34B-4E50-97E1-07CDBC4E1FAE}"/>
              </a:ext>
            </a:extLst>
          </p:cNvPr>
          <p:cNvSpPr>
            <a:spLocks noGrp="1"/>
          </p:cNvSpPr>
          <p:nvPr>
            <p:ph type="title"/>
          </p:nvPr>
        </p:nvSpPr>
        <p:spPr/>
        <p:txBody>
          <a:bodyPr/>
          <a:lstStyle/>
          <a:p>
            <a:pPr>
              <a:defRPr/>
            </a:pPr>
            <a:r>
              <a:rPr kumimoji="1" lang="en-US" altLang="zh-CN" dirty="0"/>
              <a:t>RAID0</a:t>
            </a:r>
            <a:r>
              <a:rPr kumimoji="1" lang="zh-CN" altLang="en-US" dirty="0"/>
              <a:t>的特性</a:t>
            </a:r>
          </a:p>
        </p:txBody>
      </p:sp>
      <p:sp>
        <p:nvSpPr>
          <p:cNvPr id="50179" name="内容占位符 2">
            <a:extLst>
              <a:ext uri="{FF2B5EF4-FFF2-40B4-BE49-F238E27FC236}">
                <a16:creationId xmlns:a16="http://schemas.microsoft.com/office/drawing/2014/main" id="{5319691D-1E9F-426D-B830-9C66A30E2C65}"/>
              </a:ext>
            </a:extLst>
          </p:cNvPr>
          <p:cNvSpPr>
            <a:spLocks noGrp="1" noChangeArrowheads="1"/>
          </p:cNvSpPr>
          <p:nvPr>
            <p:ph idx="1"/>
          </p:nvPr>
        </p:nvSpPr>
        <p:spPr/>
        <p:txBody>
          <a:bodyPr/>
          <a:lstStyle/>
          <a:p>
            <a:endParaRPr lang="zh-CN" altLang="en-US"/>
          </a:p>
        </p:txBody>
      </p:sp>
      <p:graphicFrame>
        <p:nvGraphicFramePr>
          <p:cNvPr id="5" name="Group 98">
            <a:extLst>
              <a:ext uri="{FF2B5EF4-FFF2-40B4-BE49-F238E27FC236}">
                <a16:creationId xmlns:a16="http://schemas.microsoft.com/office/drawing/2014/main" id="{429F9D0A-844F-40EA-A226-18F82997462A}"/>
              </a:ext>
            </a:extLst>
          </p:cNvPr>
          <p:cNvGraphicFramePr/>
          <p:nvPr>
            <p:extLst>
              <p:ext uri="{D42A27DB-BD31-4B8C-83A1-F6EECF244321}">
                <p14:modId xmlns:p14="http://schemas.microsoft.com/office/powerpoint/2010/main" val="136355012"/>
              </p:ext>
            </p:extLst>
          </p:nvPr>
        </p:nvGraphicFramePr>
        <p:xfrm>
          <a:off x="827088" y="1700213"/>
          <a:ext cx="7391400" cy="3238501"/>
        </p:xfrm>
        <a:graphic>
          <a:graphicData uri="http://schemas.openxmlformats.org/drawingml/2006/table">
            <a:tbl>
              <a:tblPr/>
              <a:tblGrid>
                <a:gridCol w="2278062">
                  <a:extLst>
                    <a:ext uri="{9D8B030D-6E8A-4147-A177-3AD203B41FA5}">
                      <a16:colId xmlns:a16="http://schemas.microsoft.com/office/drawing/2014/main" val="20000"/>
                    </a:ext>
                  </a:extLst>
                </a:gridCol>
                <a:gridCol w="5113338">
                  <a:extLst>
                    <a:ext uri="{9D8B030D-6E8A-4147-A177-3AD203B41FA5}">
                      <a16:colId xmlns:a16="http://schemas.microsoft.com/office/drawing/2014/main" val="20001"/>
                    </a:ext>
                  </a:extLst>
                </a:gridCol>
              </a:tblGrid>
              <a:tr h="423863">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所需成员磁盘数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个或更多，最低为</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1062038">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优点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极高的磁盘读写效率</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不存在校验，不会占用太多</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CPU</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资源</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设计、使用和配置比较简单</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1009650">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缺点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无冗余，不能用于对数据安全性要求高的环境</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742950">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适用领域</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视频生成和编辑、图像编辑</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其他需要大的传输带宽的操作</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bl>
          </a:graphicData>
        </a:graphic>
      </p:graphicFrame>
    </p:spTree>
  </p:cSld>
  <p:clrMapOvr>
    <a:masterClrMapping/>
  </p:clrMapOvr>
  <p:transition spd="med">
    <p:pull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3E1A14-74F8-4503-9DD9-152A1918812F}"/>
              </a:ext>
            </a:extLst>
          </p:cNvPr>
          <p:cNvSpPr>
            <a:spLocks noGrp="1"/>
          </p:cNvSpPr>
          <p:nvPr>
            <p:ph type="title"/>
          </p:nvPr>
        </p:nvSpPr>
        <p:spPr/>
        <p:txBody>
          <a:bodyPr/>
          <a:lstStyle/>
          <a:p>
            <a:pPr>
              <a:defRPr/>
            </a:pPr>
            <a:r>
              <a:rPr kumimoji="1" lang="en-US" altLang="zh-CN" dirty="0"/>
              <a:t>RAID1</a:t>
            </a:r>
            <a:r>
              <a:rPr kumimoji="1" lang="zh-CN" altLang="en-US" dirty="0"/>
              <a:t>的工作原理</a:t>
            </a:r>
          </a:p>
        </p:txBody>
      </p:sp>
      <p:sp>
        <p:nvSpPr>
          <p:cNvPr id="51203" name="内容占位符 2">
            <a:extLst>
              <a:ext uri="{FF2B5EF4-FFF2-40B4-BE49-F238E27FC236}">
                <a16:creationId xmlns:a16="http://schemas.microsoft.com/office/drawing/2014/main" id="{108F8865-019D-459D-8B64-51EAF06ABB2B}"/>
              </a:ext>
            </a:extLst>
          </p:cNvPr>
          <p:cNvSpPr>
            <a:spLocks noGrp="1" noChangeArrowheads="1"/>
          </p:cNvSpPr>
          <p:nvPr>
            <p:ph idx="1"/>
          </p:nvPr>
        </p:nvSpPr>
        <p:spPr/>
        <p:txBody>
          <a:bodyPr/>
          <a:lstStyle/>
          <a:p>
            <a:r>
              <a:rPr lang="en-US" altLang="zh-CN"/>
              <a:t>RAID1</a:t>
            </a:r>
            <a:r>
              <a:rPr lang="zh-CN" altLang="en-US"/>
              <a:t>以镜像为冗余方式，对虚拟磁盘上的数据做多份拷贝，放在成员磁盘上</a:t>
            </a:r>
          </a:p>
          <a:p>
            <a:endParaRPr lang="zh-CN" altLang="en-US"/>
          </a:p>
        </p:txBody>
      </p:sp>
      <p:sp>
        <p:nvSpPr>
          <p:cNvPr id="5" name="AutoShape 142">
            <a:extLst>
              <a:ext uri="{FF2B5EF4-FFF2-40B4-BE49-F238E27FC236}">
                <a16:creationId xmlns:a16="http://schemas.microsoft.com/office/drawing/2014/main" id="{CDF977C8-F684-4DF9-8812-6AF34010A100}"/>
              </a:ext>
            </a:extLst>
          </p:cNvPr>
          <p:cNvSpPr>
            <a:spLocks noChangeArrowheads="1"/>
          </p:cNvSpPr>
          <p:nvPr/>
        </p:nvSpPr>
        <p:spPr bwMode="auto">
          <a:xfrm>
            <a:off x="2195513" y="3613150"/>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6" name="Rectangle 143">
            <a:extLst>
              <a:ext uri="{FF2B5EF4-FFF2-40B4-BE49-F238E27FC236}">
                <a16:creationId xmlns:a16="http://schemas.microsoft.com/office/drawing/2014/main" id="{73CCFC54-89C3-4BA4-8635-40CA53084184}"/>
              </a:ext>
            </a:extLst>
          </p:cNvPr>
          <p:cNvSpPr>
            <a:spLocks noChangeArrowheads="1"/>
          </p:cNvSpPr>
          <p:nvPr/>
        </p:nvSpPr>
        <p:spPr bwMode="auto">
          <a:xfrm>
            <a:off x="3059113" y="2462213"/>
            <a:ext cx="4392612" cy="2881312"/>
          </a:xfrm>
          <a:prstGeom prst="rect">
            <a:avLst/>
          </a:prstGeom>
          <a:noFill/>
          <a:ln w="12700">
            <a:solidFill>
              <a:srgbClr val="00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51207" name="Rectangle 144">
            <a:extLst>
              <a:ext uri="{FF2B5EF4-FFF2-40B4-BE49-F238E27FC236}">
                <a16:creationId xmlns:a16="http://schemas.microsoft.com/office/drawing/2014/main" id="{4FBE9F8C-3EF9-4721-984C-60E065F5E099}"/>
              </a:ext>
            </a:extLst>
          </p:cNvPr>
          <p:cNvSpPr>
            <a:spLocks noChangeArrowheads="1"/>
          </p:cNvSpPr>
          <p:nvPr/>
        </p:nvSpPr>
        <p:spPr bwMode="auto">
          <a:xfrm>
            <a:off x="3852863" y="5021263"/>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0</a:t>
            </a:r>
          </a:p>
        </p:txBody>
      </p:sp>
      <p:sp>
        <p:nvSpPr>
          <p:cNvPr id="51208" name="Text Box 145">
            <a:extLst>
              <a:ext uri="{FF2B5EF4-FFF2-40B4-BE49-F238E27FC236}">
                <a16:creationId xmlns:a16="http://schemas.microsoft.com/office/drawing/2014/main" id="{6160C788-AE0E-4FC9-8C40-1AB3903E5379}"/>
              </a:ext>
            </a:extLst>
          </p:cNvPr>
          <p:cNvSpPr txBox="1">
            <a:spLocks noChangeArrowheads="1"/>
          </p:cNvSpPr>
          <p:nvPr/>
        </p:nvSpPr>
        <p:spPr bwMode="auto">
          <a:xfrm>
            <a:off x="2843213" y="3973513"/>
            <a:ext cx="739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Arial" panose="020B0604020202020204" pitchFamily="34" charset="0"/>
              <a:buNone/>
            </a:pPr>
            <a:r>
              <a:rPr lang="en-US" altLang="zh-CN" sz="1400" b="0">
                <a:solidFill>
                  <a:srgbClr val="FFFFFF"/>
                </a:solidFill>
                <a:latin typeface="Arial" panose="020B0604020202020204" pitchFamily="34" charset="0"/>
                <a:ea typeface="黑体" panose="02010609060101010101" pitchFamily="49" charset="-122"/>
              </a:rPr>
              <a:t>5</a:t>
            </a:r>
          </a:p>
        </p:txBody>
      </p:sp>
      <p:sp>
        <p:nvSpPr>
          <p:cNvPr id="51209" name="Rectangle 146">
            <a:extLst>
              <a:ext uri="{FF2B5EF4-FFF2-40B4-BE49-F238E27FC236}">
                <a16:creationId xmlns:a16="http://schemas.microsoft.com/office/drawing/2014/main" id="{D1779041-601F-4BEE-83C6-87228442BEFB}"/>
              </a:ext>
            </a:extLst>
          </p:cNvPr>
          <p:cNvSpPr>
            <a:spLocks noChangeArrowheads="1"/>
          </p:cNvSpPr>
          <p:nvPr/>
        </p:nvSpPr>
        <p:spPr bwMode="auto">
          <a:xfrm>
            <a:off x="5797550" y="5021263"/>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1</a:t>
            </a:r>
          </a:p>
        </p:txBody>
      </p:sp>
      <p:sp>
        <p:nvSpPr>
          <p:cNvPr id="10" name="AutoShape 147">
            <a:extLst>
              <a:ext uri="{FF2B5EF4-FFF2-40B4-BE49-F238E27FC236}">
                <a16:creationId xmlns:a16="http://schemas.microsoft.com/office/drawing/2014/main" id="{48EE3A04-959B-47DC-A8AC-2FDA9A0DEB3F}"/>
              </a:ext>
            </a:extLst>
          </p:cNvPr>
          <p:cNvSpPr>
            <a:spLocks noChangeArrowheads="1"/>
          </p:cNvSpPr>
          <p:nvPr/>
        </p:nvSpPr>
        <p:spPr bwMode="auto">
          <a:xfrm>
            <a:off x="3714750" y="4127500"/>
            <a:ext cx="1008063"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黑体" panose="02010609060101010101" pitchFamily="2" charset="-122"/>
                <a:sym typeface="+mn-ea"/>
              </a:rPr>
              <a:t>D3</a:t>
            </a:r>
          </a:p>
        </p:txBody>
      </p:sp>
      <p:sp>
        <p:nvSpPr>
          <p:cNvPr id="11" name="AutoShape 148">
            <a:extLst>
              <a:ext uri="{FF2B5EF4-FFF2-40B4-BE49-F238E27FC236}">
                <a16:creationId xmlns:a16="http://schemas.microsoft.com/office/drawing/2014/main" id="{4CF80E08-9645-4753-8103-E51B90F7D680}"/>
              </a:ext>
            </a:extLst>
          </p:cNvPr>
          <p:cNvSpPr>
            <a:spLocks noChangeArrowheads="1"/>
          </p:cNvSpPr>
          <p:nvPr/>
        </p:nvSpPr>
        <p:spPr bwMode="auto">
          <a:xfrm>
            <a:off x="3714750" y="3838575"/>
            <a:ext cx="1008063"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黑体" panose="02010609060101010101" pitchFamily="2" charset="-122"/>
                <a:sym typeface="+mn-ea"/>
              </a:rPr>
              <a:t>D2</a:t>
            </a:r>
          </a:p>
        </p:txBody>
      </p:sp>
      <p:sp>
        <p:nvSpPr>
          <p:cNvPr id="12" name="AutoShape 149">
            <a:extLst>
              <a:ext uri="{FF2B5EF4-FFF2-40B4-BE49-F238E27FC236}">
                <a16:creationId xmlns:a16="http://schemas.microsoft.com/office/drawing/2014/main" id="{01254720-E0C3-47A5-88A2-5348A7D4E944}"/>
              </a:ext>
            </a:extLst>
          </p:cNvPr>
          <p:cNvSpPr>
            <a:spLocks noChangeArrowheads="1"/>
          </p:cNvSpPr>
          <p:nvPr/>
        </p:nvSpPr>
        <p:spPr bwMode="auto">
          <a:xfrm>
            <a:off x="3714750" y="3551238"/>
            <a:ext cx="1008063"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kern="0">
              <a:solidFill>
                <a:srgbClr val="000000"/>
              </a:solidFill>
              <a:latin typeface="Arial" panose="020B0604020202020204" pitchFamily="34" charset="0"/>
              <a:ea typeface="华文细黑" panose="02010600040101010101" pitchFamily="2" charset="-122"/>
              <a:sym typeface="+mn-ea"/>
            </a:endParaRPr>
          </a:p>
        </p:txBody>
      </p:sp>
      <p:sp>
        <p:nvSpPr>
          <p:cNvPr id="13" name="AutoShape 150">
            <a:extLst>
              <a:ext uri="{FF2B5EF4-FFF2-40B4-BE49-F238E27FC236}">
                <a16:creationId xmlns:a16="http://schemas.microsoft.com/office/drawing/2014/main" id="{845F43B0-6BDB-42AA-B615-8CDADCE2C562}"/>
              </a:ext>
            </a:extLst>
          </p:cNvPr>
          <p:cNvSpPr>
            <a:spLocks noChangeArrowheads="1"/>
          </p:cNvSpPr>
          <p:nvPr/>
        </p:nvSpPr>
        <p:spPr bwMode="auto">
          <a:xfrm>
            <a:off x="3714750" y="3262313"/>
            <a:ext cx="1008063"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51214" name="Text Box 151">
            <a:extLst>
              <a:ext uri="{FF2B5EF4-FFF2-40B4-BE49-F238E27FC236}">
                <a16:creationId xmlns:a16="http://schemas.microsoft.com/office/drawing/2014/main" id="{8522E16B-D055-4A27-9D74-71DEC917A6B4}"/>
              </a:ext>
            </a:extLst>
          </p:cNvPr>
          <p:cNvSpPr txBox="1">
            <a:spLocks noChangeArrowheads="1"/>
          </p:cNvSpPr>
          <p:nvPr/>
        </p:nvSpPr>
        <p:spPr bwMode="auto">
          <a:xfrm>
            <a:off x="3857625" y="3406775"/>
            <a:ext cx="739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Arial" panose="020B0604020202020204" pitchFamily="34" charset="0"/>
              <a:buNone/>
            </a:pPr>
            <a:r>
              <a:rPr lang="en-US" altLang="zh-CN" sz="1400">
                <a:solidFill>
                  <a:srgbClr val="FFFFFF"/>
                </a:solidFill>
                <a:latin typeface="Arial" panose="020B0604020202020204" pitchFamily="34" charset="0"/>
                <a:ea typeface="黑体" panose="02010609060101010101" pitchFamily="49" charset="-122"/>
              </a:rPr>
              <a:t>D0</a:t>
            </a:r>
          </a:p>
        </p:txBody>
      </p:sp>
      <p:sp>
        <p:nvSpPr>
          <p:cNvPr id="51215" name="Text Box 152">
            <a:extLst>
              <a:ext uri="{FF2B5EF4-FFF2-40B4-BE49-F238E27FC236}">
                <a16:creationId xmlns:a16="http://schemas.microsoft.com/office/drawing/2014/main" id="{7E609C60-7FF7-44C8-ACC3-9A7B7B00D1CF}"/>
              </a:ext>
            </a:extLst>
          </p:cNvPr>
          <p:cNvSpPr txBox="1">
            <a:spLocks noChangeArrowheads="1"/>
          </p:cNvSpPr>
          <p:nvPr/>
        </p:nvSpPr>
        <p:spPr bwMode="auto">
          <a:xfrm>
            <a:off x="3857625" y="3694113"/>
            <a:ext cx="739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Arial" panose="020B0604020202020204" pitchFamily="34" charset="0"/>
              <a:buNone/>
            </a:pPr>
            <a:r>
              <a:rPr lang="en-US" altLang="zh-CN" sz="1400">
                <a:solidFill>
                  <a:srgbClr val="FFFFFF"/>
                </a:solidFill>
                <a:latin typeface="Arial" panose="020B0604020202020204" pitchFamily="34" charset="0"/>
                <a:ea typeface="黑体" panose="02010609060101010101" pitchFamily="49" charset="-122"/>
              </a:rPr>
              <a:t>D1</a:t>
            </a:r>
          </a:p>
        </p:txBody>
      </p:sp>
      <p:sp>
        <p:nvSpPr>
          <p:cNvPr id="16" name="AutoShape 153">
            <a:extLst>
              <a:ext uri="{FF2B5EF4-FFF2-40B4-BE49-F238E27FC236}">
                <a16:creationId xmlns:a16="http://schemas.microsoft.com/office/drawing/2014/main" id="{DA7B5388-BCE9-4229-B827-97462EFC6741}"/>
              </a:ext>
            </a:extLst>
          </p:cNvPr>
          <p:cNvSpPr>
            <a:spLocks noChangeArrowheads="1"/>
          </p:cNvSpPr>
          <p:nvPr/>
        </p:nvSpPr>
        <p:spPr bwMode="auto">
          <a:xfrm>
            <a:off x="5608638" y="4114800"/>
            <a:ext cx="1008062"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黑体" panose="02010609060101010101" pitchFamily="2" charset="-122"/>
                <a:sym typeface="+mn-ea"/>
              </a:rPr>
              <a:t>D3</a:t>
            </a:r>
          </a:p>
        </p:txBody>
      </p:sp>
      <p:sp>
        <p:nvSpPr>
          <p:cNvPr id="17" name="AutoShape 154">
            <a:extLst>
              <a:ext uri="{FF2B5EF4-FFF2-40B4-BE49-F238E27FC236}">
                <a16:creationId xmlns:a16="http://schemas.microsoft.com/office/drawing/2014/main" id="{6482EC21-176A-42FA-9024-40E126C1767A}"/>
              </a:ext>
            </a:extLst>
          </p:cNvPr>
          <p:cNvSpPr>
            <a:spLocks noChangeArrowheads="1"/>
          </p:cNvSpPr>
          <p:nvPr/>
        </p:nvSpPr>
        <p:spPr bwMode="auto">
          <a:xfrm>
            <a:off x="5608638" y="3825875"/>
            <a:ext cx="1008062"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黑体" panose="02010609060101010101" pitchFamily="2" charset="-122"/>
                <a:sym typeface="+mn-ea"/>
              </a:rPr>
              <a:t>D2</a:t>
            </a:r>
          </a:p>
        </p:txBody>
      </p:sp>
      <p:sp>
        <p:nvSpPr>
          <p:cNvPr id="18" name="AutoShape 155">
            <a:extLst>
              <a:ext uri="{FF2B5EF4-FFF2-40B4-BE49-F238E27FC236}">
                <a16:creationId xmlns:a16="http://schemas.microsoft.com/office/drawing/2014/main" id="{FE0CA0E7-4DD6-40D5-B904-136E28033CE2}"/>
              </a:ext>
            </a:extLst>
          </p:cNvPr>
          <p:cNvSpPr>
            <a:spLocks noChangeArrowheads="1"/>
          </p:cNvSpPr>
          <p:nvPr/>
        </p:nvSpPr>
        <p:spPr bwMode="auto">
          <a:xfrm>
            <a:off x="5608638" y="3538538"/>
            <a:ext cx="1008062"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kern="0">
              <a:solidFill>
                <a:srgbClr val="000000"/>
              </a:solidFill>
              <a:latin typeface="Arial" panose="020B0604020202020204" pitchFamily="34" charset="0"/>
              <a:ea typeface="华文细黑" panose="02010600040101010101" pitchFamily="2" charset="-122"/>
              <a:sym typeface="+mn-ea"/>
            </a:endParaRPr>
          </a:p>
        </p:txBody>
      </p:sp>
      <p:sp>
        <p:nvSpPr>
          <p:cNvPr id="19" name="AutoShape 156">
            <a:extLst>
              <a:ext uri="{FF2B5EF4-FFF2-40B4-BE49-F238E27FC236}">
                <a16:creationId xmlns:a16="http://schemas.microsoft.com/office/drawing/2014/main" id="{3321A626-327B-4B08-834C-C09B67114C5B}"/>
              </a:ext>
            </a:extLst>
          </p:cNvPr>
          <p:cNvSpPr>
            <a:spLocks noChangeArrowheads="1"/>
          </p:cNvSpPr>
          <p:nvPr/>
        </p:nvSpPr>
        <p:spPr bwMode="auto">
          <a:xfrm>
            <a:off x="5608638" y="3249613"/>
            <a:ext cx="1008062" cy="431800"/>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51220" name="Text Box 157">
            <a:extLst>
              <a:ext uri="{FF2B5EF4-FFF2-40B4-BE49-F238E27FC236}">
                <a16:creationId xmlns:a16="http://schemas.microsoft.com/office/drawing/2014/main" id="{CD9DF82F-735E-4429-AAD7-FDB0CC775804}"/>
              </a:ext>
            </a:extLst>
          </p:cNvPr>
          <p:cNvSpPr txBox="1">
            <a:spLocks noChangeArrowheads="1"/>
          </p:cNvSpPr>
          <p:nvPr/>
        </p:nvSpPr>
        <p:spPr bwMode="auto">
          <a:xfrm>
            <a:off x="5751513" y="3394075"/>
            <a:ext cx="739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Arial" panose="020B0604020202020204" pitchFamily="34" charset="0"/>
              <a:buNone/>
            </a:pPr>
            <a:r>
              <a:rPr lang="en-US" altLang="zh-CN" sz="1400">
                <a:solidFill>
                  <a:srgbClr val="FFFFFF"/>
                </a:solidFill>
                <a:latin typeface="Arial" panose="020B0604020202020204" pitchFamily="34" charset="0"/>
                <a:ea typeface="黑体" panose="02010609060101010101" pitchFamily="49" charset="-122"/>
              </a:rPr>
              <a:t>D0</a:t>
            </a:r>
          </a:p>
        </p:txBody>
      </p:sp>
      <p:sp>
        <p:nvSpPr>
          <p:cNvPr id="51221" name="Text Box 158">
            <a:extLst>
              <a:ext uri="{FF2B5EF4-FFF2-40B4-BE49-F238E27FC236}">
                <a16:creationId xmlns:a16="http://schemas.microsoft.com/office/drawing/2014/main" id="{8A1835A8-C7B4-4EB3-85A9-3DFA2D0D46ED}"/>
              </a:ext>
            </a:extLst>
          </p:cNvPr>
          <p:cNvSpPr txBox="1">
            <a:spLocks noChangeArrowheads="1"/>
          </p:cNvSpPr>
          <p:nvPr/>
        </p:nvSpPr>
        <p:spPr bwMode="auto">
          <a:xfrm>
            <a:off x="5751513" y="3681413"/>
            <a:ext cx="7397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Arial" panose="020B0604020202020204" pitchFamily="34" charset="0"/>
              <a:buNone/>
            </a:pPr>
            <a:r>
              <a:rPr lang="en-US" altLang="zh-CN" sz="1400">
                <a:solidFill>
                  <a:srgbClr val="FFFFFF"/>
                </a:solidFill>
                <a:latin typeface="Arial" panose="020B0604020202020204" pitchFamily="34" charset="0"/>
                <a:ea typeface="黑体" panose="02010609060101010101" pitchFamily="49" charset="-122"/>
              </a:rPr>
              <a:t>D1</a:t>
            </a:r>
          </a:p>
        </p:txBody>
      </p:sp>
      <p:sp>
        <p:nvSpPr>
          <p:cNvPr id="22" name="Rectangle 159">
            <a:extLst>
              <a:ext uri="{FF2B5EF4-FFF2-40B4-BE49-F238E27FC236}">
                <a16:creationId xmlns:a16="http://schemas.microsoft.com/office/drawing/2014/main" id="{207BACDC-BAEC-40DE-AE25-53EAD7368F04}"/>
              </a:ext>
            </a:extLst>
          </p:cNvPr>
          <p:cNvSpPr>
            <a:spLocks noChangeArrowheads="1"/>
          </p:cNvSpPr>
          <p:nvPr/>
        </p:nvSpPr>
        <p:spPr bwMode="auto">
          <a:xfrm>
            <a:off x="1555750" y="2205038"/>
            <a:ext cx="431800" cy="649287"/>
          </a:xfrm>
          <a:prstGeom prst="rect">
            <a:avLst/>
          </a:prstGeom>
          <a:solidFill>
            <a:srgbClr val="BDE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23" name="Rectangle 160">
            <a:extLst>
              <a:ext uri="{FF2B5EF4-FFF2-40B4-BE49-F238E27FC236}">
                <a16:creationId xmlns:a16="http://schemas.microsoft.com/office/drawing/2014/main" id="{9256121B-C4F5-42CF-90FA-512F2E59FB63}"/>
              </a:ext>
            </a:extLst>
          </p:cNvPr>
          <p:cNvSpPr>
            <a:spLocks noChangeArrowheads="1"/>
          </p:cNvSpPr>
          <p:nvPr/>
        </p:nvSpPr>
        <p:spPr bwMode="auto">
          <a:xfrm>
            <a:off x="1555750" y="2205038"/>
            <a:ext cx="433388" cy="3457575"/>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24" name="Rectangle 161">
            <a:extLst>
              <a:ext uri="{FF2B5EF4-FFF2-40B4-BE49-F238E27FC236}">
                <a16:creationId xmlns:a16="http://schemas.microsoft.com/office/drawing/2014/main" id="{9D98A35F-8136-42AA-9E99-83AA0626903A}"/>
              </a:ext>
            </a:extLst>
          </p:cNvPr>
          <p:cNvSpPr>
            <a:spLocks noChangeArrowheads="1"/>
          </p:cNvSpPr>
          <p:nvPr/>
        </p:nvSpPr>
        <p:spPr bwMode="auto">
          <a:xfrm>
            <a:off x="1555750" y="2854325"/>
            <a:ext cx="431800" cy="6477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a:t>
            </a:r>
          </a:p>
        </p:txBody>
      </p:sp>
      <p:sp>
        <p:nvSpPr>
          <p:cNvPr id="25" name="Rectangle 162">
            <a:extLst>
              <a:ext uri="{FF2B5EF4-FFF2-40B4-BE49-F238E27FC236}">
                <a16:creationId xmlns:a16="http://schemas.microsoft.com/office/drawing/2014/main" id="{72B63C22-B83E-424C-BB30-DEE0886FCDF7}"/>
              </a:ext>
            </a:extLst>
          </p:cNvPr>
          <p:cNvSpPr>
            <a:spLocks noChangeArrowheads="1"/>
          </p:cNvSpPr>
          <p:nvPr/>
        </p:nvSpPr>
        <p:spPr bwMode="auto">
          <a:xfrm>
            <a:off x="1555750" y="3502025"/>
            <a:ext cx="431800" cy="6477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D2</a:t>
            </a:r>
          </a:p>
        </p:txBody>
      </p:sp>
      <p:sp>
        <p:nvSpPr>
          <p:cNvPr id="26" name="Rectangle 163">
            <a:extLst>
              <a:ext uri="{FF2B5EF4-FFF2-40B4-BE49-F238E27FC236}">
                <a16:creationId xmlns:a16="http://schemas.microsoft.com/office/drawing/2014/main" id="{332C163E-3FE8-4AB0-9C9C-BD2C844DD547}"/>
              </a:ext>
            </a:extLst>
          </p:cNvPr>
          <p:cNvSpPr>
            <a:spLocks noChangeArrowheads="1"/>
          </p:cNvSpPr>
          <p:nvPr/>
        </p:nvSpPr>
        <p:spPr bwMode="auto">
          <a:xfrm>
            <a:off x="1555750" y="4149725"/>
            <a:ext cx="431800" cy="649288"/>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D3</a:t>
            </a:r>
          </a:p>
        </p:txBody>
      </p:sp>
      <p:sp>
        <p:nvSpPr>
          <p:cNvPr id="27" name="Rectangle 164">
            <a:extLst>
              <a:ext uri="{FF2B5EF4-FFF2-40B4-BE49-F238E27FC236}">
                <a16:creationId xmlns:a16="http://schemas.microsoft.com/office/drawing/2014/main" id="{A3D2633B-64EC-4999-82B3-3A8A8EA25A5B}"/>
              </a:ext>
            </a:extLst>
          </p:cNvPr>
          <p:cNvSpPr>
            <a:spLocks noChangeArrowheads="1"/>
          </p:cNvSpPr>
          <p:nvPr/>
        </p:nvSpPr>
        <p:spPr bwMode="auto">
          <a:xfrm>
            <a:off x="1555750" y="2205038"/>
            <a:ext cx="431800" cy="647700"/>
          </a:xfrm>
          <a:prstGeom prst="rect">
            <a:avLst/>
          </a:prstGeom>
          <a:solidFill>
            <a:srgbClr val="99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51228" name="Text Box 165">
            <a:extLst>
              <a:ext uri="{FF2B5EF4-FFF2-40B4-BE49-F238E27FC236}">
                <a16:creationId xmlns:a16="http://schemas.microsoft.com/office/drawing/2014/main" id="{CD6D5E29-6073-4EA9-9072-370ABFF5B291}"/>
              </a:ext>
            </a:extLst>
          </p:cNvPr>
          <p:cNvSpPr txBox="1">
            <a:spLocks noChangeArrowheads="1"/>
          </p:cNvSpPr>
          <p:nvPr/>
        </p:nvSpPr>
        <p:spPr bwMode="auto">
          <a:xfrm>
            <a:off x="1555750" y="4797425"/>
            <a:ext cx="431800" cy="304800"/>
          </a:xfrm>
          <a:prstGeom prst="rect">
            <a:avLst/>
          </a:prstGeom>
          <a:solidFill>
            <a:srgbClr val="99CCCC"/>
          </a:solidFill>
          <a:ln w="9525">
            <a:solidFill>
              <a:srgbClr val="000000"/>
            </a:solidFill>
            <a:miter lim="800000"/>
            <a:headEnd/>
            <a:tailEnd/>
          </a:ln>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en-US" altLang="zh-CN" sz="1400">
                <a:solidFill>
                  <a:srgbClr val="000000"/>
                </a:solidFill>
                <a:latin typeface="Arial" panose="020B0604020202020204" pitchFamily="34" charset="0"/>
                <a:ea typeface="华文细黑" panose="02010600040101010101" pitchFamily="2" charset="-122"/>
              </a:rPr>
              <a:t>….</a:t>
            </a:r>
          </a:p>
        </p:txBody>
      </p:sp>
    </p:spTree>
  </p:cSld>
  <p:clrMapOvr>
    <a:masterClrMapping/>
  </p:clrMapOvr>
  <p:transition spd="med">
    <p:pull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1DD3B2-E791-47FC-ACC4-847094E80ED7}"/>
              </a:ext>
            </a:extLst>
          </p:cNvPr>
          <p:cNvSpPr>
            <a:spLocks noGrp="1"/>
          </p:cNvSpPr>
          <p:nvPr>
            <p:ph type="title"/>
          </p:nvPr>
        </p:nvSpPr>
        <p:spPr/>
        <p:txBody>
          <a:bodyPr/>
          <a:lstStyle/>
          <a:p>
            <a:pPr>
              <a:defRPr/>
            </a:pPr>
            <a:r>
              <a:rPr kumimoji="1" lang="en-US" altLang="zh-CN" dirty="0"/>
              <a:t>RAID1</a:t>
            </a:r>
            <a:r>
              <a:rPr kumimoji="1" lang="zh-CN" altLang="en-US" dirty="0"/>
              <a:t>的特性</a:t>
            </a:r>
          </a:p>
        </p:txBody>
      </p:sp>
      <p:sp>
        <p:nvSpPr>
          <p:cNvPr id="52227" name="内容占位符 2">
            <a:extLst>
              <a:ext uri="{FF2B5EF4-FFF2-40B4-BE49-F238E27FC236}">
                <a16:creationId xmlns:a16="http://schemas.microsoft.com/office/drawing/2014/main" id="{4956816A-E7F0-4875-8E75-57E668B5B3EF}"/>
              </a:ext>
            </a:extLst>
          </p:cNvPr>
          <p:cNvSpPr>
            <a:spLocks noGrp="1" noChangeArrowheads="1"/>
          </p:cNvSpPr>
          <p:nvPr>
            <p:ph idx="1"/>
          </p:nvPr>
        </p:nvSpPr>
        <p:spPr/>
        <p:txBody>
          <a:bodyPr/>
          <a:lstStyle/>
          <a:p>
            <a:endParaRPr lang="zh-CN" altLang="en-US"/>
          </a:p>
        </p:txBody>
      </p:sp>
      <p:graphicFrame>
        <p:nvGraphicFramePr>
          <p:cNvPr id="5" name="Group 91">
            <a:extLst>
              <a:ext uri="{FF2B5EF4-FFF2-40B4-BE49-F238E27FC236}">
                <a16:creationId xmlns:a16="http://schemas.microsoft.com/office/drawing/2014/main" id="{8B0676D4-841E-43A9-BCE1-22930432840B}"/>
              </a:ext>
            </a:extLst>
          </p:cNvPr>
          <p:cNvGraphicFramePr/>
          <p:nvPr>
            <p:extLst>
              <p:ext uri="{D42A27DB-BD31-4B8C-83A1-F6EECF244321}">
                <p14:modId xmlns:p14="http://schemas.microsoft.com/office/powerpoint/2010/main" val="1466276296"/>
              </p:ext>
            </p:extLst>
          </p:nvPr>
        </p:nvGraphicFramePr>
        <p:xfrm>
          <a:off x="755650" y="1773238"/>
          <a:ext cx="7248525" cy="2997200"/>
        </p:xfrm>
        <a:graphic>
          <a:graphicData uri="http://schemas.openxmlformats.org/drawingml/2006/table">
            <a:tbl>
              <a:tblPr/>
              <a:tblGrid>
                <a:gridCol w="2277963">
                  <a:extLst>
                    <a:ext uri="{9D8B030D-6E8A-4147-A177-3AD203B41FA5}">
                      <a16:colId xmlns:a16="http://schemas.microsoft.com/office/drawing/2014/main" val="20000"/>
                    </a:ext>
                  </a:extLst>
                </a:gridCol>
                <a:gridCol w="4970562">
                  <a:extLst>
                    <a:ext uri="{9D8B030D-6E8A-4147-A177-3AD203B41FA5}">
                      <a16:colId xmlns:a16="http://schemas.microsoft.com/office/drawing/2014/main" val="20001"/>
                    </a:ext>
                  </a:extLst>
                </a:gridCol>
              </a:tblGrid>
              <a:tr h="423863">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所需成员磁盘数</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2N</a:t>
                      </a: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a:t>
                      </a:r>
                      <a:r>
                        <a:rPr kumimoji="0" lang="en-US" altLang="zh-CN"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N≥1</a:t>
                      </a: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），最低为</a:t>
                      </a:r>
                      <a:r>
                        <a:rPr kumimoji="0" lang="en-US" altLang="zh-CN"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1062037">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优点</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具有</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100</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％数据冗余，提供最高的数据安全保障</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理论上可以实现</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倍的读取效率</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设计和使用比较简单</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1011237">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缺点</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开销大，空间利用率只有</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50</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在写性能方面提升不大</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500063">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适用领域</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财务、金融等高可用、高安全的数据存储环境</a:t>
                      </a:r>
                    </a:p>
                  </a:txBody>
                  <a:tcPr marL="91436" marR="914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bl>
          </a:graphicData>
        </a:graphic>
      </p:graphicFrame>
    </p:spTree>
  </p:cSld>
  <p:clrMapOvr>
    <a:masterClrMapping/>
  </p:clrMapOvr>
  <p:transition spd="med">
    <p:pull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DBC956-78E7-4653-AA00-BED268826E42}"/>
              </a:ext>
            </a:extLst>
          </p:cNvPr>
          <p:cNvSpPr>
            <a:spLocks noGrp="1"/>
          </p:cNvSpPr>
          <p:nvPr>
            <p:ph type="title"/>
          </p:nvPr>
        </p:nvSpPr>
        <p:spPr/>
        <p:txBody>
          <a:bodyPr/>
          <a:lstStyle/>
          <a:p>
            <a:pPr>
              <a:defRPr/>
            </a:pPr>
            <a:r>
              <a:rPr kumimoji="1" lang="en-US" altLang="zh-CN" dirty="0"/>
              <a:t>RAID3</a:t>
            </a:r>
            <a:r>
              <a:rPr kumimoji="1" lang="zh-CN" altLang="en-US" dirty="0"/>
              <a:t>的工作原理</a:t>
            </a:r>
          </a:p>
        </p:txBody>
      </p:sp>
      <p:sp>
        <p:nvSpPr>
          <p:cNvPr id="53251" name="内容占位符 2">
            <a:extLst>
              <a:ext uri="{FF2B5EF4-FFF2-40B4-BE49-F238E27FC236}">
                <a16:creationId xmlns:a16="http://schemas.microsoft.com/office/drawing/2014/main" id="{602A560C-9B47-4296-8DFC-C04346A5440E}"/>
              </a:ext>
            </a:extLst>
          </p:cNvPr>
          <p:cNvSpPr>
            <a:spLocks noGrp="1" noChangeArrowheads="1"/>
          </p:cNvSpPr>
          <p:nvPr>
            <p:ph idx="1"/>
          </p:nvPr>
        </p:nvSpPr>
        <p:spPr/>
        <p:txBody>
          <a:bodyPr/>
          <a:lstStyle/>
          <a:p>
            <a:r>
              <a:rPr lang="zh-CN" altLang="en-US"/>
              <a:t>在</a:t>
            </a:r>
            <a:r>
              <a:rPr lang="en-US" altLang="zh-CN"/>
              <a:t>RAID3</a:t>
            </a:r>
            <a:r>
              <a:rPr lang="zh-CN" altLang="en-US"/>
              <a:t>中，数据块被分为更小的块并行传输到各个成员磁盘上，同时计算</a:t>
            </a:r>
            <a:r>
              <a:rPr lang="en-US" altLang="zh-CN"/>
              <a:t>XOR</a:t>
            </a:r>
            <a:r>
              <a:rPr lang="zh-CN" altLang="en-US"/>
              <a:t>校验数据存放到专用的校验磁盘上</a:t>
            </a:r>
          </a:p>
          <a:p>
            <a:endParaRPr lang="zh-CN" altLang="en-US"/>
          </a:p>
        </p:txBody>
      </p:sp>
      <p:sp>
        <p:nvSpPr>
          <p:cNvPr id="5" name="Rectangle 59">
            <a:extLst>
              <a:ext uri="{FF2B5EF4-FFF2-40B4-BE49-F238E27FC236}">
                <a16:creationId xmlns:a16="http://schemas.microsoft.com/office/drawing/2014/main" id="{4DEB12C2-A6D5-421D-97A3-C3988974891A}"/>
              </a:ext>
            </a:extLst>
          </p:cNvPr>
          <p:cNvSpPr>
            <a:spLocks noChangeArrowheads="1"/>
          </p:cNvSpPr>
          <p:nvPr/>
        </p:nvSpPr>
        <p:spPr bwMode="auto">
          <a:xfrm>
            <a:off x="1581150" y="2565400"/>
            <a:ext cx="431800" cy="649288"/>
          </a:xfrm>
          <a:prstGeom prst="rect">
            <a:avLst/>
          </a:prstGeom>
          <a:solidFill>
            <a:srgbClr val="BDE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6" name="Rectangle 60">
            <a:extLst>
              <a:ext uri="{FF2B5EF4-FFF2-40B4-BE49-F238E27FC236}">
                <a16:creationId xmlns:a16="http://schemas.microsoft.com/office/drawing/2014/main" id="{07EDBDDA-7AE6-43AE-867E-1F4B07F5A1D1}"/>
              </a:ext>
            </a:extLst>
          </p:cNvPr>
          <p:cNvSpPr>
            <a:spLocks noChangeArrowheads="1"/>
          </p:cNvSpPr>
          <p:nvPr/>
        </p:nvSpPr>
        <p:spPr bwMode="auto">
          <a:xfrm>
            <a:off x="1581150" y="2565400"/>
            <a:ext cx="433388" cy="3457575"/>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7" name="Rectangle 61">
            <a:extLst>
              <a:ext uri="{FF2B5EF4-FFF2-40B4-BE49-F238E27FC236}">
                <a16:creationId xmlns:a16="http://schemas.microsoft.com/office/drawing/2014/main" id="{BBE94193-E9D1-4AF5-852F-DCCB5EF9887D}"/>
              </a:ext>
            </a:extLst>
          </p:cNvPr>
          <p:cNvSpPr>
            <a:spLocks noChangeArrowheads="1"/>
          </p:cNvSpPr>
          <p:nvPr/>
        </p:nvSpPr>
        <p:spPr bwMode="auto">
          <a:xfrm>
            <a:off x="1581150" y="3214688"/>
            <a:ext cx="431800" cy="6477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a:t>
            </a:r>
          </a:p>
        </p:txBody>
      </p:sp>
      <p:sp>
        <p:nvSpPr>
          <p:cNvPr id="8" name="Rectangle 62">
            <a:extLst>
              <a:ext uri="{FF2B5EF4-FFF2-40B4-BE49-F238E27FC236}">
                <a16:creationId xmlns:a16="http://schemas.microsoft.com/office/drawing/2014/main" id="{3479849A-0950-4DDC-8F66-832FEA79F2BA}"/>
              </a:ext>
            </a:extLst>
          </p:cNvPr>
          <p:cNvSpPr>
            <a:spLocks noChangeArrowheads="1"/>
          </p:cNvSpPr>
          <p:nvPr/>
        </p:nvSpPr>
        <p:spPr bwMode="auto">
          <a:xfrm>
            <a:off x="1581150" y="3862388"/>
            <a:ext cx="431800" cy="647700"/>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D2</a:t>
            </a:r>
          </a:p>
        </p:txBody>
      </p:sp>
      <p:sp>
        <p:nvSpPr>
          <p:cNvPr id="9" name="Rectangle 63">
            <a:extLst>
              <a:ext uri="{FF2B5EF4-FFF2-40B4-BE49-F238E27FC236}">
                <a16:creationId xmlns:a16="http://schemas.microsoft.com/office/drawing/2014/main" id="{C6B2D7F2-7270-4FB2-B36F-B7A31666095F}"/>
              </a:ext>
            </a:extLst>
          </p:cNvPr>
          <p:cNvSpPr>
            <a:spLocks noChangeArrowheads="1"/>
          </p:cNvSpPr>
          <p:nvPr/>
        </p:nvSpPr>
        <p:spPr bwMode="auto">
          <a:xfrm>
            <a:off x="1581150" y="4510088"/>
            <a:ext cx="431800" cy="649287"/>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D3</a:t>
            </a:r>
          </a:p>
        </p:txBody>
      </p:sp>
      <p:sp>
        <p:nvSpPr>
          <p:cNvPr id="10" name="AutoShape 64">
            <a:extLst>
              <a:ext uri="{FF2B5EF4-FFF2-40B4-BE49-F238E27FC236}">
                <a16:creationId xmlns:a16="http://schemas.microsoft.com/office/drawing/2014/main" id="{44C47144-95F6-42DB-BD84-83C95DE388C8}"/>
              </a:ext>
            </a:extLst>
          </p:cNvPr>
          <p:cNvSpPr>
            <a:spLocks noChangeArrowheads="1"/>
          </p:cNvSpPr>
          <p:nvPr/>
        </p:nvSpPr>
        <p:spPr bwMode="auto">
          <a:xfrm>
            <a:off x="2335213" y="3933825"/>
            <a:ext cx="647700" cy="2889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11" name="Rectangle 65">
            <a:extLst>
              <a:ext uri="{FF2B5EF4-FFF2-40B4-BE49-F238E27FC236}">
                <a16:creationId xmlns:a16="http://schemas.microsoft.com/office/drawing/2014/main" id="{230912EB-ACE4-480F-8604-5BFF4ACBA899}"/>
              </a:ext>
            </a:extLst>
          </p:cNvPr>
          <p:cNvSpPr>
            <a:spLocks noChangeArrowheads="1"/>
          </p:cNvSpPr>
          <p:nvPr/>
        </p:nvSpPr>
        <p:spPr bwMode="auto">
          <a:xfrm>
            <a:off x="3087688" y="2738438"/>
            <a:ext cx="4652962" cy="3055937"/>
          </a:xfrm>
          <a:prstGeom prst="rect">
            <a:avLst/>
          </a:prstGeom>
          <a:noFill/>
          <a:ln w="12700">
            <a:solidFill>
              <a:srgbClr val="00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12" name="Rectangle 66">
            <a:extLst>
              <a:ext uri="{FF2B5EF4-FFF2-40B4-BE49-F238E27FC236}">
                <a16:creationId xmlns:a16="http://schemas.microsoft.com/office/drawing/2014/main" id="{09764489-B5AB-4437-A369-F04506F23211}"/>
              </a:ext>
            </a:extLst>
          </p:cNvPr>
          <p:cNvSpPr>
            <a:spLocks noChangeArrowheads="1"/>
          </p:cNvSpPr>
          <p:nvPr/>
        </p:nvSpPr>
        <p:spPr bwMode="auto">
          <a:xfrm>
            <a:off x="1581150" y="2565400"/>
            <a:ext cx="431800" cy="647700"/>
          </a:xfrm>
          <a:prstGeom prst="rect">
            <a:avLst/>
          </a:prstGeom>
          <a:solidFill>
            <a:srgbClr val="99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53261" name="Text Box 67">
            <a:extLst>
              <a:ext uri="{FF2B5EF4-FFF2-40B4-BE49-F238E27FC236}">
                <a16:creationId xmlns:a16="http://schemas.microsoft.com/office/drawing/2014/main" id="{B58B2F3F-0694-4CFA-93AB-8BE334D5A880}"/>
              </a:ext>
            </a:extLst>
          </p:cNvPr>
          <p:cNvSpPr txBox="1">
            <a:spLocks noChangeArrowheads="1"/>
          </p:cNvSpPr>
          <p:nvPr/>
        </p:nvSpPr>
        <p:spPr bwMode="auto">
          <a:xfrm>
            <a:off x="1581150" y="5157788"/>
            <a:ext cx="43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50000"/>
              </a:spcBef>
              <a:buClrTx/>
              <a:buFont typeface="Arial" panose="020B0604020202020204" pitchFamily="34" charset="0"/>
              <a:buNone/>
            </a:pPr>
            <a:r>
              <a:rPr lang="en-US" altLang="zh-CN" sz="1400">
                <a:solidFill>
                  <a:srgbClr val="000000"/>
                </a:solidFill>
                <a:latin typeface="Arial" panose="020B0604020202020204" pitchFamily="34" charset="0"/>
                <a:ea typeface="华文细黑" panose="02010600040101010101" pitchFamily="2" charset="-122"/>
              </a:rPr>
              <a:t>….</a:t>
            </a:r>
          </a:p>
        </p:txBody>
      </p:sp>
      <p:sp>
        <p:nvSpPr>
          <p:cNvPr id="53262" name="Rectangle 68">
            <a:extLst>
              <a:ext uri="{FF2B5EF4-FFF2-40B4-BE49-F238E27FC236}">
                <a16:creationId xmlns:a16="http://schemas.microsoft.com/office/drawing/2014/main" id="{C4696D86-EA44-4AA9-B132-DCEADE0C9CDD}"/>
              </a:ext>
            </a:extLst>
          </p:cNvPr>
          <p:cNvSpPr>
            <a:spLocks noChangeArrowheads="1"/>
          </p:cNvSpPr>
          <p:nvPr/>
        </p:nvSpPr>
        <p:spPr bwMode="auto">
          <a:xfrm>
            <a:off x="3471863" y="4929188"/>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0</a:t>
            </a:r>
          </a:p>
        </p:txBody>
      </p:sp>
      <p:sp>
        <p:nvSpPr>
          <p:cNvPr id="53263" name="Rectangle 69">
            <a:extLst>
              <a:ext uri="{FF2B5EF4-FFF2-40B4-BE49-F238E27FC236}">
                <a16:creationId xmlns:a16="http://schemas.microsoft.com/office/drawing/2014/main" id="{2765B94E-FF1D-4F9F-A04B-D8827B759D39}"/>
              </a:ext>
            </a:extLst>
          </p:cNvPr>
          <p:cNvSpPr>
            <a:spLocks noChangeArrowheads="1"/>
          </p:cNvSpPr>
          <p:nvPr/>
        </p:nvSpPr>
        <p:spPr bwMode="auto">
          <a:xfrm>
            <a:off x="4552950" y="4929188"/>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1</a:t>
            </a:r>
          </a:p>
        </p:txBody>
      </p:sp>
      <p:sp>
        <p:nvSpPr>
          <p:cNvPr id="53264" name="Rectangle 70">
            <a:extLst>
              <a:ext uri="{FF2B5EF4-FFF2-40B4-BE49-F238E27FC236}">
                <a16:creationId xmlns:a16="http://schemas.microsoft.com/office/drawing/2014/main" id="{F79A3695-F445-480B-AD41-8A5C3836C04A}"/>
              </a:ext>
            </a:extLst>
          </p:cNvPr>
          <p:cNvSpPr>
            <a:spLocks noChangeArrowheads="1"/>
          </p:cNvSpPr>
          <p:nvPr/>
        </p:nvSpPr>
        <p:spPr bwMode="auto">
          <a:xfrm>
            <a:off x="5561013" y="4929188"/>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物理磁盘</a:t>
            </a:r>
            <a:r>
              <a:rPr lang="en-US" altLang="zh-CN" sz="1400">
                <a:solidFill>
                  <a:srgbClr val="000000"/>
                </a:solidFill>
                <a:latin typeface="Arial" panose="020B0604020202020204" pitchFamily="34" charset="0"/>
                <a:ea typeface="华文细黑" panose="02010600040101010101" pitchFamily="2" charset="-122"/>
              </a:rPr>
              <a:t>2</a:t>
            </a:r>
          </a:p>
        </p:txBody>
      </p:sp>
      <p:sp>
        <p:nvSpPr>
          <p:cNvPr id="53265" name="Rectangle 71">
            <a:extLst>
              <a:ext uri="{FF2B5EF4-FFF2-40B4-BE49-F238E27FC236}">
                <a16:creationId xmlns:a16="http://schemas.microsoft.com/office/drawing/2014/main" id="{A49C7040-BB2A-4506-90D6-DDC65EB3931B}"/>
              </a:ext>
            </a:extLst>
          </p:cNvPr>
          <p:cNvSpPr>
            <a:spLocks noChangeArrowheads="1"/>
          </p:cNvSpPr>
          <p:nvPr/>
        </p:nvSpPr>
        <p:spPr bwMode="auto">
          <a:xfrm>
            <a:off x="6569075" y="4929188"/>
            <a:ext cx="720725" cy="14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Arial" panose="020B0604020202020204" pitchFamily="34" charset="0"/>
              <a:buNone/>
            </a:pPr>
            <a:r>
              <a:rPr lang="zh-CN" altLang="en-US" sz="1400">
                <a:solidFill>
                  <a:srgbClr val="000000"/>
                </a:solidFill>
                <a:latin typeface="Arial" panose="020B0604020202020204" pitchFamily="34" charset="0"/>
                <a:ea typeface="华文细黑" panose="02010600040101010101" pitchFamily="2" charset="-122"/>
              </a:rPr>
              <a:t>校验磁盘</a:t>
            </a:r>
            <a:r>
              <a:rPr lang="en-US" altLang="zh-CN" sz="1400">
                <a:solidFill>
                  <a:srgbClr val="000000"/>
                </a:solidFill>
                <a:latin typeface="Arial" panose="020B0604020202020204" pitchFamily="34" charset="0"/>
                <a:ea typeface="华文细黑" panose="02010600040101010101" pitchFamily="2" charset="-122"/>
              </a:rPr>
              <a:t>3</a:t>
            </a:r>
          </a:p>
        </p:txBody>
      </p:sp>
      <p:sp>
        <p:nvSpPr>
          <p:cNvPr id="18" name="AutoShape 72">
            <a:extLst>
              <a:ext uri="{FF2B5EF4-FFF2-40B4-BE49-F238E27FC236}">
                <a16:creationId xmlns:a16="http://schemas.microsoft.com/office/drawing/2014/main" id="{DC1B8B72-4516-4A21-AED3-397880DD527F}"/>
              </a:ext>
            </a:extLst>
          </p:cNvPr>
          <p:cNvSpPr>
            <a:spLocks noChangeArrowheads="1"/>
          </p:cNvSpPr>
          <p:nvPr/>
        </p:nvSpPr>
        <p:spPr bwMode="auto">
          <a:xfrm>
            <a:off x="3400425" y="432593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D30</a:t>
            </a:r>
          </a:p>
        </p:txBody>
      </p:sp>
      <p:sp>
        <p:nvSpPr>
          <p:cNvPr id="19" name="AutoShape 73">
            <a:extLst>
              <a:ext uri="{FF2B5EF4-FFF2-40B4-BE49-F238E27FC236}">
                <a16:creationId xmlns:a16="http://schemas.microsoft.com/office/drawing/2014/main" id="{AF233D39-9520-4C18-AAFD-BFF16B201F1B}"/>
              </a:ext>
            </a:extLst>
          </p:cNvPr>
          <p:cNvSpPr>
            <a:spLocks noChangeArrowheads="1"/>
          </p:cNvSpPr>
          <p:nvPr/>
        </p:nvSpPr>
        <p:spPr bwMode="auto">
          <a:xfrm>
            <a:off x="3400425" y="408463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D20</a:t>
            </a:r>
          </a:p>
        </p:txBody>
      </p:sp>
      <p:sp>
        <p:nvSpPr>
          <p:cNvPr id="20" name="AutoShape 74">
            <a:extLst>
              <a:ext uri="{FF2B5EF4-FFF2-40B4-BE49-F238E27FC236}">
                <a16:creationId xmlns:a16="http://schemas.microsoft.com/office/drawing/2014/main" id="{E11A3A9D-ABE9-49A9-91AB-F8F54F9AA475}"/>
              </a:ext>
            </a:extLst>
          </p:cNvPr>
          <p:cNvSpPr>
            <a:spLocks noChangeArrowheads="1"/>
          </p:cNvSpPr>
          <p:nvPr/>
        </p:nvSpPr>
        <p:spPr bwMode="auto">
          <a:xfrm>
            <a:off x="3400425" y="384968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D10</a:t>
            </a:r>
          </a:p>
        </p:txBody>
      </p:sp>
      <p:sp>
        <p:nvSpPr>
          <p:cNvPr id="21" name="AutoShape 75">
            <a:extLst>
              <a:ext uri="{FF2B5EF4-FFF2-40B4-BE49-F238E27FC236}">
                <a16:creationId xmlns:a16="http://schemas.microsoft.com/office/drawing/2014/main" id="{8816D94F-A8FE-40F6-A2E7-9E94A4E06909}"/>
              </a:ext>
            </a:extLst>
          </p:cNvPr>
          <p:cNvSpPr>
            <a:spLocks noChangeArrowheads="1"/>
          </p:cNvSpPr>
          <p:nvPr/>
        </p:nvSpPr>
        <p:spPr bwMode="auto">
          <a:xfrm>
            <a:off x="3400425" y="360838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D00</a:t>
            </a:r>
          </a:p>
        </p:txBody>
      </p:sp>
      <p:sp>
        <p:nvSpPr>
          <p:cNvPr id="22" name="AutoShape 76">
            <a:extLst>
              <a:ext uri="{FF2B5EF4-FFF2-40B4-BE49-F238E27FC236}">
                <a16:creationId xmlns:a16="http://schemas.microsoft.com/office/drawing/2014/main" id="{F212C906-157B-45AE-A607-36AEFE6703BD}"/>
              </a:ext>
            </a:extLst>
          </p:cNvPr>
          <p:cNvSpPr>
            <a:spLocks noChangeArrowheads="1"/>
          </p:cNvSpPr>
          <p:nvPr/>
        </p:nvSpPr>
        <p:spPr bwMode="auto">
          <a:xfrm>
            <a:off x="6496050" y="433387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P3</a:t>
            </a:r>
          </a:p>
        </p:txBody>
      </p:sp>
      <p:sp>
        <p:nvSpPr>
          <p:cNvPr id="23" name="AutoShape 77">
            <a:extLst>
              <a:ext uri="{FF2B5EF4-FFF2-40B4-BE49-F238E27FC236}">
                <a16:creationId xmlns:a16="http://schemas.microsoft.com/office/drawing/2014/main" id="{AFDC3085-C9FB-4351-A908-44A32146E9F1}"/>
              </a:ext>
            </a:extLst>
          </p:cNvPr>
          <p:cNvSpPr>
            <a:spLocks noChangeArrowheads="1"/>
          </p:cNvSpPr>
          <p:nvPr/>
        </p:nvSpPr>
        <p:spPr bwMode="auto">
          <a:xfrm>
            <a:off x="6497638" y="409257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P2</a:t>
            </a:r>
          </a:p>
        </p:txBody>
      </p:sp>
      <p:sp>
        <p:nvSpPr>
          <p:cNvPr id="24" name="AutoShape 78">
            <a:extLst>
              <a:ext uri="{FF2B5EF4-FFF2-40B4-BE49-F238E27FC236}">
                <a16:creationId xmlns:a16="http://schemas.microsoft.com/office/drawing/2014/main" id="{BBC370D0-B8DF-4666-AA00-24CD878BCF47}"/>
              </a:ext>
            </a:extLst>
          </p:cNvPr>
          <p:cNvSpPr>
            <a:spLocks noChangeArrowheads="1"/>
          </p:cNvSpPr>
          <p:nvPr/>
        </p:nvSpPr>
        <p:spPr bwMode="auto">
          <a:xfrm>
            <a:off x="6496050" y="384968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P1</a:t>
            </a:r>
          </a:p>
        </p:txBody>
      </p:sp>
      <p:sp>
        <p:nvSpPr>
          <p:cNvPr id="25" name="AutoShape 79">
            <a:extLst>
              <a:ext uri="{FF2B5EF4-FFF2-40B4-BE49-F238E27FC236}">
                <a16:creationId xmlns:a16="http://schemas.microsoft.com/office/drawing/2014/main" id="{51430123-D734-4765-BA78-6864E6A3D417}"/>
              </a:ext>
            </a:extLst>
          </p:cNvPr>
          <p:cNvSpPr>
            <a:spLocks noChangeArrowheads="1"/>
          </p:cNvSpPr>
          <p:nvPr/>
        </p:nvSpPr>
        <p:spPr bwMode="auto">
          <a:xfrm>
            <a:off x="6496050" y="3594100"/>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P0</a:t>
            </a:r>
          </a:p>
        </p:txBody>
      </p:sp>
      <p:sp>
        <p:nvSpPr>
          <p:cNvPr id="26" name="AutoShape 80">
            <a:extLst>
              <a:ext uri="{FF2B5EF4-FFF2-40B4-BE49-F238E27FC236}">
                <a16:creationId xmlns:a16="http://schemas.microsoft.com/office/drawing/2014/main" id="{4AAD254A-DC62-45AF-B4F8-37C717524DF3}"/>
              </a:ext>
            </a:extLst>
          </p:cNvPr>
          <p:cNvSpPr>
            <a:spLocks noChangeArrowheads="1"/>
          </p:cNvSpPr>
          <p:nvPr/>
        </p:nvSpPr>
        <p:spPr bwMode="auto">
          <a:xfrm>
            <a:off x="5487988" y="433387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D32</a:t>
            </a:r>
          </a:p>
        </p:txBody>
      </p:sp>
      <p:sp>
        <p:nvSpPr>
          <p:cNvPr id="27" name="AutoShape 81">
            <a:extLst>
              <a:ext uri="{FF2B5EF4-FFF2-40B4-BE49-F238E27FC236}">
                <a16:creationId xmlns:a16="http://schemas.microsoft.com/office/drawing/2014/main" id="{D08B1926-4DFF-4337-8D41-246B5178EE04}"/>
              </a:ext>
            </a:extLst>
          </p:cNvPr>
          <p:cNvSpPr>
            <a:spLocks noChangeArrowheads="1"/>
          </p:cNvSpPr>
          <p:nvPr/>
        </p:nvSpPr>
        <p:spPr bwMode="auto">
          <a:xfrm>
            <a:off x="5487988" y="409257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D22</a:t>
            </a:r>
          </a:p>
        </p:txBody>
      </p:sp>
      <p:sp>
        <p:nvSpPr>
          <p:cNvPr id="28" name="AutoShape 82">
            <a:extLst>
              <a:ext uri="{FF2B5EF4-FFF2-40B4-BE49-F238E27FC236}">
                <a16:creationId xmlns:a16="http://schemas.microsoft.com/office/drawing/2014/main" id="{D5DA813C-815D-4EC9-BFD9-42907B5FFA30}"/>
              </a:ext>
            </a:extLst>
          </p:cNvPr>
          <p:cNvSpPr>
            <a:spLocks noChangeArrowheads="1"/>
          </p:cNvSpPr>
          <p:nvPr/>
        </p:nvSpPr>
        <p:spPr bwMode="auto">
          <a:xfrm>
            <a:off x="5487988" y="384968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D12</a:t>
            </a:r>
          </a:p>
        </p:txBody>
      </p:sp>
      <p:sp>
        <p:nvSpPr>
          <p:cNvPr id="29" name="AutoShape 83">
            <a:extLst>
              <a:ext uri="{FF2B5EF4-FFF2-40B4-BE49-F238E27FC236}">
                <a16:creationId xmlns:a16="http://schemas.microsoft.com/office/drawing/2014/main" id="{5E8D6B90-06B4-48B1-BB2F-A3B96AFA2FCE}"/>
              </a:ext>
            </a:extLst>
          </p:cNvPr>
          <p:cNvSpPr>
            <a:spLocks noChangeArrowheads="1"/>
          </p:cNvSpPr>
          <p:nvPr/>
        </p:nvSpPr>
        <p:spPr bwMode="auto">
          <a:xfrm>
            <a:off x="5487988" y="3606800"/>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D02</a:t>
            </a:r>
          </a:p>
        </p:txBody>
      </p:sp>
      <p:sp>
        <p:nvSpPr>
          <p:cNvPr id="30" name="AutoShape 84">
            <a:extLst>
              <a:ext uri="{FF2B5EF4-FFF2-40B4-BE49-F238E27FC236}">
                <a16:creationId xmlns:a16="http://schemas.microsoft.com/office/drawing/2014/main" id="{D5E6809C-E564-47DD-B244-56B2E48EE84A}"/>
              </a:ext>
            </a:extLst>
          </p:cNvPr>
          <p:cNvSpPr>
            <a:spLocks noChangeArrowheads="1"/>
          </p:cNvSpPr>
          <p:nvPr/>
        </p:nvSpPr>
        <p:spPr bwMode="auto">
          <a:xfrm>
            <a:off x="4440238" y="432117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D31</a:t>
            </a:r>
          </a:p>
        </p:txBody>
      </p:sp>
      <p:sp>
        <p:nvSpPr>
          <p:cNvPr id="31" name="AutoShape 85">
            <a:extLst>
              <a:ext uri="{FF2B5EF4-FFF2-40B4-BE49-F238E27FC236}">
                <a16:creationId xmlns:a16="http://schemas.microsoft.com/office/drawing/2014/main" id="{89DDC597-ECA8-4D9C-93E8-ABF4EB3FF58F}"/>
              </a:ext>
            </a:extLst>
          </p:cNvPr>
          <p:cNvSpPr>
            <a:spLocks noChangeArrowheads="1"/>
          </p:cNvSpPr>
          <p:nvPr/>
        </p:nvSpPr>
        <p:spPr bwMode="auto">
          <a:xfrm>
            <a:off x="4440238" y="4086225"/>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D21</a:t>
            </a:r>
          </a:p>
        </p:txBody>
      </p:sp>
      <p:sp>
        <p:nvSpPr>
          <p:cNvPr id="32" name="AutoShape 86">
            <a:extLst>
              <a:ext uri="{FF2B5EF4-FFF2-40B4-BE49-F238E27FC236}">
                <a16:creationId xmlns:a16="http://schemas.microsoft.com/office/drawing/2014/main" id="{54F1A3AD-1AD6-482C-A618-D469BD6D8A6D}"/>
              </a:ext>
            </a:extLst>
          </p:cNvPr>
          <p:cNvSpPr>
            <a:spLocks noChangeArrowheads="1"/>
          </p:cNvSpPr>
          <p:nvPr/>
        </p:nvSpPr>
        <p:spPr bwMode="auto">
          <a:xfrm>
            <a:off x="4440238" y="3849688"/>
            <a:ext cx="863600" cy="360362"/>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D11</a:t>
            </a:r>
          </a:p>
        </p:txBody>
      </p:sp>
      <p:sp>
        <p:nvSpPr>
          <p:cNvPr id="33" name="AutoShape 87">
            <a:extLst>
              <a:ext uri="{FF2B5EF4-FFF2-40B4-BE49-F238E27FC236}">
                <a16:creationId xmlns:a16="http://schemas.microsoft.com/office/drawing/2014/main" id="{2902E374-B658-4C0C-8086-304EFC403B86}"/>
              </a:ext>
            </a:extLst>
          </p:cNvPr>
          <p:cNvSpPr>
            <a:spLocks noChangeArrowheads="1"/>
          </p:cNvSpPr>
          <p:nvPr/>
        </p:nvSpPr>
        <p:spPr bwMode="auto">
          <a:xfrm>
            <a:off x="4440238" y="3606800"/>
            <a:ext cx="863600" cy="360363"/>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D01</a:t>
            </a:r>
          </a:p>
        </p:txBody>
      </p:sp>
    </p:spTree>
  </p:cSld>
  <p:clrMapOvr>
    <a:masterClrMapping/>
  </p:clrMapOvr>
  <p:transition spd="med">
    <p:pull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AFE1A8-7FF6-4E4B-ABEC-CB0F3E78DB4D}"/>
              </a:ext>
            </a:extLst>
          </p:cNvPr>
          <p:cNvSpPr>
            <a:spLocks noGrp="1"/>
          </p:cNvSpPr>
          <p:nvPr>
            <p:ph type="title"/>
          </p:nvPr>
        </p:nvSpPr>
        <p:spPr/>
        <p:txBody>
          <a:bodyPr/>
          <a:lstStyle/>
          <a:p>
            <a:pPr>
              <a:defRPr/>
            </a:pPr>
            <a:r>
              <a:rPr kumimoji="1" lang="en-US" altLang="zh-CN" dirty="0"/>
              <a:t>RAID3</a:t>
            </a:r>
            <a:r>
              <a:rPr kumimoji="1" lang="zh-CN" altLang="en-US" dirty="0"/>
              <a:t>的特性</a:t>
            </a:r>
          </a:p>
        </p:txBody>
      </p:sp>
      <p:sp>
        <p:nvSpPr>
          <p:cNvPr id="54275" name="内容占位符 2">
            <a:extLst>
              <a:ext uri="{FF2B5EF4-FFF2-40B4-BE49-F238E27FC236}">
                <a16:creationId xmlns:a16="http://schemas.microsoft.com/office/drawing/2014/main" id="{5C9411C7-E3C4-43BA-B92B-667B0565F52D}"/>
              </a:ext>
            </a:extLst>
          </p:cNvPr>
          <p:cNvSpPr>
            <a:spLocks noGrp="1" noChangeArrowheads="1"/>
          </p:cNvSpPr>
          <p:nvPr>
            <p:ph idx="1"/>
          </p:nvPr>
        </p:nvSpPr>
        <p:spPr/>
        <p:txBody>
          <a:bodyPr/>
          <a:lstStyle/>
          <a:p>
            <a:endParaRPr lang="zh-CN" altLang="en-US"/>
          </a:p>
        </p:txBody>
      </p:sp>
      <p:graphicFrame>
        <p:nvGraphicFramePr>
          <p:cNvPr id="5" name="Group 89">
            <a:extLst>
              <a:ext uri="{FF2B5EF4-FFF2-40B4-BE49-F238E27FC236}">
                <a16:creationId xmlns:a16="http://schemas.microsoft.com/office/drawing/2014/main" id="{135A0792-F4C1-4075-8E22-1CF7A15CE0AB}"/>
              </a:ext>
            </a:extLst>
          </p:cNvPr>
          <p:cNvGraphicFramePr/>
          <p:nvPr>
            <p:extLst>
              <p:ext uri="{D42A27DB-BD31-4B8C-83A1-F6EECF244321}">
                <p14:modId xmlns:p14="http://schemas.microsoft.com/office/powerpoint/2010/main" val="3137615268"/>
              </p:ext>
            </p:extLst>
          </p:nvPr>
        </p:nvGraphicFramePr>
        <p:xfrm>
          <a:off x="852488" y="1557338"/>
          <a:ext cx="7391400" cy="3290887"/>
        </p:xfrm>
        <a:graphic>
          <a:graphicData uri="http://schemas.openxmlformats.org/drawingml/2006/table">
            <a:tbl>
              <a:tblPr/>
              <a:tblGrid>
                <a:gridCol w="2278062">
                  <a:extLst>
                    <a:ext uri="{9D8B030D-6E8A-4147-A177-3AD203B41FA5}">
                      <a16:colId xmlns:a16="http://schemas.microsoft.com/office/drawing/2014/main" val="20000"/>
                    </a:ext>
                  </a:extLst>
                </a:gridCol>
                <a:gridCol w="5113338">
                  <a:extLst>
                    <a:ext uri="{9D8B030D-6E8A-4147-A177-3AD203B41FA5}">
                      <a16:colId xmlns:a16="http://schemas.microsoft.com/office/drawing/2014/main" val="20001"/>
                    </a:ext>
                  </a:extLst>
                </a:gridCol>
              </a:tblGrid>
              <a:tr h="423863">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所需成员磁盘数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个或更多，最低为</a:t>
                      </a:r>
                      <a:r>
                        <a:rPr kumimoji="0" lang="en-US" altLang="zh-CN"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1062037">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优点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读写性能都比较好</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当有磁盘损坏时，对整体吞吐量影响较小</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减少了开销</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1062037">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缺点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控制器设计复杂</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采用并行存取方式，主轴同步时吞吐量没有提高</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校验磁盘的写性能有瓶颈</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742950">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适用领域</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视频生成和图像、视频编辑等</a:t>
                      </a:r>
                    </a:p>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需要高吞吐量的应用环境</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bl>
          </a:graphicData>
        </a:graphic>
      </p:graphicFrame>
    </p:spTree>
  </p:cSld>
  <p:clrMapOvr>
    <a:masterClrMapping/>
  </p:clrMapOvr>
  <p:transition spd="med">
    <p:pull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239DCD-81B8-426A-9DA9-3B05B8E137A4}"/>
              </a:ext>
            </a:extLst>
          </p:cNvPr>
          <p:cNvSpPr>
            <a:spLocks noGrp="1"/>
          </p:cNvSpPr>
          <p:nvPr>
            <p:ph type="title"/>
          </p:nvPr>
        </p:nvSpPr>
        <p:spPr/>
        <p:txBody>
          <a:bodyPr/>
          <a:lstStyle/>
          <a:p>
            <a:pPr>
              <a:defRPr/>
            </a:pPr>
            <a:r>
              <a:rPr kumimoji="1" lang="en-US" altLang="zh-CN" dirty="0"/>
              <a:t>RAID5</a:t>
            </a:r>
            <a:r>
              <a:rPr kumimoji="1" lang="zh-CN" altLang="en-US" dirty="0"/>
              <a:t>的工作原理</a:t>
            </a:r>
          </a:p>
        </p:txBody>
      </p:sp>
      <p:sp>
        <p:nvSpPr>
          <p:cNvPr id="55299" name="内容占位符 2">
            <a:extLst>
              <a:ext uri="{FF2B5EF4-FFF2-40B4-BE49-F238E27FC236}">
                <a16:creationId xmlns:a16="http://schemas.microsoft.com/office/drawing/2014/main" id="{5D26DF52-9A05-4440-89BA-ED7442BC0824}"/>
              </a:ext>
            </a:extLst>
          </p:cNvPr>
          <p:cNvSpPr>
            <a:spLocks noGrp="1" noChangeArrowheads="1"/>
          </p:cNvSpPr>
          <p:nvPr>
            <p:ph idx="1"/>
          </p:nvPr>
        </p:nvSpPr>
        <p:spPr/>
        <p:txBody>
          <a:bodyPr/>
          <a:lstStyle/>
          <a:p>
            <a:r>
              <a:rPr lang="en-US" altLang="zh-CN"/>
              <a:t>RAID5</a:t>
            </a:r>
            <a:r>
              <a:rPr lang="zh-CN" altLang="en-US"/>
              <a:t>采用独立存取的阵列方式，校验信息被均匀的分散到阵列的各个磁盘上</a:t>
            </a:r>
          </a:p>
          <a:p>
            <a:endParaRPr lang="zh-CN" altLang="en-US"/>
          </a:p>
        </p:txBody>
      </p:sp>
      <p:grpSp>
        <p:nvGrpSpPr>
          <p:cNvPr id="55301" name="Group 145">
            <a:extLst>
              <a:ext uri="{FF2B5EF4-FFF2-40B4-BE49-F238E27FC236}">
                <a16:creationId xmlns:a16="http://schemas.microsoft.com/office/drawing/2014/main" id="{B78F195A-ECCA-46C8-861A-52A499A6EF3E}"/>
              </a:ext>
            </a:extLst>
          </p:cNvPr>
          <p:cNvGrpSpPr>
            <a:grpSpLocks/>
          </p:cNvGrpSpPr>
          <p:nvPr/>
        </p:nvGrpSpPr>
        <p:grpSpPr bwMode="auto">
          <a:xfrm>
            <a:off x="1258888" y="2060575"/>
            <a:ext cx="6697662" cy="3457575"/>
            <a:chOff x="839" y="1797"/>
            <a:chExt cx="4219" cy="2178"/>
          </a:xfrm>
        </p:grpSpPr>
        <p:sp>
          <p:nvSpPr>
            <p:cNvPr id="6" name="Rectangle 103">
              <a:extLst>
                <a:ext uri="{FF2B5EF4-FFF2-40B4-BE49-F238E27FC236}">
                  <a16:creationId xmlns:a16="http://schemas.microsoft.com/office/drawing/2014/main" id="{0ECD53AA-A756-4DBD-BD60-C40BC36F83FC}"/>
                </a:ext>
              </a:extLst>
            </p:cNvPr>
            <p:cNvSpPr>
              <a:spLocks noChangeArrowheads="1"/>
            </p:cNvSpPr>
            <p:nvPr/>
          </p:nvSpPr>
          <p:spPr bwMode="auto">
            <a:xfrm>
              <a:off x="839" y="1797"/>
              <a:ext cx="272" cy="136"/>
            </a:xfrm>
            <a:prstGeom prst="rect">
              <a:avLst/>
            </a:prstGeom>
            <a:solidFill>
              <a:srgbClr val="BDE9FF"/>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7" name="Rectangle 104">
              <a:extLst>
                <a:ext uri="{FF2B5EF4-FFF2-40B4-BE49-F238E27FC236}">
                  <a16:creationId xmlns:a16="http://schemas.microsoft.com/office/drawing/2014/main" id="{1360106D-7D87-4B76-A17D-4DF1D8B51228}"/>
                </a:ext>
              </a:extLst>
            </p:cNvPr>
            <p:cNvSpPr>
              <a:spLocks noChangeArrowheads="1"/>
            </p:cNvSpPr>
            <p:nvPr/>
          </p:nvSpPr>
          <p:spPr bwMode="auto">
            <a:xfrm>
              <a:off x="839" y="1797"/>
              <a:ext cx="273" cy="2178"/>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8" name="Rectangle 105">
              <a:extLst>
                <a:ext uri="{FF2B5EF4-FFF2-40B4-BE49-F238E27FC236}">
                  <a16:creationId xmlns:a16="http://schemas.microsoft.com/office/drawing/2014/main" id="{7FAA3C89-7840-4D0E-980B-CCAA5E234CFC}"/>
                </a:ext>
              </a:extLst>
            </p:cNvPr>
            <p:cNvSpPr>
              <a:spLocks noChangeArrowheads="1"/>
            </p:cNvSpPr>
            <p:nvPr/>
          </p:nvSpPr>
          <p:spPr bwMode="auto">
            <a:xfrm>
              <a:off x="839" y="1933"/>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a:t>
              </a:r>
            </a:p>
          </p:txBody>
        </p:sp>
        <p:sp>
          <p:nvSpPr>
            <p:cNvPr id="9" name="Rectangle 106">
              <a:extLst>
                <a:ext uri="{FF2B5EF4-FFF2-40B4-BE49-F238E27FC236}">
                  <a16:creationId xmlns:a16="http://schemas.microsoft.com/office/drawing/2014/main" id="{F6183F57-E5A7-4A86-AD23-9D6B8BBBCDBF}"/>
                </a:ext>
              </a:extLst>
            </p:cNvPr>
            <p:cNvSpPr>
              <a:spLocks noChangeArrowheads="1"/>
            </p:cNvSpPr>
            <p:nvPr/>
          </p:nvSpPr>
          <p:spPr bwMode="auto">
            <a:xfrm>
              <a:off x="839" y="2070"/>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D2</a:t>
              </a:r>
            </a:p>
          </p:txBody>
        </p:sp>
        <p:sp>
          <p:nvSpPr>
            <p:cNvPr id="10" name="Rectangle 107">
              <a:extLst>
                <a:ext uri="{FF2B5EF4-FFF2-40B4-BE49-F238E27FC236}">
                  <a16:creationId xmlns:a16="http://schemas.microsoft.com/office/drawing/2014/main" id="{B20E4D3C-98D7-4D4E-BC03-6459350AC127}"/>
                </a:ext>
              </a:extLst>
            </p:cNvPr>
            <p:cNvSpPr>
              <a:spLocks noChangeArrowheads="1"/>
            </p:cNvSpPr>
            <p:nvPr/>
          </p:nvSpPr>
          <p:spPr bwMode="auto">
            <a:xfrm>
              <a:off x="839" y="2206"/>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D3</a:t>
              </a:r>
            </a:p>
          </p:txBody>
        </p:sp>
        <p:sp>
          <p:nvSpPr>
            <p:cNvPr id="11" name="Rectangle 108">
              <a:extLst>
                <a:ext uri="{FF2B5EF4-FFF2-40B4-BE49-F238E27FC236}">
                  <a16:creationId xmlns:a16="http://schemas.microsoft.com/office/drawing/2014/main" id="{5E062C1C-9E09-4058-B665-23767CE98938}"/>
                </a:ext>
              </a:extLst>
            </p:cNvPr>
            <p:cNvSpPr>
              <a:spLocks noChangeArrowheads="1"/>
            </p:cNvSpPr>
            <p:nvPr/>
          </p:nvSpPr>
          <p:spPr bwMode="auto">
            <a:xfrm>
              <a:off x="839" y="2342"/>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D4</a:t>
              </a:r>
            </a:p>
          </p:txBody>
        </p:sp>
        <p:sp>
          <p:nvSpPr>
            <p:cNvPr id="12" name="Rectangle 109">
              <a:extLst>
                <a:ext uri="{FF2B5EF4-FFF2-40B4-BE49-F238E27FC236}">
                  <a16:creationId xmlns:a16="http://schemas.microsoft.com/office/drawing/2014/main" id="{2BB6CFDB-E6E4-4908-9201-39D5E0887035}"/>
                </a:ext>
              </a:extLst>
            </p:cNvPr>
            <p:cNvSpPr>
              <a:spLocks noChangeArrowheads="1"/>
            </p:cNvSpPr>
            <p:nvPr/>
          </p:nvSpPr>
          <p:spPr bwMode="auto">
            <a:xfrm>
              <a:off x="839" y="2478"/>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D5</a:t>
              </a:r>
            </a:p>
          </p:txBody>
        </p:sp>
        <p:sp>
          <p:nvSpPr>
            <p:cNvPr id="13" name="Rectangle 110">
              <a:extLst>
                <a:ext uri="{FF2B5EF4-FFF2-40B4-BE49-F238E27FC236}">
                  <a16:creationId xmlns:a16="http://schemas.microsoft.com/office/drawing/2014/main" id="{94A692D4-9995-455C-B767-3A1ABCEF2E9E}"/>
                </a:ext>
              </a:extLst>
            </p:cNvPr>
            <p:cNvSpPr>
              <a:spLocks noChangeArrowheads="1"/>
            </p:cNvSpPr>
            <p:nvPr/>
          </p:nvSpPr>
          <p:spPr bwMode="auto">
            <a:xfrm>
              <a:off x="839" y="2614"/>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D6</a:t>
              </a:r>
            </a:p>
          </p:txBody>
        </p:sp>
        <p:sp>
          <p:nvSpPr>
            <p:cNvPr id="14" name="Rectangle 111">
              <a:extLst>
                <a:ext uri="{FF2B5EF4-FFF2-40B4-BE49-F238E27FC236}">
                  <a16:creationId xmlns:a16="http://schemas.microsoft.com/office/drawing/2014/main" id="{11B8FD48-9AC6-4AB5-8871-A8CC41FB974B}"/>
                </a:ext>
              </a:extLst>
            </p:cNvPr>
            <p:cNvSpPr>
              <a:spLocks noChangeArrowheads="1"/>
            </p:cNvSpPr>
            <p:nvPr/>
          </p:nvSpPr>
          <p:spPr bwMode="auto">
            <a:xfrm>
              <a:off x="839" y="2750"/>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D7</a:t>
              </a:r>
            </a:p>
          </p:txBody>
        </p:sp>
        <p:sp>
          <p:nvSpPr>
            <p:cNvPr id="15" name="Rectangle 112">
              <a:extLst>
                <a:ext uri="{FF2B5EF4-FFF2-40B4-BE49-F238E27FC236}">
                  <a16:creationId xmlns:a16="http://schemas.microsoft.com/office/drawing/2014/main" id="{B1819093-11EE-4E48-81B6-0F9A8D9DE0FF}"/>
                </a:ext>
              </a:extLst>
            </p:cNvPr>
            <p:cNvSpPr>
              <a:spLocks noChangeArrowheads="1"/>
            </p:cNvSpPr>
            <p:nvPr/>
          </p:nvSpPr>
          <p:spPr bwMode="auto">
            <a:xfrm>
              <a:off x="839" y="2886"/>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D8</a:t>
              </a:r>
            </a:p>
          </p:txBody>
        </p:sp>
        <p:sp>
          <p:nvSpPr>
            <p:cNvPr id="16" name="Rectangle 113">
              <a:extLst>
                <a:ext uri="{FF2B5EF4-FFF2-40B4-BE49-F238E27FC236}">
                  <a16:creationId xmlns:a16="http://schemas.microsoft.com/office/drawing/2014/main" id="{836D88A1-FE4E-44ED-B7F1-8AFCBDD22C50}"/>
                </a:ext>
              </a:extLst>
            </p:cNvPr>
            <p:cNvSpPr>
              <a:spLocks noChangeArrowheads="1"/>
            </p:cNvSpPr>
            <p:nvPr/>
          </p:nvSpPr>
          <p:spPr bwMode="auto">
            <a:xfrm>
              <a:off x="839" y="3022"/>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D9</a:t>
              </a:r>
            </a:p>
          </p:txBody>
        </p:sp>
        <p:sp>
          <p:nvSpPr>
            <p:cNvPr id="17" name="Rectangle 114">
              <a:extLst>
                <a:ext uri="{FF2B5EF4-FFF2-40B4-BE49-F238E27FC236}">
                  <a16:creationId xmlns:a16="http://schemas.microsoft.com/office/drawing/2014/main" id="{D591464D-0585-4C33-9109-AB017D4FBB5D}"/>
                </a:ext>
              </a:extLst>
            </p:cNvPr>
            <p:cNvSpPr>
              <a:spLocks noChangeArrowheads="1"/>
            </p:cNvSpPr>
            <p:nvPr/>
          </p:nvSpPr>
          <p:spPr bwMode="auto">
            <a:xfrm>
              <a:off x="839" y="3158"/>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D10</a:t>
              </a:r>
            </a:p>
          </p:txBody>
        </p:sp>
        <p:sp>
          <p:nvSpPr>
            <p:cNvPr id="18" name="Rectangle 115">
              <a:extLst>
                <a:ext uri="{FF2B5EF4-FFF2-40B4-BE49-F238E27FC236}">
                  <a16:creationId xmlns:a16="http://schemas.microsoft.com/office/drawing/2014/main" id="{C1B56B49-2F72-4124-91EE-0862E75A2816}"/>
                </a:ext>
              </a:extLst>
            </p:cNvPr>
            <p:cNvSpPr>
              <a:spLocks noChangeArrowheads="1"/>
            </p:cNvSpPr>
            <p:nvPr/>
          </p:nvSpPr>
          <p:spPr bwMode="auto">
            <a:xfrm>
              <a:off x="839" y="3294"/>
              <a:ext cx="272" cy="136"/>
            </a:xfrm>
            <a:prstGeom prst="rect">
              <a:avLst/>
            </a:pr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D11</a:t>
              </a:r>
            </a:p>
          </p:txBody>
        </p:sp>
        <p:sp>
          <p:nvSpPr>
            <p:cNvPr id="19" name="AutoShape 116">
              <a:extLst>
                <a:ext uri="{FF2B5EF4-FFF2-40B4-BE49-F238E27FC236}">
                  <a16:creationId xmlns:a16="http://schemas.microsoft.com/office/drawing/2014/main" id="{B45B5AAB-D049-4AE8-9ED3-C55DF4CB4A45}"/>
                </a:ext>
              </a:extLst>
            </p:cNvPr>
            <p:cNvSpPr>
              <a:spLocks noChangeArrowheads="1"/>
            </p:cNvSpPr>
            <p:nvPr/>
          </p:nvSpPr>
          <p:spPr bwMode="auto">
            <a:xfrm>
              <a:off x="1247" y="2704"/>
              <a:ext cx="408" cy="18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99CCCC"/>
            </a:solidFill>
            <a:ln w="9525" algn="ctr">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endParaRPr lang="zh-CN" altLang="zh-CN" sz="1400" b="1" kern="0">
                <a:solidFill>
                  <a:srgbClr val="000000"/>
                </a:solidFill>
                <a:latin typeface="Arial" panose="020B0604020202020204" pitchFamily="34" charset="0"/>
                <a:ea typeface="华文细黑" panose="02010600040101010101" pitchFamily="2" charset="-122"/>
                <a:sym typeface="+mn-ea"/>
              </a:endParaRPr>
            </a:p>
          </p:txBody>
        </p:sp>
        <p:sp>
          <p:nvSpPr>
            <p:cNvPr id="20" name="Rectangle 117">
              <a:extLst>
                <a:ext uri="{FF2B5EF4-FFF2-40B4-BE49-F238E27FC236}">
                  <a16:creationId xmlns:a16="http://schemas.microsoft.com/office/drawing/2014/main" id="{EE035AE5-A800-4DC7-B1B2-44F2217ED001}"/>
                </a:ext>
              </a:extLst>
            </p:cNvPr>
            <p:cNvSpPr>
              <a:spLocks noChangeArrowheads="1"/>
            </p:cNvSpPr>
            <p:nvPr/>
          </p:nvSpPr>
          <p:spPr bwMode="auto">
            <a:xfrm>
              <a:off x="1882" y="1979"/>
              <a:ext cx="2676" cy="1815"/>
            </a:xfrm>
            <a:prstGeom prst="rect">
              <a:avLst/>
            </a:prstGeom>
            <a:noFill/>
            <a:ln w="12700">
              <a:solidFill>
                <a:srgbClr val="000000"/>
              </a:solidFill>
              <a:prstDash val="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fontAlgn="auto" hangingPunct="1">
                <a:spcBef>
                  <a:spcPts val="0"/>
                </a:spcBef>
                <a:spcAft>
                  <a:spcPts val="0"/>
                </a:spcAft>
                <a:defRPr/>
              </a:pPr>
              <a:endParaRPr lang="zh-CN" altLang="en-US" sz="1800" kern="0">
                <a:solidFill>
                  <a:srgbClr val="000000"/>
                </a:solidFill>
                <a:latin typeface="Arial" panose="020B0604020202020204" pitchFamily="34" charset="0"/>
                <a:ea typeface="华文细黑" panose="02010600040101010101" pitchFamily="2" charset="-122"/>
                <a:sym typeface="+mn-ea"/>
              </a:endParaRPr>
            </a:p>
          </p:txBody>
        </p:sp>
        <p:sp>
          <p:nvSpPr>
            <p:cNvPr id="21" name="Rectangle 118">
              <a:extLst>
                <a:ext uri="{FF2B5EF4-FFF2-40B4-BE49-F238E27FC236}">
                  <a16:creationId xmlns:a16="http://schemas.microsoft.com/office/drawing/2014/main" id="{41EB27CE-4DB2-48D4-A682-A9E52E962B8E}"/>
                </a:ext>
              </a:extLst>
            </p:cNvPr>
            <p:cNvSpPr>
              <a:spLocks noChangeArrowheads="1"/>
            </p:cNvSpPr>
            <p:nvPr/>
          </p:nvSpPr>
          <p:spPr bwMode="auto">
            <a:xfrm>
              <a:off x="2018" y="3339"/>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物理磁盘</a:t>
              </a:r>
              <a:r>
                <a:rPr lang="en-US" altLang="zh-CN" sz="1400" b="1" kern="0">
                  <a:solidFill>
                    <a:srgbClr val="000000"/>
                  </a:solidFill>
                  <a:latin typeface="Arial" panose="020B0604020202020204" pitchFamily="34" charset="0"/>
                  <a:ea typeface="华文细黑" panose="02010600040101010101" pitchFamily="2" charset="-122"/>
                  <a:sym typeface="+mn-ea"/>
                </a:rPr>
                <a:t>0</a:t>
              </a:r>
            </a:p>
          </p:txBody>
        </p:sp>
        <p:sp>
          <p:nvSpPr>
            <p:cNvPr id="22" name="Rectangle 119">
              <a:extLst>
                <a:ext uri="{FF2B5EF4-FFF2-40B4-BE49-F238E27FC236}">
                  <a16:creationId xmlns:a16="http://schemas.microsoft.com/office/drawing/2014/main" id="{9DAF5460-43AC-4CBE-9BC2-BFFE8ACDAF5A}"/>
                </a:ext>
              </a:extLst>
            </p:cNvPr>
            <p:cNvSpPr>
              <a:spLocks noChangeArrowheads="1"/>
            </p:cNvSpPr>
            <p:nvPr/>
          </p:nvSpPr>
          <p:spPr bwMode="auto">
            <a:xfrm>
              <a:off x="2699" y="3339"/>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物理磁盘</a:t>
              </a:r>
              <a:r>
                <a:rPr lang="en-US" altLang="zh-CN" sz="1400" b="1" kern="0">
                  <a:solidFill>
                    <a:srgbClr val="000000"/>
                  </a:solidFill>
                  <a:latin typeface="Arial" panose="020B0604020202020204" pitchFamily="34" charset="0"/>
                  <a:ea typeface="华文细黑" panose="02010600040101010101" pitchFamily="2" charset="-122"/>
                  <a:sym typeface="+mn-ea"/>
                </a:rPr>
                <a:t>1</a:t>
              </a:r>
            </a:p>
          </p:txBody>
        </p:sp>
        <p:sp>
          <p:nvSpPr>
            <p:cNvPr id="23" name="Rectangle 120">
              <a:extLst>
                <a:ext uri="{FF2B5EF4-FFF2-40B4-BE49-F238E27FC236}">
                  <a16:creationId xmlns:a16="http://schemas.microsoft.com/office/drawing/2014/main" id="{9B60ED52-1831-4EAD-93AE-5E48AFD5315C}"/>
                </a:ext>
              </a:extLst>
            </p:cNvPr>
            <p:cNvSpPr>
              <a:spLocks noChangeArrowheads="1"/>
            </p:cNvSpPr>
            <p:nvPr/>
          </p:nvSpPr>
          <p:spPr bwMode="auto">
            <a:xfrm>
              <a:off x="3334" y="3339"/>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物理磁盘</a:t>
              </a:r>
              <a:r>
                <a:rPr lang="en-US" altLang="zh-CN" sz="1400" b="1" kern="0">
                  <a:solidFill>
                    <a:srgbClr val="000000"/>
                  </a:solidFill>
                  <a:latin typeface="Arial" panose="020B0604020202020204" pitchFamily="34" charset="0"/>
                  <a:ea typeface="华文细黑" panose="02010600040101010101" pitchFamily="2" charset="-122"/>
                  <a:sym typeface="+mn-ea"/>
                </a:rPr>
                <a:t>2</a:t>
              </a:r>
            </a:p>
          </p:txBody>
        </p:sp>
        <p:sp>
          <p:nvSpPr>
            <p:cNvPr id="24" name="Rectangle 121">
              <a:extLst>
                <a:ext uri="{FF2B5EF4-FFF2-40B4-BE49-F238E27FC236}">
                  <a16:creationId xmlns:a16="http://schemas.microsoft.com/office/drawing/2014/main" id="{B550FAFE-15EB-4D75-AB21-A0E9E20E5BE2}"/>
                </a:ext>
              </a:extLst>
            </p:cNvPr>
            <p:cNvSpPr>
              <a:spLocks noChangeArrowheads="1"/>
            </p:cNvSpPr>
            <p:nvPr/>
          </p:nvSpPr>
          <p:spPr bwMode="auto">
            <a:xfrm>
              <a:off x="3969" y="3339"/>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物理磁盘</a:t>
              </a:r>
              <a:r>
                <a:rPr lang="en-US" altLang="zh-CN" sz="1400" b="1" kern="0">
                  <a:solidFill>
                    <a:srgbClr val="000000"/>
                  </a:solidFill>
                  <a:latin typeface="Arial" panose="020B0604020202020204" pitchFamily="34" charset="0"/>
                  <a:ea typeface="华文细黑" panose="02010600040101010101" pitchFamily="2" charset="-122"/>
                  <a:sym typeface="+mn-ea"/>
                </a:rPr>
                <a:t>3</a:t>
              </a:r>
            </a:p>
          </p:txBody>
        </p:sp>
        <p:sp>
          <p:nvSpPr>
            <p:cNvPr id="25" name="Rectangle 122">
              <a:extLst>
                <a:ext uri="{FF2B5EF4-FFF2-40B4-BE49-F238E27FC236}">
                  <a16:creationId xmlns:a16="http://schemas.microsoft.com/office/drawing/2014/main" id="{43D46B37-4585-4860-A939-62C9CB2010DD}"/>
                </a:ext>
              </a:extLst>
            </p:cNvPr>
            <p:cNvSpPr>
              <a:spLocks noChangeArrowheads="1"/>
            </p:cNvSpPr>
            <p:nvPr/>
          </p:nvSpPr>
          <p:spPr bwMode="auto">
            <a:xfrm>
              <a:off x="4604" y="2568"/>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条带</a:t>
              </a:r>
              <a:r>
                <a:rPr lang="en-US" altLang="zh-CN" sz="1400" b="1" kern="0">
                  <a:solidFill>
                    <a:srgbClr val="000000"/>
                  </a:solidFill>
                  <a:latin typeface="Arial" panose="020B0604020202020204" pitchFamily="34" charset="0"/>
                  <a:ea typeface="华文细黑" panose="02010600040101010101" pitchFamily="2" charset="-122"/>
                  <a:sym typeface="+mn-ea"/>
                </a:rPr>
                <a:t>0</a:t>
              </a:r>
            </a:p>
          </p:txBody>
        </p:sp>
        <p:sp>
          <p:nvSpPr>
            <p:cNvPr id="26" name="Rectangle 123">
              <a:extLst>
                <a:ext uri="{FF2B5EF4-FFF2-40B4-BE49-F238E27FC236}">
                  <a16:creationId xmlns:a16="http://schemas.microsoft.com/office/drawing/2014/main" id="{D3F745A6-F9E0-4A05-AE76-4C32ECC9FDD7}"/>
                </a:ext>
              </a:extLst>
            </p:cNvPr>
            <p:cNvSpPr>
              <a:spLocks noChangeArrowheads="1"/>
            </p:cNvSpPr>
            <p:nvPr/>
          </p:nvSpPr>
          <p:spPr bwMode="auto">
            <a:xfrm>
              <a:off x="4604" y="2750"/>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条带</a:t>
              </a:r>
              <a:r>
                <a:rPr lang="en-US" altLang="zh-CN" sz="1400" b="1" kern="0">
                  <a:solidFill>
                    <a:srgbClr val="000000"/>
                  </a:solidFill>
                  <a:latin typeface="Arial" panose="020B0604020202020204" pitchFamily="34" charset="0"/>
                  <a:ea typeface="华文细黑" panose="02010600040101010101" pitchFamily="2" charset="-122"/>
                  <a:sym typeface="+mn-ea"/>
                </a:rPr>
                <a:t>1</a:t>
              </a:r>
            </a:p>
          </p:txBody>
        </p:sp>
        <p:sp>
          <p:nvSpPr>
            <p:cNvPr id="27" name="Rectangle 124">
              <a:extLst>
                <a:ext uri="{FF2B5EF4-FFF2-40B4-BE49-F238E27FC236}">
                  <a16:creationId xmlns:a16="http://schemas.microsoft.com/office/drawing/2014/main" id="{CDAE18FB-B9A8-47B3-9375-A09132B8775F}"/>
                </a:ext>
              </a:extLst>
            </p:cNvPr>
            <p:cNvSpPr>
              <a:spLocks noChangeArrowheads="1"/>
            </p:cNvSpPr>
            <p:nvPr/>
          </p:nvSpPr>
          <p:spPr bwMode="auto">
            <a:xfrm>
              <a:off x="4604" y="2931"/>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条带</a:t>
              </a:r>
              <a:r>
                <a:rPr lang="en-US" altLang="zh-CN" sz="1400" b="1" kern="0">
                  <a:solidFill>
                    <a:srgbClr val="000000"/>
                  </a:solidFill>
                  <a:latin typeface="Arial" panose="020B0604020202020204" pitchFamily="34" charset="0"/>
                  <a:ea typeface="华文细黑" panose="02010600040101010101" pitchFamily="2" charset="-122"/>
                  <a:sym typeface="+mn-ea"/>
                </a:rPr>
                <a:t>2</a:t>
              </a:r>
            </a:p>
          </p:txBody>
        </p:sp>
        <p:sp>
          <p:nvSpPr>
            <p:cNvPr id="28" name="AutoShape 125">
              <a:extLst>
                <a:ext uri="{FF2B5EF4-FFF2-40B4-BE49-F238E27FC236}">
                  <a16:creationId xmlns:a16="http://schemas.microsoft.com/office/drawing/2014/main" id="{412F02EE-33DF-417F-88E1-F316D6C41682}"/>
                </a:ext>
              </a:extLst>
            </p:cNvPr>
            <p:cNvSpPr>
              <a:spLocks noChangeArrowheads="1"/>
            </p:cNvSpPr>
            <p:nvPr/>
          </p:nvSpPr>
          <p:spPr bwMode="auto">
            <a:xfrm>
              <a:off x="1973" y="2959"/>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P3</a:t>
              </a:r>
            </a:p>
          </p:txBody>
        </p:sp>
        <p:sp>
          <p:nvSpPr>
            <p:cNvPr id="29" name="AutoShape 126">
              <a:extLst>
                <a:ext uri="{FF2B5EF4-FFF2-40B4-BE49-F238E27FC236}">
                  <a16:creationId xmlns:a16="http://schemas.microsoft.com/office/drawing/2014/main" id="{32E76BF2-C093-48E6-9B5A-9C9727EFE564}"/>
                </a:ext>
              </a:extLst>
            </p:cNvPr>
            <p:cNvSpPr>
              <a:spLocks noChangeArrowheads="1"/>
            </p:cNvSpPr>
            <p:nvPr/>
          </p:nvSpPr>
          <p:spPr bwMode="auto">
            <a:xfrm>
              <a:off x="1973" y="2807"/>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D6</a:t>
              </a:r>
            </a:p>
          </p:txBody>
        </p:sp>
        <p:sp>
          <p:nvSpPr>
            <p:cNvPr id="30" name="AutoShape 127">
              <a:extLst>
                <a:ext uri="{FF2B5EF4-FFF2-40B4-BE49-F238E27FC236}">
                  <a16:creationId xmlns:a16="http://schemas.microsoft.com/office/drawing/2014/main" id="{D827B2BA-846D-43F3-BEB9-53CF135AF64C}"/>
                </a:ext>
              </a:extLst>
            </p:cNvPr>
            <p:cNvSpPr>
              <a:spLocks noChangeArrowheads="1"/>
            </p:cNvSpPr>
            <p:nvPr/>
          </p:nvSpPr>
          <p:spPr bwMode="auto">
            <a:xfrm>
              <a:off x="1973" y="2659"/>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D3</a:t>
              </a:r>
            </a:p>
          </p:txBody>
        </p:sp>
        <p:sp>
          <p:nvSpPr>
            <p:cNvPr id="31" name="AutoShape 128">
              <a:extLst>
                <a:ext uri="{FF2B5EF4-FFF2-40B4-BE49-F238E27FC236}">
                  <a16:creationId xmlns:a16="http://schemas.microsoft.com/office/drawing/2014/main" id="{1373FAB4-BACC-49D9-B46C-0032EF59BFCB}"/>
                </a:ext>
              </a:extLst>
            </p:cNvPr>
            <p:cNvSpPr>
              <a:spLocks noChangeArrowheads="1"/>
            </p:cNvSpPr>
            <p:nvPr/>
          </p:nvSpPr>
          <p:spPr bwMode="auto">
            <a:xfrm>
              <a:off x="1973" y="2507"/>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D0</a:t>
              </a:r>
            </a:p>
          </p:txBody>
        </p:sp>
        <p:sp>
          <p:nvSpPr>
            <p:cNvPr id="55328" name="Text Box 129">
              <a:extLst>
                <a:ext uri="{FF2B5EF4-FFF2-40B4-BE49-F238E27FC236}">
                  <a16:creationId xmlns:a16="http://schemas.microsoft.com/office/drawing/2014/main" id="{F417C6E4-2397-43C1-9871-8797709CC7AD}"/>
                </a:ext>
              </a:extLst>
            </p:cNvPr>
            <p:cNvSpPr txBox="1">
              <a:spLocks noChangeArrowheads="1"/>
            </p:cNvSpPr>
            <p:nvPr/>
          </p:nvSpPr>
          <p:spPr bwMode="auto">
            <a:xfrm>
              <a:off x="1655" y="2931"/>
              <a:ext cx="4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Arial" panose="020B0604020202020204" pitchFamily="34" charset="0"/>
                <a:buNone/>
              </a:pPr>
              <a:r>
                <a:rPr lang="en-US" altLang="zh-CN" sz="1400" b="0">
                  <a:solidFill>
                    <a:srgbClr val="FFFFFF"/>
                  </a:solidFill>
                  <a:latin typeface="Arial" panose="020B0604020202020204" pitchFamily="34" charset="0"/>
                  <a:ea typeface="黑体" panose="02010609060101010101" pitchFamily="49" charset="-122"/>
                </a:rPr>
                <a:t>5</a:t>
              </a:r>
            </a:p>
          </p:txBody>
        </p:sp>
        <p:sp>
          <p:nvSpPr>
            <p:cNvPr id="33" name="AutoShape 130">
              <a:extLst>
                <a:ext uri="{FF2B5EF4-FFF2-40B4-BE49-F238E27FC236}">
                  <a16:creationId xmlns:a16="http://schemas.microsoft.com/office/drawing/2014/main" id="{9D3B1BDB-40C4-485B-B5F2-899E093663A6}"/>
                </a:ext>
              </a:extLst>
            </p:cNvPr>
            <p:cNvSpPr>
              <a:spLocks noChangeArrowheads="1"/>
            </p:cNvSpPr>
            <p:nvPr/>
          </p:nvSpPr>
          <p:spPr bwMode="auto">
            <a:xfrm>
              <a:off x="3923" y="2964"/>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D11</a:t>
              </a:r>
            </a:p>
          </p:txBody>
        </p:sp>
        <p:sp>
          <p:nvSpPr>
            <p:cNvPr id="34" name="AutoShape 131">
              <a:extLst>
                <a:ext uri="{FF2B5EF4-FFF2-40B4-BE49-F238E27FC236}">
                  <a16:creationId xmlns:a16="http://schemas.microsoft.com/office/drawing/2014/main" id="{3378EAC4-2D5F-48A8-BE79-ADDB4166FFD2}"/>
                </a:ext>
              </a:extLst>
            </p:cNvPr>
            <p:cNvSpPr>
              <a:spLocks noChangeArrowheads="1"/>
            </p:cNvSpPr>
            <p:nvPr/>
          </p:nvSpPr>
          <p:spPr bwMode="auto">
            <a:xfrm>
              <a:off x="3924" y="2812"/>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D8</a:t>
              </a:r>
            </a:p>
          </p:txBody>
        </p:sp>
        <p:sp>
          <p:nvSpPr>
            <p:cNvPr id="35" name="AutoShape 132">
              <a:extLst>
                <a:ext uri="{FF2B5EF4-FFF2-40B4-BE49-F238E27FC236}">
                  <a16:creationId xmlns:a16="http://schemas.microsoft.com/office/drawing/2014/main" id="{82002C09-1485-44C5-9A01-704B03DDCBD3}"/>
                </a:ext>
              </a:extLst>
            </p:cNvPr>
            <p:cNvSpPr>
              <a:spLocks noChangeArrowheads="1"/>
            </p:cNvSpPr>
            <p:nvPr/>
          </p:nvSpPr>
          <p:spPr bwMode="auto">
            <a:xfrm>
              <a:off x="3923" y="2659"/>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D5</a:t>
              </a:r>
            </a:p>
          </p:txBody>
        </p:sp>
        <p:sp>
          <p:nvSpPr>
            <p:cNvPr id="36" name="AutoShape 133">
              <a:extLst>
                <a:ext uri="{FF2B5EF4-FFF2-40B4-BE49-F238E27FC236}">
                  <a16:creationId xmlns:a16="http://schemas.microsoft.com/office/drawing/2014/main" id="{5B6876C4-2FCF-4394-B1A7-FD5E11998650}"/>
                </a:ext>
              </a:extLst>
            </p:cNvPr>
            <p:cNvSpPr>
              <a:spLocks noChangeArrowheads="1"/>
            </p:cNvSpPr>
            <p:nvPr/>
          </p:nvSpPr>
          <p:spPr bwMode="auto">
            <a:xfrm>
              <a:off x="3923" y="2498"/>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P0</a:t>
              </a:r>
            </a:p>
          </p:txBody>
        </p:sp>
        <p:sp>
          <p:nvSpPr>
            <p:cNvPr id="37" name="AutoShape 134">
              <a:extLst>
                <a:ext uri="{FF2B5EF4-FFF2-40B4-BE49-F238E27FC236}">
                  <a16:creationId xmlns:a16="http://schemas.microsoft.com/office/drawing/2014/main" id="{8297932A-D54E-4D5D-B8DB-0655D1B1E921}"/>
                </a:ext>
              </a:extLst>
            </p:cNvPr>
            <p:cNvSpPr>
              <a:spLocks noChangeArrowheads="1"/>
            </p:cNvSpPr>
            <p:nvPr/>
          </p:nvSpPr>
          <p:spPr bwMode="auto">
            <a:xfrm>
              <a:off x="3288" y="2964"/>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D10</a:t>
              </a:r>
            </a:p>
          </p:txBody>
        </p:sp>
        <p:sp>
          <p:nvSpPr>
            <p:cNvPr id="38" name="AutoShape 135">
              <a:extLst>
                <a:ext uri="{FF2B5EF4-FFF2-40B4-BE49-F238E27FC236}">
                  <a16:creationId xmlns:a16="http://schemas.microsoft.com/office/drawing/2014/main" id="{341119D7-75E0-493C-BE0C-6ACA6D173B51}"/>
                </a:ext>
              </a:extLst>
            </p:cNvPr>
            <p:cNvSpPr>
              <a:spLocks noChangeArrowheads="1"/>
            </p:cNvSpPr>
            <p:nvPr/>
          </p:nvSpPr>
          <p:spPr bwMode="auto">
            <a:xfrm>
              <a:off x="3288" y="2812"/>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D7</a:t>
              </a:r>
            </a:p>
          </p:txBody>
        </p:sp>
        <p:sp>
          <p:nvSpPr>
            <p:cNvPr id="39" name="AutoShape 136">
              <a:extLst>
                <a:ext uri="{FF2B5EF4-FFF2-40B4-BE49-F238E27FC236}">
                  <a16:creationId xmlns:a16="http://schemas.microsoft.com/office/drawing/2014/main" id="{4183CF94-9038-4A34-9F50-F2F81003B9B7}"/>
                </a:ext>
              </a:extLst>
            </p:cNvPr>
            <p:cNvSpPr>
              <a:spLocks noChangeArrowheads="1"/>
            </p:cNvSpPr>
            <p:nvPr/>
          </p:nvSpPr>
          <p:spPr bwMode="auto">
            <a:xfrm>
              <a:off x="3288" y="2659"/>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P1</a:t>
              </a:r>
            </a:p>
          </p:txBody>
        </p:sp>
        <p:sp>
          <p:nvSpPr>
            <p:cNvPr id="40" name="AutoShape 137">
              <a:extLst>
                <a:ext uri="{FF2B5EF4-FFF2-40B4-BE49-F238E27FC236}">
                  <a16:creationId xmlns:a16="http://schemas.microsoft.com/office/drawing/2014/main" id="{48A3845E-6061-4A22-8579-AE6D471CE1D3}"/>
                </a:ext>
              </a:extLst>
            </p:cNvPr>
            <p:cNvSpPr>
              <a:spLocks noChangeArrowheads="1"/>
            </p:cNvSpPr>
            <p:nvPr/>
          </p:nvSpPr>
          <p:spPr bwMode="auto">
            <a:xfrm>
              <a:off x="3288" y="2506"/>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D2</a:t>
              </a:r>
            </a:p>
          </p:txBody>
        </p:sp>
        <p:sp>
          <p:nvSpPr>
            <p:cNvPr id="41" name="AutoShape 138">
              <a:extLst>
                <a:ext uri="{FF2B5EF4-FFF2-40B4-BE49-F238E27FC236}">
                  <a16:creationId xmlns:a16="http://schemas.microsoft.com/office/drawing/2014/main" id="{2FE17C52-EC7B-499F-A5F9-682F834BBEDA}"/>
                </a:ext>
              </a:extLst>
            </p:cNvPr>
            <p:cNvSpPr>
              <a:spLocks noChangeArrowheads="1"/>
            </p:cNvSpPr>
            <p:nvPr/>
          </p:nvSpPr>
          <p:spPr bwMode="auto">
            <a:xfrm>
              <a:off x="2628" y="2964"/>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D9</a:t>
              </a:r>
            </a:p>
          </p:txBody>
        </p:sp>
        <p:sp>
          <p:nvSpPr>
            <p:cNvPr id="42" name="AutoShape 139">
              <a:extLst>
                <a:ext uri="{FF2B5EF4-FFF2-40B4-BE49-F238E27FC236}">
                  <a16:creationId xmlns:a16="http://schemas.microsoft.com/office/drawing/2014/main" id="{2C0626B1-C07C-4EAD-882F-A097840FEC9F}"/>
                </a:ext>
              </a:extLst>
            </p:cNvPr>
            <p:cNvSpPr>
              <a:spLocks noChangeArrowheads="1"/>
            </p:cNvSpPr>
            <p:nvPr/>
          </p:nvSpPr>
          <p:spPr bwMode="auto">
            <a:xfrm>
              <a:off x="2628" y="2808"/>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P2</a:t>
              </a:r>
            </a:p>
          </p:txBody>
        </p:sp>
        <p:sp>
          <p:nvSpPr>
            <p:cNvPr id="43" name="AutoShape 140">
              <a:extLst>
                <a:ext uri="{FF2B5EF4-FFF2-40B4-BE49-F238E27FC236}">
                  <a16:creationId xmlns:a16="http://schemas.microsoft.com/office/drawing/2014/main" id="{2DB8CE4B-E534-44BC-9063-51EC5D3E5D96}"/>
                </a:ext>
              </a:extLst>
            </p:cNvPr>
            <p:cNvSpPr>
              <a:spLocks noChangeArrowheads="1"/>
            </p:cNvSpPr>
            <p:nvPr/>
          </p:nvSpPr>
          <p:spPr bwMode="auto">
            <a:xfrm>
              <a:off x="2628" y="2659"/>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D4</a:t>
              </a:r>
            </a:p>
          </p:txBody>
        </p:sp>
        <p:sp>
          <p:nvSpPr>
            <p:cNvPr id="44" name="AutoShape 141">
              <a:extLst>
                <a:ext uri="{FF2B5EF4-FFF2-40B4-BE49-F238E27FC236}">
                  <a16:creationId xmlns:a16="http://schemas.microsoft.com/office/drawing/2014/main" id="{2F3B53C6-8050-4E62-9488-16C10259AE31}"/>
                </a:ext>
              </a:extLst>
            </p:cNvPr>
            <p:cNvSpPr>
              <a:spLocks noChangeArrowheads="1"/>
            </p:cNvSpPr>
            <p:nvPr/>
          </p:nvSpPr>
          <p:spPr bwMode="auto">
            <a:xfrm>
              <a:off x="2628" y="2506"/>
              <a:ext cx="544" cy="227"/>
            </a:xfrm>
            <a:prstGeom prst="flowChartMagneticDisk">
              <a:avLst/>
            </a:prstGeom>
            <a:solidFill>
              <a:srgbClr val="336699"/>
            </a:solidFill>
            <a:ln w="9525">
              <a:solidFill>
                <a:srgbClr val="00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FFFFFF"/>
                  </a:solidFill>
                  <a:latin typeface="Arial" panose="020B0604020202020204" pitchFamily="34" charset="0"/>
                  <a:ea typeface="华文细黑" panose="02010600040101010101" pitchFamily="2" charset="-122"/>
                  <a:sym typeface="+mn-ea"/>
                </a:rPr>
                <a:t>D1</a:t>
              </a:r>
            </a:p>
          </p:txBody>
        </p:sp>
        <p:sp>
          <p:nvSpPr>
            <p:cNvPr id="45" name="Rectangle 142">
              <a:extLst>
                <a:ext uri="{FF2B5EF4-FFF2-40B4-BE49-F238E27FC236}">
                  <a16:creationId xmlns:a16="http://schemas.microsoft.com/office/drawing/2014/main" id="{8998A26B-EEF6-415D-8846-4208B3EA3BA4}"/>
                </a:ext>
              </a:extLst>
            </p:cNvPr>
            <p:cNvSpPr>
              <a:spLocks noChangeArrowheads="1"/>
            </p:cNvSpPr>
            <p:nvPr/>
          </p:nvSpPr>
          <p:spPr bwMode="auto">
            <a:xfrm>
              <a:off x="839" y="1797"/>
              <a:ext cx="272" cy="136"/>
            </a:xfrm>
            <a:prstGeom prst="rect">
              <a:avLst/>
            </a:prstGeom>
            <a:solidFill>
              <a:srgbClr val="99CCCC"/>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en-US" altLang="zh-CN" sz="1400" b="1" kern="0">
                  <a:solidFill>
                    <a:srgbClr val="000000"/>
                  </a:solidFill>
                  <a:latin typeface="Arial" panose="020B0604020202020204" pitchFamily="34" charset="0"/>
                  <a:ea typeface="华文细黑" panose="02010600040101010101" pitchFamily="2" charset="-122"/>
                  <a:sym typeface="+mn-ea"/>
                </a:rPr>
                <a:t>D0</a:t>
              </a:r>
            </a:p>
          </p:txBody>
        </p:sp>
        <p:sp>
          <p:nvSpPr>
            <p:cNvPr id="55342" name="Text Box 143">
              <a:extLst>
                <a:ext uri="{FF2B5EF4-FFF2-40B4-BE49-F238E27FC236}">
                  <a16:creationId xmlns:a16="http://schemas.microsoft.com/office/drawing/2014/main" id="{5955654E-672A-4D92-ADA8-A1246B762269}"/>
                </a:ext>
              </a:extLst>
            </p:cNvPr>
            <p:cNvSpPr txBox="1">
              <a:spLocks noChangeArrowheads="1"/>
            </p:cNvSpPr>
            <p:nvPr/>
          </p:nvSpPr>
          <p:spPr bwMode="auto">
            <a:xfrm>
              <a:off x="839" y="3566"/>
              <a:ext cx="2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 typeface="Arial" panose="020B0604020202020204" pitchFamily="34" charset="0"/>
                <a:buNone/>
              </a:pPr>
              <a:r>
                <a:rPr lang="en-US" altLang="zh-CN" sz="1400">
                  <a:solidFill>
                    <a:srgbClr val="000000"/>
                  </a:solidFill>
                  <a:latin typeface="Arial" panose="020B0604020202020204" pitchFamily="34" charset="0"/>
                  <a:ea typeface="华文细黑" panose="02010600040101010101" pitchFamily="2" charset="-122"/>
                </a:rPr>
                <a:t>…..</a:t>
              </a:r>
            </a:p>
          </p:txBody>
        </p:sp>
        <p:sp>
          <p:nvSpPr>
            <p:cNvPr id="47" name="Rectangle 144">
              <a:extLst>
                <a:ext uri="{FF2B5EF4-FFF2-40B4-BE49-F238E27FC236}">
                  <a16:creationId xmlns:a16="http://schemas.microsoft.com/office/drawing/2014/main" id="{88332B6E-5C43-4A50-9684-5ADF0831D0AC}"/>
                </a:ext>
              </a:extLst>
            </p:cNvPr>
            <p:cNvSpPr>
              <a:spLocks noChangeArrowheads="1"/>
            </p:cNvSpPr>
            <p:nvPr/>
          </p:nvSpPr>
          <p:spPr bwMode="auto">
            <a:xfrm>
              <a:off x="4604" y="3113"/>
              <a:ext cx="454" cy="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auto" hangingPunct="1">
                <a:spcBef>
                  <a:spcPts val="0"/>
                </a:spcBef>
                <a:spcAft>
                  <a:spcPts val="0"/>
                </a:spcAft>
                <a:defRPr/>
              </a:pPr>
              <a:r>
                <a:rPr lang="zh-CN" altLang="en-US" sz="1400" b="1" kern="0">
                  <a:solidFill>
                    <a:srgbClr val="000000"/>
                  </a:solidFill>
                  <a:latin typeface="Arial" panose="020B0604020202020204" pitchFamily="34" charset="0"/>
                  <a:ea typeface="华文细黑" panose="02010600040101010101" pitchFamily="2" charset="-122"/>
                  <a:sym typeface="+mn-ea"/>
                </a:rPr>
                <a:t>条带</a:t>
              </a:r>
              <a:r>
                <a:rPr lang="en-US" altLang="zh-CN" sz="1400" b="1" kern="0">
                  <a:solidFill>
                    <a:srgbClr val="000000"/>
                  </a:solidFill>
                  <a:latin typeface="Arial" panose="020B0604020202020204" pitchFamily="34" charset="0"/>
                  <a:ea typeface="华文细黑" panose="02010600040101010101" pitchFamily="2" charset="-122"/>
                  <a:sym typeface="+mn-ea"/>
                </a:rPr>
                <a:t>3</a:t>
              </a:r>
            </a:p>
          </p:txBody>
        </p:sp>
      </p:grpSp>
    </p:spTree>
  </p:cSld>
  <p:clrMapOvr>
    <a:masterClrMapping/>
  </p:clrMapOvr>
  <p:transition spd="med">
    <p:pull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1F6A07-8AE7-460F-91B2-334DA3B16388}"/>
              </a:ext>
            </a:extLst>
          </p:cNvPr>
          <p:cNvSpPr>
            <a:spLocks noGrp="1"/>
          </p:cNvSpPr>
          <p:nvPr>
            <p:ph type="title"/>
          </p:nvPr>
        </p:nvSpPr>
        <p:spPr/>
        <p:txBody>
          <a:bodyPr/>
          <a:lstStyle/>
          <a:p>
            <a:pPr>
              <a:defRPr/>
            </a:pPr>
            <a:r>
              <a:rPr kumimoji="1" lang="en-US" altLang="zh-CN" dirty="0"/>
              <a:t>RAID5</a:t>
            </a:r>
            <a:r>
              <a:rPr kumimoji="1" lang="zh-CN" altLang="en-US" dirty="0"/>
              <a:t>的特性</a:t>
            </a:r>
          </a:p>
        </p:txBody>
      </p:sp>
      <p:sp>
        <p:nvSpPr>
          <p:cNvPr id="56323" name="内容占位符 2">
            <a:extLst>
              <a:ext uri="{FF2B5EF4-FFF2-40B4-BE49-F238E27FC236}">
                <a16:creationId xmlns:a16="http://schemas.microsoft.com/office/drawing/2014/main" id="{440C59A9-E9BC-4CB8-ADCC-3748C40E874E}"/>
              </a:ext>
            </a:extLst>
          </p:cNvPr>
          <p:cNvSpPr>
            <a:spLocks noGrp="1" noChangeArrowheads="1"/>
          </p:cNvSpPr>
          <p:nvPr>
            <p:ph idx="1"/>
          </p:nvPr>
        </p:nvSpPr>
        <p:spPr/>
        <p:txBody>
          <a:bodyPr/>
          <a:lstStyle/>
          <a:p>
            <a:endParaRPr lang="zh-CN" altLang="en-US"/>
          </a:p>
        </p:txBody>
      </p:sp>
      <p:graphicFrame>
        <p:nvGraphicFramePr>
          <p:cNvPr id="5" name="Group 88">
            <a:extLst>
              <a:ext uri="{FF2B5EF4-FFF2-40B4-BE49-F238E27FC236}">
                <a16:creationId xmlns:a16="http://schemas.microsoft.com/office/drawing/2014/main" id="{5DAAFFDB-A39E-4343-8903-84AFB486F29E}"/>
              </a:ext>
            </a:extLst>
          </p:cNvPr>
          <p:cNvGraphicFramePr/>
          <p:nvPr>
            <p:extLst>
              <p:ext uri="{D42A27DB-BD31-4B8C-83A1-F6EECF244321}">
                <p14:modId xmlns:p14="http://schemas.microsoft.com/office/powerpoint/2010/main" val="658875493"/>
              </p:ext>
            </p:extLst>
          </p:nvPr>
        </p:nvGraphicFramePr>
        <p:xfrm>
          <a:off x="900113" y="1557338"/>
          <a:ext cx="7391400" cy="3238501"/>
        </p:xfrm>
        <a:graphic>
          <a:graphicData uri="http://schemas.openxmlformats.org/drawingml/2006/table">
            <a:tbl>
              <a:tblPr/>
              <a:tblGrid>
                <a:gridCol w="2278063">
                  <a:extLst>
                    <a:ext uri="{9D8B030D-6E8A-4147-A177-3AD203B41FA5}">
                      <a16:colId xmlns:a16="http://schemas.microsoft.com/office/drawing/2014/main" val="20000"/>
                    </a:ext>
                  </a:extLst>
                </a:gridCol>
                <a:gridCol w="5113337">
                  <a:extLst>
                    <a:ext uri="{9D8B030D-6E8A-4147-A177-3AD203B41FA5}">
                      <a16:colId xmlns:a16="http://schemas.microsoft.com/office/drawing/2014/main" val="20001"/>
                    </a:ext>
                  </a:extLst>
                </a:gridCol>
              </a:tblGrid>
              <a:tr h="423863">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所需成员磁盘数</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个或更多，最低为</a:t>
                      </a:r>
                      <a:r>
                        <a:rPr kumimoji="0" lang="en-US" altLang="zh-CN"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0"/>
                  </a:ext>
                </a:extLst>
              </a:tr>
              <a:tr h="1062038">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优点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读性能比较高</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中等的写性能</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校验信息的分布式存取，避免出现写操作的瓶颈</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1009650">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缺点</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控制器设计复杂</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磁盘重建的过程比较复杂</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742950">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适用领域</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l" defTabSz="914400" rtl="0" eaLnBrk="1" fontAlgn="base" latinLnBrk="0" hangingPunct="1">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文件服务器、</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Email</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服务器、</a:t>
                      </a:r>
                      <a:r>
                        <a:rPr kumimoji="0" lang="en-US" altLang="zh-CN"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Web</a:t>
                      </a: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服务器等环境</a:t>
                      </a:r>
                    </a:p>
                    <a:p>
                      <a:pPr marL="0" marR="0" lvl="0" indent="0" algn="l" defTabSz="914400" rtl="0" eaLnBrk="0" fontAlgn="base" latinLnBrk="0" hangingPunct="0">
                        <a:lnSpc>
                          <a:spcPct val="110000"/>
                        </a:lnSpc>
                        <a:spcBef>
                          <a:spcPct val="0"/>
                        </a:spcBef>
                        <a:spcAft>
                          <a:spcPct val="0"/>
                        </a:spcAft>
                        <a:buClrTx/>
                        <a:buSzTx/>
                        <a:buFontTx/>
                        <a:buNone/>
                      </a:pPr>
                      <a:r>
                        <a:rPr kumimoji="0" lang="zh-CN" altLang="en-US" sz="18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数据库应用</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bl>
          </a:graphicData>
        </a:graphic>
      </p:graphicFrame>
    </p:spTree>
  </p:cSld>
  <p:clrMapOvr>
    <a:masterClrMapping/>
  </p:clrMapOvr>
  <p:transition spd="med">
    <p:pull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FD1125-AC4E-416D-A290-ABB6E72EE734}"/>
              </a:ext>
            </a:extLst>
          </p:cNvPr>
          <p:cNvSpPr>
            <a:spLocks noGrp="1"/>
          </p:cNvSpPr>
          <p:nvPr>
            <p:ph type="title"/>
          </p:nvPr>
        </p:nvSpPr>
        <p:spPr/>
        <p:txBody>
          <a:bodyPr/>
          <a:lstStyle/>
          <a:p>
            <a:pPr>
              <a:defRPr/>
            </a:pPr>
            <a:r>
              <a:rPr kumimoji="1" lang="zh-CN" altLang="en-US" dirty="0"/>
              <a:t>常用</a:t>
            </a:r>
            <a:r>
              <a:rPr kumimoji="1" lang="en-US" altLang="zh-CN" dirty="0"/>
              <a:t>RAID</a:t>
            </a:r>
            <a:r>
              <a:rPr kumimoji="1" lang="zh-CN" altLang="en-US" dirty="0"/>
              <a:t>级别的比较</a:t>
            </a:r>
          </a:p>
        </p:txBody>
      </p:sp>
      <p:sp>
        <p:nvSpPr>
          <p:cNvPr id="57347" name="内容占位符 2">
            <a:extLst>
              <a:ext uri="{FF2B5EF4-FFF2-40B4-BE49-F238E27FC236}">
                <a16:creationId xmlns:a16="http://schemas.microsoft.com/office/drawing/2014/main" id="{97623ACF-FA21-4C07-9E1A-30E07E85FA52}"/>
              </a:ext>
            </a:extLst>
          </p:cNvPr>
          <p:cNvSpPr>
            <a:spLocks noGrp="1" noChangeArrowheads="1"/>
          </p:cNvSpPr>
          <p:nvPr>
            <p:ph idx="1"/>
          </p:nvPr>
        </p:nvSpPr>
        <p:spPr/>
        <p:txBody>
          <a:bodyPr/>
          <a:lstStyle/>
          <a:p>
            <a:endParaRPr lang="zh-CN" altLang="en-US"/>
          </a:p>
        </p:txBody>
      </p:sp>
      <p:graphicFrame>
        <p:nvGraphicFramePr>
          <p:cNvPr id="5" name="Group 240">
            <a:extLst>
              <a:ext uri="{FF2B5EF4-FFF2-40B4-BE49-F238E27FC236}">
                <a16:creationId xmlns:a16="http://schemas.microsoft.com/office/drawing/2014/main" id="{77F04221-DD26-462B-A7E3-920C47E266B9}"/>
              </a:ext>
            </a:extLst>
          </p:cNvPr>
          <p:cNvGraphicFramePr/>
          <p:nvPr>
            <p:extLst>
              <p:ext uri="{D42A27DB-BD31-4B8C-83A1-F6EECF244321}">
                <p14:modId xmlns:p14="http://schemas.microsoft.com/office/powerpoint/2010/main" val="2021834157"/>
              </p:ext>
            </p:extLst>
          </p:nvPr>
        </p:nvGraphicFramePr>
        <p:xfrm>
          <a:off x="876300" y="1368282"/>
          <a:ext cx="7391400" cy="4691064"/>
        </p:xfrm>
        <a:graphic>
          <a:graphicData uri="http://schemas.openxmlformats.org/drawingml/2006/table">
            <a:tbl>
              <a:tblPr/>
              <a:tblGrid>
                <a:gridCol w="1231900">
                  <a:extLst>
                    <a:ext uri="{9D8B030D-6E8A-4147-A177-3AD203B41FA5}">
                      <a16:colId xmlns:a16="http://schemas.microsoft.com/office/drawing/2014/main" val="20000"/>
                    </a:ext>
                  </a:extLst>
                </a:gridCol>
                <a:gridCol w="1231900">
                  <a:extLst>
                    <a:ext uri="{9D8B030D-6E8A-4147-A177-3AD203B41FA5}">
                      <a16:colId xmlns:a16="http://schemas.microsoft.com/office/drawing/2014/main" val="20001"/>
                    </a:ext>
                  </a:extLst>
                </a:gridCol>
                <a:gridCol w="1279525">
                  <a:extLst>
                    <a:ext uri="{9D8B030D-6E8A-4147-A177-3AD203B41FA5}">
                      <a16:colId xmlns:a16="http://schemas.microsoft.com/office/drawing/2014/main" val="20002"/>
                    </a:ext>
                  </a:extLst>
                </a:gridCol>
                <a:gridCol w="1184275">
                  <a:extLst>
                    <a:ext uri="{9D8B030D-6E8A-4147-A177-3AD203B41FA5}">
                      <a16:colId xmlns:a16="http://schemas.microsoft.com/office/drawing/2014/main" val="20003"/>
                    </a:ext>
                  </a:extLst>
                </a:gridCol>
                <a:gridCol w="1231900">
                  <a:extLst>
                    <a:ext uri="{9D8B030D-6E8A-4147-A177-3AD203B41FA5}">
                      <a16:colId xmlns:a16="http://schemas.microsoft.com/office/drawing/2014/main" val="20004"/>
                    </a:ext>
                  </a:extLst>
                </a:gridCol>
                <a:gridCol w="1231900">
                  <a:extLst>
                    <a:ext uri="{9D8B030D-6E8A-4147-A177-3AD203B41FA5}">
                      <a16:colId xmlns:a16="http://schemas.microsoft.com/office/drawing/2014/main" val="20005"/>
                    </a:ext>
                  </a:extLst>
                </a:gridCol>
              </a:tblGrid>
              <a:tr h="359679">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RAID</a:t>
                      </a: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级别</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RAID0</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RAID1</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RAID3</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RAID5</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RAID10</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627934">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别名</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条带</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镜像</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专用奇偶位条带</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分布奇偶位条带</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镜像阵列条带</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1"/>
                  </a:ext>
                </a:extLst>
              </a:tr>
              <a:tr h="380932">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容错性</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无</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2"/>
                  </a:ext>
                </a:extLst>
              </a:tr>
              <a:tr h="359679">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冗余类型</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无</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镜像</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奇偶校验</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奇偶校验</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镜像</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3"/>
                  </a:ext>
                </a:extLst>
              </a:tr>
              <a:tr h="359679">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备盘</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无</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4"/>
                  </a:ext>
                </a:extLst>
              </a:tr>
              <a:tr h="359679">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读性能</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高</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低</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高</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高</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中间</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5"/>
                  </a:ext>
                </a:extLst>
              </a:tr>
              <a:tr h="359679">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随机写性能</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高</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低</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最低</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低</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中间</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6"/>
                  </a:ext>
                </a:extLst>
              </a:tr>
              <a:tr h="359679">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连续写性能</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高</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低</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低</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低</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中间</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7"/>
                  </a:ext>
                </a:extLst>
              </a:tr>
              <a:tr h="627934">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需要的磁盘数</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个或更多</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a:t>
                      </a: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2N</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个或更多</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个或更多</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a:t>
                      </a: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个或</a:t>
                      </a:r>
                      <a:r>
                        <a:rPr kumimoji="0" lang="en-US" altLang="zh-CN"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2N</a:t>
                      </a: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N≥2</a:t>
                      </a: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8"/>
                  </a:ext>
                </a:extLst>
              </a:tr>
              <a:tr h="896190">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可用容量</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9C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总的磁盘容量</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磁盘容量的</a:t>
                      </a: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50</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磁盘容量的（</a:t>
                      </a: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N-1</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/N</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磁盘容量的（</a:t>
                      </a: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N-1</a:t>
                      </a:r>
                      <a:r>
                        <a:rPr kumimoji="0" lang="zh-CN" altLang="en-US"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kumimoji="0" lang="en-US" altLang="zh-CN" sz="1600" b="1" i="0" u="none" strike="noStrike" cap="none" normalizeH="0" baseline="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/N</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tc>
                  <a:txBody>
                    <a:bodyPr/>
                    <a:lstStyle>
                      <a:lvl1pPr marL="0" algn="l" defTabSz="914400" rtl="0" eaLnBrk="1" latinLnBrk="0" hangingPunct="1">
                        <a:lnSpc>
                          <a:spcPct val="110000"/>
                        </a:lnSpc>
                        <a:buClr>
                          <a:schemeClr val="tx1"/>
                        </a:buClr>
                        <a:buFont typeface="Wingdings" panose="05000000000000000000" pitchFamily="2" charset="2"/>
                        <a:defRPr sz="2400" b="1" kern="1200">
                          <a:solidFill>
                            <a:srgbClr val="000000"/>
                          </a:solidFill>
                          <a:latin typeface="Arial" panose="020B0604020202020204" pitchFamily="34" charset="0"/>
                          <a:ea typeface="华文细黑" panose="02010600040101010101" pitchFamily="2" charset="-122"/>
                        </a:defRPr>
                      </a:lvl1pPr>
                      <a:lvl2pPr marL="457200" algn="l" defTabSz="914400" rtl="0" eaLnBrk="1" latinLnBrk="0" hangingPunct="1">
                        <a:lnSpc>
                          <a:spcPct val="110000"/>
                        </a:lnSpc>
                        <a:buClr>
                          <a:schemeClr val="tx1"/>
                        </a:buClr>
                        <a:buFont typeface="Wingdings" panose="05000000000000000000" pitchFamily="2" charset="2"/>
                        <a:defRPr sz="2000" kern="1200">
                          <a:solidFill>
                            <a:srgbClr val="000000"/>
                          </a:solidFill>
                          <a:latin typeface="Arial" panose="020B0604020202020204" pitchFamily="34" charset="0"/>
                          <a:ea typeface="华文细黑" panose="02010600040101010101" pitchFamily="2" charset="-122"/>
                        </a:defRPr>
                      </a:lvl2pPr>
                      <a:lvl3pPr marL="914400" algn="l" defTabSz="914400" rtl="0" eaLnBrk="1" latinLnBrk="0" hangingPunct="1">
                        <a:lnSpc>
                          <a:spcPct val="110000"/>
                        </a:lnSpc>
                        <a:buClr>
                          <a:schemeClr val="tx1"/>
                        </a:buClr>
                        <a:buFont typeface="Wingdings" panose="05000000000000000000" pitchFamily="2" charset="2"/>
                        <a:defRPr sz="1800" kern="1200">
                          <a:solidFill>
                            <a:srgbClr val="000000"/>
                          </a:solidFill>
                          <a:latin typeface="Arial" panose="020B0604020202020204" pitchFamily="34" charset="0"/>
                          <a:ea typeface="华文细黑" panose="02010600040101010101" pitchFamily="2" charset="-122"/>
                        </a:defRPr>
                      </a:lvl3pPr>
                      <a:lvl4pPr marL="1371600" algn="l" defTabSz="914400" rtl="0" eaLnBrk="1" latinLnBrk="0" hangingPunct="1">
                        <a:lnSpc>
                          <a:spcPct val="110000"/>
                        </a:lnSpc>
                        <a:buClr>
                          <a:schemeClr val="tx1"/>
                        </a:buClr>
                        <a:buFont typeface="Arial" panose="020B0604020202020204" pitchFamily="34" charset="0"/>
                        <a:defRPr sz="1600" kern="1200">
                          <a:solidFill>
                            <a:srgbClr val="000000"/>
                          </a:solidFill>
                          <a:latin typeface="Arial" panose="020B0604020202020204" pitchFamily="34" charset="0"/>
                          <a:ea typeface="华文细黑" panose="02010600040101010101" pitchFamily="2" charset="-122"/>
                        </a:defRPr>
                      </a:lvl4pPr>
                      <a:lvl5pPr marL="1828800" algn="l" defTabSz="914400" rtl="0" eaLnBrk="1" latinLnBrk="0" hangingPunct="1">
                        <a:lnSpc>
                          <a:spcPct val="110000"/>
                        </a:lnSpc>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5pPr>
                      <a:lvl6pPr marL="22860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6pPr>
                      <a:lvl7pPr marL="27432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7pPr>
                      <a:lvl8pPr marL="32004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8pPr>
                      <a:lvl9pPr marL="3657600" algn="l" defTabSz="914400" rtl="0" eaLnBrk="1" fontAlgn="base" latinLnBrk="0" hangingPunct="1">
                        <a:lnSpc>
                          <a:spcPct val="110000"/>
                        </a:lnSpc>
                        <a:spcBef>
                          <a:spcPct val="0"/>
                        </a:spcBef>
                        <a:spcAft>
                          <a:spcPct val="0"/>
                        </a:spcAft>
                        <a:buClr>
                          <a:schemeClr val="tx1"/>
                        </a:buClr>
                        <a:buFont typeface="Wingdings" panose="05000000000000000000" pitchFamily="2" charset="2"/>
                        <a:defRPr sz="1400" kern="1200">
                          <a:solidFill>
                            <a:srgbClr val="000000"/>
                          </a:solidFill>
                          <a:latin typeface="Arial" panose="020B0604020202020204" pitchFamily="34" charset="0"/>
                          <a:ea typeface="华文细黑" panose="02010600040101010101" pitchFamily="2" charset="-122"/>
                        </a:defRPr>
                      </a:lvl9pPr>
                    </a:lstStyle>
                    <a:p>
                      <a:pPr marL="0" marR="0" lvl="0" indent="0" algn="ctr" defTabSz="914400" rtl="0" eaLnBrk="1" fontAlgn="base" latinLnBrk="0" hangingPunct="1">
                        <a:lnSpc>
                          <a:spcPct val="1100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磁盘容量的</a:t>
                      </a:r>
                      <a:r>
                        <a:rPr kumimoji="0" lang="en-US" altLang="zh-CN"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50</a:t>
                      </a:r>
                      <a:r>
                        <a:rPr kumimoji="0" lang="zh-CN" altLang="en-US" sz="1600" b="1" i="0" u="none" strike="noStrike" cap="none" normalizeH="0" baseline="0" dirty="0">
                          <a:ln>
                            <a:noFill/>
                          </a:ln>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p>
                  </a:txBody>
                  <a:tcPr marT="45711" marB="4571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ECFF"/>
                    </a:solidFill>
                  </a:tcPr>
                </a:tc>
                <a:extLst>
                  <a:ext uri="{0D108BD9-81ED-4DB2-BD59-A6C34878D82A}">
                    <a16:rowId xmlns:a16="http://schemas.microsoft.com/office/drawing/2014/main" val="10009"/>
                  </a:ext>
                </a:extLst>
              </a:tr>
            </a:tbl>
          </a:graphicData>
        </a:graphic>
      </p:graphicFrame>
    </p:spTree>
  </p:cSld>
  <p:clrMapOvr>
    <a:masterClrMapping/>
  </p:clrMapOvr>
  <p:transition spd="med">
    <p:pull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kumimoji="1" lang="en-US" altLang="zh-CN" dirty="0"/>
              <a:t>7.4</a:t>
            </a:r>
            <a:r>
              <a:rPr kumimoji="1" lang="zh-CN" altLang="en-US" dirty="0"/>
              <a:t>磁带存储设备</a:t>
            </a:r>
            <a:endParaRPr lang="zh-CN" altLang="en-US" dirty="0"/>
          </a:p>
        </p:txBody>
      </p:sp>
    </p:spTree>
    <p:extLst>
      <p:ext uri="{BB962C8B-B14F-4D97-AF65-F5344CB8AC3E}">
        <p14:creationId xmlns:p14="http://schemas.microsoft.com/office/powerpoint/2010/main" val="4021353111"/>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E0CD065-656A-4155-83DD-EB9484DDC6AB}"/>
              </a:ext>
            </a:extLst>
          </p:cNvPr>
          <p:cNvSpPr>
            <a:spLocks noGrp="1" noChangeArrowheads="1"/>
          </p:cNvSpPr>
          <p:nvPr>
            <p:ph type="title"/>
          </p:nvPr>
        </p:nvSpPr>
        <p:spPr/>
        <p:txBody>
          <a:bodyPr/>
          <a:lstStyle/>
          <a:p>
            <a:pPr eaLnBrk="1" hangingPunct="1">
              <a:defRPr/>
            </a:pPr>
            <a:r>
              <a:rPr kumimoji="1" lang="zh-CN" altLang="en-US" dirty="0"/>
              <a:t>基本原理</a:t>
            </a:r>
          </a:p>
        </p:txBody>
      </p:sp>
      <p:sp>
        <p:nvSpPr>
          <p:cNvPr id="59395" name="Rectangle 3">
            <a:extLst>
              <a:ext uri="{FF2B5EF4-FFF2-40B4-BE49-F238E27FC236}">
                <a16:creationId xmlns:a16="http://schemas.microsoft.com/office/drawing/2014/main" id="{206FF1D8-1028-480A-8CBF-5C42C3B051B8}"/>
              </a:ext>
            </a:extLst>
          </p:cNvPr>
          <p:cNvSpPr>
            <a:spLocks noGrp="1" noChangeArrowheads="1"/>
          </p:cNvSpPr>
          <p:nvPr>
            <p:ph idx="1"/>
          </p:nvPr>
        </p:nvSpPr>
        <p:spPr/>
        <p:txBody>
          <a:bodyPr/>
          <a:lstStyle/>
          <a:p>
            <a:pPr eaLnBrk="1" hangingPunct="1">
              <a:lnSpc>
                <a:spcPct val="90000"/>
              </a:lnSpc>
            </a:pPr>
            <a:r>
              <a:rPr lang="zh-CN" altLang="en-US" sz="2800" dirty="0"/>
              <a:t>磁带机的记录原理与磁盘机基本相同，只是它的载磁体是一种带状塑料，叫做磁带。</a:t>
            </a:r>
            <a:endParaRPr lang="en-US" altLang="zh-CN" sz="2800" dirty="0"/>
          </a:p>
          <a:p>
            <a:pPr eaLnBrk="1" hangingPunct="1">
              <a:lnSpc>
                <a:spcPct val="90000"/>
              </a:lnSpc>
            </a:pPr>
            <a:r>
              <a:rPr lang="zh-CN" altLang="en-US" sz="2800" dirty="0"/>
              <a:t>写入时可通过磁头把信息代码记录在磁带上。</a:t>
            </a:r>
            <a:endParaRPr lang="en-US" altLang="zh-CN" sz="2800" dirty="0"/>
          </a:p>
          <a:p>
            <a:pPr eaLnBrk="1" hangingPunct="1">
              <a:lnSpc>
                <a:spcPct val="90000"/>
              </a:lnSpc>
            </a:pPr>
            <a:r>
              <a:rPr lang="zh-CN" altLang="en-US" sz="2800" dirty="0"/>
              <a:t>当记录有代码的磁带在磁头下移动时，就可在磁头线圈上感应出电动势，即读出信息代码。</a:t>
            </a:r>
            <a:endParaRPr lang="en-US" altLang="zh-CN" sz="2800" dirty="0"/>
          </a:p>
          <a:p>
            <a:pPr eaLnBrk="1" hangingPunct="1">
              <a:lnSpc>
                <a:spcPct val="90000"/>
              </a:lnSpc>
            </a:pPr>
            <a:r>
              <a:rPr lang="zh-CN" altLang="en-US" sz="2800" dirty="0"/>
              <a:t>磁带存储设备由磁带机和磁带两部分组成，它通常用作为海量存储设备的数据备份。</a:t>
            </a:r>
          </a:p>
          <a:p>
            <a:pPr eaLnBrk="1" hangingPunct="1">
              <a:lnSpc>
                <a:spcPct val="90000"/>
              </a:lnSpc>
            </a:pPr>
            <a:r>
              <a:rPr lang="zh-CN" altLang="en-US" sz="2800" dirty="0"/>
              <a:t>磁带速度比磁盘速度慢，原因是磁带上的数据采用</a:t>
            </a:r>
            <a:r>
              <a:rPr lang="zh-CN" altLang="en-US" sz="2800" dirty="0">
                <a:solidFill>
                  <a:srgbClr val="FF0000"/>
                </a:solidFill>
              </a:rPr>
              <a:t>顺序访问</a:t>
            </a:r>
            <a:r>
              <a:rPr lang="zh-CN" altLang="en-US" sz="2800" dirty="0"/>
              <a:t>方式，而磁盘则采用</a:t>
            </a:r>
            <a:r>
              <a:rPr lang="zh-CN" altLang="en-US" sz="2800" dirty="0">
                <a:solidFill>
                  <a:srgbClr val="FF0000"/>
                </a:solidFill>
              </a:rPr>
              <a:t>直接访问</a:t>
            </a:r>
            <a:r>
              <a:rPr lang="zh-CN" altLang="en-US" sz="2800" dirty="0"/>
              <a:t>方式。</a:t>
            </a:r>
          </a:p>
        </p:txBody>
      </p:sp>
      <p:pic>
        <p:nvPicPr>
          <p:cNvPr id="59396" name="图片 1">
            <a:extLst>
              <a:ext uri="{FF2B5EF4-FFF2-40B4-BE49-F238E27FC236}">
                <a16:creationId xmlns:a16="http://schemas.microsoft.com/office/drawing/2014/main" id="{0A9070D1-E8E6-446E-B0FB-9B4B2C8571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1150" y="4868863"/>
            <a:ext cx="2303463" cy="1903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kumimoji="1" lang="en-US" altLang="zh-CN" dirty="0"/>
              <a:t>7.5 </a:t>
            </a:r>
            <a:r>
              <a:rPr kumimoji="1" lang="zh-CN" altLang="en-US" dirty="0"/>
              <a:t>光盘和磁光盘存储设备</a:t>
            </a:r>
            <a:endParaRPr lang="zh-CN" altLang="en-US" dirty="0"/>
          </a:p>
        </p:txBody>
      </p:sp>
    </p:spTree>
    <p:extLst>
      <p:ext uri="{BB962C8B-B14F-4D97-AF65-F5344CB8AC3E}">
        <p14:creationId xmlns:p14="http://schemas.microsoft.com/office/powerpoint/2010/main" val="317802354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C02019-CB3B-4497-AD43-B5BB1FA3A8C8}"/>
              </a:ext>
            </a:extLst>
          </p:cNvPr>
          <p:cNvSpPr>
            <a:spLocks noGrp="1"/>
          </p:cNvSpPr>
          <p:nvPr>
            <p:ph type="title"/>
          </p:nvPr>
        </p:nvSpPr>
        <p:spPr/>
        <p:txBody>
          <a:bodyPr/>
          <a:lstStyle/>
          <a:p>
            <a:pPr>
              <a:defRPr/>
            </a:pPr>
            <a:r>
              <a:rPr kumimoji="1" lang="zh-CN" altLang="en-US" dirty="0"/>
              <a:t>光盘分类</a:t>
            </a:r>
          </a:p>
        </p:txBody>
      </p:sp>
      <p:sp>
        <p:nvSpPr>
          <p:cNvPr id="63491" name="内容占位符 2">
            <a:extLst>
              <a:ext uri="{FF2B5EF4-FFF2-40B4-BE49-F238E27FC236}">
                <a16:creationId xmlns:a16="http://schemas.microsoft.com/office/drawing/2014/main" id="{96C80497-E9D1-4C9A-AA59-5B623663DB3A}"/>
              </a:ext>
            </a:extLst>
          </p:cNvPr>
          <p:cNvSpPr>
            <a:spLocks noGrp="1" noChangeArrowheads="1"/>
          </p:cNvSpPr>
          <p:nvPr>
            <p:ph idx="1"/>
          </p:nvPr>
        </p:nvSpPr>
        <p:spPr/>
        <p:txBody>
          <a:bodyPr/>
          <a:lstStyle/>
          <a:p>
            <a:r>
              <a:rPr lang="zh-CN" altLang="en-US"/>
              <a:t>只读式光盘（</a:t>
            </a:r>
            <a:r>
              <a:rPr lang="en-US" altLang="zh-CN"/>
              <a:t>Compact Disc-Read Only Memory, CD-ROM</a:t>
            </a:r>
            <a:r>
              <a:rPr lang="zh-CN" altLang="en-US"/>
              <a:t>）</a:t>
            </a:r>
          </a:p>
          <a:p>
            <a:r>
              <a:rPr lang="zh-CN" altLang="en-US"/>
              <a:t>写读光盘（</a:t>
            </a:r>
            <a:r>
              <a:rPr lang="en-US" altLang="zh-CN"/>
              <a:t>Write Once Read Memory</a:t>
            </a:r>
            <a:r>
              <a:rPr lang="zh-CN" altLang="en-US"/>
              <a:t>，</a:t>
            </a:r>
            <a:r>
              <a:rPr lang="en-US" altLang="zh-CN"/>
              <a:t>WORM</a:t>
            </a:r>
            <a:r>
              <a:rPr lang="zh-CN" altLang="en-US"/>
              <a:t>）</a:t>
            </a:r>
          </a:p>
          <a:p>
            <a:r>
              <a:rPr lang="zh-CN" altLang="en-US"/>
              <a:t>可擦写光盘</a:t>
            </a:r>
          </a:p>
          <a:p>
            <a:endParaRPr lang="zh-CN" altLang="en-US"/>
          </a:p>
        </p:txBody>
      </p:sp>
    </p:spTree>
  </p:cSld>
  <p:clrMapOvr>
    <a:masterClrMapping/>
  </p:clrMapOvr>
  <p:transition spd="med">
    <p:pull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2508B59-53D7-42D0-99BE-F5D78C5ABA37}"/>
              </a:ext>
            </a:extLst>
          </p:cNvPr>
          <p:cNvSpPr>
            <a:spLocks noGrp="1" noChangeArrowheads="1"/>
          </p:cNvSpPr>
          <p:nvPr>
            <p:ph type="title"/>
          </p:nvPr>
        </p:nvSpPr>
        <p:spPr/>
        <p:txBody>
          <a:bodyPr/>
          <a:lstStyle/>
          <a:p>
            <a:pPr eaLnBrk="1" hangingPunct="1">
              <a:defRPr/>
            </a:pPr>
            <a:r>
              <a:rPr kumimoji="1" lang="zh-CN" altLang="en-US" dirty="0"/>
              <a:t>光盘存储设备</a:t>
            </a:r>
          </a:p>
        </p:txBody>
      </p:sp>
      <p:sp>
        <p:nvSpPr>
          <p:cNvPr id="46084" name="Rectangle 3">
            <a:extLst>
              <a:ext uri="{FF2B5EF4-FFF2-40B4-BE49-F238E27FC236}">
                <a16:creationId xmlns:a16="http://schemas.microsoft.com/office/drawing/2014/main" id="{FAA61AC6-2328-4BDB-A6A8-D674F7718BCE}"/>
              </a:ext>
            </a:extLst>
          </p:cNvPr>
          <p:cNvSpPr>
            <a:spLocks noGrp="1" noChangeArrowheads="1"/>
          </p:cNvSpPr>
          <p:nvPr>
            <p:ph idx="1"/>
          </p:nvPr>
        </p:nvSpPr>
        <p:spPr/>
        <p:txBody>
          <a:bodyPr/>
          <a:lstStyle/>
          <a:p>
            <a:pPr defTabSz="914400" eaLnBrk="1" hangingPunct="1">
              <a:lnSpc>
                <a:spcPct val="90000"/>
              </a:lnSpc>
              <a:defRPr/>
            </a:pPr>
            <a:r>
              <a:rPr kumimoji="1" lang="zh-CN" altLang="en-US" sz="2400" dirty="0">
                <a:latin typeface="+mn-ea"/>
              </a:rPr>
              <a:t>光盘</a:t>
            </a:r>
            <a:r>
              <a:rPr kumimoji="1" lang="en-US" altLang="zh-CN" sz="2400" dirty="0">
                <a:latin typeface="+mn-ea"/>
              </a:rPr>
              <a:t>CD </a:t>
            </a:r>
            <a:r>
              <a:rPr kumimoji="1" lang="zh-CN" altLang="en-US" sz="2400" dirty="0">
                <a:latin typeface="+mn-ea"/>
              </a:rPr>
              <a:t>：即高密度光盘</a:t>
            </a:r>
            <a:r>
              <a:rPr kumimoji="1" lang="en-US" altLang="zh-CN" sz="2400" dirty="0">
                <a:latin typeface="+mn-ea"/>
              </a:rPr>
              <a:t>(</a:t>
            </a:r>
            <a:r>
              <a:rPr kumimoji="1" lang="en-US" altLang="zh-CN" sz="2400" dirty="0"/>
              <a:t>Compact Disk</a:t>
            </a:r>
            <a:r>
              <a:rPr kumimoji="1" lang="en-US" altLang="zh-CN" sz="2400" dirty="0">
                <a:latin typeface="+mn-ea"/>
              </a:rPr>
              <a:t>)</a:t>
            </a:r>
          </a:p>
          <a:p>
            <a:pPr defTabSz="914400" eaLnBrk="1" hangingPunct="1">
              <a:lnSpc>
                <a:spcPct val="90000"/>
              </a:lnSpc>
              <a:defRPr/>
            </a:pPr>
            <a:r>
              <a:rPr kumimoji="1" lang="zh-CN" altLang="en-US" sz="2400" dirty="0"/>
              <a:t>光盘的记录信息以凹坑方式永久性存储，凹坑高度为激光波长的</a:t>
            </a:r>
            <a:r>
              <a:rPr kumimoji="1" lang="en-US" altLang="zh-CN" sz="2400" dirty="0"/>
              <a:t>1/4</a:t>
            </a:r>
            <a:r>
              <a:rPr kumimoji="1" lang="zh-CN" altLang="en-US" sz="2400" dirty="0"/>
              <a:t>。读出时，当激光束聚焦点照射在凹坑上，反射光比发射光多走</a:t>
            </a:r>
            <a:r>
              <a:rPr kumimoji="1" lang="en-US" altLang="zh-CN" sz="2400" dirty="0"/>
              <a:t>1/2</a:t>
            </a:r>
            <a:r>
              <a:rPr kumimoji="1" lang="zh-CN" altLang="en-US" sz="2400"/>
              <a:t>波长的距离，叠加后反射光变弱；</a:t>
            </a:r>
            <a:r>
              <a:rPr kumimoji="1" lang="zh-CN" altLang="en-US" sz="2400" dirty="0"/>
              <a:t>而聚焦点照射在凸面上时大部分光将返回。根据反射光的光强变化并进行光电转换，即可读出记录信息。</a:t>
            </a:r>
          </a:p>
          <a:p>
            <a:pPr defTabSz="914400" eaLnBrk="1" hangingPunct="1">
              <a:lnSpc>
                <a:spcPct val="90000"/>
              </a:lnSpc>
              <a:buFont typeface="Wingdings" panose="05000000000000000000" pitchFamily="2" charset="2"/>
              <a:buNone/>
              <a:defRPr/>
            </a:pPr>
            <a:r>
              <a:rPr kumimoji="1" lang="zh-CN" altLang="en-US" sz="2100" dirty="0"/>
              <a:t></a:t>
            </a:r>
          </a:p>
          <a:p>
            <a:pPr defTabSz="914400" eaLnBrk="1" hangingPunct="1">
              <a:lnSpc>
                <a:spcPct val="90000"/>
              </a:lnSpc>
              <a:buFont typeface="Wingdings" panose="05000000000000000000" pitchFamily="2" charset="2"/>
              <a:buNone/>
              <a:defRPr/>
            </a:pPr>
            <a:endParaRPr kumimoji="1" lang="en-US" altLang="zh-CN" sz="2100" dirty="0"/>
          </a:p>
        </p:txBody>
      </p:sp>
      <p:pic>
        <p:nvPicPr>
          <p:cNvPr id="64516" name="Picture 4" descr="7a12">
            <a:hlinkClick r:id="rId2" action="ppaction://hlinkfile"/>
            <a:extLst>
              <a:ext uri="{FF2B5EF4-FFF2-40B4-BE49-F238E27FC236}">
                <a16:creationId xmlns:a16="http://schemas.microsoft.com/office/drawing/2014/main" id="{DA7357E6-F97F-4A05-99CD-1066DCE117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3" y="3071813"/>
            <a:ext cx="8710612" cy="249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C5FD6A-C686-4626-AE4B-B866124EE40E}"/>
              </a:ext>
            </a:extLst>
          </p:cNvPr>
          <p:cNvSpPr>
            <a:spLocks noGrp="1"/>
          </p:cNvSpPr>
          <p:nvPr>
            <p:ph type="title"/>
          </p:nvPr>
        </p:nvSpPr>
        <p:spPr/>
        <p:txBody>
          <a:bodyPr/>
          <a:lstStyle/>
          <a:p>
            <a:pPr>
              <a:defRPr/>
            </a:pPr>
            <a:endParaRPr kumimoji="1" lang="zh-CN" altLang="en-US"/>
          </a:p>
        </p:txBody>
      </p:sp>
      <p:sp>
        <p:nvSpPr>
          <p:cNvPr id="6" name="Rectangle 152">
            <a:extLst>
              <a:ext uri="{FF2B5EF4-FFF2-40B4-BE49-F238E27FC236}">
                <a16:creationId xmlns:a16="http://schemas.microsoft.com/office/drawing/2014/main" id="{08DD7C2F-2193-4F56-80AB-2F52A30CC266}"/>
              </a:ext>
            </a:extLst>
          </p:cNvPr>
          <p:cNvSpPr>
            <a:spLocks noChangeArrowheads="1"/>
          </p:cNvSpPr>
          <p:nvPr/>
        </p:nvSpPr>
        <p:spPr bwMode="auto">
          <a:xfrm>
            <a:off x="4876800" y="3159125"/>
            <a:ext cx="4038600" cy="152400"/>
          </a:xfrm>
          <a:prstGeom prst="rect">
            <a:avLst/>
          </a:prstGeom>
          <a:gradFill rotWithShape="0">
            <a:gsLst>
              <a:gs pos="0">
                <a:schemeClr val="folHlink">
                  <a:gamma/>
                  <a:shade val="46275"/>
                  <a:invGamma/>
                </a:schemeClr>
              </a:gs>
              <a:gs pos="50000">
                <a:schemeClr val="folHlink"/>
              </a:gs>
              <a:gs pos="100000">
                <a:schemeClr val="folHlink">
                  <a:gamma/>
                  <a:shade val="46275"/>
                  <a:invGamma/>
                </a:schemeClr>
              </a:gs>
            </a:gsLst>
            <a:lin ang="5400000" scaled="1"/>
          </a:gradFill>
          <a:ln w="9525">
            <a:solidFill>
              <a:schemeClr val="tx1"/>
            </a:solid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en-US">
              <a:latin typeface="楷体" panose="02010609060101010101" pitchFamily="49" charset="-122"/>
              <a:ea typeface="楷体" panose="02010609060101010101" pitchFamily="49" charset="-122"/>
              <a:sym typeface="+mn-ea"/>
            </a:endParaRPr>
          </a:p>
        </p:txBody>
      </p:sp>
      <p:grpSp>
        <p:nvGrpSpPr>
          <p:cNvPr id="3" name="Group 153">
            <a:extLst>
              <a:ext uri="{FF2B5EF4-FFF2-40B4-BE49-F238E27FC236}">
                <a16:creationId xmlns:a16="http://schemas.microsoft.com/office/drawing/2014/main" id="{DA9BD323-5A7B-494E-84A4-F03E7135A394}"/>
              </a:ext>
            </a:extLst>
          </p:cNvPr>
          <p:cNvGrpSpPr>
            <a:grpSpLocks/>
          </p:cNvGrpSpPr>
          <p:nvPr/>
        </p:nvGrpSpPr>
        <p:grpSpPr bwMode="auto">
          <a:xfrm>
            <a:off x="4800600" y="2549525"/>
            <a:ext cx="3124200" cy="990600"/>
            <a:chOff x="3216" y="1248"/>
            <a:chExt cx="1968" cy="624"/>
          </a:xfrm>
        </p:grpSpPr>
        <p:sp>
          <p:nvSpPr>
            <p:cNvPr id="65608" name="Rectangle 154">
              <a:extLst>
                <a:ext uri="{FF2B5EF4-FFF2-40B4-BE49-F238E27FC236}">
                  <a16:creationId xmlns:a16="http://schemas.microsoft.com/office/drawing/2014/main" id="{EF99B372-AEF6-4C9E-AF76-DC890FB153A5}"/>
                </a:ext>
              </a:extLst>
            </p:cNvPr>
            <p:cNvSpPr>
              <a:spLocks noChangeArrowheads="1"/>
            </p:cNvSpPr>
            <p:nvPr/>
          </p:nvSpPr>
          <p:spPr bwMode="auto">
            <a:xfrm>
              <a:off x="3216" y="1440"/>
              <a:ext cx="1248" cy="432"/>
            </a:xfrm>
            <a:prstGeom prst="rect">
              <a:avLst/>
            </a:prstGeom>
            <a:gradFill rotWithShape="0">
              <a:gsLst>
                <a:gs pos="0">
                  <a:srgbClr val="004747"/>
                </a:gs>
                <a:gs pos="100000">
                  <a:srgbClr val="009999"/>
                </a:gs>
              </a:gsLst>
              <a:lin ang="0" scaled="1"/>
            </a:gradFill>
            <a:ln w="9525">
              <a:solidFill>
                <a:schemeClr val="bg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609" name="Line 155">
              <a:extLst>
                <a:ext uri="{FF2B5EF4-FFF2-40B4-BE49-F238E27FC236}">
                  <a16:creationId xmlns:a16="http://schemas.microsoft.com/office/drawing/2014/main" id="{3C8A2501-9489-46BC-AF64-B0F85E853A00}"/>
                </a:ext>
              </a:extLst>
            </p:cNvPr>
            <p:cNvSpPr>
              <a:spLocks noChangeShapeType="1"/>
            </p:cNvSpPr>
            <p:nvPr/>
          </p:nvSpPr>
          <p:spPr bwMode="auto">
            <a:xfrm>
              <a:off x="3312" y="1536"/>
              <a:ext cx="240" cy="24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5610" name="Oval 156">
              <a:extLst>
                <a:ext uri="{FF2B5EF4-FFF2-40B4-BE49-F238E27FC236}">
                  <a16:creationId xmlns:a16="http://schemas.microsoft.com/office/drawing/2014/main" id="{ED96EDBC-5739-41B5-BCEB-B29CF7EE60C9}"/>
                </a:ext>
              </a:extLst>
            </p:cNvPr>
            <p:cNvSpPr>
              <a:spLocks noChangeArrowheads="1"/>
            </p:cNvSpPr>
            <p:nvPr/>
          </p:nvSpPr>
          <p:spPr bwMode="auto">
            <a:xfrm>
              <a:off x="4032" y="1536"/>
              <a:ext cx="240" cy="240"/>
            </a:xfrm>
            <a:prstGeom prst="ellipse">
              <a:avLst/>
            </a:prstGeom>
            <a:gradFill rotWithShape="0">
              <a:gsLst>
                <a:gs pos="0">
                  <a:srgbClr val="FFFF66"/>
                </a:gs>
                <a:gs pos="100000">
                  <a:srgbClr val="FF3300"/>
                </a:gs>
              </a:gsLst>
              <a:path path="shape">
                <a:fillToRect l="50000" t="50000" r="50000" b="50000"/>
              </a:path>
            </a:gradFill>
            <a:ln w="952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611" name="Line 157">
              <a:extLst>
                <a:ext uri="{FF2B5EF4-FFF2-40B4-BE49-F238E27FC236}">
                  <a16:creationId xmlns:a16="http://schemas.microsoft.com/office/drawing/2014/main" id="{5AC32949-8FD0-4A0E-98D0-CAFB1E5630CF}"/>
                </a:ext>
              </a:extLst>
            </p:cNvPr>
            <p:cNvSpPr>
              <a:spLocks noChangeShapeType="1"/>
            </p:cNvSpPr>
            <p:nvPr/>
          </p:nvSpPr>
          <p:spPr bwMode="auto">
            <a:xfrm flipH="1">
              <a:off x="3456" y="1680"/>
              <a:ext cx="576" cy="0"/>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5612" name="Oval 158">
              <a:extLst>
                <a:ext uri="{FF2B5EF4-FFF2-40B4-BE49-F238E27FC236}">
                  <a16:creationId xmlns:a16="http://schemas.microsoft.com/office/drawing/2014/main" id="{3F138AD1-BEFC-41C7-99FC-4A353087994D}"/>
                </a:ext>
              </a:extLst>
            </p:cNvPr>
            <p:cNvSpPr>
              <a:spLocks noChangeArrowheads="1"/>
            </p:cNvSpPr>
            <p:nvPr/>
          </p:nvSpPr>
          <p:spPr bwMode="auto">
            <a:xfrm>
              <a:off x="3264" y="1392"/>
              <a:ext cx="384" cy="96"/>
            </a:xfrm>
            <a:prstGeom prst="ellipse">
              <a:avLst/>
            </a:prstGeom>
            <a:gradFill rotWithShape="0">
              <a:gsLst>
                <a:gs pos="0">
                  <a:srgbClr val="FFFF66"/>
                </a:gs>
                <a:gs pos="100000">
                  <a:srgbClr val="FF3300"/>
                </a:gs>
              </a:gsLst>
              <a:path path="shape">
                <a:fillToRect l="50000" t="50000" r="50000" b="50000"/>
              </a:path>
            </a:gradFill>
            <a:ln w="952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613" name="Line 159">
              <a:extLst>
                <a:ext uri="{FF2B5EF4-FFF2-40B4-BE49-F238E27FC236}">
                  <a16:creationId xmlns:a16="http://schemas.microsoft.com/office/drawing/2014/main" id="{CCB65F76-4A59-4EF5-8DBC-B3E8D072F1E5}"/>
                </a:ext>
              </a:extLst>
            </p:cNvPr>
            <p:cNvSpPr>
              <a:spLocks noChangeShapeType="1"/>
            </p:cNvSpPr>
            <p:nvPr/>
          </p:nvSpPr>
          <p:spPr bwMode="auto">
            <a:xfrm flipH="1" flipV="1">
              <a:off x="3456" y="1248"/>
              <a:ext cx="0" cy="432"/>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14" name="Rectangle 160">
              <a:extLst>
                <a:ext uri="{FF2B5EF4-FFF2-40B4-BE49-F238E27FC236}">
                  <a16:creationId xmlns:a16="http://schemas.microsoft.com/office/drawing/2014/main" id="{CCC35D63-9FC6-44AC-AF11-498C588A6E0A}"/>
                </a:ext>
              </a:extLst>
            </p:cNvPr>
            <p:cNvSpPr>
              <a:spLocks noChangeArrowheads="1"/>
            </p:cNvSpPr>
            <p:nvPr/>
          </p:nvSpPr>
          <p:spPr bwMode="auto">
            <a:xfrm>
              <a:off x="4444" y="1392"/>
              <a:ext cx="740" cy="250"/>
            </a:xfrm>
            <a:prstGeom prst="rect">
              <a:avLst/>
            </a:prstGeom>
            <a:noFill/>
            <a:ln w="9525">
              <a:noFill/>
              <a:miter lim="800000"/>
            </a:ln>
            <a:effectLst/>
          </p:spPr>
          <p:txBody>
            <a:bodyPr>
              <a:spAutoFit/>
            </a:bodyPr>
            <a:lstStyle/>
            <a:p>
              <a:pPr algn="ctr" eaLnBrk="1" hangingPunct="1">
                <a:spcBef>
                  <a:spcPct val="20000"/>
                </a:spcBef>
                <a:buFont typeface="Wingdings" panose="05000000000000000000" pitchFamily="2" charset="2"/>
                <a:buNone/>
                <a:defRPr/>
              </a:pPr>
              <a:r>
                <a:rPr kumimoji="1" lang="zh-CN" altLang="en-US" sz="2000" b="1" dirty="0">
                  <a:effectLst>
                    <a:outerShdw blurRad="38100" dist="38100" dir="2700000" algn="tl">
                      <a:srgbClr val="000000"/>
                    </a:outerShdw>
                  </a:effectLst>
                  <a:latin typeface="楷体" panose="02010609060101010101" pitchFamily="49" charset="-122"/>
                  <a:ea typeface="楷体" panose="02010609060101010101" pitchFamily="49" charset="-122"/>
                  <a:sym typeface="+mn-ea"/>
                </a:rPr>
                <a:t>激光头</a:t>
              </a:r>
            </a:p>
          </p:txBody>
        </p:sp>
      </p:grpSp>
      <p:grpSp>
        <p:nvGrpSpPr>
          <p:cNvPr id="4" name="Group 161">
            <a:extLst>
              <a:ext uri="{FF2B5EF4-FFF2-40B4-BE49-F238E27FC236}">
                <a16:creationId xmlns:a16="http://schemas.microsoft.com/office/drawing/2014/main" id="{E26C3997-D4DB-42E3-85BF-DA43D55C48A3}"/>
              </a:ext>
            </a:extLst>
          </p:cNvPr>
          <p:cNvGrpSpPr>
            <a:grpSpLocks/>
          </p:cNvGrpSpPr>
          <p:nvPr/>
        </p:nvGrpSpPr>
        <p:grpSpPr bwMode="auto">
          <a:xfrm>
            <a:off x="152400" y="2824163"/>
            <a:ext cx="7620000" cy="3176587"/>
            <a:chOff x="192" y="1565"/>
            <a:chExt cx="4800" cy="2001"/>
          </a:xfrm>
        </p:grpSpPr>
        <p:sp>
          <p:nvSpPr>
            <p:cNvPr id="16" name="Text Box 162">
              <a:extLst>
                <a:ext uri="{FF2B5EF4-FFF2-40B4-BE49-F238E27FC236}">
                  <a16:creationId xmlns:a16="http://schemas.microsoft.com/office/drawing/2014/main" id="{49C0A69A-DE4B-41E8-9E98-E96A61024734}"/>
                </a:ext>
              </a:extLst>
            </p:cNvPr>
            <p:cNvSpPr txBox="1">
              <a:spLocks noChangeArrowheads="1"/>
            </p:cNvSpPr>
            <p:nvPr/>
          </p:nvSpPr>
          <p:spPr bwMode="auto">
            <a:xfrm>
              <a:off x="192" y="2333"/>
              <a:ext cx="1200" cy="245"/>
            </a:xfrm>
            <a:prstGeom prst="rect">
              <a:avLst/>
            </a:prstGeom>
            <a:noFill/>
            <a:ln w="12700">
              <a:noFill/>
              <a:miter lim="800000"/>
            </a:ln>
            <a:effectLst/>
          </p:spPr>
          <p:txBody>
            <a:bodyPr>
              <a:spAutoFit/>
            </a:bodyPr>
            <a:lstStyle/>
            <a:p>
              <a:pPr algn="r" eaLnBrk="1" hangingPunct="1">
                <a:lnSpc>
                  <a:spcPct val="110000"/>
                </a:lnSpc>
                <a:spcBef>
                  <a:spcPct val="60000"/>
                </a:spcBef>
                <a:buFont typeface="Wingdings" panose="05000000000000000000" pitchFamily="2" charset="2"/>
                <a:buNone/>
                <a:defRPr/>
              </a:pPr>
              <a:r>
                <a:rPr kumimoji="1" lang="zh-CN" altLang="en-US" sz="2000" b="1">
                  <a:solidFill>
                    <a:srgbClr val="00FFFF"/>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聚碳酸酯片基</a:t>
              </a:r>
            </a:p>
          </p:txBody>
        </p:sp>
        <p:sp>
          <p:nvSpPr>
            <p:cNvPr id="17" name="AutoShape 163">
              <a:extLst>
                <a:ext uri="{FF2B5EF4-FFF2-40B4-BE49-F238E27FC236}">
                  <a16:creationId xmlns:a16="http://schemas.microsoft.com/office/drawing/2014/main" id="{A02A8BED-BBFF-414B-8D17-A3A414D6E4D9}"/>
                </a:ext>
              </a:extLst>
            </p:cNvPr>
            <p:cNvSpPr>
              <a:spLocks noChangeArrowheads="1"/>
            </p:cNvSpPr>
            <p:nvPr/>
          </p:nvSpPr>
          <p:spPr bwMode="auto">
            <a:xfrm>
              <a:off x="1872" y="1757"/>
              <a:ext cx="3120" cy="1296"/>
            </a:xfrm>
            <a:prstGeom prst="wedgeRectCallout">
              <a:avLst>
                <a:gd name="adj1" fmla="val -39421"/>
                <a:gd name="adj2" fmla="val -80245"/>
              </a:avLst>
            </a:prstGeom>
            <a:solidFill>
              <a:schemeClr val="tx1"/>
            </a:solidFill>
            <a:ln w="28575">
              <a:solidFill>
                <a:srgbClr val="FFCCFF"/>
              </a:solid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zh-CN" b="1">
                <a:solidFill>
                  <a:schemeClr val="bg1"/>
                </a:solidFill>
                <a:effectLst>
                  <a:outerShdw blurRad="38100" dist="38100" dir="2700000" algn="tl">
                    <a:srgbClr val="808080"/>
                  </a:outerShdw>
                </a:effectLst>
                <a:latin typeface="楷体" panose="02010609060101010101" pitchFamily="49" charset="-122"/>
                <a:ea typeface="楷体" panose="02010609060101010101" pitchFamily="49" charset="-122"/>
                <a:sym typeface="+mn-ea"/>
              </a:endParaRPr>
            </a:p>
            <a:p>
              <a:pPr algn="ctr" eaLnBrk="1" hangingPunct="1">
                <a:spcBef>
                  <a:spcPct val="20000"/>
                </a:spcBef>
                <a:buFont typeface="Wingdings" panose="05000000000000000000" pitchFamily="2" charset="2"/>
                <a:buNone/>
                <a:defRPr/>
              </a:pPr>
              <a:endParaRPr kumimoji="1" lang="zh-CN" altLang="zh-CN" b="1">
                <a:solidFill>
                  <a:schemeClr val="bg1"/>
                </a:solidFill>
                <a:effectLst>
                  <a:outerShdw blurRad="38100" dist="38100" dir="2700000" algn="tl">
                    <a:srgbClr val="808080"/>
                  </a:outerShdw>
                </a:effectLst>
                <a:latin typeface="楷体" panose="02010609060101010101" pitchFamily="49" charset="-122"/>
                <a:ea typeface="楷体" panose="02010609060101010101" pitchFamily="49" charset="-122"/>
                <a:sym typeface="+mn-ea"/>
              </a:endParaRPr>
            </a:p>
            <a:p>
              <a:pPr algn="ctr" eaLnBrk="1" hangingPunct="1">
                <a:spcBef>
                  <a:spcPct val="20000"/>
                </a:spcBef>
                <a:buFont typeface="Wingdings" panose="05000000000000000000" pitchFamily="2" charset="2"/>
                <a:buNone/>
                <a:defRPr/>
              </a:pPr>
              <a:endParaRPr kumimoji="1" lang="zh-CN" altLang="zh-CN" b="1">
                <a:solidFill>
                  <a:schemeClr val="bg1"/>
                </a:solidFill>
                <a:effectLst>
                  <a:outerShdw blurRad="38100" dist="38100" dir="2700000" algn="tl">
                    <a:srgbClr val="808080"/>
                  </a:outerShdw>
                </a:effectLst>
                <a:latin typeface="楷体" panose="02010609060101010101" pitchFamily="49" charset="-122"/>
                <a:ea typeface="楷体" panose="02010609060101010101" pitchFamily="49" charset="-122"/>
                <a:sym typeface="+mn-ea"/>
              </a:endParaRPr>
            </a:p>
            <a:p>
              <a:pPr algn="ctr" eaLnBrk="1" hangingPunct="1">
                <a:spcBef>
                  <a:spcPct val="20000"/>
                </a:spcBef>
                <a:buFont typeface="Wingdings" panose="05000000000000000000" pitchFamily="2" charset="2"/>
                <a:buNone/>
                <a:defRPr/>
              </a:pPr>
              <a:endParaRPr kumimoji="1" lang="en-US" altLang="zh-CN" b="1">
                <a:solidFill>
                  <a:schemeClr val="bg1"/>
                </a:solidFill>
                <a:effectLst>
                  <a:outerShdw blurRad="38100" dist="38100" dir="2700000" algn="tl">
                    <a:srgbClr val="808080"/>
                  </a:outerShdw>
                </a:effectLst>
                <a:latin typeface="楷体" panose="02010609060101010101" pitchFamily="49" charset="-122"/>
                <a:ea typeface="楷体" panose="02010609060101010101" pitchFamily="49" charset="-122"/>
                <a:sym typeface="+mn-ea"/>
              </a:endParaRPr>
            </a:p>
          </p:txBody>
        </p:sp>
        <p:sp>
          <p:nvSpPr>
            <p:cNvPr id="65597" name="Rectangle 164">
              <a:extLst>
                <a:ext uri="{FF2B5EF4-FFF2-40B4-BE49-F238E27FC236}">
                  <a16:creationId xmlns:a16="http://schemas.microsoft.com/office/drawing/2014/main" id="{E24E4C6E-AFBF-4B72-BCC0-DE482F0233E1}"/>
                </a:ext>
              </a:extLst>
            </p:cNvPr>
            <p:cNvSpPr>
              <a:spLocks noChangeArrowheads="1"/>
            </p:cNvSpPr>
            <p:nvPr/>
          </p:nvSpPr>
          <p:spPr bwMode="auto">
            <a:xfrm>
              <a:off x="1872" y="2020"/>
              <a:ext cx="3120" cy="73"/>
            </a:xfrm>
            <a:prstGeom prst="rect">
              <a:avLst/>
            </a:prstGeom>
            <a:gradFill rotWithShape="0">
              <a:gsLst>
                <a:gs pos="0">
                  <a:srgbClr val="008F8F"/>
                </a:gs>
                <a:gs pos="50000">
                  <a:srgbClr val="00FFFF"/>
                </a:gs>
                <a:gs pos="100000">
                  <a:srgbClr val="008F8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98" name="Rectangle 165">
              <a:extLst>
                <a:ext uri="{FF2B5EF4-FFF2-40B4-BE49-F238E27FC236}">
                  <a16:creationId xmlns:a16="http://schemas.microsoft.com/office/drawing/2014/main" id="{5B9C43DC-881B-407C-BD46-70A08C42E16C}"/>
                </a:ext>
              </a:extLst>
            </p:cNvPr>
            <p:cNvSpPr>
              <a:spLocks noChangeArrowheads="1"/>
            </p:cNvSpPr>
            <p:nvPr/>
          </p:nvSpPr>
          <p:spPr bwMode="auto">
            <a:xfrm>
              <a:off x="1872" y="2093"/>
              <a:ext cx="3120" cy="75"/>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20" name="Rectangle 166">
              <a:extLst>
                <a:ext uri="{FF2B5EF4-FFF2-40B4-BE49-F238E27FC236}">
                  <a16:creationId xmlns:a16="http://schemas.microsoft.com/office/drawing/2014/main" id="{60B78318-390E-4B3F-9E7C-37FA70155097}"/>
                </a:ext>
              </a:extLst>
            </p:cNvPr>
            <p:cNvSpPr>
              <a:spLocks noChangeArrowheads="1"/>
            </p:cNvSpPr>
            <p:nvPr/>
          </p:nvSpPr>
          <p:spPr bwMode="auto">
            <a:xfrm>
              <a:off x="1872" y="2168"/>
              <a:ext cx="3120" cy="336"/>
            </a:xfrm>
            <a:prstGeom prst="rect">
              <a:avLst/>
            </a:prstGeom>
            <a:gradFill rotWithShape="0">
              <a:gsLst>
                <a:gs pos="0">
                  <a:schemeClr val="hlink">
                    <a:gamma/>
                    <a:shade val="66275"/>
                    <a:invGamma/>
                  </a:schemeClr>
                </a:gs>
                <a:gs pos="50000">
                  <a:schemeClr val="hlink"/>
                </a:gs>
                <a:gs pos="100000">
                  <a:schemeClr val="hlink">
                    <a:gamma/>
                    <a:shade val="66275"/>
                    <a:invGamma/>
                  </a:schemeClr>
                </a:gs>
              </a:gsLst>
              <a:lin ang="0" scaled="1"/>
            </a:gradFill>
            <a:ln w="9525">
              <a:noFill/>
              <a:miter lim="800000"/>
            </a:ln>
            <a:effectLst/>
          </p:spPr>
          <p:txBody>
            <a:bodyPr wrap="none" anchor="ctr"/>
            <a:lstStyle/>
            <a:p>
              <a:pPr algn="ctr" eaLnBrk="1" hangingPunct="1">
                <a:spcBef>
                  <a:spcPct val="20000"/>
                </a:spcBef>
                <a:buFont typeface="Wingdings" panose="05000000000000000000" pitchFamily="2" charset="2"/>
                <a:buNone/>
                <a:defRPr/>
              </a:pPr>
              <a:endParaRPr kumimoji="1" lang="zh-CN" altLang="en-US">
                <a:latin typeface="楷体" panose="02010609060101010101" pitchFamily="49" charset="-122"/>
                <a:ea typeface="楷体" panose="02010609060101010101" pitchFamily="49" charset="-122"/>
                <a:sym typeface="+mn-ea"/>
              </a:endParaRPr>
            </a:p>
          </p:txBody>
        </p:sp>
        <p:sp>
          <p:nvSpPr>
            <p:cNvPr id="21" name="Text Box 167">
              <a:extLst>
                <a:ext uri="{FF2B5EF4-FFF2-40B4-BE49-F238E27FC236}">
                  <a16:creationId xmlns:a16="http://schemas.microsoft.com/office/drawing/2014/main" id="{4E4A7A88-5517-4DB7-BA83-D87249B56763}"/>
                </a:ext>
              </a:extLst>
            </p:cNvPr>
            <p:cNvSpPr txBox="1">
              <a:spLocks noChangeArrowheads="1"/>
            </p:cNvSpPr>
            <p:nvPr/>
          </p:nvSpPr>
          <p:spPr bwMode="auto">
            <a:xfrm>
              <a:off x="384" y="1949"/>
              <a:ext cx="1008" cy="245"/>
            </a:xfrm>
            <a:prstGeom prst="rect">
              <a:avLst/>
            </a:prstGeom>
            <a:noFill/>
            <a:ln w="12700">
              <a:noFill/>
              <a:miter lim="800000"/>
            </a:ln>
            <a:effectLst/>
          </p:spPr>
          <p:txBody>
            <a:bodyPr>
              <a:spAutoFit/>
            </a:bodyPr>
            <a:lstStyle/>
            <a:p>
              <a:pPr algn="r" eaLnBrk="1" hangingPunct="1">
                <a:lnSpc>
                  <a:spcPct val="110000"/>
                </a:lnSpc>
                <a:spcBef>
                  <a:spcPct val="60000"/>
                </a:spcBef>
                <a:buFont typeface="Wingdings" panose="05000000000000000000" pitchFamily="2" charset="2"/>
                <a:buNone/>
                <a:defRPr/>
              </a:pPr>
              <a:r>
                <a:rPr kumimoji="1" lang="zh-CN" altLang="en-US" sz="2000" b="1">
                  <a:solidFill>
                    <a:srgbClr val="FFFF00"/>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铝反射层</a:t>
              </a:r>
              <a:endParaRPr kumimoji="1" lang="zh-CN" altLang="en-US" sz="2000" b="1">
                <a:solidFill>
                  <a:srgbClr val="00FFFF"/>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endParaRPr>
            </a:p>
          </p:txBody>
        </p:sp>
        <p:sp>
          <p:nvSpPr>
            <p:cNvPr id="22" name="Text Box 168">
              <a:extLst>
                <a:ext uri="{FF2B5EF4-FFF2-40B4-BE49-F238E27FC236}">
                  <a16:creationId xmlns:a16="http://schemas.microsoft.com/office/drawing/2014/main" id="{D511B1BF-6D03-489A-812D-508965126BB2}"/>
                </a:ext>
              </a:extLst>
            </p:cNvPr>
            <p:cNvSpPr txBox="1">
              <a:spLocks noChangeArrowheads="1"/>
            </p:cNvSpPr>
            <p:nvPr/>
          </p:nvSpPr>
          <p:spPr bwMode="auto">
            <a:xfrm>
              <a:off x="384" y="1565"/>
              <a:ext cx="1008" cy="245"/>
            </a:xfrm>
            <a:prstGeom prst="rect">
              <a:avLst/>
            </a:prstGeom>
            <a:noFill/>
            <a:ln w="12700">
              <a:noFill/>
              <a:miter lim="800000"/>
            </a:ln>
            <a:effectLst/>
          </p:spPr>
          <p:txBody>
            <a:bodyPr>
              <a:spAutoFit/>
            </a:bodyPr>
            <a:lstStyle/>
            <a:p>
              <a:pPr algn="r" eaLnBrk="1" hangingPunct="1">
                <a:lnSpc>
                  <a:spcPct val="110000"/>
                </a:lnSpc>
                <a:spcBef>
                  <a:spcPct val="60000"/>
                </a:spcBef>
                <a:buFont typeface="Wingdings" panose="05000000000000000000" pitchFamily="2" charset="2"/>
                <a:buNone/>
                <a:defRPr/>
              </a:pPr>
              <a:r>
                <a:rPr kumimoji="1" lang="zh-CN" altLang="en-US" sz="2000" b="1">
                  <a:solidFill>
                    <a:srgbClr val="66FF33"/>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标签表面</a:t>
              </a:r>
              <a:endParaRPr kumimoji="1" lang="zh-CN" altLang="en-US" sz="2000" b="1">
                <a:solidFill>
                  <a:srgbClr val="00FFFF"/>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endParaRPr>
            </a:p>
          </p:txBody>
        </p:sp>
        <p:sp>
          <p:nvSpPr>
            <p:cNvPr id="65602" name="Line 169">
              <a:extLst>
                <a:ext uri="{FF2B5EF4-FFF2-40B4-BE49-F238E27FC236}">
                  <a16:creationId xmlns:a16="http://schemas.microsoft.com/office/drawing/2014/main" id="{F9942E54-4701-455C-B106-3AD61D67DC8E}"/>
                </a:ext>
              </a:extLst>
            </p:cNvPr>
            <p:cNvSpPr>
              <a:spLocks noChangeShapeType="1"/>
            </p:cNvSpPr>
            <p:nvPr/>
          </p:nvSpPr>
          <p:spPr bwMode="auto">
            <a:xfrm>
              <a:off x="1392" y="1757"/>
              <a:ext cx="528" cy="311"/>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5603" name="Line 170">
              <a:extLst>
                <a:ext uri="{FF2B5EF4-FFF2-40B4-BE49-F238E27FC236}">
                  <a16:creationId xmlns:a16="http://schemas.microsoft.com/office/drawing/2014/main" id="{9A42FEEE-7D6A-48EB-9653-733F5C46C59A}"/>
                </a:ext>
              </a:extLst>
            </p:cNvPr>
            <p:cNvSpPr>
              <a:spLocks noChangeShapeType="1"/>
            </p:cNvSpPr>
            <p:nvPr/>
          </p:nvSpPr>
          <p:spPr bwMode="auto">
            <a:xfrm flipV="1">
              <a:off x="1392" y="2141"/>
              <a:ext cx="528"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5604" name="Line 171">
              <a:extLst>
                <a:ext uri="{FF2B5EF4-FFF2-40B4-BE49-F238E27FC236}">
                  <a16:creationId xmlns:a16="http://schemas.microsoft.com/office/drawing/2014/main" id="{4CBF9554-EE71-4784-A88F-1285FB466D59}"/>
                </a:ext>
              </a:extLst>
            </p:cNvPr>
            <p:cNvSpPr>
              <a:spLocks noChangeShapeType="1"/>
            </p:cNvSpPr>
            <p:nvPr/>
          </p:nvSpPr>
          <p:spPr bwMode="auto">
            <a:xfrm flipV="1">
              <a:off x="1392" y="2356"/>
              <a:ext cx="528" cy="169"/>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26" name="Oval 172">
              <a:extLst>
                <a:ext uri="{FF2B5EF4-FFF2-40B4-BE49-F238E27FC236}">
                  <a16:creationId xmlns:a16="http://schemas.microsoft.com/office/drawing/2014/main" id="{C5E1F605-FAA8-4671-B5C0-3E3E517928F1}"/>
                </a:ext>
              </a:extLst>
            </p:cNvPr>
            <p:cNvSpPr>
              <a:spLocks noChangeArrowheads="1"/>
            </p:cNvSpPr>
            <p:nvPr/>
          </p:nvSpPr>
          <p:spPr bwMode="auto">
            <a:xfrm>
              <a:off x="2928" y="2573"/>
              <a:ext cx="864" cy="144"/>
            </a:xfrm>
            <a:prstGeom prst="ellipse">
              <a:avLst/>
            </a:prstGeom>
            <a:gradFill rotWithShape="0">
              <a:gsLst>
                <a:gs pos="0">
                  <a:schemeClr val="bg1"/>
                </a:gs>
                <a:gs pos="100000">
                  <a:schemeClr val="bg1">
                    <a:gamma/>
                    <a:shade val="26275"/>
                    <a:invGamma/>
                  </a:schemeClr>
                </a:gs>
              </a:gsLst>
              <a:path path="shape">
                <a:fillToRect l="50000" t="50000" r="50000" b="50000"/>
              </a:path>
            </a:gradFill>
            <a:ln w="9525">
              <a:solidFill>
                <a:schemeClr val="tx1"/>
              </a:solidFill>
              <a:round/>
            </a:ln>
            <a:effectLst/>
          </p:spPr>
          <p:txBody>
            <a:bodyPr wrap="none" anchor="ctr"/>
            <a:lstStyle/>
            <a:p>
              <a:pPr algn="ctr" eaLnBrk="1" hangingPunct="1">
                <a:spcBef>
                  <a:spcPct val="20000"/>
                </a:spcBef>
                <a:buFont typeface="Wingdings" panose="05000000000000000000" pitchFamily="2" charset="2"/>
                <a:buNone/>
                <a:defRPr/>
              </a:pPr>
              <a:endParaRPr kumimoji="1" lang="zh-CN" altLang="en-US">
                <a:latin typeface="楷体" panose="02010609060101010101" pitchFamily="49" charset="-122"/>
                <a:ea typeface="楷体" panose="02010609060101010101" pitchFamily="49" charset="-122"/>
                <a:sym typeface="+mn-ea"/>
              </a:endParaRPr>
            </a:p>
          </p:txBody>
        </p:sp>
        <p:sp>
          <p:nvSpPr>
            <p:cNvPr id="27" name="Rectangle 173">
              <a:extLst>
                <a:ext uri="{FF2B5EF4-FFF2-40B4-BE49-F238E27FC236}">
                  <a16:creationId xmlns:a16="http://schemas.microsoft.com/office/drawing/2014/main" id="{3181791A-B606-4A26-AF1E-A4687B7EF1A3}"/>
                </a:ext>
              </a:extLst>
            </p:cNvPr>
            <p:cNvSpPr>
              <a:spLocks noChangeArrowheads="1"/>
            </p:cNvSpPr>
            <p:nvPr/>
          </p:nvSpPr>
          <p:spPr bwMode="auto">
            <a:xfrm>
              <a:off x="1392" y="3312"/>
              <a:ext cx="912" cy="254"/>
            </a:xfrm>
            <a:prstGeom prst="rect">
              <a:avLst/>
            </a:prstGeom>
            <a:noFill/>
            <a:ln w="9525">
              <a:noFill/>
              <a:miter lim="800000"/>
            </a:ln>
            <a:effectLst/>
          </p:spPr>
          <p:txBody>
            <a:bodyPr>
              <a:spAutoFit/>
            </a:bodyPr>
            <a:lstStyle/>
            <a:p>
              <a:pPr algn="ctr" eaLnBrk="1" hangingPunct="1">
                <a:lnSpc>
                  <a:spcPct val="110000"/>
                </a:lnSpc>
                <a:spcBef>
                  <a:spcPct val="20000"/>
                </a:spcBef>
                <a:buFont typeface="Wingdings" panose="05000000000000000000" pitchFamily="2" charset="2"/>
                <a:buNone/>
                <a:defRPr/>
              </a:pPr>
              <a:r>
                <a:rPr kumimoji="1" lang="zh-CN" altLang="en-US" sz="2000" b="1" dirty="0">
                  <a:solidFill>
                    <a:srgbClr val="660066"/>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聚焦透镜</a:t>
              </a:r>
            </a:p>
          </p:txBody>
        </p:sp>
        <p:sp>
          <p:nvSpPr>
            <p:cNvPr id="65607" name="Line 174">
              <a:extLst>
                <a:ext uri="{FF2B5EF4-FFF2-40B4-BE49-F238E27FC236}">
                  <a16:creationId xmlns:a16="http://schemas.microsoft.com/office/drawing/2014/main" id="{A2975A98-7C18-474C-B8DB-8C9DF76874B4}"/>
                </a:ext>
              </a:extLst>
            </p:cNvPr>
            <p:cNvSpPr>
              <a:spLocks noChangeShapeType="1"/>
            </p:cNvSpPr>
            <p:nvPr/>
          </p:nvSpPr>
          <p:spPr bwMode="auto">
            <a:xfrm flipV="1">
              <a:off x="1824" y="2640"/>
              <a:ext cx="1248" cy="72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sp>
        <p:nvSpPr>
          <p:cNvPr id="29" name="Rectangle 175">
            <a:extLst>
              <a:ext uri="{FF2B5EF4-FFF2-40B4-BE49-F238E27FC236}">
                <a16:creationId xmlns:a16="http://schemas.microsoft.com/office/drawing/2014/main" id="{9D7B2483-58FB-4722-B9BF-0A0908366C3E}"/>
              </a:ext>
            </a:extLst>
          </p:cNvPr>
          <p:cNvSpPr>
            <a:spLocks noChangeArrowheads="1"/>
          </p:cNvSpPr>
          <p:nvPr/>
        </p:nvSpPr>
        <p:spPr bwMode="auto">
          <a:xfrm>
            <a:off x="3200400" y="3738563"/>
            <a:ext cx="76200" cy="76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30" name="Rectangle 176">
            <a:extLst>
              <a:ext uri="{FF2B5EF4-FFF2-40B4-BE49-F238E27FC236}">
                <a16:creationId xmlns:a16="http://schemas.microsoft.com/office/drawing/2014/main" id="{DCEC89F5-AF7D-438E-87BA-BCF1D298FEA3}"/>
              </a:ext>
            </a:extLst>
          </p:cNvPr>
          <p:cNvSpPr>
            <a:spLocks noChangeArrowheads="1"/>
          </p:cNvSpPr>
          <p:nvPr/>
        </p:nvSpPr>
        <p:spPr bwMode="auto">
          <a:xfrm>
            <a:off x="3352800" y="3738563"/>
            <a:ext cx="76200" cy="76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31" name="Rectangle 177">
            <a:extLst>
              <a:ext uri="{FF2B5EF4-FFF2-40B4-BE49-F238E27FC236}">
                <a16:creationId xmlns:a16="http://schemas.microsoft.com/office/drawing/2014/main" id="{DAF43FC2-5867-4C43-8623-75D6B6BA266A}"/>
              </a:ext>
            </a:extLst>
          </p:cNvPr>
          <p:cNvSpPr>
            <a:spLocks noChangeArrowheads="1"/>
          </p:cNvSpPr>
          <p:nvPr/>
        </p:nvSpPr>
        <p:spPr bwMode="auto">
          <a:xfrm>
            <a:off x="3505200" y="3738563"/>
            <a:ext cx="76200" cy="76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grpSp>
        <p:nvGrpSpPr>
          <p:cNvPr id="5" name="Group 178">
            <a:extLst>
              <a:ext uri="{FF2B5EF4-FFF2-40B4-BE49-F238E27FC236}">
                <a16:creationId xmlns:a16="http://schemas.microsoft.com/office/drawing/2014/main" id="{2C534BCC-695A-4D99-919E-188F0680AE6F}"/>
              </a:ext>
            </a:extLst>
          </p:cNvPr>
          <p:cNvGrpSpPr>
            <a:grpSpLocks/>
          </p:cNvGrpSpPr>
          <p:nvPr/>
        </p:nvGrpSpPr>
        <p:grpSpPr bwMode="auto">
          <a:xfrm>
            <a:off x="3657600" y="3738563"/>
            <a:ext cx="3886200" cy="76200"/>
            <a:chOff x="2400" y="2141"/>
            <a:chExt cx="2448" cy="48"/>
          </a:xfrm>
        </p:grpSpPr>
        <p:sp>
          <p:nvSpPr>
            <p:cNvPr id="65569" name="Rectangle 179">
              <a:extLst>
                <a:ext uri="{FF2B5EF4-FFF2-40B4-BE49-F238E27FC236}">
                  <a16:creationId xmlns:a16="http://schemas.microsoft.com/office/drawing/2014/main" id="{FE85E6F5-4064-425D-8BC1-85532D3572ED}"/>
                </a:ext>
              </a:extLst>
            </p:cNvPr>
            <p:cNvSpPr>
              <a:spLocks noChangeArrowheads="1"/>
            </p:cNvSpPr>
            <p:nvPr/>
          </p:nvSpPr>
          <p:spPr bwMode="auto">
            <a:xfrm>
              <a:off x="2400"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0" name="Rectangle 180">
              <a:extLst>
                <a:ext uri="{FF2B5EF4-FFF2-40B4-BE49-F238E27FC236}">
                  <a16:creationId xmlns:a16="http://schemas.microsoft.com/office/drawing/2014/main" id="{7D0CF4E3-D45C-4EFF-A25F-73869CFD3619}"/>
                </a:ext>
              </a:extLst>
            </p:cNvPr>
            <p:cNvSpPr>
              <a:spLocks noChangeArrowheads="1"/>
            </p:cNvSpPr>
            <p:nvPr/>
          </p:nvSpPr>
          <p:spPr bwMode="auto">
            <a:xfrm>
              <a:off x="2496"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1" name="Rectangle 181">
              <a:extLst>
                <a:ext uri="{FF2B5EF4-FFF2-40B4-BE49-F238E27FC236}">
                  <a16:creationId xmlns:a16="http://schemas.microsoft.com/office/drawing/2014/main" id="{486E6D6F-0D1B-4A18-9E65-99A7432D5C32}"/>
                </a:ext>
              </a:extLst>
            </p:cNvPr>
            <p:cNvSpPr>
              <a:spLocks noChangeArrowheads="1"/>
            </p:cNvSpPr>
            <p:nvPr/>
          </p:nvSpPr>
          <p:spPr bwMode="auto">
            <a:xfrm>
              <a:off x="2592"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2" name="Rectangle 182">
              <a:extLst>
                <a:ext uri="{FF2B5EF4-FFF2-40B4-BE49-F238E27FC236}">
                  <a16:creationId xmlns:a16="http://schemas.microsoft.com/office/drawing/2014/main" id="{07F42B8D-4366-461B-A11B-5EB8DD509110}"/>
                </a:ext>
              </a:extLst>
            </p:cNvPr>
            <p:cNvSpPr>
              <a:spLocks noChangeArrowheads="1"/>
            </p:cNvSpPr>
            <p:nvPr/>
          </p:nvSpPr>
          <p:spPr bwMode="auto">
            <a:xfrm>
              <a:off x="2688"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3" name="Rectangle 183">
              <a:extLst>
                <a:ext uri="{FF2B5EF4-FFF2-40B4-BE49-F238E27FC236}">
                  <a16:creationId xmlns:a16="http://schemas.microsoft.com/office/drawing/2014/main" id="{B5B17AB6-6E0C-491D-A293-E0831487E719}"/>
                </a:ext>
              </a:extLst>
            </p:cNvPr>
            <p:cNvSpPr>
              <a:spLocks noChangeArrowheads="1"/>
            </p:cNvSpPr>
            <p:nvPr/>
          </p:nvSpPr>
          <p:spPr bwMode="auto">
            <a:xfrm>
              <a:off x="2784"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4" name="Rectangle 184">
              <a:extLst>
                <a:ext uri="{FF2B5EF4-FFF2-40B4-BE49-F238E27FC236}">
                  <a16:creationId xmlns:a16="http://schemas.microsoft.com/office/drawing/2014/main" id="{8BFC8419-DD05-41A0-B08B-5431492C1E64}"/>
                </a:ext>
              </a:extLst>
            </p:cNvPr>
            <p:cNvSpPr>
              <a:spLocks noChangeArrowheads="1"/>
            </p:cNvSpPr>
            <p:nvPr/>
          </p:nvSpPr>
          <p:spPr bwMode="auto">
            <a:xfrm>
              <a:off x="2880"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5" name="Rectangle 185">
              <a:extLst>
                <a:ext uri="{FF2B5EF4-FFF2-40B4-BE49-F238E27FC236}">
                  <a16:creationId xmlns:a16="http://schemas.microsoft.com/office/drawing/2014/main" id="{8F2283A8-898F-4FDC-952B-47BBB8B34B11}"/>
                </a:ext>
              </a:extLst>
            </p:cNvPr>
            <p:cNvSpPr>
              <a:spLocks noChangeArrowheads="1"/>
            </p:cNvSpPr>
            <p:nvPr/>
          </p:nvSpPr>
          <p:spPr bwMode="auto">
            <a:xfrm>
              <a:off x="2976"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6" name="Rectangle 186">
              <a:extLst>
                <a:ext uri="{FF2B5EF4-FFF2-40B4-BE49-F238E27FC236}">
                  <a16:creationId xmlns:a16="http://schemas.microsoft.com/office/drawing/2014/main" id="{FA0A111E-AEC2-4B69-8D94-6229E5F37D50}"/>
                </a:ext>
              </a:extLst>
            </p:cNvPr>
            <p:cNvSpPr>
              <a:spLocks noChangeArrowheads="1"/>
            </p:cNvSpPr>
            <p:nvPr/>
          </p:nvSpPr>
          <p:spPr bwMode="auto">
            <a:xfrm>
              <a:off x="3072"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7" name="Rectangle 187">
              <a:extLst>
                <a:ext uri="{FF2B5EF4-FFF2-40B4-BE49-F238E27FC236}">
                  <a16:creationId xmlns:a16="http://schemas.microsoft.com/office/drawing/2014/main" id="{E770DEB4-9834-40CE-A9DE-4C5CE2745C14}"/>
                </a:ext>
              </a:extLst>
            </p:cNvPr>
            <p:cNvSpPr>
              <a:spLocks noChangeArrowheads="1"/>
            </p:cNvSpPr>
            <p:nvPr/>
          </p:nvSpPr>
          <p:spPr bwMode="auto">
            <a:xfrm>
              <a:off x="3168"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8" name="Rectangle 188">
              <a:extLst>
                <a:ext uri="{FF2B5EF4-FFF2-40B4-BE49-F238E27FC236}">
                  <a16:creationId xmlns:a16="http://schemas.microsoft.com/office/drawing/2014/main" id="{65BB6DBA-437E-48B0-AE63-CAC81D089142}"/>
                </a:ext>
              </a:extLst>
            </p:cNvPr>
            <p:cNvSpPr>
              <a:spLocks noChangeArrowheads="1"/>
            </p:cNvSpPr>
            <p:nvPr/>
          </p:nvSpPr>
          <p:spPr bwMode="auto">
            <a:xfrm>
              <a:off x="3264"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79" name="Rectangle 189">
              <a:extLst>
                <a:ext uri="{FF2B5EF4-FFF2-40B4-BE49-F238E27FC236}">
                  <a16:creationId xmlns:a16="http://schemas.microsoft.com/office/drawing/2014/main" id="{E6FA9B42-88A9-4EBE-AD46-43FD674D803E}"/>
                </a:ext>
              </a:extLst>
            </p:cNvPr>
            <p:cNvSpPr>
              <a:spLocks noChangeArrowheads="1"/>
            </p:cNvSpPr>
            <p:nvPr/>
          </p:nvSpPr>
          <p:spPr bwMode="auto">
            <a:xfrm>
              <a:off x="3360"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0" name="Rectangle 190">
              <a:extLst>
                <a:ext uri="{FF2B5EF4-FFF2-40B4-BE49-F238E27FC236}">
                  <a16:creationId xmlns:a16="http://schemas.microsoft.com/office/drawing/2014/main" id="{BB516819-5185-4C90-AD70-8F8B2770EA8E}"/>
                </a:ext>
              </a:extLst>
            </p:cNvPr>
            <p:cNvSpPr>
              <a:spLocks noChangeArrowheads="1"/>
            </p:cNvSpPr>
            <p:nvPr/>
          </p:nvSpPr>
          <p:spPr bwMode="auto">
            <a:xfrm>
              <a:off x="3456"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1" name="Rectangle 191">
              <a:extLst>
                <a:ext uri="{FF2B5EF4-FFF2-40B4-BE49-F238E27FC236}">
                  <a16:creationId xmlns:a16="http://schemas.microsoft.com/office/drawing/2014/main" id="{57C7983E-59AA-40B1-BFFF-0A51E843E123}"/>
                </a:ext>
              </a:extLst>
            </p:cNvPr>
            <p:cNvSpPr>
              <a:spLocks noChangeArrowheads="1"/>
            </p:cNvSpPr>
            <p:nvPr/>
          </p:nvSpPr>
          <p:spPr bwMode="auto">
            <a:xfrm>
              <a:off x="3552"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2" name="Rectangle 192">
              <a:extLst>
                <a:ext uri="{FF2B5EF4-FFF2-40B4-BE49-F238E27FC236}">
                  <a16:creationId xmlns:a16="http://schemas.microsoft.com/office/drawing/2014/main" id="{E78AB11D-F778-4255-8923-24BF0641C459}"/>
                </a:ext>
              </a:extLst>
            </p:cNvPr>
            <p:cNvSpPr>
              <a:spLocks noChangeArrowheads="1"/>
            </p:cNvSpPr>
            <p:nvPr/>
          </p:nvSpPr>
          <p:spPr bwMode="auto">
            <a:xfrm>
              <a:off x="3648"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3" name="Rectangle 193">
              <a:extLst>
                <a:ext uri="{FF2B5EF4-FFF2-40B4-BE49-F238E27FC236}">
                  <a16:creationId xmlns:a16="http://schemas.microsoft.com/office/drawing/2014/main" id="{C9F22C13-33FF-4BA1-B9BC-0F43DCD83DBD}"/>
                </a:ext>
              </a:extLst>
            </p:cNvPr>
            <p:cNvSpPr>
              <a:spLocks noChangeArrowheads="1"/>
            </p:cNvSpPr>
            <p:nvPr/>
          </p:nvSpPr>
          <p:spPr bwMode="auto">
            <a:xfrm>
              <a:off x="3744"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4" name="Rectangle 194">
              <a:extLst>
                <a:ext uri="{FF2B5EF4-FFF2-40B4-BE49-F238E27FC236}">
                  <a16:creationId xmlns:a16="http://schemas.microsoft.com/office/drawing/2014/main" id="{D6D201D3-39E3-46DF-AC68-91185B14406A}"/>
                </a:ext>
              </a:extLst>
            </p:cNvPr>
            <p:cNvSpPr>
              <a:spLocks noChangeArrowheads="1"/>
            </p:cNvSpPr>
            <p:nvPr/>
          </p:nvSpPr>
          <p:spPr bwMode="auto">
            <a:xfrm>
              <a:off x="3840"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5" name="Rectangle 195">
              <a:extLst>
                <a:ext uri="{FF2B5EF4-FFF2-40B4-BE49-F238E27FC236}">
                  <a16:creationId xmlns:a16="http://schemas.microsoft.com/office/drawing/2014/main" id="{D6BDA143-6C50-46FD-8860-20CA8267F6DF}"/>
                </a:ext>
              </a:extLst>
            </p:cNvPr>
            <p:cNvSpPr>
              <a:spLocks noChangeArrowheads="1"/>
            </p:cNvSpPr>
            <p:nvPr/>
          </p:nvSpPr>
          <p:spPr bwMode="auto">
            <a:xfrm>
              <a:off x="3936"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6" name="Rectangle 196">
              <a:extLst>
                <a:ext uri="{FF2B5EF4-FFF2-40B4-BE49-F238E27FC236}">
                  <a16:creationId xmlns:a16="http://schemas.microsoft.com/office/drawing/2014/main" id="{DDA908AC-549E-4B14-AD2A-1F9A75B2650B}"/>
                </a:ext>
              </a:extLst>
            </p:cNvPr>
            <p:cNvSpPr>
              <a:spLocks noChangeArrowheads="1"/>
            </p:cNvSpPr>
            <p:nvPr/>
          </p:nvSpPr>
          <p:spPr bwMode="auto">
            <a:xfrm>
              <a:off x="4032"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7" name="Rectangle 197">
              <a:extLst>
                <a:ext uri="{FF2B5EF4-FFF2-40B4-BE49-F238E27FC236}">
                  <a16:creationId xmlns:a16="http://schemas.microsoft.com/office/drawing/2014/main" id="{67384B4D-E1C0-440A-8519-4530D787A0AF}"/>
                </a:ext>
              </a:extLst>
            </p:cNvPr>
            <p:cNvSpPr>
              <a:spLocks noChangeArrowheads="1"/>
            </p:cNvSpPr>
            <p:nvPr/>
          </p:nvSpPr>
          <p:spPr bwMode="auto">
            <a:xfrm>
              <a:off x="4128"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8" name="Rectangle 198">
              <a:extLst>
                <a:ext uri="{FF2B5EF4-FFF2-40B4-BE49-F238E27FC236}">
                  <a16:creationId xmlns:a16="http://schemas.microsoft.com/office/drawing/2014/main" id="{7298C2ED-7A24-4C72-BB97-FD78329FB79B}"/>
                </a:ext>
              </a:extLst>
            </p:cNvPr>
            <p:cNvSpPr>
              <a:spLocks noChangeArrowheads="1"/>
            </p:cNvSpPr>
            <p:nvPr/>
          </p:nvSpPr>
          <p:spPr bwMode="auto">
            <a:xfrm>
              <a:off x="4224"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89" name="Rectangle 199">
              <a:extLst>
                <a:ext uri="{FF2B5EF4-FFF2-40B4-BE49-F238E27FC236}">
                  <a16:creationId xmlns:a16="http://schemas.microsoft.com/office/drawing/2014/main" id="{4E457DDA-2DD8-421D-86AD-203BD1F942B5}"/>
                </a:ext>
              </a:extLst>
            </p:cNvPr>
            <p:cNvSpPr>
              <a:spLocks noChangeArrowheads="1"/>
            </p:cNvSpPr>
            <p:nvPr/>
          </p:nvSpPr>
          <p:spPr bwMode="auto">
            <a:xfrm>
              <a:off x="4320"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90" name="Rectangle 200">
              <a:extLst>
                <a:ext uri="{FF2B5EF4-FFF2-40B4-BE49-F238E27FC236}">
                  <a16:creationId xmlns:a16="http://schemas.microsoft.com/office/drawing/2014/main" id="{5AEAB534-1C51-46EC-B4A1-F5A0C7752BB1}"/>
                </a:ext>
              </a:extLst>
            </p:cNvPr>
            <p:cNvSpPr>
              <a:spLocks noChangeArrowheads="1"/>
            </p:cNvSpPr>
            <p:nvPr/>
          </p:nvSpPr>
          <p:spPr bwMode="auto">
            <a:xfrm>
              <a:off x="4416"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91" name="Rectangle 201">
              <a:extLst>
                <a:ext uri="{FF2B5EF4-FFF2-40B4-BE49-F238E27FC236}">
                  <a16:creationId xmlns:a16="http://schemas.microsoft.com/office/drawing/2014/main" id="{8A88DA6B-8B51-458E-AF8B-2BF85433E761}"/>
                </a:ext>
              </a:extLst>
            </p:cNvPr>
            <p:cNvSpPr>
              <a:spLocks noChangeArrowheads="1"/>
            </p:cNvSpPr>
            <p:nvPr/>
          </p:nvSpPr>
          <p:spPr bwMode="auto">
            <a:xfrm>
              <a:off x="4512"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92" name="Rectangle 202">
              <a:extLst>
                <a:ext uri="{FF2B5EF4-FFF2-40B4-BE49-F238E27FC236}">
                  <a16:creationId xmlns:a16="http://schemas.microsoft.com/office/drawing/2014/main" id="{88AFB106-26B0-4BDD-8FBA-7585C6EE893C}"/>
                </a:ext>
              </a:extLst>
            </p:cNvPr>
            <p:cNvSpPr>
              <a:spLocks noChangeArrowheads="1"/>
            </p:cNvSpPr>
            <p:nvPr/>
          </p:nvSpPr>
          <p:spPr bwMode="auto">
            <a:xfrm>
              <a:off x="4608"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93" name="Rectangle 203">
              <a:extLst>
                <a:ext uri="{FF2B5EF4-FFF2-40B4-BE49-F238E27FC236}">
                  <a16:creationId xmlns:a16="http://schemas.microsoft.com/office/drawing/2014/main" id="{CFDD511D-790A-4639-AC13-8C49356CCEFB}"/>
                </a:ext>
              </a:extLst>
            </p:cNvPr>
            <p:cNvSpPr>
              <a:spLocks noChangeArrowheads="1"/>
            </p:cNvSpPr>
            <p:nvPr/>
          </p:nvSpPr>
          <p:spPr bwMode="auto">
            <a:xfrm>
              <a:off x="4704"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94" name="Rectangle 204">
              <a:extLst>
                <a:ext uri="{FF2B5EF4-FFF2-40B4-BE49-F238E27FC236}">
                  <a16:creationId xmlns:a16="http://schemas.microsoft.com/office/drawing/2014/main" id="{BA98C72E-0405-49E0-AA2F-A93756308E20}"/>
                </a:ext>
              </a:extLst>
            </p:cNvPr>
            <p:cNvSpPr>
              <a:spLocks noChangeArrowheads="1"/>
            </p:cNvSpPr>
            <p:nvPr/>
          </p:nvSpPr>
          <p:spPr bwMode="auto">
            <a:xfrm>
              <a:off x="4800" y="2141"/>
              <a:ext cx="48" cy="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grpSp>
      <p:sp>
        <p:nvSpPr>
          <p:cNvPr id="59" name="Rectangle 205">
            <a:extLst>
              <a:ext uri="{FF2B5EF4-FFF2-40B4-BE49-F238E27FC236}">
                <a16:creationId xmlns:a16="http://schemas.microsoft.com/office/drawing/2014/main" id="{A275AD7A-7D5E-433E-8009-193EC285F329}"/>
              </a:ext>
            </a:extLst>
          </p:cNvPr>
          <p:cNvSpPr>
            <a:spLocks noChangeArrowheads="1"/>
          </p:cNvSpPr>
          <p:nvPr/>
        </p:nvSpPr>
        <p:spPr bwMode="auto">
          <a:xfrm>
            <a:off x="3048000" y="3738563"/>
            <a:ext cx="76200" cy="76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grpSp>
        <p:nvGrpSpPr>
          <p:cNvPr id="7" name="Group 206">
            <a:extLst>
              <a:ext uri="{FF2B5EF4-FFF2-40B4-BE49-F238E27FC236}">
                <a16:creationId xmlns:a16="http://schemas.microsoft.com/office/drawing/2014/main" id="{40026014-C2C0-49A8-9DEB-D51B7EEB5EA9}"/>
              </a:ext>
            </a:extLst>
          </p:cNvPr>
          <p:cNvGrpSpPr>
            <a:grpSpLocks/>
          </p:cNvGrpSpPr>
          <p:nvPr/>
        </p:nvGrpSpPr>
        <p:grpSpPr bwMode="auto">
          <a:xfrm>
            <a:off x="5181600" y="4957763"/>
            <a:ext cx="2209800" cy="792162"/>
            <a:chOff x="3504" y="2928"/>
            <a:chExt cx="1392" cy="499"/>
          </a:xfrm>
        </p:grpSpPr>
        <p:sp>
          <p:nvSpPr>
            <p:cNvPr id="61" name="Text Box 207">
              <a:extLst>
                <a:ext uri="{FF2B5EF4-FFF2-40B4-BE49-F238E27FC236}">
                  <a16:creationId xmlns:a16="http://schemas.microsoft.com/office/drawing/2014/main" id="{6377B4FC-7003-49B5-B3D5-FE54AB8532D2}"/>
                </a:ext>
              </a:extLst>
            </p:cNvPr>
            <p:cNvSpPr txBox="1">
              <a:spLocks noChangeArrowheads="1"/>
            </p:cNvSpPr>
            <p:nvPr/>
          </p:nvSpPr>
          <p:spPr bwMode="auto">
            <a:xfrm>
              <a:off x="4128" y="3168"/>
              <a:ext cx="768" cy="254"/>
            </a:xfrm>
            <a:prstGeom prst="rect">
              <a:avLst/>
            </a:prstGeom>
            <a:noFill/>
            <a:ln w="12700">
              <a:noFill/>
              <a:miter lim="800000"/>
            </a:ln>
            <a:effectLst/>
          </p:spPr>
          <p:txBody>
            <a:bodyPr>
              <a:spAutoFit/>
            </a:bodyPr>
            <a:lstStyle/>
            <a:p>
              <a:pPr algn="ctr" eaLnBrk="1" hangingPunct="1">
                <a:lnSpc>
                  <a:spcPct val="110000"/>
                </a:lnSpc>
                <a:spcBef>
                  <a:spcPct val="20000"/>
                </a:spcBef>
                <a:buFont typeface="Wingdings" panose="05000000000000000000" pitchFamily="2" charset="2"/>
                <a:buNone/>
                <a:defRPr/>
              </a:pPr>
              <a:r>
                <a:rPr kumimoji="1" lang="zh-CN" altLang="en-US" sz="2000" b="1" dirty="0">
                  <a:solidFill>
                    <a:srgbClr val="660066"/>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激光源</a:t>
              </a:r>
            </a:p>
          </p:txBody>
        </p:sp>
        <p:sp>
          <p:nvSpPr>
            <p:cNvPr id="65566" name="Line 208">
              <a:extLst>
                <a:ext uri="{FF2B5EF4-FFF2-40B4-BE49-F238E27FC236}">
                  <a16:creationId xmlns:a16="http://schemas.microsoft.com/office/drawing/2014/main" id="{6506575B-2AF1-4C8D-9EC4-81B0FC50583C}"/>
                </a:ext>
              </a:extLst>
            </p:cNvPr>
            <p:cNvSpPr>
              <a:spLocks noChangeShapeType="1"/>
            </p:cNvSpPr>
            <p:nvPr/>
          </p:nvSpPr>
          <p:spPr bwMode="auto">
            <a:xfrm>
              <a:off x="3744" y="3120"/>
              <a:ext cx="432" cy="19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5567" name="Oval 209">
              <a:extLst>
                <a:ext uri="{FF2B5EF4-FFF2-40B4-BE49-F238E27FC236}">
                  <a16:creationId xmlns:a16="http://schemas.microsoft.com/office/drawing/2014/main" id="{6508EA56-FFE8-4082-8060-A834C8B79C22}"/>
                </a:ext>
              </a:extLst>
            </p:cNvPr>
            <p:cNvSpPr>
              <a:spLocks noChangeArrowheads="1"/>
            </p:cNvSpPr>
            <p:nvPr/>
          </p:nvSpPr>
          <p:spPr bwMode="auto">
            <a:xfrm>
              <a:off x="3504" y="2928"/>
              <a:ext cx="288" cy="288"/>
            </a:xfrm>
            <a:prstGeom prst="ellipse">
              <a:avLst/>
            </a:prstGeom>
            <a:gradFill rotWithShape="0">
              <a:gsLst>
                <a:gs pos="0">
                  <a:srgbClr val="FFFF00"/>
                </a:gs>
                <a:gs pos="100000">
                  <a:srgbClr val="FF3300"/>
                </a:gs>
              </a:gsLst>
              <a:path path="shape">
                <a:fillToRect l="50000" t="50000" r="50000" b="50000"/>
              </a:path>
            </a:gradFill>
            <a:ln w="9525">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5568" name="Line 210">
              <a:extLst>
                <a:ext uri="{FF2B5EF4-FFF2-40B4-BE49-F238E27FC236}">
                  <a16:creationId xmlns:a16="http://schemas.microsoft.com/office/drawing/2014/main" id="{3FEAD0B2-AC28-49D0-8053-21A0DE4A85A0}"/>
                </a:ext>
              </a:extLst>
            </p:cNvPr>
            <p:cNvSpPr>
              <a:spLocks noChangeShapeType="1"/>
            </p:cNvSpPr>
            <p:nvPr/>
          </p:nvSpPr>
          <p:spPr bwMode="auto">
            <a:xfrm>
              <a:off x="4257" y="3427"/>
              <a:ext cx="528" cy="0"/>
            </a:xfrm>
            <a:prstGeom prst="line">
              <a:avLst/>
            </a:prstGeom>
            <a:noFill/>
            <a:ln w="28575">
              <a:solidFill>
                <a:srgbClr val="FF99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sp>
        <p:nvSpPr>
          <p:cNvPr id="65549" name="AutoShape 211">
            <a:extLst>
              <a:ext uri="{FF2B5EF4-FFF2-40B4-BE49-F238E27FC236}">
                <a16:creationId xmlns:a16="http://schemas.microsoft.com/office/drawing/2014/main" id="{1F7705EE-5AD6-4ABB-A170-58D3D8D91776}"/>
              </a:ext>
            </a:extLst>
          </p:cNvPr>
          <p:cNvSpPr>
            <a:spLocks noChangeArrowheads="1"/>
          </p:cNvSpPr>
          <p:nvPr/>
        </p:nvSpPr>
        <p:spPr bwMode="auto">
          <a:xfrm>
            <a:off x="6781800" y="1644650"/>
            <a:ext cx="457200" cy="828675"/>
          </a:xfrm>
          <a:prstGeom prst="curvedLeftArrow">
            <a:avLst>
              <a:gd name="adj1" fmla="val 17873"/>
              <a:gd name="adj2" fmla="val 54123"/>
              <a:gd name="adj3" fmla="val 33329"/>
            </a:avLst>
          </a:prstGeom>
          <a:solidFill>
            <a:srgbClr val="FFFF66"/>
          </a:solidFill>
          <a:ln w="9525">
            <a:solidFill>
              <a:srgbClr val="FFFF00"/>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66" name="Line 212">
            <a:extLst>
              <a:ext uri="{FF2B5EF4-FFF2-40B4-BE49-F238E27FC236}">
                <a16:creationId xmlns:a16="http://schemas.microsoft.com/office/drawing/2014/main" id="{EF255D37-8786-4EE6-889D-668523E6A346}"/>
              </a:ext>
            </a:extLst>
          </p:cNvPr>
          <p:cNvSpPr>
            <a:spLocks noChangeShapeType="1"/>
          </p:cNvSpPr>
          <p:nvPr/>
        </p:nvSpPr>
        <p:spPr bwMode="auto">
          <a:xfrm flipH="1" flipV="1">
            <a:off x="5257800" y="3814763"/>
            <a:ext cx="152400" cy="1143000"/>
          </a:xfrm>
          <a:prstGeom prst="line">
            <a:avLst/>
          </a:prstGeom>
          <a:noFill/>
          <a:ln w="57150">
            <a:solidFill>
              <a:srgbClr val="FF33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7" name="Line 213">
            <a:extLst>
              <a:ext uri="{FF2B5EF4-FFF2-40B4-BE49-F238E27FC236}">
                <a16:creationId xmlns:a16="http://schemas.microsoft.com/office/drawing/2014/main" id="{0EF08CDC-6065-4449-92D0-91D75A103EEF}"/>
              </a:ext>
            </a:extLst>
          </p:cNvPr>
          <p:cNvSpPr>
            <a:spLocks noChangeShapeType="1"/>
          </p:cNvSpPr>
          <p:nvPr/>
        </p:nvSpPr>
        <p:spPr bwMode="auto">
          <a:xfrm flipH="1">
            <a:off x="4800600" y="3890963"/>
            <a:ext cx="381000" cy="2057400"/>
          </a:xfrm>
          <a:prstGeom prst="line">
            <a:avLst/>
          </a:prstGeom>
          <a:noFill/>
          <a:ln w="57150">
            <a:solidFill>
              <a:srgbClr val="FFFF00"/>
            </a:solidFill>
            <a:prstDash val="sysDot"/>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nvGrpSpPr>
          <p:cNvPr id="8" name="Group 214">
            <a:extLst>
              <a:ext uri="{FF2B5EF4-FFF2-40B4-BE49-F238E27FC236}">
                <a16:creationId xmlns:a16="http://schemas.microsoft.com/office/drawing/2014/main" id="{A4D2ED4E-BB9E-413E-9131-CF4321A5CFEE}"/>
              </a:ext>
            </a:extLst>
          </p:cNvPr>
          <p:cNvGrpSpPr>
            <a:grpSpLocks/>
          </p:cNvGrpSpPr>
          <p:nvPr/>
        </p:nvGrpSpPr>
        <p:grpSpPr bwMode="auto">
          <a:xfrm>
            <a:off x="4038600" y="5948363"/>
            <a:ext cx="4419600" cy="838200"/>
            <a:chOff x="2784" y="3552"/>
            <a:chExt cx="2784" cy="528"/>
          </a:xfrm>
        </p:grpSpPr>
        <p:sp>
          <p:nvSpPr>
            <p:cNvPr id="69" name="Rectangle 215">
              <a:extLst>
                <a:ext uri="{FF2B5EF4-FFF2-40B4-BE49-F238E27FC236}">
                  <a16:creationId xmlns:a16="http://schemas.microsoft.com/office/drawing/2014/main" id="{34D24177-7E28-4D9C-8629-5A8F7E44CF70}"/>
                </a:ext>
              </a:extLst>
            </p:cNvPr>
            <p:cNvSpPr>
              <a:spLocks noChangeArrowheads="1"/>
            </p:cNvSpPr>
            <p:nvPr/>
          </p:nvSpPr>
          <p:spPr bwMode="auto">
            <a:xfrm>
              <a:off x="4800" y="3792"/>
              <a:ext cx="768" cy="288"/>
            </a:xfrm>
            <a:prstGeom prst="rect">
              <a:avLst/>
            </a:prstGeom>
            <a:noFill/>
            <a:ln w="19050">
              <a:noFill/>
              <a:miter lim="800000"/>
            </a:ln>
            <a:effectLst/>
          </p:spPr>
          <p:txBody>
            <a:bodyPr wrap="none" anchor="ctr"/>
            <a:lstStyle/>
            <a:p>
              <a:pPr algn="ctr" eaLnBrk="1" hangingPunct="1">
                <a:lnSpc>
                  <a:spcPct val="110000"/>
                </a:lnSpc>
                <a:spcBef>
                  <a:spcPct val="20000"/>
                </a:spcBef>
                <a:buFont typeface="Wingdings" panose="05000000000000000000" pitchFamily="2" charset="2"/>
                <a:buNone/>
                <a:defRPr/>
              </a:pPr>
              <a:r>
                <a:rPr kumimoji="1" lang="zh-CN" altLang="en-US" sz="2000" b="1" dirty="0">
                  <a:solidFill>
                    <a:srgbClr val="660066"/>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数字信号</a:t>
              </a:r>
            </a:p>
          </p:txBody>
        </p:sp>
        <p:sp>
          <p:nvSpPr>
            <p:cNvPr id="70" name="Rectangle 216">
              <a:extLst>
                <a:ext uri="{FF2B5EF4-FFF2-40B4-BE49-F238E27FC236}">
                  <a16:creationId xmlns:a16="http://schemas.microsoft.com/office/drawing/2014/main" id="{CFB0A9A5-1569-41F6-B223-05011E420C7D}"/>
                </a:ext>
              </a:extLst>
            </p:cNvPr>
            <p:cNvSpPr>
              <a:spLocks noChangeArrowheads="1"/>
            </p:cNvSpPr>
            <p:nvPr/>
          </p:nvSpPr>
          <p:spPr bwMode="auto">
            <a:xfrm>
              <a:off x="3600" y="3792"/>
              <a:ext cx="624" cy="288"/>
            </a:xfrm>
            <a:prstGeom prst="rect">
              <a:avLst/>
            </a:prstGeom>
            <a:noFill/>
            <a:ln w="19050">
              <a:noFill/>
              <a:miter lim="800000"/>
            </a:ln>
            <a:effectLst/>
          </p:spPr>
          <p:txBody>
            <a:bodyPr wrap="none" anchor="ctr"/>
            <a:lstStyle/>
            <a:p>
              <a:pPr algn="ctr" eaLnBrk="1" hangingPunct="1">
                <a:lnSpc>
                  <a:spcPct val="110000"/>
                </a:lnSpc>
                <a:spcBef>
                  <a:spcPct val="20000"/>
                </a:spcBef>
                <a:buFont typeface="Wingdings" panose="05000000000000000000" pitchFamily="2" charset="2"/>
                <a:buNone/>
                <a:defRPr/>
              </a:pPr>
              <a:r>
                <a:rPr kumimoji="1" lang="zh-CN" altLang="en-US" sz="2000" b="1" dirty="0">
                  <a:solidFill>
                    <a:srgbClr val="660066"/>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电信号</a:t>
              </a:r>
            </a:p>
          </p:txBody>
        </p:sp>
        <p:sp>
          <p:nvSpPr>
            <p:cNvPr id="71" name="Rectangle 217">
              <a:extLst>
                <a:ext uri="{FF2B5EF4-FFF2-40B4-BE49-F238E27FC236}">
                  <a16:creationId xmlns:a16="http://schemas.microsoft.com/office/drawing/2014/main" id="{980799C1-D848-4E90-8977-5434FE69E9A5}"/>
                </a:ext>
              </a:extLst>
            </p:cNvPr>
            <p:cNvSpPr>
              <a:spLocks noChangeArrowheads="1"/>
            </p:cNvSpPr>
            <p:nvPr/>
          </p:nvSpPr>
          <p:spPr bwMode="auto">
            <a:xfrm>
              <a:off x="2784" y="3552"/>
              <a:ext cx="912" cy="288"/>
            </a:xfrm>
            <a:prstGeom prst="rect">
              <a:avLst/>
            </a:prstGeom>
            <a:gradFill rotWithShape="0">
              <a:gsLst>
                <a:gs pos="0">
                  <a:srgbClr val="009900"/>
                </a:gs>
                <a:gs pos="100000">
                  <a:srgbClr val="009900">
                    <a:gamma/>
                    <a:shade val="46275"/>
                    <a:invGamma/>
                  </a:srgbClr>
                </a:gs>
              </a:gsLst>
              <a:lin ang="5400000" scaled="1"/>
            </a:gradFill>
            <a:ln w="19050">
              <a:solidFill>
                <a:schemeClr val="bg1"/>
              </a:solidFill>
              <a:miter lim="800000"/>
            </a:ln>
            <a:effectLst/>
          </p:spPr>
          <p:txBody>
            <a:bodyPr wrap="none" anchor="ctr"/>
            <a:lstStyle/>
            <a:p>
              <a:pPr algn="ctr" eaLnBrk="1" hangingPunct="1">
                <a:spcBef>
                  <a:spcPct val="20000"/>
                </a:spcBef>
                <a:buFont typeface="Wingdings" panose="05000000000000000000" pitchFamily="2" charset="2"/>
                <a:buNone/>
                <a:defRPr/>
              </a:pPr>
              <a:r>
                <a:rPr kumimoji="1" lang="zh-CN" altLang="en-US" sz="2000" b="1">
                  <a:solidFill>
                    <a:schemeClr val="bg1"/>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光电转换</a:t>
              </a:r>
            </a:p>
          </p:txBody>
        </p:sp>
        <p:sp>
          <p:nvSpPr>
            <p:cNvPr id="72" name="Rectangle 218">
              <a:extLst>
                <a:ext uri="{FF2B5EF4-FFF2-40B4-BE49-F238E27FC236}">
                  <a16:creationId xmlns:a16="http://schemas.microsoft.com/office/drawing/2014/main" id="{1BA3BCC8-33A7-4436-B3E1-411B1BCD2E8A}"/>
                </a:ext>
              </a:extLst>
            </p:cNvPr>
            <p:cNvSpPr>
              <a:spLocks noChangeArrowheads="1"/>
            </p:cNvSpPr>
            <p:nvPr/>
          </p:nvSpPr>
          <p:spPr bwMode="auto">
            <a:xfrm>
              <a:off x="4032" y="3552"/>
              <a:ext cx="912" cy="288"/>
            </a:xfrm>
            <a:prstGeom prst="rect">
              <a:avLst/>
            </a:prstGeom>
            <a:gradFill rotWithShape="0">
              <a:gsLst>
                <a:gs pos="0">
                  <a:srgbClr val="009900"/>
                </a:gs>
                <a:gs pos="100000">
                  <a:srgbClr val="009900">
                    <a:gamma/>
                    <a:shade val="46275"/>
                    <a:invGamma/>
                  </a:srgbClr>
                </a:gs>
              </a:gsLst>
              <a:lin ang="5400000" scaled="1"/>
            </a:gradFill>
            <a:ln w="19050">
              <a:solidFill>
                <a:schemeClr val="bg1"/>
              </a:solidFill>
              <a:miter lim="800000"/>
            </a:ln>
            <a:effectLst/>
          </p:spPr>
          <p:txBody>
            <a:bodyPr wrap="none" anchor="ctr"/>
            <a:lstStyle/>
            <a:p>
              <a:pPr algn="ctr" eaLnBrk="1" hangingPunct="1">
                <a:spcBef>
                  <a:spcPct val="20000"/>
                </a:spcBef>
                <a:buFont typeface="Wingdings" panose="05000000000000000000" pitchFamily="2" charset="2"/>
                <a:buNone/>
                <a:defRPr/>
              </a:pPr>
              <a:r>
                <a:rPr kumimoji="1" lang="zh-CN" altLang="en-US" sz="2000" b="1">
                  <a:solidFill>
                    <a:schemeClr val="bg1"/>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译码</a:t>
              </a:r>
            </a:p>
          </p:txBody>
        </p:sp>
        <p:sp>
          <p:nvSpPr>
            <p:cNvPr id="65563" name="Line 219">
              <a:extLst>
                <a:ext uri="{FF2B5EF4-FFF2-40B4-BE49-F238E27FC236}">
                  <a16:creationId xmlns:a16="http://schemas.microsoft.com/office/drawing/2014/main" id="{49106CFA-C12F-4184-9E2F-AED4C3B4EA5C}"/>
                </a:ext>
              </a:extLst>
            </p:cNvPr>
            <p:cNvSpPr>
              <a:spLocks noChangeShapeType="1"/>
            </p:cNvSpPr>
            <p:nvPr/>
          </p:nvSpPr>
          <p:spPr bwMode="auto">
            <a:xfrm>
              <a:off x="3696" y="3696"/>
              <a:ext cx="336"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65564" name="Line 220">
              <a:extLst>
                <a:ext uri="{FF2B5EF4-FFF2-40B4-BE49-F238E27FC236}">
                  <a16:creationId xmlns:a16="http://schemas.microsoft.com/office/drawing/2014/main" id="{7E3F509E-5BCE-4319-9A32-617D402AAC86}"/>
                </a:ext>
              </a:extLst>
            </p:cNvPr>
            <p:cNvSpPr>
              <a:spLocks noChangeShapeType="1"/>
            </p:cNvSpPr>
            <p:nvPr/>
          </p:nvSpPr>
          <p:spPr bwMode="auto">
            <a:xfrm>
              <a:off x="4944" y="3696"/>
              <a:ext cx="576" cy="0"/>
            </a:xfrm>
            <a:prstGeom prst="line">
              <a:avLst/>
            </a:prstGeom>
            <a:noFill/>
            <a:ln w="28575">
              <a:solidFill>
                <a:srgbClr val="FFFF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grpSp>
        <p:nvGrpSpPr>
          <p:cNvPr id="9" name="Group 221">
            <a:extLst>
              <a:ext uri="{FF2B5EF4-FFF2-40B4-BE49-F238E27FC236}">
                <a16:creationId xmlns:a16="http://schemas.microsoft.com/office/drawing/2014/main" id="{2212A6DF-BC91-46BA-B380-65DB271F74B3}"/>
              </a:ext>
            </a:extLst>
          </p:cNvPr>
          <p:cNvGrpSpPr>
            <a:grpSpLocks/>
          </p:cNvGrpSpPr>
          <p:nvPr/>
        </p:nvGrpSpPr>
        <p:grpSpPr bwMode="auto">
          <a:xfrm>
            <a:off x="457200" y="3775075"/>
            <a:ext cx="3048000" cy="1357313"/>
            <a:chOff x="528" y="2183"/>
            <a:chExt cx="1920" cy="855"/>
          </a:xfrm>
        </p:grpSpPr>
        <p:sp>
          <p:nvSpPr>
            <p:cNvPr id="76" name="Text Box 222">
              <a:extLst>
                <a:ext uri="{FF2B5EF4-FFF2-40B4-BE49-F238E27FC236}">
                  <a16:creationId xmlns:a16="http://schemas.microsoft.com/office/drawing/2014/main" id="{F19C57CE-CDCE-4A78-97CB-F119B510A962}"/>
                </a:ext>
              </a:extLst>
            </p:cNvPr>
            <p:cNvSpPr txBox="1">
              <a:spLocks noChangeArrowheads="1"/>
            </p:cNvSpPr>
            <p:nvPr/>
          </p:nvSpPr>
          <p:spPr bwMode="auto">
            <a:xfrm>
              <a:off x="528" y="2784"/>
              <a:ext cx="1008" cy="254"/>
            </a:xfrm>
            <a:prstGeom prst="rect">
              <a:avLst/>
            </a:prstGeom>
            <a:noFill/>
            <a:ln w="12700">
              <a:noFill/>
              <a:miter lim="800000"/>
            </a:ln>
            <a:effectLst/>
          </p:spPr>
          <p:txBody>
            <a:bodyPr>
              <a:spAutoFit/>
            </a:bodyPr>
            <a:lstStyle/>
            <a:p>
              <a:pPr algn="ctr" eaLnBrk="1" hangingPunct="1">
                <a:lnSpc>
                  <a:spcPct val="110000"/>
                </a:lnSpc>
                <a:spcBef>
                  <a:spcPct val="20000"/>
                </a:spcBef>
                <a:buFont typeface="Wingdings" panose="05000000000000000000" pitchFamily="2" charset="2"/>
                <a:buNone/>
                <a:defRPr/>
              </a:pPr>
              <a:r>
                <a:rPr kumimoji="1" lang="zh-CN" altLang="en-US" sz="2000" b="1" dirty="0">
                  <a:solidFill>
                    <a:srgbClr val="660066"/>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数据凹坑</a:t>
              </a:r>
            </a:p>
          </p:txBody>
        </p:sp>
        <p:sp>
          <p:nvSpPr>
            <p:cNvPr id="65558" name="Line 223">
              <a:extLst>
                <a:ext uri="{FF2B5EF4-FFF2-40B4-BE49-F238E27FC236}">
                  <a16:creationId xmlns:a16="http://schemas.microsoft.com/office/drawing/2014/main" id="{BD000A8D-C589-4001-A12A-DB7B100AD7A6}"/>
                </a:ext>
              </a:extLst>
            </p:cNvPr>
            <p:cNvSpPr>
              <a:spLocks noChangeShapeType="1"/>
            </p:cNvSpPr>
            <p:nvPr/>
          </p:nvSpPr>
          <p:spPr bwMode="auto">
            <a:xfrm flipV="1">
              <a:off x="1536" y="2183"/>
              <a:ext cx="912" cy="793"/>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grpSp>
      <p:pic>
        <p:nvPicPr>
          <p:cNvPr id="65554" name="Picture 224" descr="cd_0">
            <a:extLst>
              <a:ext uri="{FF2B5EF4-FFF2-40B4-BE49-F238E27FC236}">
                <a16:creationId xmlns:a16="http://schemas.microsoft.com/office/drawing/2014/main" id="{386A4CC1-736B-41F1-8A48-F359985F7061}"/>
              </a:ext>
            </a:extLst>
          </p:cNvPr>
          <p:cNvPicPr>
            <a:picLocks noChangeAspect="1" noChangeArrowheads="1"/>
          </p:cNvPicPr>
          <p:nvPr/>
        </p:nvPicPr>
        <p:blipFill>
          <a:blip r:embed="rId2">
            <a:clrChange>
              <a:clrFrom>
                <a:srgbClr val="01017F"/>
              </a:clrFrom>
              <a:clrTo>
                <a:srgbClr val="01017F">
                  <a:alpha val="0"/>
                </a:srgbClr>
              </a:clrTo>
            </a:clrChange>
            <a:extLst>
              <a:ext uri="{28A0092B-C50C-407E-A947-70E740481C1C}">
                <a14:useLocalDpi xmlns:a14="http://schemas.microsoft.com/office/drawing/2010/main" val="0"/>
              </a:ext>
            </a:extLst>
          </a:blip>
          <a:srcRect/>
          <a:stretch>
            <a:fillRect/>
          </a:stretch>
        </p:blipFill>
        <p:spPr bwMode="auto">
          <a:xfrm>
            <a:off x="914400" y="1528763"/>
            <a:ext cx="6096000"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 name="Text Box 225">
            <a:extLst>
              <a:ext uri="{FF2B5EF4-FFF2-40B4-BE49-F238E27FC236}">
                <a16:creationId xmlns:a16="http://schemas.microsoft.com/office/drawing/2014/main" id="{4845218C-C125-48D5-A87F-C9F1927752E5}"/>
              </a:ext>
            </a:extLst>
          </p:cNvPr>
          <p:cNvSpPr txBox="1">
            <a:spLocks noChangeArrowheads="1"/>
          </p:cNvSpPr>
          <p:nvPr/>
        </p:nvSpPr>
        <p:spPr bwMode="auto">
          <a:xfrm>
            <a:off x="5029200" y="1101725"/>
            <a:ext cx="1219200" cy="403225"/>
          </a:xfrm>
          <a:prstGeom prst="rect">
            <a:avLst/>
          </a:prstGeom>
          <a:noFill/>
          <a:ln w="12700">
            <a:noFill/>
            <a:miter lim="800000"/>
          </a:ln>
          <a:effectLst/>
        </p:spPr>
        <p:txBody>
          <a:bodyPr>
            <a:spAutoFit/>
          </a:bodyPr>
          <a:lstStyle/>
          <a:p>
            <a:pPr algn="ctr" eaLnBrk="1" hangingPunct="1">
              <a:lnSpc>
                <a:spcPct val="110000"/>
              </a:lnSpc>
              <a:spcBef>
                <a:spcPct val="60000"/>
              </a:spcBef>
              <a:buFont typeface="Wingdings" panose="05000000000000000000" pitchFamily="2" charset="2"/>
              <a:buNone/>
              <a:defRPr/>
            </a:pPr>
            <a:r>
              <a:rPr kumimoji="1" lang="zh-CN" altLang="en-US" sz="2000" b="1" dirty="0">
                <a:solidFill>
                  <a:srgbClr val="660066"/>
                </a:solidFill>
                <a:effectLst>
                  <a:outerShdw blurRad="38100" dist="38100" dir="2700000" algn="tl">
                    <a:srgbClr val="000000"/>
                  </a:outerShdw>
                </a:effectLst>
                <a:latin typeface="楷体" panose="02010609060101010101" pitchFamily="49" charset="-122"/>
                <a:ea typeface="楷体" panose="02010609060101010101" pitchFamily="49" charset="-122"/>
                <a:sym typeface="+mn-ea"/>
              </a:rPr>
              <a:t>激光盘</a:t>
            </a:r>
          </a:p>
        </p:txBody>
      </p:sp>
      <p:pic>
        <p:nvPicPr>
          <p:cNvPr id="65556" name="Picture 226" descr="cd-rom">
            <a:extLst>
              <a:ext uri="{FF2B5EF4-FFF2-40B4-BE49-F238E27FC236}">
                <a16:creationId xmlns:a16="http://schemas.microsoft.com/office/drawing/2014/main" id="{EC659616-4C2F-4931-AF17-BAE5355C2A4A}"/>
              </a:ext>
            </a:extLst>
          </p:cNvPr>
          <p:cNvPicPr>
            <a:picLocks noChangeAspect="1" noChangeArrowheads="1"/>
          </p:cNvPicPr>
          <p:nvPr/>
        </p:nvPicPr>
        <p:blipFill>
          <a:blip r:embed="rId3">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6858000" y="720725"/>
            <a:ext cx="1828800"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0" fill="hold"/>
                                        <p:tgtEl>
                                          <p:spTgt spid="3"/>
                                        </p:tgtEl>
                                        <p:attrNameLst>
                                          <p:attrName>ppt_x</p:attrName>
                                        </p:attrNameLst>
                                      </p:cBhvr>
                                      <p:tavLst>
                                        <p:tav tm="0">
                                          <p:val>
                                            <p:strVal val="1+#ppt_w/2"/>
                                          </p:val>
                                        </p:tav>
                                        <p:tav tm="100000">
                                          <p:val>
                                            <p:strVal val="#ppt_x"/>
                                          </p:val>
                                        </p:tav>
                                      </p:tavLst>
                                    </p:anim>
                                    <p:anim calcmode="lin" valueType="num">
                                      <p:cBhvr additive="base">
                                        <p:cTn id="8" dur="5000" fill="hold"/>
                                        <p:tgtEl>
                                          <p:spTgt spid="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499"/>
                                          </p:stCondLst>
                                        </p:cTn>
                                        <p:tgtEl>
                                          <p:spTgt spid="7"/>
                                        </p:tgtEl>
                                        <p:attrNameLst>
                                          <p:attrName>style.visibility</p:attrName>
                                        </p:attrNameLst>
                                      </p:cBhvr>
                                      <p:to>
                                        <p:strVal val="visible"/>
                                      </p:to>
                                    </p:set>
                                  </p:childTnLst>
                                </p:cTn>
                              </p:par>
                            </p:childTnLst>
                          </p:cTn>
                        </p:par>
                        <p:par>
                          <p:cTn id="17" fill="hold" nodeType="afterGroup">
                            <p:stCondLst>
                              <p:cond delay="500"/>
                            </p:stCondLst>
                            <p:childTnLst>
                              <p:par>
                                <p:cTn id="18" presetID="12" presetClass="entr" presetSubtype="4" fill="hold" nodeType="after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slide(fromBottom)">
                                      <p:cBhvr>
                                        <p:cTn id="20" dur="500"/>
                                        <p:tgtEl>
                                          <p:spTgt spid="66"/>
                                        </p:tgtEl>
                                      </p:cBhvr>
                                    </p:animEffect>
                                  </p:childTnLst>
                                </p:cTn>
                              </p:par>
                            </p:childTnLst>
                          </p:cTn>
                        </p:par>
                        <p:par>
                          <p:cTn id="21" fill="hold" nodeType="afterGroup">
                            <p:stCondLst>
                              <p:cond delay="1000"/>
                            </p:stCondLst>
                            <p:childTnLst>
                              <p:par>
                                <p:cTn id="22" presetID="1" presetClass="entr" presetSubtype="0" fill="hold" grpId="0" nodeType="afterEffect">
                                  <p:stCondLst>
                                    <p:cond delay="0"/>
                                  </p:stCondLst>
                                  <p:childTnLst>
                                    <p:set>
                                      <p:cBhvr>
                                        <p:cTn id="23" dur="1" fill="hold">
                                          <p:stCondLst>
                                            <p:cond delay="499"/>
                                          </p:stCondLst>
                                        </p:cTn>
                                        <p:tgtEl>
                                          <p:spTgt spid="59"/>
                                        </p:tgtEl>
                                        <p:attrNameLst>
                                          <p:attrName>style.visibility</p:attrName>
                                        </p:attrNameLst>
                                      </p:cBhvr>
                                      <p:to>
                                        <p:strVal val="visible"/>
                                      </p:to>
                                    </p:set>
                                  </p:childTnLst>
                                </p:cTn>
                              </p:par>
                            </p:childTnLst>
                          </p:cTn>
                        </p:par>
                        <p:par>
                          <p:cTn id="24" fill="hold" nodeType="afterGroup">
                            <p:stCondLst>
                              <p:cond delay="1500"/>
                            </p:stCondLst>
                            <p:childTnLst>
                              <p:par>
                                <p:cTn id="25" presetID="1" presetClass="entr" presetSubtype="0" fill="hold" grpId="0" nodeType="afterEffect">
                                  <p:stCondLst>
                                    <p:cond delay="0"/>
                                  </p:stCondLst>
                                  <p:childTnLst>
                                    <p:set>
                                      <p:cBhvr>
                                        <p:cTn id="26" dur="1" fill="hold">
                                          <p:stCondLst>
                                            <p:cond delay="499"/>
                                          </p:stCondLst>
                                        </p:cTn>
                                        <p:tgtEl>
                                          <p:spTgt spid="29"/>
                                        </p:tgtEl>
                                        <p:attrNameLst>
                                          <p:attrName>style.visibility</p:attrName>
                                        </p:attrNameLst>
                                      </p:cBhvr>
                                      <p:to>
                                        <p:strVal val="visible"/>
                                      </p:to>
                                    </p:set>
                                  </p:childTnLst>
                                </p:cTn>
                              </p:par>
                            </p:childTnLst>
                          </p:cTn>
                        </p:par>
                        <p:par>
                          <p:cTn id="27" fill="hold" nodeType="afterGroup">
                            <p:stCondLst>
                              <p:cond delay="2000"/>
                            </p:stCondLst>
                            <p:childTnLst>
                              <p:par>
                                <p:cTn id="28" presetID="1" presetClass="entr" presetSubtype="0" fill="hold" grpId="0" nodeType="afterEffect">
                                  <p:stCondLst>
                                    <p:cond delay="0"/>
                                  </p:stCondLst>
                                  <p:childTnLst>
                                    <p:set>
                                      <p:cBhvr>
                                        <p:cTn id="29" dur="1" fill="hold">
                                          <p:stCondLst>
                                            <p:cond delay="499"/>
                                          </p:stCondLst>
                                        </p:cTn>
                                        <p:tgtEl>
                                          <p:spTgt spid="30"/>
                                        </p:tgtEl>
                                        <p:attrNameLst>
                                          <p:attrName>style.visibility</p:attrName>
                                        </p:attrNameLst>
                                      </p:cBhvr>
                                      <p:to>
                                        <p:strVal val="visible"/>
                                      </p:to>
                                    </p:set>
                                  </p:childTnLst>
                                </p:cTn>
                              </p:par>
                            </p:childTnLst>
                          </p:cTn>
                        </p:par>
                        <p:par>
                          <p:cTn id="30" fill="hold" nodeType="afterGroup">
                            <p:stCondLst>
                              <p:cond delay="2500"/>
                            </p:stCondLst>
                            <p:childTnLst>
                              <p:par>
                                <p:cTn id="31" presetID="1" presetClass="entr" presetSubtype="0" fill="hold" grpId="0" nodeType="afterEffect">
                                  <p:stCondLst>
                                    <p:cond delay="0"/>
                                  </p:stCondLst>
                                  <p:childTnLst>
                                    <p:set>
                                      <p:cBhvr>
                                        <p:cTn id="32" dur="1" fill="hold">
                                          <p:stCondLst>
                                            <p:cond delay="499"/>
                                          </p:stCondLst>
                                        </p:cTn>
                                        <p:tgtEl>
                                          <p:spTgt spid="31"/>
                                        </p:tgtEl>
                                        <p:attrNameLst>
                                          <p:attrName>style.visibility</p:attrName>
                                        </p:attrNameLst>
                                      </p:cBhvr>
                                      <p:to>
                                        <p:strVal val="visible"/>
                                      </p:to>
                                    </p:set>
                                  </p:childTnLst>
                                </p:cTn>
                              </p:par>
                            </p:childTnLst>
                          </p:cTn>
                        </p:par>
                        <p:par>
                          <p:cTn id="33" fill="hold" nodeType="afterGroup">
                            <p:stCondLst>
                              <p:cond delay="3000"/>
                            </p:stCondLst>
                            <p:childTnLst>
                              <p:par>
                                <p:cTn id="34" presetID="1" presetClass="entr" presetSubtype="0" fill="hold" nodeType="afterEffect">
                                  <p:stCondLst>
                                    <p:cond delay="0"/>
                                  </p:stCondLst>
                                  <p:childTnLst>
                                    <p:set>
                                      <p:cBhvr>
                                        <p:cTn id="35" dur="1" fill="hold">
                                          <p:stCondLst>
                                            <p:cond delay="499"/>
                                          </p:stCondLst>
                                        </p:cTn>
                                        <p:tgtEl>
                                          <p:spTgt spid="9"/>
                                        </p:tgtEl>
                                        <p:attrNameLst>
                                          <p:attrName>style.visibility</p:attrName>
                                        </p:attrNameLst>
                                      </p:cBhvr>
                                      <p:to>
                                        <p:strVal val="visible"/>
                                      </p:to>
                                    </p:set>
                                  </p:childTnLst>
                                </p:cTn>
                              </p:par>
                            </p:childTnLst>
                          </p:cTn>
                        </p:par>
                        <p:par>
                          <p:cTn id="36" fill="hold" nodeType="afterGroup">
                            <p:stCondLst>
                              <p:cond delay="3500"/>
                            </p:stCondLst>
                            <p:childTnLst>
                              <p:par>
                                <p:cTn id="37" presetID="1" presetClass="entr" presetSubtype="0" fill="hold" nodeType="afterEffect">
                                  <p:stCondLst>
                                    <p:cond delay="0"/>
                                  </p:stCondLst>
                                  <p:childTnLst>
                                    <p:set>
                                      <p:cBhvr>
                                        <p:cTn id="38" dur="1" fill="hold">
                                          <p:stCondLst>
                                            <p:cond delay="499"/>
                                          </p:stCondLst>
                                        </p:cTn>
                                        <p:tgtEl>
                                          <p:spTgt spid="5"/>
                                        </p:tgtEl>
                                        <p:attrNameLst>
                                          <p:attrName>style.visibility</p:attrName>
                                        </p:attrNameLst>
                                      </p:cBhvr>
                                      <p:to>
                                        <p:strVal val="visible"/>
                                      </p:to>
                                    </p:set>
                                  </p:childTnLst>
                                </p:cTn>
                              </p:par>
                            </p:childTnLst>
                          </p:cTn>
                        </p:par>
                        <p:par>
                          <p:cTn id="39" fill="hold" nodeType="afterGroup">
                            <p:stCondLst>
                              <p:cond delay="4000"/>
                            </p:stCondLst>
                            <p:childTnLst>
                              <p:par>
                                <p:cTn id="40" presetID="22" presetClass="entr" presetSubtype="1" fill="hold" nodeType="afterEffect">
                                  <p:stCondLst>
                                    <p:cond delay="0"/>
                                  </p:stCondLst>
                                  <p:childTnLst>
                                    <p:set>
                                      <p:cBhvr>
                                        <p:cTn id="41" dur="1" fill="hold">
                                          <p:stCondLst>
                                            <p:cond delay="0"/>
                                          </p:stCondLst>
                                        </p:cTn>
                                        <p:tgtEl>
                                          <p:spTgt spid="67"/>
                                        </p:tgtEl>
                                        <p:attrNameLst>
                                          <p:attrName>style.visibility</p:attrName>
                                        </p:attrNameLst>
                                      </p:cBhvr>
                                      <p:to>
                                        <p:strVal val="visible"/>
                                      </p:to>
                                    </p:set>
                                    <p:animEffect transition="in" filter="wipe(up)">
                                      <p:cBhvr>
                                        <p:cTn id="42" dur="500"/>
                                        <p:tgtEl>
                                          <p:spTgt spid="67"/>
                                        </p:tgtEl>
                                      </p:cBhvr>
                                    </p:animEffect>
                                  </p:childTnLst>
                                </p:cTn>
                              </p:par>
                            </p:childTnLst>
                          </p:cTn>
                        </p:par>
                        <p:par>
                          <p:cTn id="43" fill="hold" nodeType="afterGroup">
                            <p:stCondLst>
                              <p:cond delay="4500"/>
                            </p:stCondLst>
                            <p:childTnLst>
                              <p:par>
                                <p:cTn id="44" presetID="22" presetClass="entr" presetSubtype="8" fill="hold"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P spid="31" grpId="0" animBg="1"/>
      <p:bldP spid="5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E11BB946-0CED-4DEB-AE0B-9A871CAD159A}"/>
              </a:ext>
            </a:extLst>
          </p:cNvPr>
          <p:cNvSpPr>
            <a:spLocks noGrp="1" noChangeArrowheads="1"/>
          </p:cNvSpPr>
          <p:nvPr>
            <p:ph type="title"/>
          </p:nvPr>
        </p:nvSpPr>
        <p:spPr/>
        <p:txBody>
          <a:bodyPr/>
          <a:lstStyle/>
          <a:p>
            <a:pPr eaLnBrk="1" hangingPunct="1">
              <a:defRPr/>
            </a:pPr>
            <a:r>
              <a:rPr kumimoji="1" lang="zh-CN" altLang="en-US" dirty="0"/>
              <a:t>光盘扇区格式</a:t>
            </a:r>
          </a:p>
        </p:txBody>
      </p:sp>
      <p:sp>
        <p:nvSpPr>
          <p:cNvPr id="66563" name="Rectangle 3">
            <a:extLst>
              <a:ext uri="{FF2B5EF4-FFF2-40B4-BE49-F238E27FC236}">
                <a16:creationId xmlns:a16="http://schemas.microsoft.com/office/drawing/2014/main" id="{8AC2A4F3-943A-480A-9D58-F8521ADDF632}"/>
              </a:ext>
            </a:extLst>
          </p:cNvPr>
          <p:cNvSpPr>
            <a:spLocks noGrp="1" noChangeArrowheads="1"/>
          </p:cNvSpPr>
          <p:nvPr>
            <p:ph idx="1"/>
          </p:nvPr>
        </p:nvSpPr>
        <p:spPr/>
        <p:txBody>
          <a:bodyPr/>
          <a:lstStyle/>
          <a:p>
            <a:pPr eaLnBrk="1" hangingPunct="1"/>
            <a:r>
              <a:rPr lang="zh-CN" altLang="en-US"/>
              <a:t>信息记录的轨迹称为光道。光道上划分出一个个扇区，它是光盘的最小可寻址单位。扇区的结构如图所示。每秒钟读出</a:t>
            </a:r>
            <a:r>
              <a:rPr lang="en-US" altLang="zh-CN"/>
              <a:t>75</a:t>
            </a:r>
            <a:r>
              <a:rPr lang="zh-CN" altLang="en-US"/>
              <a:t>个扇区。</a:t>
            </a:r>
            <a:endParaRPr lang="en-US" altLang="zh-CN"/>
          </a:p>
          <a:p>
            <a:pPr eaLnBrk="1" hangingPunct="1"/>
            <a:endParaRPr lang="en-US" altLang="zh-CN"/>
          </a:p>
          <a:p>
            <a:pPr eaLnBrk="1" hangingPunct="1"/>
            <a:endParaRPr lang="en-US" altLang="zh-CN"/>
          </a:p>
          <a:p>
            <a:pPr eaLnBrk="1" hangingPunct="1"/>
            <a:endParaRPr lang="en-US" altLang="zh-CN"/>
          </a:p>
          <a:p>
            <a:pPr eaLnBrk="1" hangingPunct="1"/>
            <a:endParaRPr lang="en-US" altLang="zh-CN"/>
          </a:p>
          <a:p>
            <a:pPr eaLnBrk="1" hangingPunct="1"/>
            <a:r>
              <a:rPr lang="zh-CN" altLang="en-US"/>
              <a:t>模式</a:t>
            </a:r>
            <a:r>
              <a:rPr lang="en-US" altLang="zh-CN"/>
              <a:t>1</a:t>
            </a:r>
            <a:r>
              <a:rPr lang="zh-CN" altLang="en-US"/>
              <a:t>：每扇区容量</a:t>
            </a:r>
            <a:r>
              <a:rPr lang="en-US" altLang="zh-CN"/>
              <a:t>2048</a:t>
            </a:r>
            <a:r>
              <a:rPr lang="zh-CN" altLang="en-US"/>
              <a:t>字节</a:t>
            </a:r>
            <a:endParaRPr lang="en-US" altLang="zh-CN"/>
          </a:p>
          <a:p>
            <a:pPr eaLnBrk="1" hangingPunct="1"/>
            <a:r>
              <a:rPr lang="zh-CN" altLang="en-US"/>
              <a:t>模式</a:t>
            </a:r>
            <a:r>
              <a:rPr lang="en-US" altLang="zh-CN"/>
              <a:t>2</a:t>
            </a:r>
            <a:r>
              <a:rPr lang="zh-CN" altLang="en-US"/>
              <a:t>：每扇区容量</a:t>
            </a:r>
            <a:r>
              <a:rPr lang="en-US" altLang="zh-CN"/>
              <a:t>2048+288=2336</a:t>
            </a:r>
            <a:r>
              <a:rPr lang="zh-CN" altLang="en-US"/>
              <a:t>字节。适合存放声音和图像</a:t>
            </a:r>
          </a:p>
        </p:txBody>
      </p:sp>
      <p:pic>
        <p:nvPicPr>
          <p:cNvPr id="66564" name="Picture 4" descr="7a13">
            <a:hlinkClick r:id="rId2" action="ppaction://hlinkfile"/>
            <a:extLst>
              <a:ext uri="{FF2B5EF4-FFF2-40B4-BE49-F238E27FC236}">
                <a16:creationId xmlns:a16="http://schemas.microsoft.com/office/drawing/2014/main" id="{632E7957-AC86-4CD3-BB47-40F0D165D99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625" y="2643188"/>
            <a:ext cx="8402638"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D5A8FD0-47BC-411C-B695-D8DE5EB2314E}"/>
              </a:ext>
            </a:extLst>
          </p:cNvPr>
          <p:cNvSpPr>
            <a:spLocks noGrp="1" noChangeArrowheads="1"/>
          </p:cNvSpPr>
          <p:nvPr>
            <p:ph type="title"/>
          </p:nvPr>
        </p:nvSpPr>
        <p:spPr/>
        <p:txBody>
          <a:bodyPr/>
          <a:lstStyle/>
          <a:p>
            <a:pPr eaLnBrk="1" hangingPunct="1">
              <a:defRPr/>
            </a:pPr>
            <a:r>
              <a:rPr kumimoji="1" lang="zh-CN" altLang="en-US" dirty="0"/>
              <a:t>举例</a:t>
            </a:r>
          </a:p>
        </p:txBody>
      </p:sp>
      <p:sp>
        <p:nvSpPr>
          <p:cNvPr id="48132" name="Rectangle 3">
            <a:extLst>
              <a:ext uri="{FF2B5EF4-FFF2-40B4-BE49-F238E27FC236}">
                <a16:creationId xmlns:a16="http://schemas.microsoft.com/office/drawing/2014/main" id="{6C3125A5-31D5-4266-9B78-271C81DFD7AF}"/>
              </a:ext>
            </a:extLst>
          </p:cNvPr>
          <p:cNvSpPr>
            <a:spLocks noGrp="1" noChangeArrowheads="1"/>
          </p:cNvSpPr>
          <p:nvPr>
            <p:ph idx="1"/>
          </p:nvPr>
        </p:nvSpPr>
        <p:spPr/>
        <p:txBody>
          <a:bodyPr/>
          <a:lstStyle/>
          <a:p>
            <a:pPr marL="0" indent="0" defTabSz="914400" eaLnBrk="1" hangingPunct="1">
              <a:buFont typeface="Wingdings" panose="05000000000000000000" pitchFamily="2" charset="2"/>
              <a:buNone/>
              <a:defRPr/>
            </a:pPr>
            <a:r>
              <a:rPr kumimoji="1" lang="en-US" altLang="zh-CN" sz="2600" dirty="0"/>
              <a:t>    </a:t>
            </a:r>
            <a:r>
              <a:rPr kumimoji="1" lang="en-US" altLang="zh-CN" sz="2800" dirty="0"/>
              <a:t>CDROM</a:t>
            </a:r>
            <a:r>
              <a:rPr kumimoji="1" lang="zh-CN" altLang="en-US" sz="2800" dirty="0"/>
              <a:t>光盘的外缘有</a:t>
            </a:r>
            <a:r>
              <a:rPr kumimoji="1" lang="en-US" altLang="zh-CN" sz="2800" dirty="0"/>
              <a:t>5mm</a:t>
            </a:r>
            <a:r>
              <a:rPr kumimoji="1" lang="zh-CN" altLang="en-US" sz="2800" dirty="0"/>
              <a:t>宽的范围因记录数据困难，一般不使用，故标准的播放时间为</a:t>
            </a:r>
            <a:r>
              <a:rPr kumimoji="1" lang="en-US" altLang="zh-CN" sz="2800" dirty="0"/>
              <a:t>60</a:t>
            </a:r>
            <a:r>
              <a:rPr kumimoji="1" lang="zh-CN" altLang="en-US" sz="2800" dirty="0"/>
              <a:t>分钟。计算模式</a:t>
            </a:r>
            <a:r>
              <a:rPr kumimoji="1" lang="en-US" altLang="zh-CN" sz="2800" dirty="0"/>
              <a:t>1</a:t>
            </a:r>
            <a:r>
              <a:rPr kumimoji="1" lang="zh-CN" altLang="en-US" sz="2800" dirty="0"/>
              <a:t>和模式</a:t>
            </a:r>
            <a:r>
              <a:rPr kumimoji="1" lang="en-US" altLang="zh-CN" sz="2800" dirty="0"/>
              <a:t>2</a:t>
            </a:r>
            <a:r>
              <a:rPr kumimoji="1" lang="zh-CN" altLang="en-US" sz="2800" dirty="0"/>
              <a:t>情况下光盘存储容量是多少</a:t>
            </a:r>
            <a:r>
              <a:rPr kumimoji="1" lang="en-US" altLang="zh-CN" sz="2800" dirty="0"/>
              <a:t>?</a:t>
            </a:r>
          </a:p>
          <a:p>
            <a:pPr defTabSz="914400" eaLnBrk="1" hangingPunct="1">
              <a:buFont typeface="Wingdings" panose="05000000000000000000" pitchFamily="2" charset="2"/>
              <a:buNone/>
              <a:defRPr/>
            </a:pPr>
            <a:r>
              <a:rPr kumimoji="1" lang="en-US" altLang="zh-CN" sz="2600" dirty="0"/>
              <a:t>    </a:t>
            </a:r>
            <a:r>
              <a:rPr kumimoji="1" lang="zh-CN" altLang="en-US" sz="2600" dirty="0"/>
              <a:t>解：已知光盘每秒钟读出</a:t>
            </a:r>
            <a:r>
              <a:rPr kumimoji="1" lang="en-US" altLang="zh-CN" sz="2600" dirty="0"/>
              <a:t>75</a:t>
            </a:r>
            <a:r>
              <a:rPr kumimoji="1" lang="zh-CN" altLang="en-US" sz="2600" dirty="0"/>
              <a:t>个扇区</a:t>
            </a:r>
          </a:p>
          <a:p>
            <a:pPr defTabSz="914400" eaLnBrk="1" hangingPunct="1">
              <a:buFont typeface="Wingdings" panose="05000000000000000000" pitchFamily="2" charset="2"/>
              <a:buNone/>
              <a:defRPr/>
            </a:pPr>
            <a:r>
              <a:rPr kumimoji="1" lang="zh-CN" altLang="en-US" sz="2600" dirty="0"/>
              <a:t>           扇区总数</a:t>
            </a:r>
            <a:r>
              <a:rPr kumimoji="1" lang="en-US" altLang="zh-CN" sz="2600" dirty="0"/>
              <a:t>=60</a:t>
            </a:r>
            <a:r>
              <a:rPr kumimoji="1" lang="zh-CN" altLang="en-US" sz="2600" dirty="0"/>
              <a:t>分</a:t>
            </a:r>
            <a:r>
              <a:rPr kumimoji="1" lang="en-US" altLang="zh-CN" sz="2600" dirty="0"/>
              <a:t>×60</a:t>
            </a:r>
            <a:r>
              <a:rPr kumimoji="1" lang="zh-CN" altLang="en-US" sz="2600" dirty="0"/>
              <a:t>秒</a:t>
            </a:r>
            <a:r>
              <a:rPr kumimoji="1" lang="en-US" altLang="zh-CN" sz="2600" dirty="0"/>
              <a:t>×75</a:t>
            </a:r>
            <a:r>
              <a:rPr kumimoji="1" lang="zh-CN" altLang="en-US" sz="2600" dirty="0"/>
              <a:t>扇区</a:t>
            </a:r>
            <a:r>
              <a:rPr kumimoji="1" lang="en-US" altLang="zh-CN" sz="2600" dirty="0"/>
              <a:t>/</a:t>
            </a:r>
            <a:r>
              <a:rPr kumimoji="1" lang="zh-CN" altLang="en-US" sz="2600" dirty="0"/>
              <a:t>秒</a:t>
            </a:r>
            <a:r>
              <a:rPr kumimoji="1" lang="en-US" altLang="zh-CN" sz="2600" dirty="0"/>
              <a:t>=270 000  (</a:t>
            </a:r>
            <a:r>
              <a:rPr kumimoji="1" lang="zh-CN" altLang="en-US" sz="2600" dirty="0"/>
              <a:t>扇区</a:t>
            </a:r>
            <a:r>
              <a:rPr kumimoji="1" lang="en-US" altLang="zh-CN" sz="2600" dirty="0"/>
              <a:t>)</a:t>
            </a:r>
          </a:p>
          <a:p>
            <a:pPr defTabSz="914400" eaLnBrk="1" hangingPunct="1">
              <a:buFont typeface="Wingdings" panose="05000000000000000000" pitchFamily="2" charset="2"/>
              <a:buNone/>
              <a:defRPr/>
            </a:pPr>
            <a:r>
              <a:rPr kumimoji="1" lang="en-US" altLang="zh-CN" sz="2600" dirty="0"/>
              <a:t>   </a:t>
            </a:r>
            <a:r>
              <a:rPr kumimoji="1" lang="zh-CN" altLang="en-US" sz="2600" dirty="0"/>
              <a:t>模式</a:t>
            </a:r>
            <a:r>
              <a:rPr kumimoji="1" lang="en-US" altLang="zh-CN" sz="2600" dirty="0"/>
              <a:t>1</a:t>
            </a:r>
            <a:r>
              <a:rPr kumimoji="1" lang="zh-CN" altLang="en-US" sz="2600" dirty="0"/>
              <a:t>存放计算机程序和数据，其存储容量为</a:t>
            </a:r>
          </a:p>
          <a:p>
            <a:pPr defTabSz="914400" eaLnBrk="1" hangingPunct="1">
              <a:buFont typeface="Wingdings" panose="05000000000000000000" pitchFamily="2" charset="2"/>
              <a:buNone/>
              <a:defRPr/>
            </a:pPr>
            <a:r>
              <a:rPr kumimoji="1" lang="zh-CN" altLang="en-US" sz="2600" dirty="0"/>
              <a:t>            </a:t>
            </a:r>
            <a:r>
              <a:rPr kumimoji="1" lang="en-US" altLang="zh-CN" sz="2600" dirty="0"/>
              <a:t>270 000×2048B/2</a:t>
            </a:r>
            <a:r>
              <a:rPr kumimoji="1" lang="en-US" altLang="zh-CN" sz="2600" baseline="30000" dirty="0"/>
              <a:t>20</a:t>
            </a:r>
            <a:r>
              <a:rPr kumimoji="1" lang="en-US" altLang="zh-CN" sz="2600" dirty="0"/>
              <a:t>=527MB</a:t>
            </a:r>
          </a:p>
          <a:p>
            <a:pPr defTabSz="914400" eaLnBrk="1" hangingPunct="1">
              <a:buFont typeface="Wingdings" panose="05000000000000000000" pitchFamily="2" charset="2"/>
              <a:buNone/>
              <a:defRPr/>
            </a:pPr>
            <a:r>
              <a:rPr kumimoji="1" lang="en-US" altLang="zh-CN" sz="2600" dirty="0"/>
              <a:t>    </a:t>
            </a:r>
            <a:r>
              <a:rPr kumimoji="1" lang="zh-CN" altLang="en-US" sz="2600" dirty="0"/>
              <a:t>模式</a:t>
            </a:r>
            <a:r>
              <a:rPr kumimoji="1" lang="en-US" altLang="zh-CN" sz="2600" dirty="0"/>
              <a:t>2</a:t>
            </a:r>
            <a:r>
              <a:rPr kumimoji="1" lang="zh-CN" altLang="en-US" sz="2600" dirty="0"/>
              <a:t>存放声音、图像等多媒体数据，其存储容量为</a:t>
            </a:r>
            <a:endParaRPr kumimoji="1" lang="en-US" altLang="zh-CN" sz="2600" dirty="0"/>
          </a:p>
          <a:p>
            <a:pPr defTabSz="914400" eaLnBrk="1" hangingPunct="1">
              <a:buFont typeface="Wingdings" panose="05000000000000000000" pitchFamily="2" charset="2"/>
              <a:buNone/>
              <a:defRPr/>
            </a:pPr>
            <a:r>
              <a:rPr kumimoji="1" lang="en-US" altLang="zh-CN" sz="2600" dirty="0"/>
              <a:t>            270 000×2336B/2</a:t>
            </a:r>
            <a:r>
              <a:rPr kumimoji="1" lang="en-US" altLang="zh-CN" sz="2600" baseline="30000" dirty="0"/>
              <a:t>20</a:t>
            </a:r>
            <a:r>
              <a:rPr kumimoji="1" lang="en-US" altLang="zh-CN" sz="2600" dirty="0"/>
              <a:t>=601MB</a:t>
            </a:r>
          </a:p>
          <a:p>
            <a:pPr defTabSz="914400" eaLnBrk="1" hangingPunct="1">
              <a:defRPr/>
            </a:pPr>
            <a:endParaRPr kumimoji="1" lang="en-US" altLang="zh-CN" sz="2600" dirty="0"/>
          </a:p>
        </p:txBody>
      </p:sp>
    </p:spTree>
  </p:cSld>
  <p:clrMapOvr>
    <a:masterClrMapping/>
  </p:clrMapOvr>
  <p:transition spd="med">
    <p:pull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E6ED656B-8A7A-48CF-BB3F-3C41CF5FCE71}"/>
              </a:ext>
            </a:extLst>
          </p:cNvPr>
          <p:cNvSpPr>
            <a:spLocks noGrp="1" noChangeArrowheads="1"/>
          </p:cNvSpPr>
          <p:nvPr>
            <p:ph type="title"/>
          </p:nvPr>
        </p:nvSpPr>
        <p:spPr/>
        <p:txBody>
          <a:bodyPr/>
          <a:lstStyle/>
          <a:p>
            <a:pPr eaLnBrk="1" hangingPunct="1">
              <a:defRPr/>
            </a:pPr>
            <a:r>
              <a:rPr kumimoji="1" lang="zh-CN" altLang="en-US" dirty="0"/>
              <a:t>磁光盘存储设备（</a:t>
            </a:r>
            <a:r>
              <a:rPr kumimoji="1" lang="en-US" altLang="zh-CN" dirty="0"/>
              <a:t>1</a:t>
            </a:r>
            <a:r>
              <a:rPr kumimoji="1" lang="zh-CN" altLang="en-US" dirty="0"/>
              <a:t>）</a:t>
            </a:r>
          </a:p>
        </p:txBody>
      </p:sp>
      <p:sp>
        <p:nvSpPr>
          <p:cNvPr id="68611" name="Rectangle 3">
            <a:extLst>
              <a:ext uri="{FF2B5EF4-FFF2-40B4-BE49-F238E27FC236}">
                <a16:creationId xmlns:a16="http://schemas.microsoft.com/office/drawing/2014/main" id="{3141D432-7464-4FC4-8DE7-8C849690606A}"/>
              </a:ext>
            </a:extLst>
          </p:cNvPr>
          <p:cNvSpPr>
            <a:spLocks noGrp="1" noChangeArrowheads="1"/>
          </p:cNvSpPr>
          <p:nvPr>
            <p:ph idx="1"/>
          </p:nvPr>
        </p:nvSpPr>
        <p:spPr/>
        <p:txBody>
          <a:bodyPr/>
          <a:lstStyle/>
          <a:p>
            <a:pPr eaLnBrk="1" hangingPunct="1">
              <a:buFont typeface="Wingdings 2" panose="05020102010507070707" pitchFamily="18" charset="2"/>
              <a:buNone/>
            </a:pPr>
            <a:r>
              <a:rPr lang="zh-CN" altLang="en-US" dirty="0"/>
              <a:t>磁光盘的基本工作原理是：</a:t>
            </a:r>
            <a:endParaRPr lang="en-US" altLang="zh-CN" dirty="0"/>
          </a:p>
          <a:p>
            <a:pPr eaLnBrk="1" hangingPunct="1"/>
            <a:r>
              <a:rPr lang="zh-CN" altLang="en-US" dirty="0"/>
              <a:t>利用热磁效应</a:t>
            </a:r>
            <a:r>
              <a:rPr lang="zh-CN" altLang="en-US" u="sng" dirty="0"/>
              <a:t>写入</a:t>
            </a:r>
            <a:r>
              <a:rPr lang="zh-CN" altLang="en-US" dirty="0"/>
              <a:t>数据：当激光束将磁光介质上的记录点加热到居里点温度以上时，外加磁场作用改变记录点的磁化方向，而不同的磁化方向可表示数字“</a:t>
            </a:r>
            <a:r>
              <a:rPr lang="en-US" altLang="zh-CN" dirty="0"/>
              <a:t>0”</a:t>
            </a:r>
            <a:r>
              <a:rPr lang="zh-CN" altLang="en-US" dirty="0"/>
              <a:t>和“</a:t>
            </a:r>
            <a:r>
              <a:rPr lang="en-US" altLang="zh-CN" dirty="0"/>
              <a:t>1”</a:t>
            </a:r>
            <a:r>
              <a:rPr lang="zh-CN" altLang="en-US" dirty="0"/>
              <a:t>。</a:t>
            </a:r>
            <a:endParaRPr lang="en-US" altLang="zh-CN" dirty="0"/>
          </a:p>
          <a:p>
            <a:pPr eaLnBrk="1" hangingPunct="1"/>
            <a:r>
              <a:rPr lang="zh-CN" altLang="en-US" dirty="0"/>
              <a:t>利用磁光克尔效应</a:t>
            </a:r>
            <a:r>
              <a:rPr lang="zh-CN" altLang="en-US" u="sng" dirty="0"/>
              <a:t>读出</a:t>
            </a:r>
            <a:r>
              <a:rPr lang="zh-CN" altLang="en-US" dirty="0"/>
              <a:t>数据：当激光束照射到记录点时，记录点的磁化方向不同，会引起反射光的偏振面发生不同结果，从而检测出所记录的数据“</a:t>
            </a:r>
            <a:r>
              <a:rPr lang="en-US" altLang="zh-CN" dirty="0"/>
              <a:t>1”</a:t>
            </a:r>
            <a:r>
              <a:rPr lang="zh-CN" altLang="en-US" dirty="0"/>
              <a:t>或“</a:t>
            </a:r>
            <a:r>
              <a:rPr lang="en-US" altLang="zh-CN" dirty="0"/>
              <a:t>0”</a:t>
            </a:r>
            <a:r>
              <a:rPr lang="zh-CN" altLang="en-US" dirty="0"/>
              <a:t>。</a:t>
            </a:r>
          </a:p>
        </p:txBody>
      </p:sp>
    </p:spTree>
  </p:cSld>
  <p:clrMapOvr>
    <a:masterClrMapping/>
  </p:clrMapOvr>
  <p:transition spd="med">
    <p:pull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7a14">
            <a:hlinkClick r:id="rId2" action="ppaction://hlinkfile"/>
            <a:extLst>
              <a:ext uri="{FF2B5EF4-FFF2-40B4-BE49-F238E27FC236}">
                <a16:creationId xmlns:a16="http://schemas.microsoft.com/office/drawing/2014/main" id="{C11F2D58-4AC2-4C5C-9A6B-967A42AA12D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71563" y="928688"/>
            <a:ext cx="7000875" cy="563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740E4E33-2C3D-4BAC-9694-2940B96B3B4F}"/>
              </a:ext>
            </a:extLst>
          </p:cNvPr>
          <p:cNvSpPr>
            <a:spLocks noGrp="1" noChangeArrowheads="1"/>
          </p:cNvSpPr>
          <p:nvPr>
            <p:ph type="title"/>
          </p:nvPr>
        </p:nvSpPr>
        <p:spPr/>
        <p:txBody>
          <a:bodyPr/>
          <a:lstStyle/>
          <a:p>
            <a:pPr eaLnBrk="1" hangingPunct="1">
              <a:defRPr/>
            </a:pPr>
            <a:r>
              <a:rPr kumimoji="1" lang="zh-CN" altLang="en-US" dirty="0"/>
              <a:t>磁光盘存储设备（</a:t>
            </a:r>
            <a:r>
              <a:rPr kumimoji="1" lang="en-US" altLang="zh-CN" dirty="0"/>
              <a:t>2</a:t>
            </a:r>
            <a:r>
              <a:rPr kumimoji="1" lang="zh-CN" altLang="en-US" dirty="0"/>
              <a:t>）</a:t>
            </a:r>
          </a:p>
        </p:txBody>
      </p:sp>
    </p:spTree>
  </p:cSld>
  <p:clrMapOvr>
    <a:masterClrMapping/>
  </p:clrMapOvr>
  <p:transition spd="med">
    <p:pull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1393DB02-CD72-4B0C-8A7B-5E042D86676C}"/>
              </a:ext>
            </a:extLst>
          </p:cNvPr>
          <p:cNvSpPr>
            <a:spLocks noGrp="1" noChangeArrowheads="1"/>
          </p:cNvSpPr>
          <p:nvPr>
            <p:ph type="title"/>
          </p:nvPr>
        </p:nvSpPr>
        <p:spPr/>
        <p:txBody>
          <a:bodyPr/>
          <a:lstStyle/>
          <a:p>
            <a:pPr eaLnBrk="1" hangingPunct="1">
              <a:defRPr/>
            </a:pPr>
            <a:r>
              <a:rPr kumimoji="1" lang="zh-CN" altLang="en-US" dirty="0"/>
              <a:t>磁光盘存储设备（</a:t>
            </a:r>
            <a:r>
              <a:rPr kumimoji="1" lang="en-US" altLang="zh-CN" dirty="0"/>
              <a:t>3</a:t>
            </a:r>
            <a:r>
              <a:rPr kumimoji="1" lang="zh-CN" altLang="en-US" dirty="0"/>
              <a:t>）</a:t>
            </a:r>
          </a:p>
        </p:txBody>
      </p:sp>
      <p:sp>
        <p:nvSpPr>
          <p:cNvPr id="70659" name="Rectangle 3">
            <a:extLst>
              <a:ext uri="{FF2B5EF4-FFF2-40B4-BE49-F238E27FC236}">
                <a16:creationId xmlns:a16="http://schemas.microsoft.com/office/drawing/2014/main" id="{9314B012-A56D-419C-8F79-D62D399E4E53}"/>
              </a:ext>
            </a:extLst>
          </p:cNvPr>
          <p:cNvSpPr>
            <a:spLocks noGrp="1" noChangeArrowheads="1"/>
          </p:cNvSpPr>
          <p:nvPr>
            <p:ph idx="1"/>
          </p:nvPr>
        </p:nvSpPr>
        <p:spPr>
          <a:xfrm>
            <a:off x="380999" y="1143000"/>
            <a:ext cx="8620125" cy="5286375"/>
          </a:xfrm>
        </p:spPr>
        <p:txBody>
          <a:bodyPr/>
          <a:lstStyle/>
          <a:p>
            <a:pPr eaLnBrk="1" hangingPunct="1">
              <a:lnSpc>
                <a:spcPct val="90000"/>
              </a:lnSpc>
              <a:buFont typeface="Wingdings 2" panose="05020102010507070707" pitchFamily="18" charset="2"/>
              <a:buNone/>
            </a:pPr>
            <a:r>
              <a:rPr lang="zh-CN" altLang="en-US" sz="2600" dirty="0"/>
              <a:t>磁光盘操作的四种情况：</a:t>
            </a:r>
            <a:endParaRPr lang="en-US" altLang="zh-CN" sz="2600" dirty="0"/>
          </a:p>
          <a:p>
            <a:pPr eaLnBrk="1" hangingPunct="1">
              <a:lnSpc>
                <a:spcPct val="90000"/>
              </a:lnSpc>
            </a:pPr>
            <a:r>
              <a:rPr lang="zh-CN" altLang="en-US" sz="2800" dirty="0"/>
              <a:t>图</a:t>
            </a:r>
            <a:r>
              <a:rPr lang="en-US" altLang="zh-CN" sz="2800" dirty="0"/>
              <a:t>(a)</a:t>
            </a:r>
            <a:r>
              <a:rPr lang="zh-CN" altLang="en-US" sz="2800" dirty="0"/>
              <a:t>表示未编码的磁盘，例如所有磁化点均存“</a:t>
            </a:r>
            <a:r>
              <a:rPr lang="en-US" altLang="zh-CN" sz="2800" dirty="0"/>
              <a:t>0”</a:t>
            </a:r>
            <a:r>
              <a:rPr lang="zh-CN" altLang="en-US" sz="2800" dirty="0"/>
              <a:t>。</a:t>
            </a:r>
            <a:endParaRPr lang="en-US" altLang="zh-CN" sz="2800" dirty="0"/>
          </a:p>
          <a:p>
            <a:pPr eaLnBrk="1" hangingPunct="1">
              <a:lnSpc>
                <a:spcPct val="90000"/>
              </a:lnSpc>
            </a:pPr>
            <a:r>
              <a:rPr lang="zh-CN" altLang="en-US" sz="2800" dirty="0"/>
              <a:t>图</a:t>
            </a:r>
            <a:r>
              <a:rPr lang="en-US" altLang="zh-CN" sz="2800" dirty="0"/>
              <a:t>(b)</a:t>
            </a:r>
            <a:r>
              <a:rPr lang="zh-CN" altLang="en-US" sz="2800" dirty="0"/>
              <a:t>表示写操作：高功率激光束照射加热点（记录点），磁头线圈中外加电流后产生的磁场使其对应的记录点产生相反的磁性微粒，从而写入“</a:t>
            </a:r>
            <a:r>
              <a:rPr lang="en-US" altLang="zh-CN" sz="2800" dirty="0"/>
              <a:t>1”</a:t>
            </a:r>
            <a:r>
              <a:rPr lang="zh-CN" altLang="en-US" sz="2800" dirty="0"/>
              <a:t>。</a:t>
            </a:r>
            <a:endParaRPr lang="en-US" altLang="zh-CN" sz="2800" dirty="0"/>
          </a:p>
          <a:p>
            <a:pPr eaLnBrk="1" hangingPunct="1">
              <a:lnSpc>
                <a:spcPct val="90000"/>
              </a:lnSpc>
            </a:pPr>
            <a:r>
              <a:rPr lang="zh-CN" altLang="en-US" sz="2800" dirty="0"/>
              <a:t>图</a:t>
            </a:r>
            <a:r>
              <a:rPr lang="en-US" altLang="zh-CN" sz="2800" dirty="0"/>
              <a:t>(c)</a:t>
            </a:r>
            <a:r>
              <a:rPr lang="zh-CN" altLang="en-US" sz="2800" dirty="0"/>
              <a:t>表示读操作：低功率的激光束反射掉相反极性的磁性粒子且使它的极性变化。如果这些粒子没有被反射掉，则反射激光束的极性是不变化的。</a:t>
            </a:r>
            <a:endParaRPr lang="en-US" altLang="zh-CN" sz="2800" dirty="0"/>
          </a:p>
          <a:p>
            <a:pPr eaLnBrk="1" hangingPunct="1">
              <a:lnSpc>
                <a:spcPct val="90000"/>
              </a:lnSpc>
            </a:pPr>
            <a:r>
              <a:rPr lang="zh-CN" altLang="en-US" sz="2800" dirty="0"/>
              <a:t>图</a:t>
            </a:r>
            <a:r>
              <a:rPr lang="en-US" altLang="zh-CN" sz="2800" dirty="0"/>
              <a:t>(d)</a:t>
            </a:r>
            <a:r>
              <a:rPr lang="zh-CN" altLang="en-US" sz="2800" dirty="0"/>
              <a:t>表示擦除操作：高功率激光束照射记录点，外加磁场改变方向，使磁性粒子恢复到原始极性。</a:t>
            </a:r>
          </a:p>
          <a:p>
            <a:pPr lvl="1" eaLnBrk="1" hangingPunct="1">
              <a:lnSpc>
                <a:spcPct val="90000"/>
              </a:lnSpc>
              <a:buFont typeface="Wingdings" panose="05000000000000000000" pitchFamily="2" charset="2"/>
              <a:buNone/>
            </a:pPr>
            <a:r>
              <a:rPr lang="zh-CN" altLang="en-US" sz="2200" dirty="0"/>
              <a:t>          </a:t>
            </a:r>
          </a:p>
          <a:p>
            <a:pPr eaLnBrk="1" hangingPunct="1">
              <a:lnSpc>
                <a:spcPct val="90000"/>
              </a:lnSpc>
            </a:pPr>
            <a:endParaRPr lang="en-US" altLang="zh-CN" sz="2600" dirty="0"/>
          </a:p>
        </p:txBody>
      </p:sp>
    </p:spTree>
  </p:cSld>
  <p:clrMapOvr>
    <a:masterClrMapping/>
  </p:clrMapOvr>
  <p:transition spd="med">
    <p:pull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a16="http://schemas.microsoft.com/office/drawing/2014/main" id="{ABAAD32B-BC5C-4789-9566-2169593B5856}"/>
              </a:ext>
            </a:extLst>
          </p:cNvPr>
          <p:cNvSpPr>
            <a:spLocks noGrp="1"/>
          </p:cNvSpPr>
          <p:nvPr>
            <p:ph type="subTitle" idx="1"/>
          </p:nvPr>
        </p:nvSpPr>
        <p:spPr/>
        <p:txBody>
          <a:bodyPr/>
          <a:lstStyle/>
          <a:p>
            <a:endParaRPr lang="zh-CN" altLang="en-US"/>
          </a:p>
        </p:txBody>
      </p:sp>
      <p:sp>
        <p:nvSpPr>
          <p:cNvPr id="3" name="标题 2">
            <a:extLst>
              <a:ext uri="{FF2B5EF4-FFF2-40B4-BE49-F238E27FC236}">
                <a16:creationId xmlns:a16="http://schemas.microsoft.com/office/drawing/2014/main" id="{D1D9BE91-EFF0-4860-AA3F-CFA1A85EBDE0}"/>
              </a:ext>
            </a:extLst>
          </p:cNvPr>
          <p:cNvSpPr>
            <a:spLocks noGrp="1"/>
          </p:cNvSpPr>
          <p:nvPr>
            <p:ph type="title"/>
          </p:nvPr>
        </p:nvSpPr>
        <p:spPr/>
        <p:txBody>
          <a:bodyPr/>
          <a:lstStyle/>
          <a:p>
            <a:r>
              <a:rPr kumimoji="1" lang="en-US" altLang="zh-CN" dirty="0"/>
              <a:t>7.6 </a:t>
            </a:r>
            <a:r>
              <a:rPr kumimoji="1" lang="zh-CN" altLang="en-US" dirty="0"/>
              <a:t>显示设备</a:t>
            </a:r>
            <a:endParaRPr lang="zh-CN" altLang="en-US" dirty="0"/>
          </a:p>
        </p:txBody>
      </p:sp>
    </p:spTree>
    <p:extLst>
      <p:ext uri="{BB962C8B-B14F-4D97-AF65-F5344CB8AC3E}">
        <p14:creationId xmlns:p14="http://schemas.microsoft.com/office/powerpoint/2010/main" val="1083975614"/>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CEDEBF1-8997-4B4D-8376-2BB16BAE0D6F}"/>
              </a:ext>
            </a:extLst>
          </p:cNvPr>
          <p:cNvSpPr>
            <a:spLocks noGrp="1" noChangeArrowheads="1"/>
          </p:cNvSpPr>
          <p:nvPr>
            <p:ph type="title"/>
          </p:nvPr>
        </p:nvSpPr>
        <p:spPr/>
        <p:txBody>
          <a:bodyPr/>
          <a:lstStyle/>
          <a:p>
            <a:pPr eaLnBrk="1" hangingPunct="1">
              <a:defRPr/>
            </a:pPr>
            <a:r>
              <a:rPr kumimoji="1" lang="zh-CN" altLang="en-US"/>
              <a:t>概述</a:t>
            </a:r>
          </a:p>
        </p:txBody>
      </p:sp>
      <p:sp>
        <p:nvSpPr>
          <p:cNvPr id="72707" name="Rectangle 3">
            <a:extLst>
              <a:ext uri="{FF2B5EF4-FFF2-40B4-BE49-F238E27FC236}">
                <a16:creationId xmlns:a16="http://schemas.microsoft.com/office/drawing/2014/main" id="{59ED2284-BAC0-45FB-AD6C-D35C2C4ADD4A}"/>
              </a:ext>
            </a:extLst>
          </p:cNvPr>
          <p:cNvSpPr>
            <a:spLocks noGrp="1" noChangeArrowheads="1"/>
          </p:cNvSpPr>
          <p:nvPr>
            <p:ph idx="1"/>
          </p:nvPr>
        </p:nvSpPr>
        <p:spPr/>
        <p:txBody>
          <a:bodyPr/>
          <a:lstStyle/>
          <a:p>
            <a:pPr eaLnBrk="1" hangingPunct="1"/>
            <a:r>
              <a:rPr lang="zh-CN" altLang="en-US"/>
              <a:t>显示器</a:t>
            </a:r>
          </a:p>
          <a:p>
            <a:pPr lvl="1" eaLnBrk="1" hangingPunct="1"/>
            <a:r>
              <a:rPr lang="zh-CN" altLang="en-US"/>
              <a:t>阴极射线管</a:t>
            </a:r>
            <a:r>
              <a:rPr lang="en-US" altLang="zh-CN"/>
              <a:t>CRT</a:t>
            </a:r>
          </a:p>
          <a:p>
            <a:pPr lvl="1" eaLnBrk="1" hangingPunct="1"/>
            <a:r>
              <a:rPr lang="en-US" altLang="zh-CN"/>
              <a:t>LCD</a:t>
            </a:r>
          </a:p>
          <a:p>
            <a:pPr lvl="1" eaLnBrk="1" hangingPunct="1"/>
            <a:r>
              <a:rPr lang="zh-CN" altLang="en-US"/>
              <a:t>等离子体</a:t>
            </a:r>
          </a:p>
          <a:p>
            <a:pPr eaLnBrk="1" hangingPunct="1"/>
            <a:r>
              <a:rPr lang="zh-CN" altLang="en-US"/>
              <a:t>显示内容：字符、图象</a:t>
            </a:r>
          </a:p>
          <a:p>
            <a:pPr eaLnBrk="1" hangingPunct="1"/>
            <a:r>
              <a:rPr lang="en-US" altLang="zh-CN"/>
              <a:t>CRT</a:t>
            </a:r>
            <a:r>
              <a:rPr lang="zh-CN" altLang="en-US"/>
              <a:t>中又可以分类</a:t>
            </a:r>
          </a:p>
          <a:p>
            <a:pPr lvl="1" eaLnBrk="1" hangingPunct="1"/>
            <a:r>
              <a:rPr lang="zh-CN" altLang="en-US"/>
              <a:t>扫描方式：光栅扫描和随机扫描</a:t>
            </a:r>
          </a:p>
          <a:p>
            <a:pPr lvl="1" eaLnBrk="1" hangingPunct="1"/>
            <a:r>
              <a:rPr lang="zh-CN" altLang="en-US"/>
              <a:t>分辨率：高分辨率和低分辨率</a:t>
            </a:r>
          </a:p>
          <a:p>
            <a:pPr lvl="1" eaLnBrk="1" hangingPunct="1"/>
            <a:r>
              <a:rPr lang="zh-CN" altLang="en-US"/>
              <a:t>显示颜色：单色和彩色</a:t>
            </a:r>
          </a:p>
          <a:p>
            <a:pPr lvl="1" eaLnBrk="1" hangingPunct="1"/>
            <a:r>
              <a:rPr lang="zh-CN" altLang="en-US"/>
              <a:t>显示屏幕大小：</a:t>
            </a:r>
            <a:r>
              <a:rPr lang="en-US" altLang="zh-CN"/>
              <a:t>14</a:t>
            </a:r>
            <a:r>
              <a:rPr lang="zh-CN" altLang="en-US"/>
              <a:t>、</a:t>
            </a:r>
            <a:r>
              <a:rPr lang="en-US" altLang="zh-CN"/>
              <a:t>15</a:t>
            </a:r>
            <a:r>
              <a:rPr lang="zh-CN" altLang="en-US"/>
              <a:t>、</a:t>
            </a:r>
            <a:r>
              <a:rPr lang="en-US" altLang="zh-CN"/>
              <a:t>17</a:t>
            </a:r>
            <a:r>
              <a:rPr lang="zh-CN" altLang="en-US"/>
              <a:t>、</a:t>
            </a:r>
            <a:r>
              <a:rPr lang="en-US" altLang="zh-CN"/>
              <a:t>19</a:t>
            </a:r>
            <a:r>
              <a:rPr lang="zh-CN" altLang="en-US"/>
              <a:t>等</a:t>
            </a:r>
          </a:p>
        </p:txBody>
      </p:sp>
    </p:spTree>
  </p:cSld>
  <p:clrMapOvr>
    <a:masterClrMapping/>
  </p:clrMapOvr>
  <p:transition spd="med">
    <p:pull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a:extLst>
              <a:ext uri="{FF2B5EF4-FFF2-40B4-BE49-F238E27FC236}">
                <a16:creationId xmlns:a16="http://schemas.microsoft.com/office/drawing/2014/main" id="{9DE988F3-4F0C-4B3E-A6F6-EB7D91501BE4}"/>
              </a:ext>
            </a:extLst>
          </p:cNvPr>
          <p:cNvSpPr>
            <a:spLocks noGrp="1" noChangeArrowheads="1"/>
          </p:cNvSpPr>
          <p:nvPr>
            <p:ph type="title"/>
          </p:nvPr>
        </p:nvSpPr>
        <p:spPr/>
        <p:txBody>
          <a:bodyPr/>
          <a:lstStyle/>
          <a:p>
            <a:pPr eaLnBrk="1" hangingPunct="1">
              <a:defRPr/>
            </a:pPr>
            <a:r>
              <a:rPr kumimoji="1" lang="en-US" altLang="zh-CN"/>
              <a:t>CRT</a:t>
            </a:r>
            <a:r>
              <a:rPr kumimoji="1" lang="zh-CN" altLang="en-US"/>
              <a:t>显示器</a:t>
            </a:r>
          </a:p>
        </p:txBody>
      </p:sp>
      <p:sp>
        <p:nvSpPr>
          <p:cNvPr id="73731" name="Rectangle 3">
            <a:extLst>
              <a:ext uri="{FF2B5EF4-FFF2-40B4-BE49-F238E27FC236}">
                <a16:creationId xmlns:a16="http://schemas.microsoft.com/office/drawing/2014/main" id="{54C19239-D2B7-40FF-9C51-4DFCE475F67C}"/>
              </a:ext>
            </a:extLst>
          </p:cNvPr>
          <p:cNvSpPr>
            <a:spLocks noGrp="1" noChangeArrowheads="1"/>
          </p:cNvSpPr>
          <p:nvPr>
            <p:ph idx="1"/>
          </p:nvPr>
        </p:nvSpPr>
        <p:spPr/>
        <p:txBody>
          <a:bodyPr/>
          <a:lstStyle/>
          <a:p>
            <a:pPr eaLnBrk="1" hangingPunct="1"/>
            <a:r>
              <a:rPr lang="zh-CN" altLang="en-US"/>
              <a:t>成像原理</a:t>
            </a:r>
          </a:p>
          <a:p>
            <a:pPr lvl="1" eaLnBrk="1" hangingPunct="1"/>
            <a:r>
              <a:rPr lang="zh-CN" altLang="en-US"/>
              <a:t>通过电子束撞击荧光板上的荧光粉，发光产生亮点</a:t>
            </a:r>
          </a:p>
        </p:txBody>
      </p:sp>
      <p:sp>
        <p:nvSpPr>
          <p:cNvPr id="73733" name="Rectangle 4">
            <a:extLst>
              <a:ext uri="{FF2B5EF4-FFF2-40B4-BE49-F238E27FC236}">
                <a16:creationId xmlns:a16="http://schemas.microsoft.com/office/drawing/2014/main" id="{ED543DDD-D200-48F1-8DAD-F63E01DA3253}"/>
              </a:ext>
            </a:extLst>
          </p:cNvPr>
          <p:cNvSpPr>
            <a:spLocks noChangeArrowheads="1"/>
          </p:cNvSpPr>
          <p:nvPr/>
        </p:nvSpPr>
        <p:spPr bwMode="auto">
          <a:xfrm>
            <a:off x="685800" y="1355725"/>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69875" indent="-269875">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eaLnBrk="1" hangingPunct="1">
              <a:buClr>
                <a:schemeClr val="tx1"/>
              </a:buClr>
              <a:buFont typeface="Wingdings 2" panose="05020102010507070707" pitchFamily="18" charset="2"/>
              <a:buNone/>
            </a:pPr>
            <a:endParaRPr lang="en-US" altLang="zh-CN"/>
          </a:p>
          <a:p>
            <a:pPr eaLnBrk="1" hangingPunct="1">
              <a:buFont typeface="Wingdings 2" panose="05020102010507070707" pitchFamily="18" charset="2"/>
              <a:buChar char="•"/>
            </a:pPr>
            <a:endParaRPr lang="en-US" altLang="zh-CN"/>
          </a:p>
        </p:txBody>
      </p:sp>
      <p:sp>
        <p:nvSpPr>
          <p:cNvPr id="73734" name="Line 5">
            <a:extLst>
              <a:ext uri="{FF2B5EF4-FFF2-40B4-BE49-F238E27FC236}">
                <a16:creationId xmlns:a16="http://schemas.microsoft.com/office/drawing/2014/main" id="{8DAE2032-D45C-4E8B-B535-F0520195825B}"/>
              </a:ext>
            </a:extLst>
          </p:cNvPr>
          <p:cNvSpPr>
            <a:spLocks noChangeShapeType="1"/>
          </p:cNvSpPr>
          <p:nvPr/>
        </p:nvSpPr>
        <p:spPr bwMode="auto">
          <a:xfrm>
            <a:off x="1752600" y="3641725"/>
            <a:ext cx="2514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35" name="Line 6">
            <a:extLst>
              <a:ext uri="{FF2B5EF4-FFF2-40B4-BE49-F238E27FC236}">
                <a16:creationId xmlns:a16="http://schemas.microsoft.com/office/drawing/2014/main" id="{DA6CC8C9-5FD5-43E2-84BD-DF7D97E68986}"/>
              </a:ext>
            </a:extLst>
          </p:cNvPr>
          <p:cNvSpPr>
            <a:spLocks noChangeShapeType="1"/>
          </p:cNvSpPr>
          <p:nvPr/>
        </p:nvSpPr>
        <p:spPr bwMode="auto">
          <a:xfrm>
            <a:off x="1752600" y="3641725"/>
            <a:ext cx="0" cy="914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36" name="Line 7">
            <a:extLst>
              <a:ext uri="{FF2B5EF4-FFF2-40B4-BE49-F238E27FC236}">
                <a16:creationId xmlns:a16="http://schemas.microsoft.com/office/drawing/2014/main" id="{16B66A2A-D63D-44E5-8070-9BCC8D5DC9FE}"/>
              </a:ext>
            </a:extLst>
          </p:cNvPr>
          <p:cNvSpPr>
            <a:spLocks noChangeShapeType="1"/>
          </p:cNvSpPr>
          <p:nvPr/>
        </p:nvSpPr>
        <p:spPr bwMode="auto">
          <a:xfrm>
            <a:off x="1752600" y="4556125"/>
            <a:ext cx="2438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37" name="Line 8">
            <a:extLst>
              <a:ext uri="{FF2B5EF4-FFF2-40B4-BE49-F238E27FC236}">
                <a16:creationId xmlns:a16="http://schemas.microsoft.com/office/drawing/2014/main" id="{FA87D173-B3A3-4AD5-B7C4-9E8224EE9580}"/>
              </a:ext>
            </a:extLst>
          </p:cNvPr>
          <p:cNvSpPr>
            <a:spLocks noChangeShapeType="1"/>
          </p:cNvSpPr>
          <p:nvPr/>
        </p:nvSpPr>
        <p:spPr bwMode="auto">
          <a:xfrm flipV="1">
            <a:off x="4191000" y="2498725"/>
            <a:ext cx="1066800" cy="1143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38" name="Line 9">
            <a:extLst>
              <a:ext uri="{FF2B5EF4-FFF2-40B4-BE49-F238E27FC236}">
                <a16:creationId xmlns:a16="http://schemas.microsoft.com/office/drawing/2014/main" id="{E333392A-80F2-491B-805F-602A435740FF}"/>
              </a:ext>
            </a:extLst>
          </p:cNvPr>
          <p:cNvSpPr>
            <a:spLocks noChangeShapeType="1"/>
          </p:cNvSpPr>
          <p:nvPr/>
        </p:nvSpPr>
        <p:spPr bwMode="auto">
          <a:xfrm>
            <a:off x="4114800" y="4556125"/>
            <a:ext cx="1066800" cy="914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39" name="Line 10">
            <a:extLst>
              <a:ext uri="{FF2B5EF4-FFF2-40B4-BE49-F238E27FC236}">
                <a16:creationId xmlns:a16="http://schemas.microsoft.com/office/drawing/2014/main" id="{6C795027-3FDC-4A16-853F-06F20EAE1FEB}"/>
              </a:ext>
            </a:extLst>
          </p:cNvPr>
          <p:cNvSpPr>
            <a:spLocks noChangeShapeType="1"/>
          </p:cNvSpPr>
          <p:nvPr/>
        </p:nvSpPr>
        <p:spPr bwMode="auto">
          <a:xfrm>
            <a:off x="5257800" y="2498725"/>
            <a:ext cx="83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0" name="Line 11">
            <a:extLst>
              <a:ext uri="{FF2B5EF4-FFF2-40B4-BE49-F238E27FC236}">
                <a16:creationId xmlns:a16="http://schemas.microsoft.com/office/drawing/2014/main" id="{0025D909-F8BF-4D26-870C-061AD6AED5EC}"/>
              </a:ext>
            </a:extLst>
          </p:cNvPr>
          <p:cNvSpPr>
            <a:spLocks noChangeShapeType="1"/>
          </p:cNvSpPr>
          <p:nvPr/>
        </p:nvSpPr>
        <p:spPr bwMode="auto">
          <a:xfrm>
            <a:off x="5181600" y="5470525"/>
            <a:ext cx="83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1" name="Freeform 12">
            <a:extLst>
              <a:ext uri="{FF2B5EF4-FFF2-40B4-BE49-F238E27FC236}">
                <a16:creationId xmlns:a16="http://schemas.microsoft.com/office/drawing/2014/main" id="{756B59E3-4DE6-49F5-ABF8-D87512030686}"/>
              </a:ext>
            </a:extLst>
          </p:cNvPr>
          <p:cNvSpPr>
            <a:spLocks noChangeArrowheads="1"/>
          </p:cNvSpPr>
          <p:nvPr/>
        </p:nvSpPr>
        <p:spPr bwMode="auto">
          <a:xfrm>
            <a:off x="6019800" y="2498725"/>
            <a:ext cx="533400" cy="3124200"/>
          </a:xfrm>
          <a:custGeom>
            <a:avLst/>
            <a:gdLst>
              <a:gd name="T0" fmla="*/ 2147483646 w 288"/>
              <a:gd name="T1" fmla="*/ 0 h 2032"/>
              <a:gd name="T2" fmla="*/ 2147483646 w 288"/>
              <a:gd name="T3" fmla="*/ 2147483646 h 2032"/>
              <a:gd name="T4" fmla="*/ 2147483646 w 288"/>
              <a:gd name="T5" fmla="*/ 2147483646 h 2032"/>
              <a:gd name="T6" fmla="*/ 0 w 288"/>
              <a:gd name="T7" fmla="*/ 2147483646 h 20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2032">
                <a:moveTo>
                  <a:pt x="48" y="0"/>
                </a:moveTo>
                <a:cubicBezTo>
                  <a:pt x="168" y="276"/>
                  <a:pt x="288" y="552"/>
                  <a:pt x="288" y="864"/>
                </a:cubicBezTo>
                <a:cubicBezTo>
                  <a:pt x="288" y="1176"/>
                  <a:pt x="96" y="1712"/>
                  <a:pt x="48" y="1872"/>
                </a:cubicBezTo>
                <a:cubicBezTo>
                  <a:pt x="0" y="2032"/>
                  <a:pt x="16" y="1824"/>
                  <a:pt x="0" y="1824"/>
                </a:cubicBezTo>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2" name="Line 13">
            <a:extLst>
              <a:ext uri="{FF2B5EF4-FFF2-40B4-BE49-F238E27FC236}">
                <a16:creationId xmlns:a16="http://schemas.microsoft.com/office/drawing/2014/main" id="{25C36DF0-3F4D-4705-A7B5-636BB9886B1F}"/>
              </a:ext>
            </a:extLst>
          </p:cNvPr>
          <p:cNvSpPr>
            <a:spLocks noChangeShapeType="1"/>
          </p:cNvSpPr>
          <p:nvPr/>
        </p:nvSpPr>
        <p:spPr bwMode="auto">
          <a:xfrm flipH="1">
            <a:off x="4572000" y="2727325"/>
            <a:ext cx="30480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3" name="Line 14">
            <a:extLst>
              <a:ext uri="{FF2B5EF4-FFF2-40B4-BE49-F238E27FC236}">
                <a16:creationId xmlns:a16="http://schemas.microsoft.com/office/drawing/2014/main" id="{1229BB73-5132-49C0-B5C0-15B6BFFB0629}"/>
              </a:ext>
            </a:extLst>
          </p:cNvPr>
          <p:cNvSpPr>
            <a:spLocks noChangeShapeType="1"/>
          </p:cNvSpPr>
          <p:nvPr/>
        </p:nvSpPr>
        <p:spPr bwMode="auto">
          <a:xfrm>
            <a:off x="4876800" y="2727325"/>
            <a:ext cx="1524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4" name="Line 15">
            <a:extLst>
              <a:ext uri="{FF2B5EF4-FFF2-40B4-BE49-F238E27FC236}">
                <a16:creationId xmlns:a16="http://schemas.microsoft.com/office/drawing/2014/main" id="{5C996831-872E-421F-9CA3-99013AB60BD7}"/>
              </a:ext>
            </a:extLst>
          </p:cNvPr>
          <p:cNvSpPr>
            <a:spLocks noChangeShapeType="1"/>
          </p:cNvSpPr>
          <p:nvPr/>
        </p:nvSpPr>
        <p:spPr bwMode="auto">
          <a:xfrm>
            <a:off x="4572000" y="3032125"/>
            <a:ext cx="1524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5" name="Line 16">
            <a:extLst>
              <a:ext uri="{FF2B5EF4-FFF2-40B4-BE49-F238E27FC236}">
                <a16:creationId xmlns:a16="http://schemas.microsoft.com/office/drawing/2014/main" id="{B770FD85-F8FE-461A-975E-2A94B4A90F55}"/>
              </a:ext>
            </a:extLst>
          </p:cNvPr>
          <p:cNvSpPr>
            <a:spLocks noChangeShapeType="1"/>
          </p:cNvSpPr>
          <p:nvPr/>
        </p:nvSpPr>
        <p:spPr bwMode="auto">
          <a:xfrm>
            <a:off x="1371600" y="3717925"/>
            <a:ext cx="381000"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6" name="Line 17">
            <a:extLst>
              <a:ext uri="{FF2B5EF4-FFF2-40B4-BE49-F238E27FC236}">
                <a16:creationId xmlns:a16="http://schemas.microsoft.com/office/drawing/2014/main" id="{C55AA398-245F-4DC2-A5F9-88704E66FBB4}"/>
              </a:ext>
            </a:extLst>
          </p:cNvPr>
          <p:cNvSpPr>
            <a:spLocks noChangeShapeType="1"/>
          </p:cNvSpPr>
          <p:nvPr/>
        </p:nvSpPr>
        <p:spPr bwMode="auto">
          <a:xfrm>
            <a:off x="1371600" y="3717925"/>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7" name="Line 18">
            <a:extLst>
              <a:ext uri="{FF2B5EF4-FFF2-40B4-BE49-F238E27FC236}">
                <a16:creationId xmlns:a16="http://schemas.microsoft.com/office/drawing/2014/main" id="{09AE8F68-5288-4096-B937-983A1FD5236B}"/>
              </a:ext>
            </a:extLst>
          </p:cNvPr>
          <p:cNvSpPr>
            <a:spLocks noChangeShapeType="1"/>
          </p:cNvSpPr>
          <p:nvPr/>
        </p:nvSpPr>
        <p:spPr bwMode="auto">
          <a:xfrm>
            <a:off x="1371600" y="3870325"/>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8" name="Line 19">
            <a:extLst>
              <a:ext uri="{FF2B5EF4-FFF2-40B4-BE49-F238E27FC236}">
                <a16:creationId xmlns:a16="http://schemas.microsoft.com/office/drawing/2014/main" id="{9D3B8499-6284-4392-AE45-97C9D2228118}"/>
              </a:ext>
            </a:extLst>
          </p:cNvPr>
          <p:cNvSpPr>
            <a:spLocks noChangeShapeType="1"/>
          </p:cNvSpPr>
          <p:nvPr/>
        </p:nvSpPr>
        <p:spPr bwMode="auto">
          <a:xfrm flipV="1">
            <a:off x="1371600" y="4022725"/>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49" name="Line 20">
            <a:extLst>
              <a:ext uri="{FF2B5EF4-FFF2-40B4-BE49-F238E27FC236}">
                <a16:creationId xmlns:a16="http://schemas.microsoft.com/office/drawing/2014/main" id="{10EB7F10-157A-4B1B-824F-F033DAE9447B}"/>
              </a:ext>
            </a:extLst>
          </p:cNvPr>
          <p:cNvSpPr>
            <a:spLocks noChangeShapeType="1"/>
          </p:cNvSpPr>
          <p:nvPr/>
        </p:nvSpPr>
        <p:spPr bwMode="auto">
          <a:xfrm>
            <a:off x="1371600" y="4175125"/>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0" name="Line 21">
            <a:extLst>
              <a:ext uri="{FF2B5EF4-FFF2-40B4-BE49-F238E27FC236}">
                <a16:creationId xmlns:a16="http://schemas.microsoft.com/office/drawing/2014/main" id="{42B68CE9-1CC9-416D-BE64-31BB367D50EE}"/>
              </a:ext>
            </a:extLst>
          </p:cNvPr>
          <p:cNvSpPr>
            <a:spLocks noChangeShapeType="1"/>
          </p:cNvSpPr>
          <p:nvPr/>
        </p:nvSpPr>
        <p:spPr bwMode="auto">
          <a:xfrm>
            <a:off x="1371600" y="4479925"/>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1" name="Line 22">
            <a:extLst>
              <a:ext uri="{FF2B5EF4-FFF2-40B4-BE49-F238E27FC236}">
                <a16:creationId xmlns:a16="http://schemas.microsoft.com/office/drawing/2014/main" id="{C8F1FB51-E404-4547-B4ED-6F2D619C01D5}"/>
              </a:ext>
            </a:extLst>
          </p:cNvPr>
          <p:cNvSpPr>
            <a:spLocks noChangeShapeType="1"/>
          </p:cNvSpPr>
          <p:nvPr/>
        </p:nvSpPr>
        <p:spPr bwMode="auto">
          <a:xfrm>
            <a:off x="1371600" y="4327525"/>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2" name="Line 23">
            <a:extLst>
              <a:ext uri="{FF2B5EF4-FFF2-40B4-BE49-F238E27FC236}">
                <a16:creationId xmlns:a16="http://schemas.microsoft.com/office/drawing/2014/main" id="{0E5844BE-CC7E-4130-B02A-BACECEC1E377}"/>
              </a:ext>
            </a:extLst>
          </p:cNvPr>
          <p:cNvSpPr>
            <a:spLocks noChangeShapeType="1"/>
          </p:cNvSpPr>
          <p:nvPr/>
        </p:nvSpPr>
        <p:spPr bwMode="auto">
          <a:xfrm flipH="1">
            <a:off x="3657600" y="3489325"/>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3" name="Line 24">
            <a:extLst>
              <a:ext uri="{FF2B5EF4-FFF2-40B4-BE49-F238E27FC236}">
                <a16:creationId xmlns:a16="http://schemas.microsoft.com/office/drawing/2014/main" id="{B1F0ACDD-9921-4747-A525-217132C03ACF}"/>
              </a:ext>
            </a:extLst>
          </p:cNvPr>
          <p:cNvSpPr>
            <a:spLocks noChangeShapeType="1"/>
          </p:cNvSpPr>
          <p:nvPr/>
        </p:nvSpPr>
        <p:spPr bwMode="auto">
          <a:xfrm>
            <a:off x="3657600" y="348932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4" name="Line 25">
            <a:extLst>
              <a:ext uri="{FF2B5EF4-FFF2-40B4-BE49-F238E27FC236}">
                <a16:creationId xmlns:a16="http://schemas.microsoft.com/office/drawing/2014/main" id="{6767F0B4-0B20-46A6-88BB-78A7EC7D9442}"/>
              </a:ext>
            </a:extLst>
          </p:cNvPr>
          <p:cNvSpPr>
            <a:spLocks noChangeShapeType="1"/>
          </p:cNvSpPr>
          <p:nvPr/>
        </p:nvSpPr>
        <p:spPr bwMode="auto">
          <a:xfrm flipV="1">
            <a:off x="4114800" y="3336925"/>
            <a:ext cx="1524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5" name="Line 26">
            <a:extLst>
              <a:ext uri="{FF2B5EF4-FFF2-40B4-BE49-F238E27FC236}">
                <a16:creationId xmlns:a16="http://schemas.microsoft.com/office/drawing/2014/main" id="{6FC0CD9C-9DD4-4771-8044-0EFB95FC0515}"/>
              </a:ext>
            </a:extLst>
          </p:cNvPr>
          <p:cNvSpPr>
            <a:spLocks noChangeShapeType="1"/>
          </p:cNvSpPr>
          <p:nvPr/>
        </p:nvSpPr>
        <p:spPr bwMode="auto">
          <a:xfrm>
            <a:off x="4267200" y="3336925"/>
            <a:ext cx="152400" cy="76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6" name="Line 27">
            <a:extLst>
              <a:ext uri="{FF2B5EF4-FFF2-40B4-BE49-F238E27FC236}">
                <a16:creationId xmlns:a16="http://schemas.microsoft.com/office/drawing/2014/main" id="{91564894-E48D-469D-A2FF-62F838870A9C}"/>
              </a:ext>
            </a:extLst>
          </p:cNvPr>
          <p:cNvSpPr>
            <a:spLocks noChangeShapeType="1"/>
          </p:cNvSpPr>
          <p:nvPr/>
        </p:nvSpPr>
        <p:spPr bwMode="auto">
          <a:xfrm>
            <a:off x="3657600" y="4556125"/>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7" name="Line 28">
            <a:extLst>
              <a:ext uri="{FF2B5EF4-FFF2-40B4-BE49-F238E27FC236}">
                <a16:creationId xmlns:a16="http://schemas.microsoft.com/office/drawing/2014/main" id="{40BB893B-F68B-4E71-BFE0-2D7974EDB1FB}"/>
              </a:ext>
            </a:extLst>
          </p:cNvPr>
          <p:cNvSpPr>
            <a:spLocks noChangeShapeType="1"/>
          </p:cNvSpPr>
          <p:nvPr/>
        </p:nvSpPr>
        <p:spPr bwMode="auto">
          <a:xfrm>
            <a:off x="3657600" y="4708525"/>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8" name="Line 29">
            <a:extLst>
              <a:ext uri="{FF2B5EF4-FFF2-40B4-BE49-F238E27FC236}">
                <a16:creationId xmlns:a16="http://schemas.microsoft.com/office/drawing/2014/main" id="{315D33C1-4EBE-4191-AF8B-5B8CFF6256DA}"/>
              </a:ext>
            </a:extLst>
          </p:cNvPr>
          <p:cNvSpPr>
            <a:spLocks noChangeShapeType="1"/>
          </p:cNvSpPr>
          <p:nvPr/>
        </p:nvSpPr>
        <p:spPr bwMode="auto">
          <a:xfrm>
            <a:off x="4038600" y="4708525"/>
            <a:ext cx="304800" cy="22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59" name="Line 30">
            <a:extLst>
              <a:ext uri="{FF2B5EF4-FFF2-40B4-BE49-F238E27FC236}">
                <a16:creationId xmlns:a16="http://schemas.microsoft.com/office/drawing/2014/main" id="{9D927FCE-B633-4324-8978-B0BB9FFEF8C2}"/>
              </a:ext>
            </a:extLst>
          </p:cNvPr>
          <p:cNvSpPr>
            <a:spLocks noChangeShapeType="1"/>
          </p:cNvSpPr>
          <p:nvPr/>
        </p:nvSpPr>
        <p:spPr bwMode="auto">
          <a:xfrm flipV="1">
            <a:off x="4419600" y="4860925"/>
            <a:ext cx="0" cy="0"/>
          </a:xfrm>
          <a:prstGeom prst="line">
            <a:avLst/>
          </a:prstGeom>
          <a:noFill/>
          <a:ln w="9525">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0" name="Line 31">
            <a:extLst>
              <a:ext uri="{FF2B5EF4-FFF2-40B4-BE49-F238E27FC236}">
                <a16:creationId xmlns:a16="http://schemas.microsoft.com/office/drawing/2014/main" id="{993FFB27-7D08-4289-B08F-76018EC3589F}"/>
              </a:ext>
            </a:extLst>
          </p:cNvPr>
          <p:cNvSpPr>
            <a:spLocks noChangeShapeType="1"/>
          </p:cNvSpPr>
          <p:nvPr/>
        </p:nvSpPr>
        <p:spPr bwMode="auto">
          <a:xfrm flipV="1">
            <a:off x="4343400" y="4784725"/>
            <a:ext cx="7620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1" name="Line 32">
            <a:extLst>
              <a:ext uri="{FF2B5EF4-FFF2-40B4-BE49-F238E27FC236}">
                <a16:creationId xmlns:a16="http://schemas.microsoft.com/office/drawing/2014/main" id="{250A28F1-C543-4BE5-BBEC-87A242BAA942}"/>
              </a:ext>
            </a:extLst>
          </p:cNvPr>
          <p:cNvSpPr>
            <a:spLocks noChangeShapeType="1"/>
          </p:cNvSpPr>
          <p:nvPr/>
        </p:nvSpPr>
        <p:spPr bwMode="auto">
          <a:xfrm>
            <a:off x="1905000" y="3794125"/>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2" name="Line 33">
            <a:extLst>
              <a:ext uri="{FF2B5EF4-FFF2-40B4-BE49-F238E27FC236}">
                <a16:creationId xmlns:a16="http://schemas.microsoft.com/office/drawing/2014/main" id="{BEA9BA9E-4685-443C-A990-0AD571CD89B6}"/>
              </a:ext>
            </a:extLst>
          </p:cNvPr>
          <p:cNvSpPr>
            <a:spLocks noChangeShapeType="1"/>
          </p:cNvSpPr>
          <p:nvPr/>
        </p:nvSpPr>
        <p:spPr bwMode="auto">
          <a:xfrm>
            <a:off x="2514600" y="3794125"/>
            <a:ext cx="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3" name="Line 34">
            <a:extLst>
              <a:ext uri="{FF2B5EF4-FFF2-40B4-BE49-F238E27FC236}">
                <a16:creationId xmlns:a16="http://schemas.microsoft.com/office/drawing/2014/main" id="{5E42BCC5-3290-425D-9D7D-7643F119F3F7}"/>
              </a:ext>
            </a:extLst>
          </p:cNvPr>
          <p:cNvSpPr>
            <a:spLocks noChangeShapeType="1"/>
          </p:cNvSpPr>
          <p:nvPr/>
        </p:nvSpPr>
        <p:spPr bwMode="auto">
          <a:xfrm flipH="1">
            <a:off x="1905000" y="4403725"/>
            <a:ext cx="609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4" name="Line 35">
            <a:extLst>
              <a:ext uri="{FF2B5EF4-FFF2-40B4-BE49-F238E27FC236}">
                <a16:creationId xmlns:a16="http://schemas.microsoft.com/office/drawing/2014/main" id="{8FD0773F-2E8F-4237-92A8-BFC999A94FBD}"/>
              </a:ext>
            </a:extLst>
          </p:cNvPr>
          <p:cNvSpPr>
            <a:spLocks noChangeShapeType="1"/>
          </p:cNvSpPr>
          <p:nvPr/>
        </p:nvSpPr>
        <p:spPr bwMode="auto">
          <a:xfrm>
            <a:off x="1752600" y="4022725"/>
            <a:ext cx="53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5" name="Line 36">
            <a:extLst>
              <a:ext uri="{FF2B5EF4-FFF2-40B4-BE49-F238E27FC236}">
                <a16:creationId xmlns:a16="http://schemas.microsoft.com/office/drawing/2014/main" id="{67776B34-79F6-446D-B98B-832EA29E6A43}"/>
              </a:ext>
            </a:extLst>
          </p:cNvPr>
          <p:cNvSpPr>
            <a:spLocks noChangeShapeType="1"/>
          </p:cNvSpPr>
          <p:nvPr/>
        </p:nvSpPr>
        <p:spPr bwMode="auto">
          <a:xfrm>
            <a:off x="1752600" y="4175125"/>
            <a:ext cx="53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6" name="Line 37">
            <a:extLst>
              <a:ext uri="{FF2B5EF4-FFF2-40B4-BE49-F238E27FC236}">
                <a16:creationId xmlns:a16="http://schemas.microsoft.com/office/drawing/2014/main" id="{0B4C2084-B3A1-43AF-BD4E-9A28ED78B8A6}"/>
              </a:ext>
            </a:extLst>
          </p:cNvPr>
          <p:cNvSpPr>
            <a:spLocks noChangeShapeType="1"/>
          </p:cNvSpPr>
          <p:nvPr/>
        </p:nvSpPr>
        <p:spPr bwMode="auto">
          <a:xfrm flipV="1">
            <a:off x="2286000" y="4022725"/>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7" name="Oval 38">
            <a:extLst>
              <a:ext uri="{FF2B5EF4-FFF2-40B4-BE49-F238E27FC236}">
                <a16:creationId xmlns:a16="http://schemas.microsoft.com/office/drawing/2014/main" id="{E6846668-2062-4B05-8542-77813935357E}"/>
              </a:ext>
            </a:extLst>
          </p:cNvPr>
          <p:cNvSpPr>
            <a:spLocks noChangeArrowheads="1"/>
          </p:cNvSpPr>
          <p:nvPr/>
        </p:nvSpPr>
        <p:spPr bwMode="auto">
          <a:xfrm>
            <a:off x="2286000" y="4022725"/>
            <a:ext cx="76200" cy="152400"/>
          </a:xfrm>
          <a:prstGeom prst="ellipse">
            <a:avLst/>
          </a:prstGeom>
          <a:solidFill>
            <a:schemeClr val="bg1">
              <a:alpha val="50195"/>
            </a:schemeClr>
          </a:solidFill>
          <a:ln w="38100">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3768" name="Line 39">
            <a:extLst>
              <a:ext uri="{FF2B5EF4-FFF2-40B4-BE49-F238E27FC236}">
                <a16:creationId xmlns:a16="http://schemas.microsoft.com/office/drawing/2014/main" id="{4BF7384F-0832-4BBB-B04E-3BC786FC9283}"/>
              </a:ext>
            </a:extLst>
          </p:cNvPr>
          <p:cNvSpPr>
            <a:spLocks noChangeShapeType="1"/>
          </p:cNvSpPr>
          <p:nvPr/>
        </p:nvSpPr>
        <p:spPr bwMode="auto">
          <a:xfrm flipV="1">
            <a:off x="2667000" y="3794125"/>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69" name="Line 40">
            <a:extLst>
              <a:ext uri="{FF2B5EF4-FFF2-40B4-BE49-F238E27FC236}">
                <a16:creationId xmlns:a16="http://schemas.microsoft.com/office/drawing/2014/main" id="{53F653EF-598C-4B12-9723-CA32553CDD5A}"/>
              </a:ext>
            </a:extLst>
          </p:cNvPr>
          <p:cNvSpPr>
            <a:spLocks noChangeShapeType="1"/>
          </p:cNvSpPr>
          <p:nvPr/>
        </p:nvSpPr>
        <p:spPr bwMode="auto">
          <a:xfrm>
            <a:off x="2667000" y="3794125"/>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0" name="Line 41">
            <a:extLst>
              <a:ext uri="{FF2B5EF4-FFF2-40B4-BE49-F238E27FC236}">
                <a16:creationId xmlns:a16="http://schemas.microsoft.com/office/drawing/2014/main" id="{55A6BE7E-7B79-46DE-90A6-B156954772D6}"/>
              </a:ext>
            </a:extLst>
          </p:cNvPr>
          <p:cNvSpPr>
            <a:spLocks noChangeShapeType="1"/>
          </p:cNvSpPr>
          <p:nvPr/>
        </p:nvSpPr>
        <p:spPr bwMode="auto">
          <a:xfrm flipV="1">
            <a:off x="2971800" y="3794125"/>
            <a:ext cx="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1" name="Line 42">
            <a:extLst>
              <a:ext uri="{FF2B5EF4-FFF2-40B4-BE49-F238E27FC236}">
                <a16:creationId xmlns:a16="http://schemas.microsoft.com/office/drawing/2014/main" id="{72FB55F5-7EBC-40E3-8FE5-355420D70D24}"/>
              </a:ext>
            </a:extLst>
          </p:cNvPr>
          <p:cNvSpPr>
            <a:spLocks noChangeShapeType="1"/>
          </p:cNvSpPr>
          <p:nvPr/>
        </p:nvSpPr>
        <p:spPr bwMode="auto">
          <a:xfrm>
            <a:off x="2667000" y="4251325"/>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2" name="Line 43">
            <a:extLst>
              <a:ext uri="{FF2B5EF4-FFF2-40B4-BE49-F238E27FC236}">
                <a16:creationId xmlns:a16="http://schemas.microsoft.com/office/drawing/2014/main" id="{78206796-A969-4B88-A92A-D412599BFC6B}"/>
              </a:ext>
            </a:extLst>
          </p:cNvPr>
          <p:cNvSpPr>
            <a:spLocks noChangeShapeType="1"/>
          </p:cNvSpPr>
          <p:nvPr/>
        </p:nvSpPr>
        <p:spPr bwMode="auto">
          <a:xfrm>
            <a:off x="2667000" y="4403725"/>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3" name="Line 44">
            <a:extLst>
              <a:ext uri="{FF2B5EF4-FFF2-40B4-BE49-F238E27FC236}">
                <a16:creationId xmlns:a16="http://schemas.microsoft.com/office/drawing/2014/main" id="{A0036229-2B0B-421D-832D-5FB53647ED40}"/>
              </a:ext>
            </a:extLst>
          </p:cNvPr>
          <p:cNvSpPr>
            <a:spLocks noChangeShapeType="1"/>
          </p:cNvSpPr>
          <p:nvPr/>
        </p:nvSpPr>
        <p:spPr bwMode="auto">
          <a:xfrm>
            <a:off x="3048000" y="387032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4" name="Line 45">
            <a:extLst>
              <a:ext uri="{FF2B5EF4-FFF2-40B4-BE49-F238E27FC236}">
                <a16:creationId xmlns:a16="http://schemas.microsoft.com/office/drawing/2014/main" id="{E7CBA2D2-CAB4-43FF-B931-8FDF381A63DA}"/>
              </a:ext>
            </a:extLst>
          </p:cNvPr>
          <p:cNvSpPr>
            <a:spLocks noChangeShapeType="1"/>
          </p:cNvSpPr>
          <p:nvPr/>
        </p:nvSpPr>
        <p:spPr bwMode="auto">
          <a:xfrm>
            <a:off x="3048000" y="4327525"/>
            <a:ext cx="457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5" name="Freeform 46">
            <a:extLst>
              <a:ext uri="{FF2B5EF4-FFF2-40B4-BE49-F238E27FC236}">
                <a16:creationId xmlns:a16="http://schemas.microsoft.com/office/drawing/2014/main" id="{C118E5DE-DAE2-4BD5-AB4F-618A6ACD11C6}"/>
              </a:ext>
            </a:extLst>
          </p:cNvPr>
          <p:cNvSpPr>
            <a:spLocks noChangeArrowheads="1"/>
          </p:cNvSpPr>
          <p:nvPr/>
        </p:nvSpPr>
        <p:spPr bwMode="auto">
          <a:xfrm>
            <a:off x="5943600" y="2498725"/>
            <a:ext cx="533400" cy="3124200"/>
          </a:xfrm>
          <a:custGeom>
            <a:avLst/>
            <a:gdLst>
              <a:gd name="T0" fmla="*/ 2147483646 w 288"/>
              <a:gd name="T1" fmla="*/ 0 h 2032"/>
              <a:gd name="T2" fmla="*/ 2147483646 w 288"/>
              <a:gd name="T3" fmla="*/ 2147483646 h 2032"/>
              <a:gd name="T4" fmla="*/ 2147483646 w 288"/>
              <a:gd name="T5" fmla="*/ 2147483646 h 2032"/>
              <a:gd name="T6" fmla="*/ 0 w 288"/>
              <a:gd name="T7" fmla="*/ 2147483646 h 20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2032">
                <a:moveTo>
                  <a:pt x="48" y="0"/>
                </a:moveTo>
                <a:cubicBezTo>
                  <a:pt x="168" y="276"/>
                  <a:pt x="288" y="552"/>
                  <a:pt x="288" y="864"/>
                </a:cubicBezTo>
                <a:cubicBezTo>
                  <a:pt x="288" y="1176"/>
                  <a:pt x="96" y="1712"/>
                  <a:pt x="48" y="1872"/>
                </a:cubicBezTo>
                <a:cubicBezTo>
                  <a:pt x="0" y="2032"/>
                  <a:pt x="16" y="1824"/>
                  <a:pt x="0" y="1824"/>
                </a:cubicBezTo>
              </a:path>
            </a:pathLst>
          </a:custGeom>
          <a:noFill/>
          <a:ln w="38100">
            <a:solidFill>
              <a:srgbClr val="CC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6" name="Line 47">
            <a:extLst>
              <a:ext uri="{FF2B5EF4-FFF2-40B4-BE49-F238E27FC236}">
                <a16:creationId xmlns:a16="http://schemas.microsoft.com/office/drawing/2014/main" id="{42161D41-72C6-482D-8BEC-15C8EA8D1066}"/>
              </a:ext>
            </a:extLst>
          </p:cNvPr>
          <p:cNvSpPr>
            <a:spLocks noChangeShapeType="1"/>
          </p:cNvSpPr>
          <p:nvPr/>
        </p:nvSpPr>
        <p:spPr bwMode="auto">
          <a:xfrm flipH="1">
            <a:off x="1600200" y="4098925"/>
            <a:ext cx="685800" cy="10668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7" name="Line 48">
            <a:extLst>
              <a:ext uri="{FF2B5EF4-FFF2-40B4-BE49-F238E27FC236}">
                <a16:creationId xmlns:a16="http://schemas.microsoft.com/office/drawing/2014/main" id="{BD6CA0BD-8990-4AB0-A3F9-5A1D594BEE16}"/>
              </a:ext>
            </a:extLst>
          </p:cNvPr>
          <p:cNvSpPr>
            <a:spLocks noChangeShapeType="1"/>
          </p:cNvSpPr>
          <p:nvPr/>
        </p:nvSpPr>
        <p:spPr bwMode="auto">
          <a:xfrm>
            <a:off x="1143000" y="3032125"/>
            <a:ext cx="914400" cy="7620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8" name="Line 49">
            <a:extLst>
              <a:ext uri="{FF2B5EF4-FFF2-40B4-BE49-F238E27FC236}">
                <a16:creationId xmlns:a16="http://schemas.microsoft.com/office/drawing/2014/main" id="{FA4E2A13-FDCD-4CB6-B7CB-ED24849F63D0}"/>
              </a:ext>
            </a:extLst>
          </p:cNvPr>
          <p:cNvSpPr>
            <a:spLocks noChangeShapeType="1"/>
          </p:cNvSpPr>
          <p:nvPr/>
        </p:nvSpPr>
        <p:spPr bwMode="auto">
          <a:xfrm flipH="1" flipV="1">
            <a:off x="2209800" y="3260725"/>
            <a:ext cx="533400" cy="5334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79" name="Line 50">
            <a:extLst>
              <a:ext uri="{FF2B5EF4-FFF2-40B4-BE49-F238E27FC236}">
                <a16:creationId xmlns:a16="http://schemas.microsoft.com/office/drawing/2014/main" id="{340DB28E-34A5-438D-BBDA-5DFC9D1BA798}"/>
              </a:ext>
            </a:extLst>
          </p:cNvPr>
          <p:cNvSpPr>
            <a:spLocks noChangeShapeType="1"/>
          </p:cNvSpPr>
          <p:nvPr/>
        </p:nvSpPr>
        <p:spPr bwMode="auto">
          <a:xfrm>
            <a:off x="3200400" y="4327525"/>
            <a:ext cx="0" cy="5334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0" name="Line 51">
            <a:extLst>
              <a:ext uri="{FF2B5EF4-FFF2-40B4-BE49-F238E27FC236}">
                <a16:creationId xmlns:a16="http://schemas.microsoft.com/office/drawing/2014/main" id="{347783F6-C9B6-43B1-9AB6-443457B7189F}"/>
              </a:ext>
            </a:extLst>
          </p:cNvPr>
          <p:cNvSpPr>
            <a:spLocks noChangeShapeType="1"/>
          </p:cNvSpPr>
          <p:nvPr/>
        </p:nvSpPr>
        <p:spPr bwMode="auto">
          <a:xfrm flipH="1" flipV="1">
            <a:off x="3657600" y="2955925"/>
            <a:ext cx="228600" cy="6096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1" name="Line 52">
            <a:extLst>
              <a:ext uri="{FF2B5EF4-FFF2-40B4-BE49-F238E27FC236}">
                <a16:creationId xmlns:a16="http://schemas.microsoft.com/office/drawing/2014/main" id="{EDC65906-2AED-4A1F-8C1E-917E7BFCEE6C}"/>
              </a:ext>
            </a:extLst>
          </p:cNvPr>
          <p:cNvSpPr>
            <a:spLocks noChangeShapeType="1"/>
          </p:cNvSpPr>
          <p:nvPr/>
        </p:nvSpPr>
        <p:spPr bwMode="auto">
          <a:xfrm flipV="1">
            <a:off x="4724400" y="2346325"/>
            <a:ext cx="0" cy="6096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2" name="Line 53">
            <a:extLst>
              <a:ext uri="{FF2B5EF4-FFF2-40B4-BE49-F238E27FC236}">
                <a16:creationId xmlns:a16="http://schemas.microsoft.com/office/drawing/2014/main" id="{704A4923-BFC1-4C51-AD1A-E30A45137B66}"/>
              </a:ext>
            </a:extLst>
          </p:cNvPr>
          <p:cNvSpPr>
            <a:spLocks noChangeShapeType="1"/>
          </p:cNvSpPr>
          <p:nvPr/>
        </p:nvSpPr>
        <p:spPr bwMode="auto">
          <a:xfrm>
            <a:off x="3048000" y="3794125"/>
            <a:ext cx="53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3" name="Line 54">
            <a:extLst>
              <a:ext uri="{FF2B5EF4-FFF2-40B4-BE49-F238E27FC236}">
                <a16:creationId xmlns:a16="http://schemas.microsoft.com/office/drawing/2014/main" id="{6A0560D6-6752-43F8-B45F-43AC10D975C0}"/>
              </a:ext>
            </a:extLst>
          </p:cNvPr>
          <p:cNvSpPr>
            <a:spLocks noChangeShapeType="1"/>
          </p:cNvSpPr>
          <p:nvPr/>
        </p:nvSpPr>
        <p:spPr bwMode="auto">
          <a:xfrm>
            <a:off x="3048000" y="4403725"/>
            <a:ext cx="53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4" name="Line 55">
            <a:extLst>
              <a:ext uri="{FF2B5EF4-FFF2-40B4-BE49-F238E27FC236}">
                <a16:creationId xmlns:a16="http://schemas.microsoft.com/office/drawing/2014/main" id="{50DBD3A6-823B-4B77-9BE9-43BBFA4E62B9}"/>
              </a:ext>
            </a:extLst>
          </p:cNvPr>
          <p:cNvSpPr>
            <a:spLocks noChangeShapeType="1"/>
          </p:cNvSpPr>
          <p:nvPr/>
        </p:nvSpPr>
        <p:spPr bwMode="auto">
          <a:xfrm>
            <a:off x="3581400" y="3717925"/>
            <a:ext cx="6858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5" name="Line 56">
            <a:extLst>
              <a:ext uri="{FF2B5EF4-FFF2-40B4-BE49-F238E27FC236}">
                <a16:creationId xmlns:a16="http://schemas.microsoft.com/office/drawing/2014/main" id="{93AFCB8B-61D7-4810-8018-5C71370F574A}"/>
              </a:ext>
            </a:extLst>
          </p:cNvPr>
          <p:cNvSpPr>
            <a:spLocks noChangeShapeType="1"/>
          </p:cNvSpPr>
          <p:nvPr/>
        </p:nvSpPr>
        <p:spPr bwMode="auto">
          <a:xfrm flipV="1">
            <a:off x="4267200" y="2574925"/>
            <a:ext cx="990600" cy="11430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6" name="Line 57">
            <a:extLst>
              <a:ext uri="{FF2B5EF4-FFF2-40B4-BE49-F238E27FC236}">
                <a16:creationId xmlns:a16="http://schemas.microsoft.com/office/drawing/2014/main" id="{44BA8AAC-0540-4478-89A1-29DD82F7880F}"/>
              </a:ext>
            </a:extLst>
          </p:cNvPr>
          <p:cNvSpPr>
            <a:spLocks noChangeShapeType="1"/>
          </p:cNvSpPr>
          <p:nvPr/>
        </p:nvSpPr>
        <p:spPr bwMode="auto">
          <a:xfrm>
            <a:off x="5257800" y="2574925"/>
            <a:ext cx="7620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7" name="Line 58">
            <a:extLst>
              <a:ext uri="{FF2B5EF4-FFF2-40B4-BE49-F238E27FC236}">
                <a16:creationId xmlns:a16="http://schemas.microsoft.com/office/drawing/2014/main" id="{47E9901A-9300-42C5-B4B3-AA630021514E}"/>
              </a:ext>
            </a:extLst>
          </p:cNvPr>
          <p:cNvSpPr>
            <a:spLocks noChangeShapeType="1"/>
          </p:cNvSpPr>
          <p:nvPr/>
        </p:nvSpPr>
        <p:spPr bwMode="auto">
          <a:xfrm>
            <a:off x="3581400" y="4479925"/>
            <a:ext cx="6096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8" name="Line 59">
            <a:extLst>
              <a:ext uri="{FF2B5EF4-FFF2-40B4-BE49-F238E27FC236}">
                <a16:creationId xmlns:a16="http://schemas.microsoft.com/office/drawing/2014/main" id="{7C85020C-2624-404A-9D9A-3AEE11AAC538}"/>
              </a:ext>
            </a:extLst>
          </p:cNvPr>
          <p:cNvSpPr>
            <a:spLocks noChangeShapeType="1"/>
          </p:cNvSpPr>
          <p:nvPr/>
        </p:nvSpPr>
        <p:spPr bwMode="auto">
          <a:xfrm>
            <a:off x="4191000" y="4479925"/>
            <a:ext cx="990600" cy="91440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89" name="Line 60">
            <a:extLst>
              <a:ext uri="{FF2B5EF4-FFF2-40B4-BE49-F238E27FC236}">
                <a16:creationId xmlns:a16="http://schemas.microsoft.com/office/drawing/2014/main" id="{7F15D343-79E2-412D-AE01-D79D0FB2611B}"/>
              </a:ext>
            </a:extLst>
          </p:cNvPr>
          <p:cNvSpPr>
            <a:spLocks noChangeShapeType="1"/>
          </p:cNvSpPr>
          <p:nvPr/>
        </p:nvSpPr>
        <p:spPr bwMode="auto">
          <a:xfrm>
            <a:off x="5181600" y="5394325"/>
            <a:ext cx="762000" cy="0"/>
          </a:xfrm>
          <a:prstGeom prst="line">
            <a:avLst/>
          </a:prstGeom>
          <a:noFill/>
          <a:ln w="38100">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90" name="Line 61">
            <a:extLst>
              <a:ext uri="{FF2B5EF4-FFF2-40B4-BE49-F238E27FC236}">
                <a16:creationId xmlns:a16="http://schemas.microsoft.com/office/drawing/2014/main" id="{09974576-2168-467B-97BB-742D330BE4AD}"/>
              </a:ext>
            </a:extLst>
          </p:cNvPr>
          <p:cNvSpPr>
            <a:spLocks noChangeShapeType="1"/>
          </p:cNvSpPr>
          <p:nvPr/>
        </p:nvSpPr>
        <p:spPr bwMode="auto">
          <a:xfrm flipH="1">
            <a:off x="5029200" y="5394325"/>
            <a:ext cx="533400" cy="4572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91" name="Line 62">
            <a:extLst>
              <a:ext uri="{FF2B5EF4-FFF2-40B4-BE49-F238E27FC236}">
                <a16:creationId xmlns:a16="http://schemas.microsoft.com/office/drawing/2014/main" id="{98331253-A0C3-4AFA-86AB-78450A35BC3E}"/>
              </a:ext>
            </a:extLst>
          </p:cNvPr>
          <p:cNvSpPr>
            <a:spLocks noChangeShapeType="1"/>
          </p:cNvSpPr>
          <p:nvPr/>
        </p:nvSpPr>
        <p:spPr bwMode="auto">
          <a:xfrm flipV="1">
            <a:off x="6477000" y="3032125"/>
            <a:ext cx="762000" cy="3810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92" name="Line 63">
            <a:extLst>
              <a:ext uri="{FF2B5EF4-FFF2-40B4-BE49-F238E27FC236}">
                <a16:creationId xmlns:a16="http://schemas.microsoft.com/office/drawing/2014/main" id="{71E1995A-EACC-4774-9138-4136A6D32467}"/>
              </a:ext>
            </a:extLst>
          </p:cNvPr>
          <p:cNvSpPr>
            <a:spLocks noChangeShapeType="1"/>
          </p:cNvSpPr>
          <p:nvPr/>
        </p:nvSpPr>
        <p:spPr bwMode="auto">
          <a:xfrm flipV="1">
            <a:off x="6248400" y="4175125"/>
            <a:ext cx="990600" cy="5334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793" name="Text Box 64">
            <a:extLst>
              <a:ext uri="{FF2B5EF4-FFF2-40B4-BE49-F238E27FC236}">
                <a16:creationId xmlns:a16="http://schemas.microsoft.com/office/drawing/2014/main" id="{C7849849-6A04-4E3F-80FF-92DF972B75E8}"/>
              </a:ext>
            </a:extLst>
          </p:cNvPr>
          <p:cNvSpPr txBox="1">
            <a:spLocks noChangeArrowheads="1"/>
          </p:cNvSpPr>
          <p:nvPr/>
        </p:nvSpPr>
        <p:spPr bwMode="auto">
          <a:xfrm>
            <a:off x="706438" y="5051425"/>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灯丝</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794" name="Text Box 65">
            <a:extLst>
              <a:ext uri="{FF2B5EF4-FFF2-40B4-BE49-F238E27FC236}">
                <a16:creationId xmlns:a16="http://schemas.microsoft.com/office/drawing/2014/main" id="{C58AF92B-E617-4101-BCEB-8526CDD542A0}"/>
              </a:ext>
            </a:extLst>
          </p:cNvPr>
          <p:cNvSpPr txBox="1">
            <a:spLocks noChangeArrowheads="1"/>
          </p:cNvSpPr>
          <p:nvPr/>
        </p:nvSpPr>
        <p:spPr bwMode="auto">
          <a:xfrm>
            <a:off x="685800" y="2574925"/>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阴极</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795" name="Text Box 66">
            <a:extLst>
              <a:ext uri="{FF2B5EF4-FFF2-40B4-BE49-F238E27FC236}">
                <a16:creationId xmlns:a16="http://schemas.microsoft.com/office/drawing/2014/main" id="{8BB929E4-3B0A-493E-8F08-8A72B4660488}"/>
              </a:ext>
            </a:extLst>
          </p:cNvPr>
          <p:cNvSpPr txBox="1">
            <a:spLocks noChangeArrowheads="1"/>
          </p:cNvSpPr>
          <p:nvPr/>
        </p:nvSpPr>
        <p:spPr bwMode="auto">
          <a:xfrm>
            <a:off x="2592388" y="4784725"/>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聚焦极</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796" name="Text Box 67">
            <a:extLst>
              <a:ext uri="{FF2B5EF4-FFF2-40B4-BE49-F238E27FC236}">
                <a16:creationId xmlns:a16="http://schemas.microsoft.com/office/drawing/2014/main" id="{8E3FFB39-3868-4AC1-B793-D3728DF97A44}"/>
              </a:ext>
            </a:extLst>
          </p:cNvPr>
          <p:cNvSpPr txBox="1">
            <a:spLocks noChangeArrowheads="1"/>
          </p:cNvSpPr>
          <p:nvPr/>
        </p:nvSpPr>
        <p:spPr bwMode="auto">
          <a:xfrm>
            <a:off x="4403725" y="581342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石墨层</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797" name="Text Box 68">
            <a:extLst>
              <a:ext uri="{FF2B5EF4-FFF2-40B4-BE49-F238E27FC236}">
                <a16:creationId xmlns:a16="http://schemas.microsoft.com/office/drawing/2014/main" id="{9E8E146B-4977-4DDD-BC10-0872CAFAEA5B}"/>
              </a:ext>
            </a:extLst>
          </p:cNvPr>
          <p:cNvSpPr txBox="1">
            <a:spLocks noChangeArrowheads="1"/>
          </p:cNvSpPr>
          <p:nvPr/>
        </p:nvSpPr>
        <p:spPr bwMode="auto">
          <a:xfrm>
            <a:off x="6918325" y="428942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荧光屏</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798" name="Text Box 69">
            <a:extLst>
              <a:ext uri="{FF2B5EF4-FFF2-40B4-BE49-F238E27FC236}">
                <a16:creationId xmlns:a16="http://schemas.microsoft.com/office/drawing/2014/main" id="{E3F0B8E5-3F5A-4204-818A-F1878947A942}"/>
              </a:ext>
            </a:extLst>
          </p:cNvPr>
          <p:cNvSpPr txBox="1">
            <a:spLocks noChangeArrowheads="1"/>
          </p:cNvSpPr>
          <p:nvPr/>
        </p:nvSpPr>
        <p:spPr bwMode="auto">
          <a:xfrm>
            <a:off x="7032625" y="284162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显示屏</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799" name="Text Box 70">
            <a:extLst>
              <a:ext uri="{FF2B5EF4-FFF2-40B4-BE49-F238E27FC236}">
                <a16:creationId xmlns:a16="http://schemas.microsoft.com/office/drawing/2014/main" id="{78C2271A-8EF9-4979-8455-6881FD338DF9}"/>
              </a:ext>
            </a:extLst>
          </p:cNvPr>
          <p:cNvSpPr txBox="1">
            <a:spLocks noChangeArrowheads="1"/>
          </p:cNvSpPr>
          <p:nvPr/>
        </p:nvSpPr>
        <p:spPr bwMode="auto">
          <a:xfrm>
            <a:off x="4556125" y="1965325"/>
            <a:ext cx="11033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阳极帽</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800" name="Text Box 71">
            <a:extLst>
              <a:ext uri="{FF2B5EF4-FFF2-40B4-BE49-F238E27FC236}">
                <a16:creationId xmlns:a16="http://schemas.microsoft.com/office/drawing/2014/main" id="{552FB9F0-DA4E-4027-8538-483EAB1A4859}"/>
              </a:ext>
            </a:extLst>
          </p:cNvPr>
          <p:cNvSpPr txBox="1">
            <a:spLocks noChangeArrowheads="1"/>
          </p:cNvSpPr>
          <p:nvPr/>
        </p:nvSpPr>
        <p:spPr bwMode="auto">
          <a:xfrm>
            <a:off x="2727325" y="2536825"/>
            <a:ext cx="1409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偏转线圈</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801" name="Text Box 72">
            <a:extLst>
              <a:ext uri="{FF2B5EF4-FFF2-40B4-BE49-F238E27FC236}">
                <a16:creationId xmlns:a16="http://schemas.microsoft.com/office/drawing/2014/main" id="{80BAFB62-A875-4447-886A-BDFF26F37217}"/>
              </a:ext>
            </a:extLst>
          </p:cNvPr>
          <p:cNvSpPr txBox="1">
            <a:spLocks noChangeArrowheads="1"/>
          </p:cNvSpPr>
          <p:nvPr/>
        </p:nvSpPr>
        <p:spPr bwMode="auto">
          <a:xfrm>
            <a:off x="1600200" y="2879725"/>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栅极</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802" name="Line 73">
            <a:extLst>
              <a:ext uri="{FF2B5EF4-FFF2-40B4-BE49-F238E27FC236}">
                <a16:creationId xmlns:a16="http://schemas.microsoft.com/office/drawing/2014/main" id="{60650D33-8498-49F5-B469-814AD99F6405}"/>
              </a:ext>
            </a:extLst>
          </p:cNvPr>
          <p:cNvSpPr>
            <a:spLocks noChangeShapeType="1"/>
          </p:cNvSpPr>
          <p:nvPr/>
        </p:nvSpPr>
        <p:spPr bwMode="auto">
          <a:xfrm flipH="1" flipV="1">
            <a:off x="2209800" y="2574925"/>
            <a:ext cx="990600" cy="1219200"/>
          </a:xfrm>
          <a:prstGeom prst="line">
            <a:avLst/>
          </a:prstGeom>
          <a:noFill/>
          <a:ln w="28575">
            <a:solidFill>
              <a:srgbClr val="659BFF"/>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803" name="Text Box 74">
            <a:extLst>
              <a:ext uri="{FF2B5EF4-FFF2-40B4-BE49-F238E27FC236}">
                <a16:creationId xmlns:a16="http://schemas.microsoft.com/office/drawing/2014/main" id="{9B443376-1270-4A6E-AE9C-1AA45ABE009C}"/>
              </a:ext>
            </a:extLst>
          </p:cNvPr>
          <p:cNvSpPr txBox="1">
            <a:spLocks noChangeArrowheads="1"/>
          </p:cNvSpPr>
          <p:nvPr/>
        </p:nvSpPr>
        <p:spPr bwMode="auto">
          <a:xfrm>
            <a:off x="1468438" y="2079625"/>
            <a:ext cx="800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chemeClr val="tx2"/>
                </a:solidFill>
                <a:latin typeface="楷体" panose="02010609060101010101" pitchFamily="49" charset="-122"/>
                <a:ea typeface="楷体" panose="02010609060101010101" pitchFamily="49" charset="-122"/>
              </a:rPr>
              <a:t>阳极</a:t>
            </a:r>
            <a:endParaRPr lang="zh-CN" altLang="en-US" sz="2000">
              <a:solidFill>
                <a:schemeClr val="tx2"/>
              </a:solidFill>
              <a:latin typeface="楷体" panose="02010609060101010101" pitchFamily="49" charset="-122"/>
              <a:ea typeface="楷体" panose="02010609060101010101" pitchFamily="49" charset="-122"/>
            </a:endParaRPr>
          </a:p>
        </p:txBody>
      </p:sp>
      <p:sp>
        <p:nvSpPr>
          <p:cNvPr id="73804" name="AutoShape 75">
            <a:extLst>
              <a:ext uri="{FF2B5EF4-FFF2-40B4-BE49-F238E27FC236}">
                <a16:creationId xmlns:a16="http://schemas.microsoft.com/office/drawing/2014/main" id="{1D190118-73CD-4680-A5A1-32AC1F6032EF}"/>
              </a:ext>
            </a:extLst>
          </p:cNvPr>
          <p:cNvSpPr>
            <a:spLocks/>
          </p:cNvSpPr>
          <p:nvPr/>
        </p:nvSpPr>
        <p:spPr bwMode="auto">
          <a:xfrm rot="-5400000">
            <a:off x="2552700" y="4670425"/>
            <a:ext cx="304800" cy="1600200"/>
          </a:xfrm>
          <a:prstGeom prst="leftBrace">
            <a:avLst>
              <a:gd name="adj1" fmla="val 43750"/>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73805" name="Text Box 76">
            <a:extLst>
              <a:ext uri="{FF2B5EF4-FFF2-40B4-BE49-F238E27FC236}">
                <a16:creationId xmlns:a16="http://schemas.microsoft.com/office/drawing/2014/main" id="{BE5C785E-C38B-4AE6-ABCF-F2F401AF4D4C}"/>
              </a:ext>
            </a:extLst>
          </p:cNvPr>
          <p:cNvSpPr txBox="1">
            <a:spLocks noChangeArrowheads="1"/>
          </p:cNvSpPr>
          <p:nvPr/>
        </p:nvSpPr>
        <p:spPr bwMode="auto">
          <a:xfrm>
            <a:off x="2058988" y="5699125"/>
            <a:ext cx="12557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800">
                <a:solidFill>
                  <a:schemeClr val="tx2"/>
                </a:solidFill>
                <a:latin typeface="楷体" panose="02010609060101010101" pitchFamily="49" charset="-122"/>
                <a:ea typeface="楷体" panose="02010609060101010101" pitchFamily="49" charset="-122"/>
              </a:rPr>
              <a:t>电子枪</a:t>
            </a:r>
          </a:p>
        </p:txBody>
      </p:sp>
      <p:sp>
        <p:nvSpPr>
          <p:cNvPr id="73806" name="Line 77">
            <a:extLst>
              <a:ext uri="{FF2B5EF4-FFF2-40B4-BE49-F238E27FC236}">
                <a16:creationId xmlns:a16="http://schemas.microsoft.com/office/drawing/2014/main" id="{21ABAD12-B217-4FD6-8F72-50D0D2F34A1D}"/>
              </a:ext>
            </a:extLst>
          </p:cNvPr>
          <p:cNvSpPr>
            <a:spLocks noChangeShapeType="1"/>
          </p:cNvSpPr>
          <p:nvPr/>
        </p:nvSpPr>
        <p:spPr bwMode="auto">
          <a:xfrm flipV="1">
            <a:off x="3581400" y="3717925"/>
            <a:ext cx="76200"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807" name="Line 78">
            <a:extLst>
              <a:ext uri="{FF2B5EF4-FFF2-40B4-BE49-F238E27FC236}">
                <a16:creationId xmlns:a16="http://schemas.microsoft.com/office/drawing/2014/main" id="{1FF96C0C-309F-46DD-AE59-3542FE49F135}"/>
              </a:ext>
            </a:extLst>
          </p:cNvPr>
          <p:cNvSpPr>
            <a:spLocks noChangeShapeType="1"/>
          </p:cNvSpPr>
          <p:nvPr/>
        </p:nvSpPr>
        <p:spPr bwMode="auto">
          <a:xfrm>
            <a:off x="3581400" y="4403725"/>
            <a:ext cx="76200" cy="76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808" name="Line 79">
            <a:extLst>
              <a:ext uri="{FF2B5EF4-FFF2-40B4-BE49-F238E27FC236}">
                <a16:creationId xmlns:a16="http://schemas.microsoft.com/office/drawing/2014/main" id="{A80837E5-7896-40A6-BC1F-0E83EE20BE9C}"/>
              </a:ext>
            </a:extLst>
          </p:cNvPr>
          <p:cNvSpPr>
            <a:spLocks noChangeShapeType="1"/>
          </p:cNvSpPr>
          <p:nvPr/>
        </p:nvSpPr>
        <p:spPr bwMode="auto">
          <a:xfrm>
            <a:off x="2362200" y="4098925"/>
            <a:ext cx="2286000" cy="0"/>
          </a:xfrm>
          <a:prstGeom prst="line">
            <a:avLst/>
          </a:prstGeom>
          <a:noFill/>
          <a:ln w="254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809" name="Line 80">
            <a:extLst>
              <a:ext uri="{FF2B5EF4-FFF2-40B4-BE49-F238E27FC236}">
                <a16:creationId xmlns:a16="http://schemas.microsoft.com/office/drawing/2014/main" id="{9AE35BE3-68B9-4B40-BB97-C4F906B965E6}"/>
              </a:ext>
            </a:extLst>
          </p:cNvPr>
          <p:cNvSpPr>
            <a:spLocks noChangeShapeType="1"/>
          </p:cNvSpPr>
          <p:nvPr/>
        </p:nvSpPr>
        <p:spPr bwMode="auto">
          <a:xfrm flipV="1">
            <a:off x="4648200" y="3108325"/>
            <a:ext cx="1676400" cy="990600"/>
          </a:xfrm>
          <a:prstGeom prst="line">
            <a:avLst/>
          </a:prstGeom>
          <a:noFill/>
          <a:ln w="254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73810" name="Text Box 81">
            <a:extLst>
              <a:ext uri="{FF2B5EF4-FFF2-40B4-BE49-F238E27FC236}">
                <a16:creationId xmlns:a16="http://schemas.microsoft.com/office/drawing/2014/main" id="{51582A70-9DC1-450C-803E-103C05C6AA9F}"/>
              </a:ext>
            </a:extLst>
          </p:cNvPr>
          <p:cNvSpPr txBox="1">
            <a:spLocks noChangeArrowheads="1"/>
          </p:cNvSpPr>
          <p:nvPr/>
        </p:nvSpPr>
        <p:spPr bwMode="auto">
          <a:xfrm>
            <a:off x="5106988" y="3641725"/>
            <a:ext cx="11033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50000"/>
              </a:spcBef>
              <a:buClrTx/>
              <a:buFont typeface="Wingdings 2" panose="05020102010507070707" pitchFamily="18" charset="2"/>
              <a:buNone/>
            </a:pPr>
            <a:r>
              <a:rPr lang="zh-CN" altLang="en-US" sz="2400">
                <a:solidFill>
                  <a:srgbClr val="FF6600"/>
                </a:solidFill>
                <a:latin typeface="楷体" panose="02010609060101010101" pitchFamily="49" charset="-122"/>
                <a:ea typeface="楷体" panose="02010609060101010101" pitchFamily="49" charset="-122"/>
              </a:rPr>
              <a:t>电子束</a:t>
            </a:r>
          </a:p>
        </p:txBody>
      </p:sp>
    </p:spTree>
  </p:cSld>
  <p:clrMapOvr>
    <a:masterClrMapping/>
  </p:clrMapOvr>
  <p:transition spd="med">
    <p:pull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276EF7CE-A38E-423B-BC0F-1658500CCDCF}"/>
              </a:ext>
            </a:extLst>
          </p:cNvPr>
          <p:cNvSpPr>
            <a:spLocks noGrp="1" noChangeArrowheads="1"/>
          </p:cNvSpPr>
          <p:nvPr>
            <p:ph type="title"/>
          </p:nvPr>
        </p:nvSpPr>
        <p:spPr/>
        <p:txBody>
          <a:bodyPr/>
          <a:lstStyle/>
          <a:p>
            <a:pPr eaLnBrk="1" hangingPunct="1">
              <a:defRPr/>
            </a:pPr>
            <a:r>
              <a:rPr kumimoji="1" lang="en-US" altLang="zh-CN"/>
              <a:t>CRT</a:t>
            </a:r>
            <a:r>
              <a:rPr kumimoji="1" lang="zh-CN" altLang="en-US"/>
              <a:t>的几个概念（</a:t>
            </a:r>
            <a:r>
              <a:rPr kumimoji="1" lang="en-US" altLang="zh-CN"/>
              <a:t>1</a:t>
            </a:r>
            <a:r>
              <a:rPr kumimoji="1" lang="zh-CN" altLang="en-US"/>
              <a:t>）</a:t>
            </a:r>
          </a:p>
        </p:txBody>
      </p:sp>
      <p:sp>
        <p:nvSpPr>
          <p:cNvPr id="74755" name="Rectangle 3">
            <a:extLst>
              <a:ext uri="{FF2B5EF4-FFF2-40B4-BE49-F238E27FC236}">
                <a16:creationId xmlns:a16="http://schemas.microsoft.com/office/drawing/2014/main" id="{B2F6370B-DA75-4C3B-B7F3-AF95395D5358}"/>
              </a:ext>
            </a:extLst>
          </p:cNvPr>
          <p:cNvSpPr>
            <a:spLocks noGrp="1" noChangeArrowheads="1"/>
          </p:cNvSpPr>
          <p:nvPr>
            <p:ph idx="1"/>
          </p:nvPr>
        </p:nvSpPr>
        <p:spPr/>
        <p:txBody>
          <a:bodyPr/>
          <a:lstStyle/>
          <a:p>
            <a:pPr eaLnBrk="1" hangingPunct="1"/>
            <a:r>
              <a:rPr lang="zh-CN" altLang="en-US" sz="2800" dirty="0"/>
              <a:t>分辨率：显示器所能显示的像素个数。像素越密，分辨率越高，图象越清晰</a:t>
            </a:r>
          </a:p>
          <a:p>
            <a:pPr lvl="1" eaLnBrk="1" hangingPunct="1"/>
            <a:r>
              <a:rPr lang="zh-CN" altLang="en-US" dirty="0"/>
              <a:t>它取决于显像管荧光粉的颗粒度，荧光屏的尺寸以及</a:t>
            </a:r>
            <a:r>
              <a:rPr lang="en-US" altLang="zh-CN" dirty="0"/>
              <a:t>CRT</a:t>
            </a:r>
            <a:r>
              <a:rPr lang="zh-CN" altLang="en-US" dirty="0"/>
              <a:t>电子束的聚焦能力</a:t>
            </a:r>
            <a:endParaRPr lang="en-US" altLang="zh-CN" dirty="0"/>
          </a:p>
          <a:p>
            <a:pPr lvl="1" eaLnBrk="1" hangingPunct="1"/>
            <a:endParaRPr lang="en-US" altLang="zh-CN" dirty="0"/>
          </a:p>
          <a:p>
            <a:pPr lvl="1" eaLnBrk="1" hangingPunct="1"/>
            <a:endParaRPr lang="en-US" altLang="zh-CN" dirty="0"/>
          </a:p>
          <a:p>
            <a:pPr lvl="1" eaLnBrk="1" hangingPunct="1"/>
            <a:endParaRPr lang="zh-CN" altLang="en-US" dirty="0"/>
          </a:p>
          <a:p>
            <a:pPr eaLnBrk="1" hangingPunct="1"/>
            <a:endParaRPr lang="en-US" altLang="zh-CN" sz="2800" dirty="0"/>
          </a:p>
          <a:p>
            <a:pPr eaLnBrk="1" hangingPunct="1"/>
            <a:r>
              <a:rPr lang="zh-CN" altLang="en-US" sz="2800" dirty="0"/>
              <a:t>灰度级：像素点的亮暗差别（黑白）颜色的不同（彩色）。灰度级越多，图象层次越清楚越逼真</a:t>
            </a:r>
          </a:p>
          <a:p>
            <a:pPr lvl="1" eaLnBrk="1" hangingPunct="1"/>
            <a:r>
              <a:rPr lang="zh-CN" altLang="en-US" dirty="0"/>
              <a:t>它取决于每个像素对应的刷新存储器的位数以及</a:t>
            </a:r>
            <a:r>
              <a:rPr lang="en-US" altLang="zh-CN" dirty="0"/>
              <a:t>CRT</a:t>
            </a:r>
            <a:r>
              <a:rPr lang="zh-CN" altLang="en-US" dirty="0"/>
              <a:t>本身的性能</a:t>
            </a:r>
            <a:endParaRPr lang="zh-CN" altLang="en-US" b="0" dirty="0"/>
          </a:p>
        </p:txBody>
      </p:sp>
      <p:pic>
        <p:nvPicPr>
          <p:cNvPr id="74757" name="图片 2">
            <a:extLst>
              <a:ext uri="{FF2B5EF4-FFF2-40B4-BE49-F238E27FC236}">
                <a16:creationId xmlns:a16="http://schemas.microsoft.com/office/drawing/2014/main" id="{003923F9-A447-4EF7-A495-1AC0BCE545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2667000"/>
            <a:ext cx="3040063" cy="1843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ll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39987EF-8F84-442E-BE9E-B6C5F1C37F34}"/>
              </a:ext>
            </a:extLst>
          </p:cNvPr>
          <p:cNvSpPr>
            <a:spLocks noGrp="1" noChangeArrowheads="1"/>
          </p:cNvSpPr>
          <p:nvPr>
            <p:ph type="title"/>
          </p:nvPr>
        </p:nvSpPr>
        <p:spPr/>
        <p:txBody>
          <a:bodyPr/>
          <a:lstStyle/>
          <a:p>
            <a:pPr eaLnBrk="1" hangingPunct="1">
              <a:defRPr/>
            </a:pPr>
            <a:r>
              <a:rPr kumimoji="1" lang="en-US" altLang="zh-CN"/>
              <a:t>CRT</a:t>
            </a:r>
            <a:r>
              <a:rPr kumimoji="1" lang="zh-CN" altLang="en-US"/>
              <a:t>的几个概念（</a:t>
            </a:r>
            <a:r>
              <a:rPr kumimoji="1" lang="en-US" altLang="zh-CN"/>
              <a:t>2</a:t>
            </a:r>
            <a:r>
              <a:rPr kumimoji="1" lang="zh-CN" altLang="en-US"/>
              <a:t>）</a:t>
            </a:r>
          </a:p>
        </p:txBody>
      </p:sp>
      <p:sp>
        <p:nvSpPr>
          <p:cNvPr id="64515" name="Rectangle 3">
            <a:extLst>
              <a:ext uri="{FF2B5EF4-FFF2-40B4-BE49-F238E27FC236}">
                <a16:creationId xmlns:a16="http://schemas.microsoft.com/office/drawing/2014/main" id="{E647E1BC-3FD0-408D-BCAB-625814BC074D}"/>
              </a:ext>
            </a:extLst>
          </p:cNvPr>
          <p:cNvSpPr>
            <a:spLocks noGrp="1" noChangeArrowheads="1"/>
          </p:cNvSpPr>
          <p:nvPr>
            <p:ph idx="1"/>
          </p:nvPr>
        </p:nvSpPr>
        <p:spPr/>
        <p:txBody>
          <a:bodyPr/>
          <a:lstStyle/>
          <a:p>
            <a:pPr defTabSz="914400" eaLnBrk="1" hangingPunct="1">
              <a:defRPr/>
            </a:pPr>
            <a:r>
              <a:rPr kumimoji="1" lang="zh-CN" altLang="en-US" sz="2800" dirty="0"/>
              <a:t>刷新：电子束打在荧光粉上引起的发光只能维持几十毫秒的时间。因此必须让电子束反复不断地扫描整个屏幕，该过程称为刷新。刷新频率越高，显示越没有闪烁。</a:t>
            </a:r>
            <a:r>
              <a:rPr kumimoji="1" lang="en-US" altLang="en-US" sz="2800" dirty="0"/>
              <a:t>≥</a:t>
            </a:r>
            <a:r>
              <a:rPr kumimoji="1" lang="en-US" altLang="zh-CN" sz="2800" dirty="0"/>
              <a:t>50Hz</a:t>
            </a:r>
          </a:p>
          <a:p>
            <a:pPr defTabSz="914400" eaLnBrk="1" hangingPunct="1">
              <a:defRPr/>
            </a:pPr>
            <a:r>
              <a:rPr kumimoji="1" lang="zh-CN" altLang="en-US" sz="2800" dirty="0"/>
              <a:t>刷新存储器（视频存储器、显存）：为刷新提供信号的存储器。容量取决于分辨率和灰度级。如</a:t>
            </a:r>
            <a:r>
              <a:rPr kumimoji="1" lang="en-US" altLang="zh-CN" sz="2800" dirty="0"/>
              <a:t>1024*768</a:t>
            </a:r>
            <a:r>
              <a:rPr kumimoji="1" lang="zh-CN" altLang="en-US" sz="2800" dirty="0"/>
              <a:t>，</a:t>
            </a:r>
            <a:r>
              <a:rPr kumimoji="1" lang="en-US" altLang="zh-CN" sz="2800" dirty="0"/>
              <a:t>32</a:t>
            </a:r>
            <a:r>
              <a:rPr kumimoji="1" lang="zh-CN" altLang="en-US" sz="2800" dirty="0"/>
              <a:t>位真彩色，需要</a:t>
            </a:r>
            <a:r>
              <a:rPr kumimoji="1" lang="en-US" altLang="zh-CN" sz="2800" dirty="0"/>
              <a:t>1024*768*32/8B=3MB</a:t>
            </a:r>
            <a:r>
              <a:rPr kumimoji="1" lang="zh-CN" altLang="en-US" sz="2800" dirty="0"/>
              <a:t>，其存取周期必须满足刷新频率的要求。若要求刷新频率为</a:t>
            </a:r>
            <a:r>
              <a:rPr kumimoji="1" lang="en-US" altLang="zh-CN" sz="2800" dirty="0"/>
              <a:t>75Hz</a:t>
            </a:r>
            <a:r>
              <a:rPr kumimoji="1" lang="zh-CN" altLang="en-US" sz="2800" dirty="0"/>
              <a:t>，则刷新存储器的总带宽为：</a:t>
            </a:r>
            <a:endParaRPr kumimoji="1" lang="en-US" altLang="zh-CN" sz="2800" dirty="0"/>
          </a:p>
          <a:p>
            <a:pPr marL="0" indent="0" defTabSz="914400" eaLnBrk="1" hangingPunct="1">
              <a:buFont typeface="Wingdings 2" panose="05020102010507070707" pitchFamily="18" charset="2"/>
              <a:buNone/>
              <a:defRPr/>
            </a:pPr>
            <a:r>
              <a:rPr kumimoji="1" lang="en-US" altLang="zh-CN" sz="2800" dirty="0"/>
              <a:t>           75*3</a:t>
            </a:r>
            <a:r>
              <a:rPr kumimoji="1" lang="zh-CN" altLang="en-US" sz="2800" dirty="0"/>
              <a:t>*</a:t>
            </a:r>
            <a:r>
              <a:rPr kumimoji="1" lang="en-US" altLang="zh-CN" sz="2800" dirty="0"/>
              <a:t>1024</a:t>
            </a:r>
            <a:r>
              <a:rPr kumimoji="1" lang="zh-CN" altLang="en-US" sz="2800" dirty="0"/>
              <a:t>*</a:t>
            </a:r>
            <a:r>
              <a:rPr kumimoji="1" lang="en-US" altLang="zh-CN" sz="2800" dirty="0"/>
              <a:t>1024=235.9296 MB/S</a:t>
            </a:r>
          </a:p>
        </p:txBody>
      </p:sp>
    </p:spTree>
  </p:cSld>
  <p:clrMapOvr>
    <a:masterClrMapping/>
  </p:clrMapOvr>
  <p:transition spd="med">
    <p:pull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697C37C-2170-4A6D-BC01-736CDBD1F64F}"/>
              </a:ext>
            </a:extLst>
          </p:cNvPr>
          <p:cNvSpPr>
            <a:spLocks noGrp="1" noChangeArrowheads="1"/>
          </p:cNvSpPr>
          <p:nvPr>
            <p:ph type="title"/>
          </p:nvPr>
        </p:nvSpPr>
        <p:spPr/>
        <p:txBody>
          <a:bodyPr/>
          <a:lstStyle/>
          <a:p>
            <a:pPr eaLnBrk="1" hangingPunct="1">
              <a:defRPr/>
            </a:pPr>
            <a:r>
              <a:rPr kumimoji="1" lang="en-US" altLang="zh-CN"/>
              <a:t>CRT</a:t>
            </a:r>
            <a:r>
              <a:rPr kumimoji="1" lang="zh-CN" altLang="en-US"/>
              <a:t>的几个概念（</a:t>
            </a:r>
            <a:r>
              <a:rPr kumimoji="1" lang="en-US" altLang="zh-CN"/>
              <a:t>3</a:t>
            </a:r>
            <a:r>
              <a:rPr kumimoji="1" lang="zh-CN" altLang="en-US"/>
              <a:t>）</a:t>
            </a:r>
          </a:p>
        </p:txBody>
      </p:sp>
      <p:sp>
        <p:nvSpPr>
          <p:cNvPr id="78851" name="Rectangle 3">
            <a:extLst>
              <a:ext uri="{FF2B5EF4-FFF2-40B4-BE49-F238E27FC236}">
                <a16:creationId xmlns:a16="http://schemas.microsoft.com/office/drawing/2014/main" id="{9CBDC144-125D-4862-9E6B-662A6EF31076}"/>
              </a:ext>
            </a:extLst>
          </p:cNvPr>
          <p:cNvSpPr>
            <a:spLocks noGrp="1" noChangeArrowheads="1"/>
          </p:cNvSpPr>
          <p:nvPr>
            <p:ph idx="1"/>
          </p:nvPr>
        </p:nvSpPr>
        <p:spPr/>
        <p:txBody>
          <a:bodyPr/>
          <a:lstStyle/>
          <a:p>
            <a:pPr eaLnBrk="1" hangingPunct="1"/>
            <a:r>
              <a:rPr lang="zh-CN" altLang="en-US"/>
              <a:t>随机扫描：电子束在需要显示字符和图形的地方扫描。速度快，图象清晰。驱动系统复杂，价格昂贵</a:t>
            </a:r>
          </a:p>
          <a:p>
            <a:pPr eaLnBrk="1" hangingPunct="1"/>
            <a:r>
              <a:rPr lang="zh-CN" altLang="en-US"/>
              <a:t>光栅扫描：电子束扫描整个屏幕（从上到下，从左到右）</a:t>
            </a:r>
          </a:p>
          <a:p>
            <a:pPr lvl="1" eaLnBrk="1" hangingPunct="1"/>
            <a:r>
              <a:rPr lang="zh-CN" altLang="en-US"/>
              <a:t>逐行扫描</a:t>
            </a:r>
          </a:p>
          <a:p>
            <a:pPr lvl="1" eaLnBrk="1" hangingPunct="1"/>
            <a:r>
              <a:rPr lang="zh-CN" altLang="en-US"/>
              <a:t>隔行扫描（电视采用）</a:t>
            </a:r>
          </a:p>
        </p:txBody>
      </p:sp>
    </p:spTree>
  </p:cSld>
  <p:clrMapOvr>
    <a:masterClrMapping/>
  </p:clrMapOvr>
  <p:transition spd="med">
    <p:pull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9A44B673-D022-4BB2-971E-02023E6AA320}"/>
              </a:ext>
            </a:extLst>
          </p:cNvPr>
          <p:cNvSpPr>
            <a:spLocks noGrp="1" noChangeArrowheads="1"/>
          </p:cNvSpPr>
          <p:nvPr>
            <p:ph type="title"/>
          </p:nvPr>
        </p:nvSpPr>
        <p:spPr/>
        <p:txBody>
          <a:bodyPr/>
          <a:lstStyle/>
          <a:p>
            <a:pPr eaLnBrk="1" hangingPunct="1">
              <a:defRPr/>
            </a:pPr>
            <a:r>
              <a:rPr kumimoji="1" lang="zh-CN" altLang="en-US"/>
              <a:t>逐行扫描过程</a:t>
            </a:r>
          </a:p>
        </p:txBody>
      </p:sp>
      <p:sp>
        <p:nvSpPr>
          <p:cNvPr id="79875" name="Rectangle 3">
            <a:extLst>
              <a:ext uri="{FF2B5EF4-FFF2-40B4-BE49-F238E27FC236}">
                <a16:creationId xmlns:a16="http://schemas.microsoft.com/office/drawing/2014/main" id="{4E15C5D8-6778-477C-8B91-1FEB0FCEB555}"/>
              </a:ext>
            </a:extLst>
          </p:cNvPr>
          <p:cNvSpPr>
            <a:spLocks noGrp="1" noChangeArrowheads="1"/>
          </p:cNvSpPr>
          <p:nvPr>
            <p:ph idx="1"/>
          </p:nvPr>
        </p:nvSpPr>
        <p:spPr/>
        <p:txBody>
          <a:bodyPr/>
          <a:lstStyle/>
          <a:p>
            <a:pPr eaLnBrk="1" hangingPunct="1"/>
            <a:endParaRPr lang="zh-CN" altLang="zh-CN"/>
          </a:p>
        </p:txBody>
      </p:sp>
      <p:graphicFrame>
        <p:nvGraphicFramePr>
          <p:cNvPr id="79877" name="Object 4">
            <a:extLst>
              <a:ext uri="{FF2B5EF4-FFF2-40B4-BE49-F238E27FC236}">
                <a16:creationId xmlns:a16="http://schemas.microsoft.com/office/drawing/2014/main" id="{B7E2BE35-C0B5-49DF-BC0A-35D9D18C659C}"/>
              </a:ext>
            </a:extLst>
          </p:cNvPr>
          <p:cNvGraphicFramePr>
            <a:graphicFrameLocks noChangeAspect="1"/>
          </p:cNvGraphicFramePr>
          <p:nvPr/>
        </p:nvGraphicFramePr>
        <p:xfrm>
          <a:off x="1676400" y="1196975"/>
          <a:ext cx="5410200" cy="4197350"/>
        </p:xfrm>
        <a:graphic>
          <a:graphicData uri="http://schemas.openxmlformats.org/presentationml/2006/ole">
            <mc:AlternateContent xmlns:mc="http://schemas.openxmlformats.org/markup-compatibility/2006">
              <mc:Choice xmlns:v="urn:schemas-microsoft-com:vml" Requires="v">
                <p:oleObj spid="_x0000_s2051" r:id="rId3" imgW="3356280" imgH="2604600" progId="Visio.Drawing.5">
                  <p:embed/>
                </p:oleObj>
              </mc:Choice>
              <mc:Fallback>
                <p:oleObj r:id="rId3" imgW="3356280" imgH="2604600" progId="Visio.Drawing.5">
                  <p:embed/>
                  <p:pic>
                    <p:nvPicPr>
                      <p:cNvPr id="79877" name="Object 4">
                        <a:extLst>
                          <a:ext uri="{FF2B5EF4-FFF2-40B4-BE49-F238E27FC236}">
                            <a16:creationId xmlns:a16="http://schemas.microsoft.com/office/drawing/2014/main" id="{B7E2BE35-C0B5-49DF-BC0A-35D9D18C659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1196975"/>
                        <a:ext cx="5410200" cy="419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38BEE7CA-48B2-41C3-B7D7-61DA864CFAB7}"/>
              </a:ext>
            </a:extLst>
          </p:cNvPr>
          <p:cNvSpPr>
            <a:spLocks noGrp="1" noChangeArrowheads="1"/>
          </p:cNvSpPr>
          <p:nvPr>
            <p:ph type="title"/>
          </p:nvPr>
        </p:nvSpPr>
        <p:spPr/>
        <p:txBody>
          <a:bodyPr/>
          <a:lstStyle/>
          <a:p>
            <a:pPr eaLnBrk="1" hangingPunct="1">
              <a:defRPr/>
            </a:pPr>
            <a:r>
              <a:rPr kumimoji="1" lang="zh-CN" altLang="en-US"/>
              <a:t>字符</a:t>
            </a:r>
            <a:r>
              <a:rPr kumimoji="1" lang="en-US" altLang="zh-CN"/>
              <a:t>/</a:t>
            </a:r>
            <a:r>
              <a:rPr kumimoji="1" lang="zh-CN" altLang="en-US"/>
              <a:t>图形显示器</a:t>
            </a:r>
          </a:p>
        </p:txBody>
      </p:sp>
      <p:sp>
        <p:nvSpPr>
          <p:cNvPr id="80899" name="Rectangle 3">
            <a:extLst>
              <a:ext uri="{FF2B5EF4-FFF2-40B4-BE49-F238E27FC236}">
                <a16:creationId xmlns:a16="http://schemas.microsoft.com/office/drawing/2014/main" id="{3DA80C6B-001C-41E0-A5C5-6247D0C54508}"/>
              </a:ext>
            </a:extLst>
          </p:cNvPr>
          <p:cNvSpPr>
            <a:spLocks noGrp="1" noChangeArrowheads="1"/>
          </p:cNvSpPr>
          <p:nvPr>
            <p:ph idx="1"/>
          </p:nvPr>
        </p:nvSpPr>
        <p:spPr/>
        <p:txBody>
          <a:bodyPr/>
          <a:lstStyle/>
          <a:p>
            <a:pPr eaLnBrk="1" hangingPunct="1">
              <a:lnSpc>
                <a:spcPct val="90000"/>
              </a:lnSpc>
            </a:pPr>
            <a:r>
              <a:rPr lang="zh-CN" altLang="en-US"/>
              <a:t>微机系统中显示器具有字符和图形显示器</a:t>
            </a:r>
            <a:r>
              <a:rPr lang="en-US" altLang="zh-CN"/>
              <a:t>2</a:t>
            </a:r>
            <a:r>
              <a:rPr lang="zh-CN" altLang="en-US"/>
              <a:t>种功能</a:t>
            </a:r>
            <a:endParaRPr lang="en-US" altLang="zh-CN"/>
          </a:p>
          <a:p>
            <a:pPr eaLnBrk="1" hangingPunct="1">
              <a:lnSpc>
                <a:spcPct val="90000"/>
              </a:lnSpc>
            </a:pPr>
            <a:r>
              <a:rPr lang="zh-CN" altLang="en-US"/>
              <a:t>显示系统由显示卡和显示器组成</a:t>
            </a:r>
          </a:p>
          <a:p>
            <a:pPr eaLnBrk="1" hangingPunct="1">
              <a:lnSpc>
                <a:spcPct val="90000"/>
              </a:lnSpc>
            </a:pPr>
            <a:r>
              <a:rPr lang="zh-CN" altLang="en-US"/>
              <a:t>字符显示器原理</a:t>
            </a:r>
          </a:p>
          <a:p>
            <a:pPr lvl="1" eaLnBrk="1" hangingPunct="1">
              <a:lnSpc>
                <a:spcPct val="90000"/>
              </a:lnSpc>
            </a:pPr>
            <a:r>
              <a:rPr lang="zh-CN" altLang="en-US">
                <a:latin typeface="宋体" panose="02010600030101010101" pitchFamily="2" charset="-122"/>
              </a:rPr>
              <a:t>显示字符的方法以点阵为基础</a:t>
            </a:r>
            <a:r>
              <a:rPr lang="zh-CN" altLang="en-US"/>
              <a:t> </a:t>
            </a:r>
          </a:p>
          <a:p>
            <a:pPr lvl="1" eaLnBrk="1" hangingPunct="1">
              <a:lnSpc>
                <a:spcPct val="90000"/>
              </a:lnSpc>
            </a:pPr>
            <a:r>
              <a:rPr lang="zh-CN" altLang="en-US"/>
              <a:t>字符点阵存放于字符发生器（</a:t>
            </a:r>
            <a:r>
              <a:rPr lang="en-US" altLang="zh-CN"/>
              <a:t>ROM</a:t>
            </a:r>
            <a:r>
              <a:rPr lang="zh-CN" altLang="en-US"/>
              <a:t>）中</a:t>
            </a:r>
          </a:p>
          <a:p>
            <a:pPr lvl="1" eaLnBrk="1" hangingPunct="1">
              <a:lnSpc>
                <a:spcPct val="90000"/>
              </a:lnSpc>
            </a:pPr>
            <a:r>
              <a:rPr lang="zh-CN" altLang="en-US"/>
              <a:t>字符窗口：字符点阵和字符间隔</a:t>
            </a:r>
          </a:p>
          <a:p>
            <a:pPr lvl="2" eaLnBrk="1" hangingPunct="1">
              <a:lnSpc>
                <a:spcPct val="90000"/>
              </a:lnSpc>
            </a:pPr>
            <a:r>
              <a:rPr lang="en-US" altLang="zh-CN"/>
              <a:t>80</a:t>
            </a:r>
            <a:r>
              <a:rPr lang="zh-CN" altLang="en-US"/>
              <a:t>列*</a:t>
            </a:r>
            <a:r>
              <a:rPr lang="en-US" altLang="zh-CN"/>
              <a:t>25</a:t>
            </a:r>
            <a:r>
              <a:rPr lang="zh-CN" altLang="en-US"/>
              <a:t>行</a:t>
            </a:r>
            <a:r>
              <a:rPr lang="en-US" altLang="zh-CN"/>
              <a:t>=2000</a:t>
            </a:r>
            <a:r>
              <a:rPr lang="zh-CN" altLang="en-US"/>
              <a:t>个字符窗口</a:t>
            </a:r>
          </a:p>
          <a:p>
            <a:pPr lvl="2" eaLnBrk="1" hangingPunct="1">
              <a:lnSpc>
                <a:spcPct val="90000"/>
              </a:lnSpc>
            </a:pPr>
            <a:r>
              <a:rPr lang="zh-CN" altLang="en-US"/>
              <a:t>每个字符窗口为</a:t>
            </a:r>
            <a:r>
              <a:rPr lang="en-US" altLang="zh-CN"/>
              <a:t>9*14</a:t>
            </a:r>
            <a:r>
              <a:rPr lang="zh-CN" altLang="en-US"/>
              <a:t>，字符点阵为</a:t>
            </a:r>
            <a:r>
              <a:rPr lang="en-US" altLang="zh-CN"/>
              <a:t>7*9</a:t>
            </a:r>
            <a:r>
              <a:rPr lang="zh-CN" altLang="en-US"/>
              <a:t>（列*行）</a:t>
            </a:r>
          </a:p>
        </p:txBody>
      </p:sp>
    </p:spTree>
  </p:cSld>
  <p:clrMapOvr>
    <a:masterClrMapping/>
  </p:clrMapOvr>
  <p:transition spd="med">
    <p:pull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172C4CD-0418-487E-9140-9382F50ABBC1}"/>
              </a:ext>
            </a:extLst>
          </p:cNvPr>
          <p:cNvSpPr>
            <a:spLocks noGrp="1" noChangeArrowheads="1"/>
          </p:cNvSpPr>
          <p:nvPr>
            <p:ph type="title"/>
          </p:nvPr>
        </p:nvSpPr>
        <p:spPr/>
        <p:txBody>
          <a:bodyPr/>
          <a:lstStyle/>
          <a:p>
            <a:pPr eaLnBrk="1" hangingPunct="1">
              <a:defRPr/>
            </a:pPr>
            <a:r>
              <a:rPr kumimoji="1" lang="zh-CN" altLang="en-US"/>
              <a:t>字符显示的基本原理</a:t>
            </a:r>
          </a:p>
        </p:txBody>
      </p:sp>
      <p:sp>
        <p:nvSpPr>
          <p:cNvPr id="81924" name="Rectangle 4">
            <a:extLst>
              <a:ext uri="{FF2B5EF4-FFF2-40B4-BE49-F238E27FC236}">
                <a16:creationId xmlns:a16="http://schemas.microsoft.com/office/drawing/2014/main" id="{2C28C973-EF58-4847-A44A-AE423480114C}"/>
              </a:ext>
            </a:extLst>
          </p:cNvPr>
          <p:cNvSpPr>
            <a:spLocks noChangeArrowheads="1"/>
          </p:cNvSpPr>
          <p:nvPr/>
        </p:nvSpPr>
        <p:spPr bwMode="auto">
          <a:xfrm>
            <a:off x="611188" y="2127250"/>
            <a:ext cx="8153400" cy="4191000"/>
          </a:xfrm>
          <a:prstGeom prst="rect">
            <a:avLst/>
          </a:prstGeom>
          <a:noFill/>
          <a:ln w="25400">
            <a:solidFill>
              <a:srgbClr val="FF6600"/>
            </a:solidFill>
            <a:prstDash val="dash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81925" name="Rectangle 5">
            <a:extLst>
              <a:ext uri="{FF2B5EF4-FFF2-40B4-BE49-F238E27FC236}">
                <a16:creationId xmlns:a16="http://schemas.microsoft.com/office/drawing/2014/main" id="{86447D35-095B-403D-98DF-FA9EC926E68C}"/>
              </a:ext>
            </a:extLst>
          </p:cNvPr>
          <p:cNvSpPr>
            <a:spLocks noChangeArrowheads="1"/>
          </p:cNvSpPr>
          <p:nvPr/>
        </p:nvSpPr>
        <p:spPr bwMode="auto">
          <a:xfrm>
            <a:off x="2135188" y="4718050"/>
            <a:ext cx="609600" cy="533400"/>
          </a:xfrm>
          <a:prstGeom prst="rect">
            <a:avLst/>
          </a:prstGeom>
          <a:solidFill>
            <a:schemeClr val="bg1">
              <a:alpha val="50195"/>
            </a:schemeClr>
          </a:solidFill>
          <a:ln w="38100">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endParaRPr lang="zh-CN" altLang="zh-CN" sz="1600">
              <a:solidFill>
                <a:schemeClr val="tx2"/>
              </a:solidFill>
              <a:latin typeface="楷体" panose="02010609060101010101" pitchFamily="49" charset="-122"/>
              <a:ea typeface="楷体" panose="02010609060101010101" pitchFamily="49" charset="-122"/>
            </a:endParaRPr>
          </a:p>
        </p:txBody>
      </p:sp>
      <p:sp>
        <p:nvSpPr>
          <p:cNvPr id="81926" name="Rectangle 6">
            <a:extLst>
              <a:ext uri="{FF2B5EF4-FFF2-40B4-BE49-F238E27FC236}">
                <a16:creationId xmlns:a16="http://schemas.microsoft.com/office/drawing/2014/main" id="{146F7E64-DA00-4461-A8ED-C236C908721A}"/>
              </a:ext>
            </a:extLst>
          </p:cNvPr>
          <p:cNvSpPr>
            <a:spLocks noChangeArrowheads="1"/>
          </p:cNvSpPr>
          <p:nvPr/>
        </p:nvSpPr>
        <p:spPr bwMode="auto">
          <a:xfrm>
            <a:off x="3735388" y="4718050"/>
            <a:ext cx="838200" cy="533400"/>
          </a:xfrm>
          <a:prstGeom prst="rect">
            <a:avLst/>
          </a:prstGeom>
          <a:solidFill>
            <a:schemeClr val="bg1">
              <a:alpha val="50195"/>
            </a:schemeClr>
          </a:solidFill>
          <a:ln w="38100">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81927" name="Rectangle 7">
            <a:extLst>
              <a:ext uri="{FF2B5EF4-FFF2-40B4-BE49-F238E27FC236}">
                <a16:creationId xmlns:a16="http://schemas.microsoft.com/office/drawing/2014/main" id="{9AF53989-18A0-486C-8E82-8298D9FEA05E}"/>
              </a:ext>
            </a:extLst>
          </p:cNvPr>
          <p:cNvSpPr>
            <a:spLocks noChangeArrowheads="1"/>
          </p:cNvSpPr>
          <p:nvPr/>
        </p:nvSpPr>
        <p:spPr bwMode="auto">
          <a:xfrm>
            <a:off x="5564188" y="4718050"/>
            <a:ext cx="685800" cy="533400"/>
          </a:xfrm>
          <a:prstGeom prst="rect">
            <a:avLst/>
          </a:prstGeom>
          <a:solidFill>
            <a:schemeClr val="bg1">
              <a:alpha val="50195"/>
            </a:schemeClr>
          </a:solidFill>
          <a:ln w="38100">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81928" name="Rectangle 8">
            <a:extLst>
              <a:ext uri="{FF2B5EF4-FFF2-40B4-BE49-F238E27FC236}">
                <a16:creationId xmlns:a16="http://schemas.microsoft.com/office/drawing/2014/main" id="{DFA090D7-2865-42A1-BE7E-B814B57D0214}"/>
              </a:ext>
            </a:extLst>
          </p:cNvPr>
          <p:cNvSpPr>
            <a:spLocks noChangeArrowheads="1"/>
          </p:cNvSpPr>
          <p:nvPr/>
        </p:nvSpPr>
        <p:spPr bwMode="auto">
          <a:xfrm>
            <a:off x="7164388" y="4641850"/>
            <a:ext cx="762000" cy="609600"/>
          </a:xfrm>
          <a:prstGeom prst="rect">
            <a:avLst/>
          </a:prstGeom>
          <a:solidFill>
            <a:schemeClr val="bg1">
              <a:alpha val="50195"/>
            </a:schemeClr>
          </a:solidFill>
          <a:ln w="38100">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81929" name="Rectangle 9">
            <a:extLst>
              <a:ext uri="{FF2B5EF4-FFF2-40B4-BE49-F238E27FC236}">
                <a16:creationId xmlns:a16="http://schemas.microsoft.com/office/drawing/2014/main" id="{BB8F848A-78CD-4415-B33F-42637BC05B21}"/>
              </a:ext>
            </a:extLst>
          </p:cNvPr>
          <p:cNvSpPr>
            <a:spLocks noChangeArrowheads="1"/>
          </p:cNvSpPr>
          <p:nvPr/>
        </p:nvSpPr>
        <p:spPr bwMode="auto">
          <a:xfrm>
            <a:off x="1449388" y="1143426"/>
            <a:ext cx="914400" cy="83099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移位</a:t>
            </a:r>
          </a:p>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寄存器</a:t>
            </a:r>
          </a:p>
          <a:p>
            <a:pPr algn="ctr" eaLnBrk="1" hangingPunct="1">
              <a:spcBef>
                <a:spcPct val="0"/>
              </a:spcBef>
              <a:buClrTx/>
              <a:buFont typeface="Wingdings 2" panose="05020102010507070707" pitchFamily="18" charset="2"/>
              <a:buNone/>
            </a:pPr>
            <a:r>
              <a:rPr lang="en-US" altLang="zh-CN" sz="1600">
                <a:latin typeface="楷体" panose="02010609060101010101" pitchFamily="49" charset="-122"/>
                <a:ea typeface="楷体" panose="02010609060101010101" pitchFamily="49" charset="-122"/>
              </a:rPr>
              <a:t>S    L</a:t>
            </a:r>
            <a:endParaRPr lang="en-US" altLang="zh-CN" sz="2400" b="0">
              <a:latin typeface="楷体" panose="02010609060101010101" pitchFamily="49" charset="-122"/>
              <a:ea typeface="楷体" panose="02010609060101010101" pitchFamily="49" charset="-122"/>
            </a:endParaRPr>
          </a:p>
        </p:txBody>
      </p:sp>
      <p:sp>
        <p:nvSpPr>
          <p:cNvPr id="81930" name="Rectangle 10">
            <a:extLst>
              <a:ext uri="{FF2B5EF4-FFF2-40B4-BE49-F238E27FC236}">
                <a16:creationId xmlns:a16="http://schemas.microsoft.com/office/drawing/2014/main" id="{534C91C9-097E-4F0A-A1CE-E348B3BAD1F2}"/>
              </a:ext>
            </a:extLst>
          </p:cNvPr>
          <p:cNvSpPr>
            <a:spLocks noChangeArrowheads="1"/>
          </p:cNvSpPr>
          <p:nvPr/>
        </p:nvSpPr>
        <p:spPr bwMode="auto">
          <a:xfrm>
            <a:off x="3659188" y="1143426"/>
            <a:ext cx="990600" cy="830997"/>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dirty="0">
                <a:latin typeface="楷体" panose="02010609060101010101" pitchFamily="49" charset="-122"/>
                <a:ea typeface="楷体" panose="02010609060101010101" pitchFamily="49" charset="-122"/>
              </a:rPr>
              <a:t>字符</a:t>
            </a:r>
          </a:p>
          <a:p>
            <a:pPr algn="ctr" eaLnBrk="1" hangingPunct="1">
              <a:spcBef>
                <a:spcPct val="0"/>
              </a:spcBef>
              <a:buClrTx/>
              <a:buFont typeface="Wingdings 2" panose="05020102010507070707" pitchFamily="18" charset="2"/>
              <a:buNone/>
            </a:pPr>
            <a:r>
              <a:rPr lang="zh-CN" altLang="en-US" sz="1600" dirty="0">
                <a:latin typeface="楷体" panose="02010609060101010101" pitchFamily="49" charset="-122"/>
                <a:ea typeface="楷体" panose="02010609060101010101" pitchFamily="49" charset="-122"/>
              </a:rPr>
              <a:t>发生器</a:t>
            </a:r>
          </a:p>
          <a:p>
            <a:pPr algn="ctr" eaLnBrk="1" hangingPunct="1">
              <a:spcBef>
                <a:spcPct val="0"/>
              </a:spcBef>
              <a:buClrTx/>
              <a:buFont typeface="Wingdings 2" panose="05020102010507070707" pitchFamily="18" charset="2"/>
              <a:buNone/>
            </a:pPr>
            <a:r>
              <a:rPr lang="en-US" altLang="zh-CN" sz="1600" dirty="0">
                <a:latin typeface="楷体" panose="02010609060101010101" pitchFamily="49" charset="-122"/>
                <a:ea typeface="楷体" panose="02010609060101010101" pitchFamily="49" charset="-122"/>
              </a:rPr>
              <a:t>( ROM)</a:t>
            </a:r>
            <a:endParaRPr lang="en-US" altLang="zh-CN" sz="2400" b="0" dirty="0">
              <a:latin typeface="楷体" panose="02010609060101010101" pitchFamily="49" charset="-122"/>
              <a:ea typeface="楷体" panose="02010609060101010101" pitchFamily="49" charset="-122"/>
            </a:endParaRPr>
          </a:p>
        </p:txBody>
      </p:sp>
      <p:sp>
        <p:nvSpPr>
          <p:cNvPr id="81931" name="Rectangle 11">
            <a:extLst>
              <a:ext uri="{FF2B5EF4-FFF2-40B4-BE49-F238E27FC236}">
                <a16:creationId xmlns:a16="http://schemas.microsoft.com/office/drawing/2014/main" id="{7BDBEA7C-5838-43C9-8D4A-95C93D40DB13}"/>
              </a:ext>
            </a:extLst>
          </p:cNvPr>
          <p:cNvSpPr>
            <a:spLocks noChangeArrowheads="1"/>
          </p:cNvSpPr>
          <p:nvPr/>
        </p:nvSpPr>
        <p:spPr bwMode="auto">
          <a:xfrm>
            <a:off x="2216655" y="3583573"/>
            <a:ext cx="1011815" cy="3385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加载控制</a:t>
            </a:r>
            <a:endParaRPr lang="zh-CN" altLang="en-US" sz="2400" b="0">
              <a:latin typeface="楷体" panose="02010609060101010101" pitchFamily="49" charset="-122"/>
              <a:ea typeface="楷体" panose="02010609060101010101" pitchFamily="49" charset="-122"/>
            </a:endParaRPr>
          </a:p>
        </p:txBody>
      </p:sp>
      <p:sp>
        <p:nvSpPr>
          <p:cNvPr id="81932" name="Rectangle 12">
            <a:extLst>
              <a:ext uri="{FF2B5EF4-FFF2-40B4-BE49-F238E27FC236}">
                <a16:creationId xmlns:a16="http://schemas.microsoft.com/office/drawing/2014/main" id="{BD245061-664E-4B65-A93F-E4EB2139D3B3}"/>
              </a:ext>
            </a:extLst>
          </p:cNvPr>
          <p:cNvSpPr>
            <a:spLocks noChangeArrowheads="1"/>
          </p:cNvSpPr>
          <p:nvPr/>
        </p:nvSpPr>
        <p:spPr bwMode="auto">
          <a:xfrm>
            <a:off x="3969255" y="3583573"/>
            <a:ext cx="1011815" cy="3385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水平消隐</a:t>
            </a:r>
            <a:endParaRPr lang="zh-CN" altLang="en-US" sz="2400" b="0">
              <a:latin typeface="楷体" panose="02010609060101010101" pitchFamily="49" charset="-122"/>
              <a:ea typeface="楷体" panose="02010609060101010101" pitchFamily="49" charset="-122"/>
            </a:endParaRPr>
          </a:p>
        </p:txBody>
      </p:sp>
      <p:sp>
        <p:nvSpPr>
          <p:cNvPr id="81933" name="Rectangle 13">
            <a:extLst>
              <a:ext uri="{FF2B5EF4-FFF2-40B4-BE49-F238E27FC236}">
                <a16:creationId xmlns:a16="http://schemas.microsoft.com/office/drawing/2014/main" id="{36D0F187-78C9-46D2-A9FE-BF1219351E0D}"/>
              </a:ext>
            </a:extLst>
          </p:cNvPr>
          <p:cNvSpPr>
            <a:spLocks noChangeArrowheads="1"/>
          </p:cNvSpPr>
          <p:nvPr/>
        </p:nvSpPr>
        <p:spPr bwMode="auto">
          <a:xfrm>
            <a:off x="5721855" y="3583573"/>
            <a:ext cx="1011815" cy="3385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行间消隐</a:t>
            </a:r>
            <a:endParaRPr lang="zh-CN" altLang="en-US" sz="2400" b="0">
              <a:latin typeface="楷体" panose="02010609060101010101" pitchFamily="49" charset="-122"/>
              <a:ea typeface="楷体" panose="02010609060101010101" pitchFamily="49" charset="-122"/>
            </a:endParaRPr>
          </a:p>
        </p:txBody>
      </p:sp>
      <p:sp>
        <p:nvSpPr>
          <p:cNvPr id="81934" name="Rectangle 14">
            <a:extLst>
              <a:ext uri="{FF2B5EF4-FFF2-40B4-BE49-F238E27FC236}">
                <a16:creationId xmlns:a16="http://schemas.microsoft.com/office/drawing/2014/main" id="{A2C975D8-4F49-46A5-8DC1-AEDAF8F30125}"/>
              </a:ext>
            </a:extLst>
          </p:cNvPr>
          <p:cNvSpPr>
            <a:spLocks noChangeArrowheads="1"/>
          </p:cNvSpPr>
          <p:nvPr/>
        </p:nvSpPr>
        <p:spPr bwMode="auto">
          <a:xfrm>
            <a:off x="7413066" y="3597666"/>
            <a:ext cx="1022350" cy="3385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垂直消隐</a:t>
            </a:r>
            <a:endParaRPr lang="zh-CN" altLang="en-US" sz="2400" b="0">
              <a:latin typeface="楷体" panose="02010609060101010101" pitchFamily="49" charset="-122"/>
              <a:ea typeface="楷体" panose="02010609060101010101" pitchFamily="49" charset="-122"/>
            </a:endParaRPr>
          </a:p>
        </p:txBody>
      </p:sp>
      <p:sp>
        <p:nvSpPr>
          <p:cNvPr id="81935" name="Rectangle 15">
            <a:extLst>
              <a:ext uri="{FF2B5EF4-FFF2-40B4-BE49-F238E27FC236}">
                <a16:creationId xmlns:a16="http://schemas.microsoft.com/office/drawing/2014/main" id="{4A7CFA67-16F0-4B5A-A1AF-202C830EBB1B}"/>
              </a:ext>
            </a:extLst>
          </p:cNvPr>
          <p:cNvSpPr>
            <a:spLocks noChangeArrowheads="1"/>
          </p:cNvSpPr>
          <p:nvPr/>
        </p:nvSpPr>
        <p:spPr bwMode="auto">
          <a:xfrm>
            <a:off x="3300505" y="5812423"/>
            <a:ext cx="1425390" cy="3385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水平同步电路</a:t>
            </a:r>
            <a:endParaRPr lang="zh-CN" altLang="en-US" sz="2400">
              <a:latin typeface="楷体" panose="02010609060101010101" pitchFamily="49" charset="-122"/>
              <a:ea typeface="楷体" panose="02010609060101010101" pitchFamily="49" charset="-122"/>
            </a:endParaRPr>
          </a:p>
        </p:txBody>
      </p:sp>
      <p:sp>
        <p:nvSpPr>
          <p:cNvPr id="81936" name="Rectangle 16">
            <a:extLst>
              <a:ext uri="{FF2B5EF4-FFF2-40B4-BE49-F238E27FC236}">
                <a16:creationId xmlns:a16="http://schemas.microsoft.com/office/drawing/2014/main" id="{6E98F9AB-E5AB-418C-8813-16B2DCA63CD0}"/>
              </a:ext>
            </a:extLst>
          </p:cNvPr>
          <p:cNvSpPr>
            <a:spLocks noChangeArrowheads="1"/>
          </p:cNvSpPr>
          <p:nvPr/>
        </p:nvSpPr>
        <p:spPr bwMode="auto">
          <a:xfrm>
            <a:off x="6567580" y="5802898"/>
            <a:ext cx="1425390" cy="338554"/>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垂直同步电路</a:t>
            </a:r>
            <a:endParaRPr lang="zh-CN" altLang="en-US" sz="2400">
              <a:latin typeface="楷体" panose="02010609060101010101" pitchFamily="49" charset="-122"/>
              <a:ea typeface="楷体" panose="02010609060101010101" pitchFamily="49" charset="-122"/>
            </a:endParaRPr>
          </a:p>
        </p:txBody>
      </p:sp>
      <p:sp>
        <p:nvSpPr>
          <p:cNvPr id="81937" name="Rectangle 17">
            <a:extLst>
              <a:ext uri="{FF2B5EF4-FFF2-40B4-BE49-F238E27FC236}">
                <a16:creationId xmlns:a16="http://schemas.microsoft.com/office/drawing/2014/main" id="{2CA084CA-5530-4DA4-B0D3-DB384AB0CC29}"/>
              </a:ext>
            </a:extLst>
          </p:cNvPr>
          <p:cNvSpPr>
            <a:spLocks noChangeArrowheads="1"/>
          </p:cNvSpPr>
          <p:nvPr/>
        </p:nvSpPr>
        <p:spPr bwMode="auto">
          <a:xfrm>
            <a:off x="687388" y="5403850"/>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点振荡器</a:t>
            </a:r>
          </a:p>
        </p:txBody>
      </p:sp>
      <p:sp>
        <p:nvSpPr>
          <p:cNvPr id="81938" name="Rectangle 18">
            <a:extLst>
              <a:ext uri="{FF2B5EF4-FFF2-40B4-BE49-F238E27FC236}">
                <a16:creationId xmlns:a16="http://schemas.microsoft.com/office/drawing/2014/main" id="{09BF1989-8A6E-468E-9380-6036AF43A50C}"/>
              </a:ext>
            </a:extLst>
          </p:cNvPr>
          <p:cNvSpPr>
            <a:spLocks noChangeArrowheads="1"/>
          </p:cNvSpPr>
          <p:nvPr/>
        </p:nvSpPr>
        <p:spPr bwMode="auto">
          <a:xfrm>
            <a:off x="1906588" y="5251450"/>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点计数器</a:t>
            </a:r>
          </a:p>
        </p:txBody>
      </p:sp>
      <p:sp>
        <p:nvSpPr>
          <p:cNvPr id="81939" name="Rectangle 19">
            <a:extLst>
              <a:ext uri="{FF2B5EF4-FFF2-40B4-BE49-F238E27FC236}">
                <a16:creationId xmlns:a16="http://schemas.microsoft.com/office/drawing/2014/main" id="{8A52E7D3-0D62-4A40-AA4C-6262EC11F2F5}"/>
              </a:ext>
            </a:extLst>
          </p:cNvPr>
          <p:cNvSpPr>
            <a:spLocks noChangeArrowheads="1"/>
          </p:cNvSpPr>
          <p:nvPr/>
        </p:nvSpPr>
        <p:spPr bwMode="auto">
          <a:xfrm>
            <a:off x="3354388" y="5251450"/>
            <a:ext cx="1617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水平地址计数器</a:t>
            </a:r>
          </a:p>
        </p:txBody>
      </p:sp>
      <p:sp>
        <p:nvSpPr>
          <p:cNvPr id="81940" name="Rectangle 20">
            <a:extLst>
              <a:ext uri="{FF2B5EF4-FFF2-40B4-BE49-F238E27FC236}">
                <a16:creationId xmlns:a16="http://schemas.microsoft.com/office/drawing/2014/main" id="{EAC5D71B-A38F-4543-B170-B132E6F000B6}"/>
              </a:ext>
            </a:extLst>
          </p:cNvPr>
          <p:cNvSpPr>
            <a:spLocks noChangeArrowheads="1"/>
          </p:cNvSpPr>
          <p:nvPr/>
        </p:nvSpPr>
        <p:spPr bwMode="auto">
          <a:xfrm>
            <a:off x="5106988" y="5251450"/>
            <a:ext cx="1617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光栅地址计数器</a:t>
            </a:r>
          </a:p>
        </p:txBody>
      </p:sp>
      <p:sp>
        <p:nvSpPr>
          <p:cNvPr id="81941" name="Rectangle 21">
            <a:extLst>
              <a:ext uri="{FF2B5EF4-FFF2-40B4-BE49-F238E27FC236}">
                <a16:creationId xmlns:a16="http://schemas.microsoft.com/office/drawing/2014/main" id="{8836DD6A-FF04-41C2-82DF-0BD9C909EB62}"/>
              </a:ext>
            </a:extLst>
          </p:cNvPr>
          <p:cNvSpPr>
            <a:spLocks noChangeArrowheads="1"/>
          </p:cNvSpPr>
          <p:nvPr/>
        </p:nvSpPr>
        <p:spPr bwMode="auto">
          <a:xfrm>
            <a:off x="6707188" y="5251450"/>
            <a:ext cx="16176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垂直地址计数器</a:t>
            </a:r>
          </a:p>
        </p:txBody>
      </p:sp>
      <p:sp>
        <p:nvSpPr>
          <p:cNvPr id="81942" name="Rectangle 22">
            <a:extLst>
              <a:ext uri="{FF2B5EF4-FFF2-40B4-BE49-F238E27FC236}">
                <a16:creationId xmlns:a16="http://schemas.microsoft.com/office/drawing/2014/main" id="{3EF1BC41-6634-49E0-8FDA-62B123B09FD5}"/>
              </a:ext>
            </a:extLst>
          </p:cNvPr>
          <p:cNvSpPr>
            <a:spLocks noChangeArrowheads="1"/>
          </p:cNvSpPr>
          <p:nvPr/>
        </p:nvSpPr>
        <p:spPr bwMode="auto">
          <a:xfrm>
            <a:off x="7545388" y="2508250"/>
            <a:ext cx="103187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solidFill>
                  <a:srgbClr val="FF6600"/>
                </a:solidFill>
                <a:latin typeface="楷体" panose="02010609060101010101" pitchFamily="49" charset="-122"/>
                <a:ea typeface="楷体" panose="02010609060101010101" pitchFamily="49" charset="-122"/>
              </a:rPr>
              <a:t>定时控制电路</a:t>
            </a:r>
          </a:p>
        </p:txBody>
      </p:sp>
      <p:sp>
        <p:nvSpPr>
          <p:cNvPr id="81943" name="Rectangle 23">
            <a:extLst>
              <a:ext uri="{FF2B5EF4-FFF2-40B4-BE49-F238E27FC236}">
                <a16:creationId xmlns:a16="http://schemas.microsoft.com/office/drawing/2014/main" id="{C5FC0831-F40D-4394-859E-001FC2AAE8A4}"/>
              </a:ext>
            </a:extLst>
          </p:cNvPr>
          <p:cNvSpPr>
            <a:spLocks noChangeArrowheads="1"/>
          </p:cNvSpPr>
          <p:nvPr/>
        </p:nvSpPr>
        <p:spPr bwMode="auto">
          <a:xfrm>
            <a:off x="5183188" y="5632450"/>
            <a:ext cx="1447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垂直同步信号</a:t>
            </a:r>
            <a:endParaRPr lang="zh-CN" altLang="en-US" sz="2400">
              <a:latin typeface="楷体" panose="02010609060101010101" pitchFamily="49" charset="-122"/>
              <a:ea typeface="楷体" panose="02010609060101010101" pitchFamily="49" charset="-122"/>
            </a:endParaRPr>
          </a:p>
        </p:txBody>
      </p:sp>
      <p:sp>
        <p:nvSpPr>
          <p:cNvPr id="81944" name="Rectangle 24">
            <a:extLst>
              <a:ext uri="{FF2B5EF4-FFF2-40B4-BE49-F238E27FC236}">
                <a16:creationId xmlns:a16="http://schemas.microsoft.com/office/drawing/2014/main" id="{74EE6344-8E80-43EE-9D2A-A676A4212A2B}"/>
              </a:ext>
            </a:extLst>
          </p:cNvPr>
          <p:cNvSpPr>
            <a:spLocks noChangeArrowheads="1"/>
          </p:cNvSpPr>
          <p:nvPr/>
        </p:nvSpPr>
        <p:spPr bwMode="auto">
          <a:xfrm>
            <a:off x="1906588" y="5632450"/>
            <a:ext cx="14128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水平同步信号</a:t>
            </a:r>
            <a:endParaRPr lang="zh-CN" altLang="en-US" sz="2400">
              <a:latin typeface="楷体" panose="02010609060101010101" pitchFamily="49" charset="-122"/>
              <a:ea typeface="楷体" panose="02010609060101010101" pitchFamily="49" charset="-122"/>
            </a:endParaRPr>
          </a:p>
        </p:txBody>
      </p:sp>
      <p:sp>
        <p:nvSpPr>
          <p:cNvPr id="81945" name="Rectangle 25">
            <a:extLst>
              <a:ext uri="{FF2B5EF4-FFF2-40B4-BE49-F238E27FC236}">
                <a16:creationId xmlns:a16="http://schemas.microsoft.com/office/drawing/2014/main" id="{A890AAF9-BA9D-4F30-BEA5-31416AA5C907}"/>
              </a:ext>
            </a:extLst>
          </p:cNvPr>
          <p:cNvSpPr>
            <a:spLocks noChangeArrowheads="1"/>
          </p:cNvSpPr>
          <p:nvPr/>
        </p:nvSpPr>
        <p:spPr bwMode="auto">
          <a:xfrm>
            <a:off x="2744788" y="4413250"/>
            <a:ext cx="10033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字符时钟</a:t>
            </a:r>
            <a:endParaRPr lang="zh-CN" altLang="en-US" sz="2400" b="0">
              <a:latin typeface="楷体" panose="02010609060101010101" pitchFamily="49" charset="-122"/>
              <a:ea typeface="楷体" panose="02010609060101010101" pitchFamily="49" charset="-122"/>
            </a:endParaRPr>
          </a:p>
        </p:txBody>
      </p:sp>
      <p:sp>
        <p:nvSpPr>
          <p:cNvPr id="81946" name="Rectangle 26">
            <a:extLst>
              <a:ext uri="{FF2B5EF4-FFF2-40B4-BE49-F238E27FC236}">
                <a16:creationId xmlns:a16="http://schemas.microsoft.com/office/drawing/2014/main" id="{2FD159BF-A1FE-4738-B7E1-6CBFBEFF49B5}"/>
              </a:ext>
            </a:extLst>
          </p:cNvPr>
          <p:cNvSpPr>
            <a:spLocks noChangeArrowheads="1"/>
          </p:cNvSpPr>
          <p:nvPr/>
        </p:nvSpPr>
        <p:spPr bwMode="auto">
          <a:xfrm>
            <a:off x="4802188" y="908050"/>
            <a:ext cx="12080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defRPr sz="2000" b="1">
                <a:solidFill>
                  <a:schemeClr val="tx1"/>
                </a:solidFill>
                <a:latin typeface="Times New Roman" panose="02020603050405020304" pitchFamily="18" charset="0"/>
                <a:ea typeface="隶书" panose="02010509060101010101" pitchFamily="49" charset="-122"/>
              </a:defRPr>
            </a:lvl9pPr>
          </a:lstStyle>
          <a:p>
            <a:pPr eaLnBrk="1" hangingPunct="1">
              <a:spcBef>
                <a:spcPct val="0"/>
              </a:spcBef>
              <a:buClrTx/>
              <a:buFont typeface="Arial" panose="020B0604020202020204" pitchFamily="34" charset="0"/>
              <a:buNone/>
            </a:pPr>
            <a:r>
              <a:rPr lang="zh-CN" altLang="en-US" sz="1600">
                <a:latin typeface="楷体" panose="02010609060101010101" pitchFamily="49" charset="-122"/>
                <a:ea typeface="楷体" panose="02010609060101010101" pitchFamily="49" charset="-122"/>
              </a:rPr>
              <a:t>ＡＳＣＩＩ</a:t>
            </a:r>
            <a:endParaRPr lang="zh-CN" altLang="en-US" sz="2400" b="0">
              <a:latin typeface="楷体" panose="02010609060101010101" pitchFamily="49" charset="-122"/>
              <a:ea typeface="楷体" panose="02010609060101010101" pitchFamily="49" charset="-122"/>
            </a:endParaRPr>
          </a:p>
          <a:p>
            <a:pPr eaLnBrk="1" hangingPunct="1">
              <a:spcBef>
                <a:spcPct val="0"/>
              </a:spcBef>
              <a:buClrTx/>
              <a:buFont typeface="Arial" panose="020B0604020202020204" pitchFamily="34" charset="0"/>
              <a:buNone/>
            </a:pPr>
            <a:r>
              <a:rPr lang="zh-CN" altLang="en-US" sz="1600">
                <a:latin typeface="楷体" panose="02010609060101010101" pitchFamily="49" charset="-122"/>
                <a:ea typeface="楷体" panose="02010609060101010101" pitchFamily="49" charset="-122"/>
              </a:rPr>
              <a:t>代码</a:t>
            </a:r>
          </a:p>
        </p:txBody>
      </p:sp>
      <p:sp>
        <p:nvSpPr>
          <p:cNvPr id="81947" name="Rectangle 27">
            <a:extLst>
              <a:ext uri="{FF2B5EF4-FFF2-40B4-BE49-F238E27FC236}">
                <a16:creationId xmlns:a16="http://schemas.microsoft.com/office/drawing/2014/main" id="{1925426B-1A53-4FA3-9B51-C8575A0B4544}"/>
              </a:ext>
            </a:extLst>
          </p:cNvPr>
          <p:cNvSpPr>
            <a:spLocks noChangeArrowheads="1"/>
          </p:cNvSpPr>
          <p:nvPr/>
        </p:nvSpPr>
        <p:spPr bwMode="auto">
          <a:xfrm>
            <a:off x="2287588" y="2127250"/>
            <a:ext cx="1208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ＣＰＵ控制</a:t>
            </a:r>
            <a:endParaRPr lang="zh-CN" altLang="en-US" sz="2400" b="0">
              <a:latin typeface="楷体" panose="02010609060101010101" pitchFamily="49" charset="-122"/>
              <a:ea typeface="楷体" panose="02010609060101010101" pitchFamily="49" charset="-122"/>
            </a:endParaRPr>
          </a:p>
        </p:txBody>
      </p:sp>
      <p:sp>
        <p:nvSpPr>
          <p:cNvPr id="81948" name="Rectangle 28">
            <a:extLst>
              <a:ext uri="{FF2B5EF4-FFF2-40B4-BE49-F238E27FC236}">
                <a16:creationId xmlns:a16="http://schemas.microsoft.com/office/drawing/2014/main" id="{5091AD8B-A6BF-4D89-BF6E-62235A2FC1E6}"/>
              </a:ext>
            </a:extLst>
          </p:cNvPr>
          <p:cNvSpPr>
            <a:spLocks noChangeArrowheads="1"/>
          </p:cNvSpPr>
          <p:nvPr/>
        </p:nvSpPr>
        <p:spPr bwMode="auto">
          <a:xfrm>
            <a:off x="839788" y="4735482"/>
            <a:ext cx="725487" cy="40011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latin typeface="楷体" panose="02010609060101010101" pitchFamily="49" charset="-122"/>
                <a:ea typeface="楷体" panose="02010609060101010101" pitchFamily="49" charset="-122"/>
              </a:rPr>
              <a:t>OSC</a:t>
            </a:r>
            <a:endParaRPr lang="en-US" altLang="zh-CN" sz="2400" b="0">
              <a:latin typeface="楷体" panose="02010609060101010101" pitchFamily="49" charset="-122"/>
              <a:ea typeface="楷体" panose="02010609060101010101" pitchFamily="49" charset="-122"/>
            </a:endParaRPr>
          </a:p>
        </p:txBody>
      </p:sp>
      <p:sp>
        <p:nvSpPr>
          <p:cNvPr id="81949" name="Rectangle 29">
            <a:extLst>
              <a:ext uri="{FF2B5EF4-FFF2-40B4-BE49-F238E27FC236}">
                <a16:creationId xmlns:a16="http://schemas.microsoft.com/office/drawing/2014/main" id="{1A611CC0-149B-484E-9EB3-9B4A7B37B69F}"/>
              </a:ext>
            </a:extLst>
          </p:cNvPr>
          <p:cNvSpPr>
            <a:spLocks noChangeArrowheads="1"/>
          </p:cNvSpPr>
          <p:nvPr/>
        </p:nvSpPr>
        <p:spPr bwMode="auto">
          <a:xfrm>
            <a:off x="5945188" y="1161504"/>
            <a:ext cx="995362" cy="769441"/>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latin typeface="楷体" panose="02010609060101010101" pitchFamily="49" charset="-122"/>
                <a:ea typeface="楷体" panose="02010609060101010101" pitchFamily="49" charset="-122"/>
              </a:rPr>
              <a:t>VRAM</a:t>
            </a:r>
          </a:p>
          <a:p>
            <a:pPr algn="ctr" eaLnBrk="1" hangingPunct="1">
              <a:spcBef>
                <a:spcPct val="0"/>
              </a:spcBef>
              <a:buClrTx/>
              <a:buFont typeface="Wingdings 2" panose="05020102010507070707" pitchFamily="18" charset="2"/>
              <a:buNone/>
            </a:pPr>
            <a:endParaRPr lang="en-US" altLang="zh-CN" sz="2400" b="0">
              <a:latin typeface="楷体" panose="02010609060101010101" pitchFamily="49" charset="-122"/>
              <a:ea typeface="楷体" panose="02010609060101010101" pitchFamily="49" charset="-122"/>
            </a:endParaRPr>
          </a:p>
        </p:txBody>
      </p:sp>
      <p:sp>
        <p:nvSpPr>
          <p:cNvPr id="81950" name="Line 30">
            <a:extLst>
              <a:ext uri="{FF2B5EF4-FFF2-40B4-BE49-F238E27FC236}">
                <a16:creationId xmlns:a16="http://schemas.microsoft.com/office/drawing/2014/main" id="{6AB07618-D081-471D-B936-B0C0783D0E6D}"/>
              </a:ext>
            </a:extLst>
          </p:cNvPr>
          <p:cNvSpPr>
            <a:spLocks noChangeShapeType="1"/>
          </p:cNvSpPr>
          <p:nvPr/>
        </p:nvSpPr>
        <p:spPr bwMode="auto">
          <a:xfrm>
            <a:off x="2287588" y="5022850"/>
            <a:ext cx="304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51" name="Text Box 31">
            <a:extLst>
              <a:ext uri="{FF2B5EF4-FFF2-40B4-BE49-F238E27FC236}">
                <a16:creationId xmlns:a16="http://schemas.microsoft.com/office/drawing/2014/main" id="{AD015A7E-0B3E-46F0-9BB5-727CD423D17C}"/>
              </a:ext>
            </a:extLst>
          </p:cNvPr>
          <p:cNvSpPr txBox="1">
            <a:spLocks noChangeArrowheads="1"/>
          </p:cNvSpPr>
          <p:nvPr/>
        </p:nvSpPr>
        <p:spPr bwMode="auto">
          <a:xfrm>
            <a:off x="2287588" y="4718050"/>
            <a:ext cx="285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1</a:t>
            </a:r>
          </a:p>
        </p:txBody>
      </p:sp>
      <p:sp>
        <p:nvSpPr>
          <p:cNvPr id="81952" name="Text Box 32">
            <a:extLst>
              <a:ext uri="{FF2B5EF4-FFF2-40B4-BE49-F238E27FC236}">
                <a16:creationId xmlns:a16="http://schemas.microsoft.com/office/drawing/2014/main" id="{16385F93-DC33-42D6-9A35-40C96BA95854}"/>
              </a:ext>
            </a:extLst>
          </p:cNvPr>
          <p:cNvSpPr txBox="1">
            <a:spLocks noChangeArrowheads="1"/>
          </p:cNvSpPr>
          <p:nvPr/>
        </p:nvSpPr>
        <p:spPr bwMode="auto">
          <a:xfrm>
            <a:off x="2286032" y="4945648"/>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9</a:t>
            </a:r>
          </a:p>
        </p:txBody>
      </p:sp>
      <p:sp>
        <p:nvSpPr>
          <p:cNvPr id="81953" name="Line 33">
            <a:extLst>
              <a:ext uri="{FF2B5EF4-FFF2-40B4-BE49-F238E27FC236}">
                <a16:creationId xmlns:a16="http://schemas.microsoft.com/office/drawing/2014/main" id="{6969E8D2-E953-4F4E-95EB-E01F9D007FEA}"/>
              </a:ext>
            </a:extLst>
          </p:cNvPr>
          <p:cNvSpPr>
            <a:spLocks noChangeShapeType="1"/>
          </p:cNvSpPr>
          <p:nvPr/>
        </p:nvSpPr>
        <p:spPr bwMode="auto">
          <a:xfrm>
            <a:off x="3887788" y="5022850"/>
            <a:ext cx="533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54" name="Text Box 34">
            <a:extLst>
              <a:ext uri="{FF2B5EF4-FFF2-40B4-BE49-F238E27FC236}">
                <a16:creationId xmlns:a16="http://schemas.microsoft.com/office/drawing/2014/main" id="{0745BC68-8325-415D-A9EA-E799E2F94D70}"/>
              </a:ext>
            </a:extLst>
          </p:cNvPr>
          <p:cNvSpPr txBox="1">
            <a:spLocks noChangeArrowheads="1"/>
          </p:cNvSpPr>
          <p:nvPr/>
        </p:nvSpPr>
        <p:spPr bwMode="auto">
          <a:xfrm>
            <a:off x="4038632" y="4717048"/>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1</a:t>
            </a:r>
          </a:p>
        </p:txBody>
      </p:sp>
      <p:sp>
        <p:nvSpPr>
          <p:cNvPr id="81955" name="Text Box 35">
            <a:extLst>
              <a:ext uri="{FF2B5EF4-FFF2-40B4-BE49-F238E27FC236}">
                <a16:creationId xmlns:a16="http://schemas.microsoft.com/office/drawing/2014/main" id="{04640774-9AB4-4694-BB82-663DE933D1A4}"/>
              </a:ext>
            </a:extLst>
          </p:cNvPr>
          <p:cNvSpPr txBox="1">
            <a:spLocks noChangeArrowheads="1"/>
          </p:cNvSpPr>
          <p:nvPr/>
        </p:nvSpPr>
        <p:spPr bwMode="auto">
          <a:xfrm>
            <a:off x="3811588" y="4946650"/>
            <a:ext cx="7064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80+18</a:t>
            </a:r>
          </a:p>
        </p:txBody>
      </p:sp>
      <p:sp>
        <p:nvSpPr>
          <p:cNvPr id="81956" name="Text Box 36">
            <a:extLst>
              <a:ext uri="{FF2B5EF4-FFF2-40B4-BE49-F238E27FC236}">
                <a16:creationId xmlns:a16="http://schemas.microsoft.com/office/drawing/2014/main" id="{B9BF253E-A446-4498-BA27-A5FC2973658C}"/>
              </a:ext>
            </a:extLst>
          </p:cNvPr>
          <p:cNvSpPr txBox="1">
            <a:spLocks noChangeArrowheads="1"/>
          </p:cNvSpPr>
          <p:nvPr/>
        </p:nvSpPr>
        <p:spPr bwMode="auto">
          <a:xfrm>
            <a:off x="5791232" y="4717048"/>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1</a:t>
            </a:r>
          </a:p>
        </p:txBody>
      </p:sp>
      <p:sp>
        <p:nvSpPr>
          <p:cNvPr id="81957" name="Line 37">
            <a:extLst>
              <a:ext uri="{FF2B5EF4-FFF2-40B4-BE49-F238E27FC236}">
                <a16:creationId xmlns:a16="http://schemas.microsoft.com/office/drawing/2014/main" id="{9CAC19E2-9971-4292-B2EA-6AD22D1E1C5A}"/>
              </a:ext>
            </a:extLst>
          </p:cNvPr>
          <p:cNvSpPr>
            <a:spLocks noChangeShapeType="1"/>
          </p:cNvSpPr>
          <p:nvPr/>
        </p:nvSpPr>
        <p:spPr bwMode="auto">
          <a:xfrm>
            <a:off x="5640388" y="5022850"/>
            <a:ext cx="533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58" name="Text Box 38">
            <a:extLst>
              <a:ext uri="{FF2B5EF4-FFF2-40B4-BE49-F238E27FC236}">
                <a16:creationId xmlns:a16="http://schemas.microsoft.com/office/drawing/2014/main" id="{AA4CCBEA-7074-4572-9EDE-8032F2D1A3D7}"/>
              </a:ext>
            </a:extLst>
          </p:cNvPr>
          <p:cNvSpPr txBox="1">
            <a:spLocks noChangeArrowheads="1"/>
          </p:cNvSpPr>
          <p:nvPr/>
        </p:nvSpPr>
        <p:spPr bwMode="auto">
          <a:xfrm>
            <a:off x="5640388" y="4946650"/>
            <a:ext cx="5032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9+5</a:t>
            </a:r>
          </a:p>
        </p:txBody>
      </p:sp>
      <p:sp>
        <p:nvSpPr>
          <p:cNvPr id="81959" name="Line 39">
            <a:extLst>
              <a:ext uri="{FF2B5EF4-FFF2-40B4-BE49-F238E27FC236}">
                <a16:creationId xmlns:a16="http://schemas.microsoft.com/office/drawing/2014/main" id="{B35A59B2-E879-4221-95C8-BD55A47BEEEB}"/>
              </a:ext>
            </a:extLst>
          </p:cNvPr>
          <p:cNvSpPr>
            <a:spLocks noChangeShapeType="1"/>
          </p:cNvSpPr>
          <p:nvPr/>
        </p:nvSpPr>
        <p:spPr bwMode="auto">
          <a:xfrm>
            <a:off x="7240588" y="4946650"/>
            <a:ext cx="6096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60" name="Text Box 40">
            <a:extLst>
              <a:ext uri="{FF2B5EF4-FFF2-40B4-BE49-F238E27FC236}">
                <a16:creationId xmlns:a16="http://schemas.microsoft.com/office/drawing/2014/main" id="{EF275C5D-8924-47A5-A54D-B5E90247CCB8}"/>
              </a:ext>
            </a:extLst>
          </p:cNvPr>
          <p:cNvSpPr txBox="1">
            <a:spLocks noChangeArrowheads="1"/>
          </p:cNvSpPr>
          <p:nvPr/>
        </p:nvSpPr>
        <p:spPr bwMode="auto">
          <a:xfrm>
            <a:off x="7391432" y="4640848"/>
            <a:ext cx="28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1</a:t>
            </a:r>
          </a:p>
        </p:txBody>
      </p:sp>
      <p:sp>
        <p:nvSpPr>
          <p:cNvPr id="81961" name="Text Box 41">
            <a:extLst>
              <a:ext uri="{FF2B5EF4-FFF2-40B4-BE49-F238E27FC236}">
                <a16:creationId xmlns:a16="http://schemas.microsoft.com/office/drawing/2014/main" id="{C91CE261-B547-4E27-939C-D4543DDC5C53}"/>
              </a:ext>
            </a:extLst>
          </p:cNvPr>
          <p:cNvSpPr txBox="1">
            <a:spLocks noChangeArrowheads="1"/>
          </p:cNvSpPr>
          <p:nvPr/>
        </p:nvSpPr>
        <p:spPr bwMode="auto">
          <a:xfrm>
            <a:off x="7240588" y="4870450"/>
            <a:ext cx="6048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25+1</a:t>
            </a:r>
          </a:p>
        </p:txBody>
      </p:sp>
      <p:sp>
        <p:nvSpPr>
          <p:cNvPr id="81962" name="Rectangle 42">
            <a:extLst>
              <a:ext uri="{FF2B5EF4-FFF2-40B4-BE49-F238E27FC236}">
                <a16:creationId xmlns:a16="http://schemas.microsoft.com/office/drawing/2014/main" id="{6E8DD2CD-6A5E-4FCD-946B-D1F287097A35}"/>
              </a:ext>
            </a:extLst>
          </p:cNvPr>
          <p:cNvSpPr>
            <a:spLocks noChangeArrowheads="1"/>
          </p:cNvSpPr>
          <p:nvPr/>
        </p:nvSpPr>
        <p:spPr bwMode="auto">
          <a:xfrm>
            <a:off x="763588" y="1289050"/>
            <a:ext cx="593725"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视频</a:t>
            </a:r>
          </a:p>
          <a:p>
            <a:pPr algn="ctr" eaLnBrk="1" hangingPunct="1">
              <a:spcBef>
                <a:spcPct val="0"/>
              </a:spcBef>
              <a:buClrTx/>
              <a:buFont typeface="Wingdings 2" panose="05020102010507070707" pitchFamily="18" charset="2"/>
              <a:buNone/>
            </a:pPr>
            <a:r>
              <a:rPr lang="zh-CN" altLang="en-US" sz="1600">
                <a:latin typeface="楷体" panose="02010609060101010101" pitchFamily="49" charset="-122"/>
                <a:ea typeface="楷体" panose="02010609060101010101" pitchFamily="49" charset="-122"/>
              </a:rPr>
              <a:t>信号</a:t>
            </a:r>
            <a:endParaRPr lang="zh-CN" altLang="en-US" sz="2400" b="0">
              <a:latin typeface="楷体" panose="02010609060101010101" pitchFamily="49" charset="-122"/>
              <a:ea typeface="楷体" panose="02010609060101010101" pitchFamily="49" charset="-122"/>
            </a:endParaRPr>
          </a:p>
        </p:txBody>
      </p:sp>
      <p:sp>
        <p:nvSpPr>
          <p:cNvPr id="81963" name="Line 43">
            <a:extLst>
              <a:ext uri="{FF2B5EF4-FFF2-40B4-BE49-F238E27FC236}">
                <a16:creationId xmlns:a16="http://schemas.microsoft.com/office/drawing/2014/main" id="{F3ED75C4-F85C-418D-BB29-AEA465F54C76}"/>
              </a:ext>
            </a:extLst>
          </p:cNvPr>
          <p:cNvSpPr>
            <a:spLocks noChangeShapeType="1"/>
          </p:cNvSpPr>
          <p:nvPr/>
        </p:nvSpPr>
        <p:spPr bwMode="auto">
          <a:xfrm flipH="1">
            <a:off x="4649788" y="1517650"/>
            <a:ext cx="1295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64" name="Line 44">
            <a:extLst>
              <a:ext uri="{FF2B5EF4-FFF2-40B4-BE49-F238E27FC236}">
                <a16:creationId xmlns:a16="http://schemas.microsoft.com/office/drawing/2014/main" id="{5D5EB656-BDB7-4E9F-AB24-13E33D6A8123}"/>
              </a:ext>
            </a:extLst>
          </p:cNvPr>
          <p:cNvSpPr>
            <a:spLocks noChangeShapeType="1"/>
          </p:cNvSpPr>
          <p:nvPr/>
        </p:nvSpPr>
        <p:spPr bwMode="auto">
          <a:xfrm flipH="1">
            <a:off x="2363788" y="1593850"/>
            <a:ext cx="12954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65" name="Line 45">
            <a:extLst>
              <a:ext uri="{FF2B5EF4-FFF2-40B4-BE49-F238E27FC236}">
                <a16:creationId xmlns:a16="http://schemas.microsoft.com/office/drawing/2014/main" id="{1C29DF89-3FE4-4390-91F4-F3115FD16E88}"/>
              </a:ext>
            </a:extLst>
          </p:cNvPr>
          <p:cNvSpPr>
            <a:spLocks noChangeShapeType="1"/>
          </p:cNvSpPr>
          <p:nvPr/>
        </p:nvSpPr>
        <p:spPr bwMode="auto">
          <a:xfrm flipH="1">
            <a:off x="763588" y="121285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66" name="AutoShape 46">
            <a:extLst>
              <a:ext uri="{FF2B5EF4-FFF2-40B4-BE49-F238E27FC236}">
                <a16:creationId xmlns:a16="http://schemas.microsoft.com/office/drawing/2014/main" id="{D3AA7C79-66E0-406A-9732-B60647A68EAE}"/>
              </a:ext>
            </a:extLst>
          </p:cNvPr>
          <p:cNvSpPr>
            <a:spLocks noChangeArrowheads="1"/>
          </p:cNvSpPr>
          <p:nvPr/>
        </p:nvSpPr>
        <p:spPr bwMode="auto">
          <a:xfrm flipH="1">
            <a:off x="2363788" y="2584450"/>
            <a:ext cx="609600" cy="457200"/>
          </a:xfrm>
          <a:prstGeom prst="flowChartDelay">
            <a:avLst/>
          </a:prstGeom>
          <a:solidFill>
            <a:schemeClr val="bg1">
              <a:alpha val="50195"/>
            </a:schemeClr>
          </a:solidFill>
          <a:ln w="38100">
            <a:solidFill>
              <a:schemeClr val="tx1"/>
            </a:solidFill>
            <a:miter lim="800000"/>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81967" name="Line 47">
            <a:extLst>
              <a:ext uri="{FF2B5EF4-FFF2-40B4-BE49-F238E27FC236}">
                <a16:creationId xmlns:a16="http://schemas.microsoft.com/office/drawing/2014/main" id="{550E96A9-660D-4D5A-9979-456FFC32ED02}"/>
              </a:ext>
            </a:extLst>
          </p:cNvPr>
          <p:cNvSpPr>
            <a:spLocks noChangeShapeType="1"/>
          </p:cNvSpPr>
          <p:nvPr/>
        </p:nvSpPr>
        <p:spPr bwMode="auto">
          <a:xfrm>
            <a:off x="1601788" y="4946650"/>
            <a:ext cx="53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68" name="Line 48">
            <a:extLst>
              <a:ext uri="{FF2B5EF4-FFF2-40B4-BE49-F238E27FC236}">
                <a16:creationId xmlns:a16="http://schemas.microsoft.com/office/drawing/2014/main" id="{6F25304B-7794-4276-9511-2AE68B759123}"/>
              </a:ext>
            </a:extLst>
          </p:cNvPr>
          <p:cNvSpPr>
            <a:spLocks noChangeShapeType="1"/>
          </p:cNvSpPr>
          <p:nvPr/>
        </p:nvSpPr>
        <p:spPr bwMode="auto">
          <a:xfrm>
            <a:off x="1754188" y="1974850"/>
            <a:ext cx="0" cy="2971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69" name="Line 49">
            <a:extLst>
              <a:ext uri="{FF2B5EF4-FFF2-40B4-BE49-F238E27FC236}">
                <a16:creationId xmlns:a16="http://schemas.microsoft.com/office/drawing/2014/main" id="{170F5A05-6387-499C-8A9A-CBED692FD5B3}"/>
              </a:ext>
            </a:extLst>
          </p:cNvPr>
          <p:cNvSpPr>
            <a:spLocks noChangeShapeType="1"/>
          </p:cNvSpPr>
          <p:nvPr/>
        </p:nvSpPr>
        <p:spPr bwMode="auto">
          <a:xfrm>
            <a:off x="2744788" y="494665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0" name="Line 50">
            <a:extLst>
              <a:ext uri="{FF2B5EF4-FFF2-40B4-BE49-F238E27FC236}">
                <a16:creationId xmlns:a16="http://schemas.microsoft.com/office/drawing/2014/main" id="{6FEADD46-AEFF-475C-9D21-9C5570DDB08A}"/>
              </a:ext>
            </a:extLst>
          </p:cNvPr>
          <p:cNvSpPr>
            <a:spLocks noChangeShapeType="1"/>
          </p:cNvSpPr>
          <p:nvPr/>
        </p:nvSpPr>
        <p:spPr bwMode="auto">
          <a:xfrm flipV="1">
            <a:off x="3201988" y="4718050"/>
            <a:ext cx="0" cy="228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1" name="Line 51">
            <a:extLst>
              <a:ext uri="{FF2B5EF4-FFF2-40B4-BE49-F238E27FC236}">
                <a16:creationId xmlns:a16="http://schemas.microsoft.com/office/drawing/2014/main" id="{79D48FAB-5821-4B3D-8F87-047214798875}"/>
              </a:ext>
            </a:extLst>
          </p:cNvPr>
          <p:cNvSpPr>
            <a:spLocks noChangeShapeType="1"/>
          </p:cNvSpPr>
          <p:nvPr/>
        </p:nvSpPr>
        <p:spPr bwMode="auto">
          <a:xfrm flipV="1">
            <a:off x="2363788" y="3956050"/>
            <a:ext cx="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2" name="Line 52">
            <a:extLst>
              <a:ext uri="{FF2B5EF4-FFF2-40B4-BE49-F238E27FC236}">
                <a16:creationId xmlns:a16="http://schemas.microsoft.com/office/drawing/2014/main" id="{6560C4DB-7416-41B4-AC79-4910C3EE330D}"/>
              </a:ext>
            </a:extLst>
          </p:cNvPr>
          <p:cNvSpPr>
            <a:spLocks noChangeShapeType="1"/>
          </p:cNvSpPr>
          <p:nvPr/>
        </p:nvSpPr>
        <p:spPr bwMode="auto">
          <a:xfrm>
            <a:off x="2058988" y="1974850"/>
            <a:ext cx="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3" name="Line 53">
            <a:extLst>
              <a:ext uri="{FF2B5EF4-FFF2-40B4-BE49-F238E27FC236}">
                <a16:creationId xmlns:a16="http://schemas.microsoft.com/office/drawing/2014/main" id="{FB028188-A91D-4ADF-B3CF-4EC13D4EA965}"/>
              </a:ext>
            </a:extLst>
          </p:cNvPr>
          <p:cNvSpPr>
            <a:spLocks noChangeShapeType="1"/>
          </p:cNvSpPr>
          <p:nvPr/>
        </p:nvSpPr>
        <p:spPr bwMode="auto">
          <a:xfrm>
            <a:off x="2058988" y="2813050"/>
            <a:ext cx="30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4" name="Line 54">
            <a:extLst>
              <a:ext uri="{FF2B5EF4-FFF2-40B4-BE49-F238E27FC236}">
                <a16:creationId xmlns:a16="http://schemas.microsoft.com/office/drawing/2014/main" id="{D107CD42-EBA6-4EFE-9A4D-D523C232A77C}"/>
              </a:ext>
            </a:extLst>
          </p:cNvPr>
          <p:cNvSpPr>
            <a:spLocks noChangeShapeType="1"/>
          </p:cNvSpPr>
          <p:nvPr/>
        </p:nvSpPr>
        <p:spPr bwMode="auto">
          <a:xfrm>
            <a:off x="2973388" y="2965450"/>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5" name="Line 55">
            <a:extLst>
              <a:ext uri="{FF2B5EF4-FFF2-40B4-BE49-F238E27FC236}">
                <a16:creationId xmlns:a16="http://schemas.microsoft.com/office/drawing/2014/main" id="{D42C0FF3-9E61-45C9-87E0-3FCA420E9FF4}"/>
              </a:ext>
            </a:extLst>
          </p:cNvPr>
          <p:cNvSpPr>
            <a:spLocks noChangeShapeType="1"/>
          </p:cNvSpPr>
          <p:nvPr/>
        </p:nvSpPr>
        <p:spPr bwMode="auto">
          <a:xfrm>
            <a:off x="3125788" y="2965450"/>
            <a:ext cx="0" cy="609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6" name="Line 56">
            <a:extLst>
              <a:ext uri="{FF2B5EF4-FFF2-40B4-BE49-F238E27FC236}">
                <a16:creationId xmlns:a16="http://schemas.microsoft.com/office/drawing/2014/main" id="{B8B51FE0-239B-4062-B777-F60CB889CE52}"/>
              </a:ext>
            </a:extLst>
          </p:cNvPr>
          <p:cNvSpPr>
            <a:spLocks noChangeShapeType="1"/>
          </p:cNvSpPr>
          <p:nvPr/>
        </p:nvSpPr>
        <p:spPr bwMode="auto">
          <a:xfrm>
            <a:off x="4573588" y="4946650"/>
            <a:ext cx="990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7" name="Line 57">
            <a:extLst>
              <a:ext uri="{FF2B5EF4-FFF2-40B4-BE49-F238E27FC236}">
                <a16:creationId xmlns:a16="http://schemas.microsoft.com/office/drawing/2014/main" id="{FFAF2053-F0EF-48ED-9F13-0B36B1F7555A}"/>
              </a:ext>
            </a:extLst>
          </p:cNvPr>
          <p:cNvSpPr>
            <a:spLocks noChangeShapeType="1"/>
          </p:cNvSpPr>
          <p:nvPr/>
        </p:nvSpPr>
        <p:spPr bwMode="auto">
          <a:xfrm>
            <a:off x="6249988" y="4946650"/>
            <a:ext cx="914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8" name="Line 58">
            <a:extLst>
              <a:ext uri="{FF2B5EF4-FFF2-40B4-BE49-F238E27FC236}">
                <a16:creationId xmlns:a16="http://schemas.microsoft.com/office/drawing/2014/main" id="{CA054B85-F9E5-40D5-9D91-0D63913FB6D8}"/>
              </a:ext>
            </a:extLst>
          </p:cNvPr>
          <p:cNvSpPr>
            <a:spLocks noChangeShapeType="1"/>
          </p:cNvSpPr>
          <p:nvPr/>
        </p:nvSpPr>
        <p:spPr bwMode="auto">
          <a:xfrm flipH="1">
            <a:off x="2592388" y="6013450"/>
            <a:ext cx="6858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79" name="Line 59">
            <a:extLst>
              <a:ext uri="{FF2B5EF4-FFF2-40B4-BE49-F238E27FC236}">
                <a16:creationId xmlns:a16="http://schemas.microsoft.com/office/drawing/2014/main" id="{310EDF57-626E-44F5-998E-BBDAACA9D662}"/>
              </a:ext>
            </a:extLst>
          </p:cNvPr>
          <p:cNvSpPr>
            <a:spLocks noChangeShapeType="1"/>
          </p:cNvSpPr>
          <p:nvPr/>
        </p:nvSpPr>
        <p:spPr bwMode="auto">
          <a:xfrm flipH="1">
            <a:off x="5945188" y="6013450"/>
            <a:ext cx="609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0" name="Line 60">
            <a:extLst>
              <a:ext uri="{FF2B5EF4-FFF2-40B4-BE49-F238E27FC236}">
                <a16:creationId xmlns:a16="http://schemas.microsoft.com/office/drawing/2014/main" id="{5F2D40F6-62F4-4E54-B806-583E7E1DEC55}"/>
              </a:ext>
            </a:extLst>
          </p:cNvPr>
          <p:cNvSpPr>
            <a:spLocks noChangeShapeType="1"/>
          </p:cNvSpPr>
          <p:nvPr/>
        </p:nvSpPr>
        <p:spPr bwMode="auto">
          <a:xfrm flipV="1">
            <a:off x="7773988" y="4337050"/>
            <a:ext cx="0" cy="304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1" name="Line 61">
            <a:extLst>
              <a:ext uri="{FF2B5EF4-FFF2-40B4-BE49-F238E27FC236}">
                <a16:creationId xmlns:a16="http://schemas.microsoft.com/office/drawing/2014/main" id="{6568AF67-C98F-4785-9FA7-0CAF9FD33224}"/>
              </a:ext>
            </a:extLst>
          </p:cNvPr>
          <p:cNvSpPr>
            <a:spLocks noChangeShapeType="1"/>
          </p:cNvSpPr>
          <p:nvPr/>
        </p:nvSpPr>
        <p:spPr bwMode="auto">
          <a:xfrm>
            <a:off x="7773988" y="4337050"/>
            <a:ext cx="53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2" name="Line 62">
            <a:extLst>
              <a:ext uri="{FF2B5EF4-FFF2-40B4-BE49-F238E27FC236}">
                <a16:creationId xmlns:a16="http://schemas.microsoft.com/office/drawing/2014/main" id="{F0DAE09F-E43C-415C-8B2A-E163DEFEA8C6}"/>
              </a:ext>
            </a:extLst>
          </p:cNvPr>
          <p:cNvSpPr>
            <a:spLocks noChangeShapeType="1"/>
          </p:cNvSpPr>
          <p:nvPr/>
        </p:nvSpPr>
        <p:spPr bwMode="auto">
          <a:xfrm>
            <a:off x="8307388" y="4337050"/>
            <a:ext cx="0" cy="1600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3" name="Line 63">
            <a:extLst>
              <a:ext uri="{FF2B5EF4-FFF2-40B4-BE49-F238E27FC236}">
                <a16:creationId xmlns:a16="http://schemas.microsoft.com/office/drawing/2014/main" id="{D4985576-10F4-4288-8EBE-A86837D58DBB}"/>
              </a:ext>
            </a:extLst>
          </p:cNvPr>
          <p:cNvSpPr>
            <a:spLocks noChangeShapeType="1"/>
          </p:cNvSpPr>
          <p:nvPr/>
        </p:nvSpPr>
        <p:spPr bwMode="auto">
          <a:xfrm flipH="1" flipV="1">
            <a:off x="7539328" y="3956048"/>
            <a:ext cx="0" cy="68479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4" name="Line 64">
            <a:extLst>
              <a:ext uri="{FF2B5EF4-FFF2-40B4-BE49-F238E27FC236}">
                <a16:creationId xmlns:a16="http://schemas.microsoft.com/office/drawing/2014/main" id="{AFF22E15-70E1-4411-85CF-DC47D41FB07D}"/>
              </a:ext>
            </a:extLst>
          </p:cNvPr>
          <p:cNvSpPr>
            <a:spLocks noChangeShapeType="1"/>
          </p:cNvSpPr>
          <p:nvPr/>
        </p:nvSpPr>
        <p:spPr bwMode="auto">
          <a:xfrm flipV="1">
            <a:off x="4116388" y="3956050"/>
            <a:ext cx="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5" name="Line 65">
            <a:extLst>
              <a:ext uri="{FF2B5EF4-FFF2-40B4-BE49-F238E27FC236}">
                <a16:creationId xmlns:a16="http://schemas.microsoft.com/office/drawing/2014/main" id="{1329401E-6679-4C0B-816A-9384E33B9286}"/>
              </a:ext>
            </a:extLst>
          </p:cNvPr>
          <p:cNvSpPr>
            <a:spLocks noChangeShapeType="1"/>
          </p:cNvSpPr>
          <p:nvPr/>
        </p:nvSpPr>
        <p:spPr bwMode="auto">
          <a:xfrm flipV="1">
            <a:off x="4344988" y="4337050"/>
            <a:ext cx="0" cy="381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6" name="Line 66">
            <a:extLst>
              <a:ext uri="{FF2B5EF4-FFF2-40B4-BE49-F238E27FC236}">
                <a16:creationId xmlns:a16="http://schemas.microsoft.com/office/drawing/2014/main" id="{70B91B8B-CBD6-4E47-9134-BDF9944D355C}"/>
              </a:ext>
            </a:extLst>
          </p:cNvPr>
          <p:cNvSpPr>
            <a:spLocks noChangeShapeType="1"/>
          </p:cNvSpPr>
          <p:nvPr/>
        </p:nvSpPr>
        <p:spPr bwMode="auto">
          <a:xfrm>
            <a:off x="4344988" y="4337050"/>
            <a:ext cx="685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7" name="Line 67">
            <a:extLst>
              <a:ext uri="{FF2B5EF4-FFF2-40B4-BE49-F238E27FC236}">
                <a16:creationId xmlns:a16="http://schemas.microsoft.com/office/drawing/2014/main" id="{C1E56B3B-D6C7-445D-B2AB-8856B6658BB7}"/>
              </a:ext>
            </a:extLst>
          </p:cNvPr>
          <p:cNvSpPr>
            <a:spLocks noChangeShapeType="1"/>
          </p:cNvSpPr>
          <p:nvPr/>
        </p:nvSpPr>
        <p:spPr bwMode="auto">
          <a:xfrm>
            <a:off x="5030788" y="4337050"/>
            <a:ext cx="0" cy="1676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8" name="Line 68">
            <a:extLst>
              <a:ext uri="{FF2B5EF4-FFF2-40B4-BE49-F238E27FC236}">
                <a16:creationId xmlns:a16="http://schemas.microsoft.com/office/drawing/2014/main" id="{B6F4E0C3-7033-442A-BA11-F8AEEAEA3F6F}"/>
              </a:ext>
            </a:extLst>
          </p:cNvPr>
          <p:cNvSpPr>
            <a:spLocks noChangeShapeType="1"/>
          </p:cNvSpPr>
          <p:nvPr/>
        </p:nvSpPr>
        <p:spPr bwMode="auto">
          <a:xfrm flipV="1">
            <a:off x="7316788" y="1517650"/>
            <a:ext cx="0" cy="3124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89" name="Line 69">
            <a:extLst>
              <a:ext uri="{FF2B5EF4-FFF2-40B4-BE49-F238E27FC236}">
                <a16:creationId xmlns:a16="http://schemas.microsoft.com/office/drawing/2014/main" id="{ED1FC87E-9DFF-417C-99CC-4A1FE9C8E037}"/>
              </a:ext>
            </a:extLst>
          </p:cNvPr>
          <p:cNvSpPr>
            <a:spLocks noChangeShapeType="1"/>
          </p:cNvSpPr>
          <p:nvPr/>
        </p:nvSpPr>
        <p:spPr bwMode="auto">
          <a:xfrm flipH="1">
            <a:off x="6935788" y="1517650"/>
            <a:ext cx="3810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0" name="Line 70">
            <a:extLst>
              <a:ext uri="{FF2B5EF4-FFF2-40B4-BE49-F238E27FC236}">
                <a16:creationId xmlns:a16="http://schemas.microsoft.com/office/drawing/2014/main" id="{A4097664-D878-4ABA-8E47-4ECFA498F4D9}"/>
              </a:ext>
            </a:extLst>
          </p:cNvPr>
          <p:cNvSpPr>
            <a:spLocks noChangeShapeType="1"/>
          </p:cNvSpPr>
          <p:nvPr/>
        </p:nvSpPr>
        <p:spPr bwMode="auto">
          <a:xfrm flipV="1">
            <a:off x="5640388" y="1746250"/>
            <a:ext cx="0" cy="2971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1" name="Line 71">
            <a:extLst>
              <a:ext uri="{FF2B5EF4-FFF2-40B4-BE49-F238E27FC236}">
                <a16:creationId xmlns:a16="http://schemas.microsoft.com/office/drawing/2014/main" id="{8183DC57-3C46-478C-886B-657F0023399B}"/>
              </a:ext>
            </a:extLst>
          </p:cNvPr>
          <p:cNvSpPr>
            <a:spLocks noChangeShapeType="1"/>
          </p:cNvSpPr>
          <p:nvPr/>
        </p:nvSpPr>
        <p:spPr bwMode="auto">
          <a:xfrm flipH="1">
            <a:off x="4649788" y="1746250"/>
            <a:ext cx="990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2" name="Line 72">
            <a:extLst>
              <a:ext uri="{FF2B5EF4-FFF2-40B4-BE49-F238E27FC236}">
                <a16:creationId xmlns:a16="http://schemas.microsoft.com/office/drawing/2014/main" id="{D8E78211-ECB0-40F6-BD81-DA9D413B3366}"/>
              </a:ext>
            </a:extLst>
          </p:cNvPr>
          <p:cNvSpPr>
            <a:spLocks noChangeShapeType="1"/>
          </p:cNvSpPr>
          <p:nvPr/>
        </p:nvSpPr>
        <p:spPr bwMode="auto">
          <a:xfrm flipV="1">
            <a:off x="6097588" y="3956050"/>
            <a:ext cx="0" cy="7620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3" name="Text Box 73">
            <a:extLst>
              <a:ext uri="{FF2B5EF4-FFF2-40B4-BE49-F238E27FC236}">
                <a16:creationId xmlns:a16="http://schemas.microsoft.com/office/drawing/2014/main" id="{00812DBA-C208-473C-8CC7-8D93DB57AE67}"/>
              </a:ext>
            </a:extLst>
          </p:cNvPr>
          <p:cNvSpPr txBox="1">
            <a:spLocks noChangeArrowheads="1"/>
          </p:cNvSpPr>
          <p:nvPr/>
        </p:nvSpPr>
        <p:spPr bwMode="auto">
          <a:xfrm>
            <a:off x="4573588" y="1687482"/>
            <a:ext cx="1144587" cy="400110"/>
          </a:xfrm>
          <a:prstGeom prst="rect">
            <a:avLst/>
          </a:prstGeom>
          <a:noFill/>
          <a:ln w="38100">
            <a:solidFill>
              <a:srgbClr val="FFFFFF"/>
            </a:solidFill>
            <a:prstDash val="sysDot"/>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600">
                <a:solidFill>
                  <a:schemeClr val="tx2"/>
                </a:solidFill>
                <a:latin typeface="楷体" panose="02010609060101010101" pitchFamily="49" charset="-122"/>
                <a:ea typeface="楷体" panose="02010609060101010101" pitchFamily="49" charset="-122"/>
              </a:rPr>
              <a:t>RA</a:t>
            </a:r>
            <a:r>
              <a:rPr lang="en-US" altLang="zh-CN" sz="1200">
                <a:solidFill>
                  <a:schemeClr val="tx2"/>
                </a:solidFill>
                <a:latin typeface="楷体" panose="02010609060101010101" pitchFamily="49" charset="-122"/>
                <a:ea typeface="楷体" panose="02010609060101010101" pitchFamily="49" charset="-122"/>
              </a:rPr>
              <a:t>3</a:t>
            </a:r>
            <a:r>
              <a:rPr lang="en-US" altLang="zh-CN" sz="1600">
                <a:solidFill>
                  <a:schemeClr val="tx2"/>
                </a:solidFill>
                <a:latin typeface="楷体" panose="02010609060101010101" pitchFamily="49" charset="-122"/>
                <a:ea typeface="楷体" panose="02010609060101010101" pitchFamily="49" charset="-122"/>
              </a:rPr>
              <a:t> </a:t>
            </a:r>
            <a:r>
              <a:rPr lang="en-US" altLang="zh-CN" sz="2000">
                <a:solidFill>
                  <a:schemeClr val="tx2"/>
                </a:solidFill>
                <a:latin typeface="楷体" panose="02010609060101010101" pitchFamily="49" charset="-122"/>
                <a:ea typeface="楷体" panose="02010609060101010101" pitchFamily="49" charset="-122"/>
              </a:rPr>
              <a:t>-</a:t>
            </a:r>
            <a:r>
              <a:rPr lang="en-US" altLang="zh-CN" sz="1600">
                <a:solidFill>
                  <a:schemeClr val="tx2"/>
                </a:solidFill>
                <a:latin typeface="楷体" panose="02010609060101010101" pitchFamily="49" charset="-122"/>
                <a:ea typeface="楷体" panose="02010609060101010101" pitchFamily="49" charset="-122"/>
              </a:rPr>
              <a:t> RA</a:t>
            </a:r>
            <a:r>
              <a:rPr lang="en-US" altLang="zh-CN" sz="1200">
                <a:solidFill>
                  <a:schemeClr val="tx2"/>
                </a:solidFill>
                <a:latin typeface="楷体" panose="02010609060101010101" pitchFamily="49" charset="-122"/>
                <a:ea typeface="楷体" panose="02010609060101010101" pitchFamily="49" charset="-122"/>
              </a:rPr>
              <a:t>0</a:t>
            </a:r>
            <a:endParaRPr lang="en-US" altLang="zh-CN" sz="1600">
              <a:solidFill>
                <a:schemeClr val="tx2"/>
              </a:solidFill>
              <a:latin typeface="楷体" panose="02010609060101010101" pitchFamily="49" charset="-122"/>
              <a:ea typeface="楷体" panose="02010609060101010101" pitchFamily="49" charset="-122"/>
            </a:endParaRPr>
          </a:p>
        </p:txBody>
      </p:sp>
      <p:sp>
        <p:nvSpPr>
          <p:cNvPr id="81994" name="Oval 74">
            <a:extLst>
              <a:ext uri="{FF2B5EF4-FFF2-40B4-BE49-F238E27FC236}">
                <a16:creationId xmlns:a16="http://schemas.microsoft.com/office/drawing/2014/main" id="{51A9FB10-B594-4BF5-B03E-663E57A4EE4B}"/>
              </a:ext>
            </a:extLst>
          </p:cNvPr>
          <p:cNvSpPr>
            <a:spLocks noChangeArrowheads="1"/>
          </p:cNvSpPr>
          <p:nvPr/>
        </p:nvSpPr>
        <p:spPr bwMode="auto">
          <a:xfrm>
            <a:off x="3506788" y="2660650"/>
            <a:ext cx="76200" cy="76200"/>
          </a:xfrm>
          <a:prstGeom prst="ellipse">
            <a:avLst/>
          </a:prstGeom>
          <a:solidFill>
            <a:schemeClr val="bg1">
              <a:alpha val="50195"/>
            </a:schemeClr>
          </a:solidFill>
          <a:ln w="38100">
            <a:solidFill>
              <a:schemeClr val="tx1"/>
            </a:solidFill>
            <a:round/>
            <a:headEnd/>
            <a:tailEnd/>
          </a:ln>
        </p:spPr>
        <p:txBody>
          <a:bodyPr wrap="none" anchor="ct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latin typeface="楷体" panose="02010609060101010101" pitchFamily="49" charset="-122"/>
              <a:ea typeface="楷体" panose="02010609060101010101" pitchFamily="49" charset="-122"/>
            </a:endParaRPr>
          </a:p>
        </p:txBody>
      </p:sp>
      <p:sp>
        <p:nvSpPr>
          <p:cNvPr id="81995" name="Arc 75">
            <a:extLst>
              <a:ext uri="{FF2B5EF4-FFF2-40B4-BE49-F238E27FC236}">
                <a16:creationId xmlns:a16="http://schemas.microsoft.com/office/drawing/2014/main" id="{901036C8-21B4-4DC5-9404-8B7676F3459F}"/>
              </a:ext>
            </a:extLst>
          </p:cNvPr>
          <p:cNvSpPr>
            <a:spLocks noChangeArrowheads="1"/>
          </p:cNvSpPr>
          <p:nvPr/>
        </p:nvSpPr>
        <p:spPr bwMode="auto">
          <a:xfrm flipH="1">
            <a:off x="3582988" y="2432050"/>
            <a:ext cx="609600" cy="449263"/>
          </a:xfrm>
          <a:custGeom>
            <a:avLst/>
            <a:gdLst>
              <a:gd name="T0" fmla="*/ 2147483646 w 21600"/>
              <a:gd name="T1" fmla="*/ 0 h 41619"/>
              <a:gd name="T2" fmla="*/ 2147483646 w 21600"/>
              <a:gd name="T3" fmla="*/ 2147483646 h 41619"/>
              <a:gd name="T4" fmla="*/ 2147483646 w 21600"/>
              <a:gd name="T5" fmla="*/ 2147483646 h 41619"/>
              <a:gd name="T6" fmla="*/ 2147483646 w 21600"/>
              <a:gd name="T7" fmla="*/ 0 h 41619"/>
              <a:gd name="T8" fmla="*/ 2147483646 w 21600"/>
              <a:gd name="T9" fmla="*/ 2147483646 h 41619"/>
              <a:gd name="T10" fmla="*/ 2147483646 w 21600"/>
              <a:gd name="T11" fmla="*/ 2147483646 h 41619"/>
              <a:gd name="T12" fmla="*/ 0 w 21600"/>
              <a:gd name="T13" fmla="*/ 2147483646 h 41619"/>
              <a:gd name="T14" fmla="*/ 2147483646 w 21600"/>
              <a:gd name="T15" fmla="*/ 0 h 416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41619" fill="none">
                <a:moveTo>
                  <a:pt x="5996" y="0"/>
                </a:moveTo>
                <a:cubicBezTo>
                  <a:pt x="15238" y="2670"/>
                  <a:pt x="21600" y="11131"/>
                  <a:pt x="21600" y="20751"/>
                </a:cubicBezTo>
                <a:cubicBezTo>
                  <a:pt x="21600" y="30533"/>
                  <a:pt x="15025" y="39094"/>
                  <a:pt x="5575" y="41619"/>
                </a:cubicBezTo>
              </a:path>
              <a:path w="21600" h="41619" stroke="0">
                <a:moveTo>
                  <a:pt x="5996" y="0"/>
                </a:moveTo>
                <a:cubicBezTo>
                  <a:pt x="15238" y="2670"/>
                  <a:pt x="21600" y="11131"/>
                  <a:pt x="21600" y="20751"/>
                </a:cubicBezTo>
                <a:cubicBezTo>
                  <a:pt x="21600" y="30533"/>
                  <a:pt x="15025" y="39094"/>
                  <a:pt x="5575" y="41619"/>
                </a:cubicBezTo>
                <a:lnTo>
                  <a:pt x="0" y="20751"/>
                </a:lnTo>
                <a:lnTo>
                  <a:pt x="5996"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6" name="Arc 76">
            <a:extLst>
              <a:ext uri="{FF2B5EF4-FFF2-40B4-BE49-F238E27FC236}">
                <a16:creationId xmlns:a16="http://schemas.microsoft.com/office/drawing/2014/main" id="{FD00554B-7703-44A3-967A-6F89C1E37744}"/>
              </a:ext>
            </a:extLst>
          </p:cNvPr>
          <p:cNvSpPr>
            <a:spLocks noChangeArrowheads="1"/>
          </p:cNvSpPr>
          <p:nvPr/>
        </p:nvSpPr>
        <p:spPr bwMode="auto">
          <a:xfrm flipH="1">
            <a:off x="3963988" y="2355850"/>
            <a:ext cx="228600" cy="554038"/>
          </a:xfrm>
          <a:custGeom>
            <a:avLst/>
            <a:gdLst>
              <a:gd name="T0" fmla="*/ 2147483646 w 21600"/>
              <a:gd name="T1" fmla="*/ 0 h 39229"/>
              <a:gd name="T2" fmla="*/ 2147483646 w 21600"/>
              <a:gd name="T3" fmla="*/ 2147483646 h 39229"/>
              <a:gd name="T4" fmla="*/ 2147483646 w 21600"/>
              <a:gd name="T5" fmla="*/ 2147483646 h 39229"/>
              <a:gd name="T6" fmla="*/ 2147483646 w 21600"/>
              <a:gd name="T7" fmla="*/ 0 h 39229"/>
              <a:gd name="T8" fmla="*/ 2147483646 w 21600"/>
              <a:gd name="T9" fmla="*/ 2147483646 h 39229"/>
              <a:gd name="T10" fmla="*/ 2147483646 w 21600"/>
              <a:gd name="T11" fmla="*/ 2147483646 h 39229"/>
              <a:gd name="T12" fmla="*/ 0 w 21600"/>
              <a:gd name="T13" fmla="*/ 2147483646 h 39229"/>
              <a:gd name="T14" fmla="*/ 2147483646 w 21600"/>
              <a:gd name="T15" fmla="*/ 0 h 3922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600" h="39229" fill="none">
                <a:moveTo>
                  <a:pt x="11062" y="0"/>
                </a:moveTo>
                <a:cubicBezTo>
                  <a:pt x="17597" y="3896"/>
                  <a:pt x="21600" y="10943"/>
                  <a:pt x="21600" y="18552"/>
                </a:cubicBezTo>
                <a:cubicBezTo>
                  <a:pt x="21600" y="28075"/>
                  <a:pt x="15363" y="36474"/>
                  <a:pt x="6246" y="39228"/>
                </a:cubicBezTo>
              </a:path>
              <a:path w="21600" h="39229" stroke="0">
                <a:moveTo>
                  <a:pt x="11062" y="0"/>
                </a:moveTo>
                <a:cubicBezTo>
                  <a:pt x="17597" y="3896"/>
                  <a:pt x="21600" y="10943"/>
                  <a:pt x="21600" y="18552"/>
                </a:cubicBezTo>
                <a:cubicBezTo>
                  <a:pt x="21600" y="28075"/>
                  <a:pt x="15363" y="36474"/>
                  <a:pt x="6246" y="39228"/>
                </a:cubicBezTo>
                <a:lnTo>
                  <a:pt x="0" y="18552"/>
                </a:lnTo>
                <a:lnTo>
                  <a:pt x="11062" y="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7" name="Line 77">
            <a:extLst>
              <a:ext uri="{FF2B5EF4-FFF2-40B4-BE49-F238E27FC236}">
                <a16:creationId xmlns:a16="http://schemas.microsoft.com/office/drawing/2014/main" id="{DBB321B4-3A51-40FB-BBF6-4FCBEDCF3A83}"/>
              </a:ext>
            </a:extLst>
          </p:cNvPr>
          <p:cNvSpPr>
            <a:spLocks noChangeShapeType="1"/>
          </p:cNvSpPr>
          <p:nvPr/>
        </p:nvSpPr>
        <p:spPr bwMode="auto">
          <a:xfrm flipH="1">
            <a:off x="2973388" y="2736850"/>
            <a:ext cx="533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8" name="Line 78">
            <a:extLst>
              <a:ext uri="{FF2B5EF4-FFF2-40B4-BE49-F238E27FC236}">
                <a16:creationId xmlns:a16="http://schemas.microsoft.com/office/drawing/2014/main" id="{8F7EDC08-304C-48EB-B1C4-0500D761E5D7}"/>
              </a:ext>
            </a:extLst>
          </p:cNvPr>
          <p:cNvSpPr>
            <a:spLocks noChangeShapeType="1"/>
          </p:cNvSpPr>
          <p:nvPr/>
        </p:nvSpPr>
        <p:spPr bwMode="auto">
          <a:xfrm>
            <a:off x="4040188" y="2432050"/>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1999" name="Line 79">
            <a:extLst>
              <a:ext uri="{FF2B5EF4-FFF2-40B4-BE49-F238E27FC236}">
                <a16:creationId xmlns:a16="http://schemas.microsoft.com/office/drawing/2014/main" id="{C9A9689F-2F58-4E62-9100-03F1A67CE778}"/>
              </a:ext>
            </a:extLst>
          </p:cNvPr>
          <p:cNvSpPr>
            <a:spLocks noChangeShapeType="1"/>
          </p:cNvSpPr>
          <p:nvPr/>
        </p:nvSpPr>
        <p:spPr bwMode="auto">
          <a:xfrm flipV="1">
            <a:off x="4268788" y="2279650"/>
            <a:ext cx="0" cy="1524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0" name="Line 80">
            <a:extLst>
              <a:ext uri="{FF2B5EF4-FFF2-40B4-BE49-F238E27FC236}">
                <a16:creationId xmlns:a16="http://schemas.microsoft.com/office/drawing/2014/main" id="{C160E2ED-3DE0-4ED2-89C6-C7B15FE4BA5E}"/>
              </a:ext>
            </a:extLst>
          </p:cNvPr>
          <p:cNvSpPr>
            <a:spLocks noChangeShapeType="1"/>
          </p:cNvSpPr>
          <p:nvPr/>
        </p:nvSpPr>
        <p:spPr bwMode="auto">
          <a:xfrm flipH="1">
            <a:off x="3430588" y="2279650"/>
            <a:ext cx="8382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1" name="Line 81">
            <a:extLst>
              <a:ext uri="{FF2B5EF4-FFF2-40B4-BE49-F238E27FC236}">
                <a16:creationId xmlns:a16="http://schemas.microsoft.com/office/drawing/2014/main" id="{88DEE747-C9A6-4630-845F-9F71FDF32062}"/>
              </a:ext>
            </a:extLst>
          </p:cNvPr>
          <p:cNvSpPr>
            <a:spLocks noChangeShapeType="1"/>
          </p:cNvSpPr>
          <p:nvPr/>
        </p:nvSpPr>
        <p:spPr bwMode="auto">
          <a:xfrm>
            <a:off x="3963988" y="2584450"/>
            <a:ext cx="3581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2" name="Line 82">
            <a:extLst>
              <a:ext uri="{FF2B5EF4-FFF2-40B4-BE49-F238E27FC236}">
                <a16:creationId xmlns:a16="http://schemas.microsoft.com/office/drawing/2014/main" id="{979CE8AE-32E8-4547-8CB5-D08F36D11890}"/>
              </a:ext>
            </a:extLst>
          </p:cNvPr>
          <p:cNvSpPr>
            <a:spLocks noChangeShapeType="1"/>
          </p:cNvSpPr>
          <p:nvPr/>
        </p:nvSpPr>
        <p:spPr bwMode="auto">
          <a:xfrm>
            <a:off x="7539326" y="2584450"/>
            <a:ext cx="2" cy="102193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3" name="Line 83">
            <a:extLst>
              <a:ext uri="{FF2B5EF4-FFF2-40B4-BE49-F238E27FC236}">
                <a16:creationId xmlns:a16="http://schemas.microsoft.com/office/drawing/2014/main" id="{F796219E-CDE1-4EA5-B91E-17A60ADDFF9B}"/>
              </a:ext>
            </a:extLst>
          </p:cNvPr>
          <p:cNvSpPr>
            <a:spLocks noChangeShapeType="1"/>
          </p:cNvSpPr>
          <p:nvPr/>
        </p:nvSpPr>
        <p:spPr bwMode="auto">
          <a:xfrm>
            <a:off x="3963988" y="2736850"/>
            <a:ext cx="2209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4" name="Line 84">
            <a:extLst>
              <a:ext uri="{FF2B5EF4-FFF2-40B4-BE49-F238E27FC236}">
                <a16:creationId xmlns:a16="http://schemas.microsoft.com/office/drawing/2014/main" id="{790DB65E-253A-4849-A48B-80BA197A58F0}"/>
              </a:ext>
            </a:extLst>
          </p:cNvPr>
          <p:cNvSpPr>
            <a:spLocks noChangeShapeType="1"/>
          </p:cNvSpPr>
          <p:nvPr/>
        </p:nvSpPr>
        <p:spPr bwMode="auto">
          <a:xfrm>
            <a:off x="6173788" y="2736850"/>
            <a:ext cx="0" cy="838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5" name="Line 85">
            <a:extLst>
              <a:ext uri="{FF2B5EF4-FFF2-40B4-BE49-F238E27FC236}">
                <a16:creationId xmlns:a16="http://schemas.microsoft.com/office/drawing/2014/main" id="{768CE34A-D9F1-4DE6-B91C-AB2AC17854CE}"/>
              </a:ext>
            </a:extLst>
          </p:cNvPr>
          <p:cNvSpPr>
            <a:spLocks noChangeShapeType="1"/>
          </p:cNvSpPr>
          <p:nvPr/>
        </p:nvSpPr>
        <p:spPr bwMode="auto">
          <a:xfrm>
            <a:off x="4040188" y="2889250"/>
            <a:ext cx="304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6" name="Line 86">
            <a:extLst>
              <a:ext uri="{FF2B5EF4-FFF2-40B4-BE49-F238E27FC236}">
                <a16:creationId xmlns:a16="http://schemas.microsoft.com/office/drawing/2014/main" id="{915EA46E-E247-4695-970F-DBD2731790C8}"/>
              </a:ext>
            </a:extLst>
          </p:cNvPr>
          <p:cNvSpPr>
            <a:spLocks noChangeShapeType="1"/>
          </p:cNvSpPr>
          <p:nvPr/>
        </p:nvSpPr>
        <p:spPr bwMode="auto">
          <a:xfrm>
            <a:off x="4344988" y="2889250"/>
            <a:ext cx="0" cy="685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7" name="Line 87">
            <a:extLst>
              <a:ext uri="{FF2B5EF4-FFF2-40B4-BE49-F238E27FC236}">
                <a16:creationId xmlns:a16="http://schemas.microsoft.com/office/drawing/2014/main" id="{9A1C085F-2C28-46F2-9BB5-72DD9BD4EAEA}"/>
              </a:ext>
            </a:extLst>
          </p:cNvPr>
          <p:cNvSpPr>
            <a:spLocks noChangeShapeType="1"/>
          </p:cNvSpPr>
          <p:nvPr/>
        </p:nvSpPr>
        <p:spPr bwMode="auto">
          <a:xfrm flipV="1">
            <a:off x="3811588" y="3270250"/>
            <a:ext cx="0" cy="14478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8" name="Line 88">
            <a:extLst>
              <a:ext uri="{FF2B5EF4-FFF2-40B4-BE49-F238E27FC236}">
                <a16:creationId xmlns:a16="http://schemas.microsoft.com/office/drawing/2014/main" id="{B1EA8F2C-32E3-4410-9DE1-51241B4FA2B8}"/>
              </a:ext>
            </a:extLst>
          </p:cNvPr>
          <p:cNvSpPr>
            <a:spLocks noChangeShapeType="1"/>
          </p:cNvSpPr>
          <p:nvPr/>
        </p:nvSpPr>
        <p:spPr bwMode="auto">
          <a:xfrm>
            <a:off x="3811588" y="3270250"/>
            <a:ext cx="3352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09" name="Line 89">
            <a:extLst>
              <a:ext uri="{FF2B5EF4-FFF2-40B4-BE49-F238E27FC236}">
                <a16:creationId xmlns:a16="http://schemas.microsoft.com/office/drawing/2014/main" id="{8AF570DE-959E-4BAA-99DE-D9A09195D0DF}"/>
              </a:ext>
            </a:extLst>
          </p:cNvPr>
          <p:cNvSpPr>
            <a:spLocks noChangeShapeType="1"/>
          </p:cNvSpPr>
          <p:nvPr/>
        </p:nvSpPr>
        <p:spPr bwMode="auto">
          <a:xfrm flipV="1">
            <a:off x="7164388" y="1898650"/>
            <a:ext cx="0" cy="1371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10" name="Line 90">
            <a:extLst>
              <a:ext uri="{FF2B5EF4-FFF2-40B4-BE49-F238E27FC236}">
                <a16:creationId xmlns:a16="http://schemas.microsoft.com/office/drawing/2014/main" id="{70964E9D-4182-4205-A327-9982823D309E}"/>
              </a:ext>
            </a:extLst>
          </p:cNvPr>
          <p:cNvSpPr>
            <a:spLocks noChangeShapeType="1"/>
          </p:cNvSpPr>
          <p:nvPr/>
        </p:nvSpPr>
        <p:spPr bwMode="auto">
          <a:xfrm flipH="1">
            <a:off x="6935788" y="1898650"/>
            <a:ext cx="228600"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11" name="Line 91">
            <a:extLst>
              <a:ext uri="{FF2B5EF4-FFF2-40B4-BE49-F238E27FC236}">
                <a16:creationId xmlns:a16="http://schemas.microsoft.com/office/drawing/2014/main" id="{1FDFA07B-E33E-4A8D-95CD-EF11EFF8E579}"/>
              </a:ext>
            </a:extLst>
          </p:cNvPr>
          <p:cNvSpPr>
            <a:spLocks noChangeShapeType="1"/>
          </p:cNvSpPr>
          <p:nvPr/>
        </p:nvSpPr>
        <p:spPr bwMode="auto">
          <a:xfrm flipH="1">
            <a:off x="4725988" y="6013450"/>
            <a:ext cx="30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
        <p:nvSpPr>
          <p:cNvPr id="82012" name="Line 92">
            <a:extLst>
              <a:ext uri="{FF2B5EF4-FFF2-40B4-BE49-F238E27FC236}">
                <a16:creationId xmlns:a16="http://schemas.microsoft.com/office/drawing/2014/main" id="{BE3057C7-82E5-417D-8E69-82BB8650BD8A}"/>
              </a:ext>
            </a:extLst>
          </p:cNvPr>
          <p:cNvSpPr>
            <a:spLocks noChangeShapeType="1"/>
          </p:cNvSpPr>
          <p:nvPr/>
        </p:nvSpPr>
        <p:spPr bwMode="auto">
          <a:xfrm flipH="1">
            <a:off x="8002588" y="5937250"/>
            <a:ext cx="304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楷体" panose="02010609060101010101" pitchFamily="49" charset="-122"/>
              <a:ea typeface="楷体" panose="02010609060101010101" pitchFamily="49" charset="-122"/>
            </a:endParaRPr>
          </a:p>
        </p:txBody>
      </p:sp>
    </p:spTree>
  </p:cSld>
  <p:clrMapOvr>
    <a:masterClrMapping/>
  </p:clrMapOvr>
  <p:transition spd="med">
    <p:pull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Text Box 2">
            <a:extLst>
              <a:ext uri="{FF2B5EF4-FFF2-40B4-BE49-F238E27FC236}">
                <a16:creationId xmlns:a16="http://schemas.microsoft.com/office/drawing/2014/main" id="{757E788F-967A-4407-A699-B68FC04B1FC8}"/>
              </a:ext>
            </a:extLst>
          </p:cNvPr>
          <p:cNvSpPr txBox="1">
            <a:spLocks noChangeArrowheads="1"/>
          </p:cNvSpPr>
          <p:nvPr/>
        </p:nvSpPr>
        <p:spPr bwMode="auto">
          <a:xfrm>
            <a:off x="380999" y="247744"/>
            <a:ext cx="671447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squar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l" eaLnBrk="1" hangingPunct="1">
              <a:spcBef>
                <a:spcPct val="0"/>
              </a:spcBef>
              <a:buClrTx/>
              <a:buFont typeface="Wingdings 2" panose="05020102010507070707" pitchFamily="18" charset="2"/>
              <a:buNone/>
            </a:pPr>
            <a:r>
              <a:rPr lang="zh-CN" altLang="en-US" sz="4400" dirty="0">
                <a:solidFill>
                  <a:srgbClr val="000099"/>
                </a:solidFill>
                <a:ea typeface="黑体" panose="02010609060101010101" pitchFamily="49" charset="-122"/>
              </a:rPr>
              <a:t>字形的产生过程</a:t>
            </a:r>
          </a:p>
        </p:txBody>
      </p:sp>
      <p:sp>
        <p:nvSpPr>
          <p:cNvPr id="82948" name="Rectangle 3">
            <a:extLst>
              <a:ext uri="{FF2B5EF4-FFF2-40B4-BE49-F238E27FC236}">
                <a16:creationId xmlns:a16="http://schemas.microsoft.com/office/drawing/2014/main" id="{25BD6D03-69AC-4BB5-80A1-6E2729D8D9A7}"/>
              </a:ext>
            </a:extLst>
          </p:cNvPr>
          <p:cNvSpPr>
            <a:spLocks noChangeArrowheads="1"/>
          </p:cNvSpPr>
          <p:nvPr/>
        </p:nvSpPr>
        <p:spPr bwMode="auto">
          <a:xfrm>
            <a:off x="1524000" y="2667000"/>
            <a:ext cx="2438400" cy="27432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49" name="Line 4">
            <a:extLst>
              <a:ext uri="{FF2B5EF4-FFF2-40B4-BE49-F238E27FC236}">
                <a16:creationId xmlns:a16="http://schemas.microsoft.com/office/drawing/2014/main" id="{91EEF4F9-9372-403D-AFBD-99E66C5B6D19}"/>
              </a:ext>
            </a:extLst>
          </p:cNvPr>
          <p:cNvSpPr>
            <a:spLocks noChangeShapeType="1"/>
          </p:cNvSpPr>
          <p:nvPr/>
        </p:nvSpPr>
        <p:spPr bwMode="auto">
          <a:xfrm>
            <a:off x="2133600" y="2667000"/>
            <a:ext cx="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0" name="Line 5">
            <a:extLst>
              <a:ext uri="{FF2B5EF4-FFF2-40B4-BE49-F238E27FC236}">
                <a16:creationId xmlns:a16="http://schemas.microsoft.com/office/drawing/2014/main" id="{8CD68714-52B6-4870-A07F-D4863B5FF9D9}"/>
              </a:ext>
            </a:extLst>
          </p:cNvPr>
          <p:cNvSpPr>
            <a:spLocks noChangeShapeType="1"/>
          </p:cNvSpPr>
          <p:nvPr/>
        </p:nvSpPr>
        <p:spPr bwMode="auto">
          <a:xfrm>
            <a:off x="1828800" y="2667000"/>
            <a:ext cx="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1" name="Line 6">
            <a:extLst>
              <a:ext uri="{FF2B5EF4-FFF2-40B4-BE49-F238E27FC236}">
                <a16:creationId xmlns:a16="http://schemas.microsoft.com/office/drawing/2014/main" id="{5DB08305-9E22-4F70-9B59-DC9A66B94593}"/>
              </a:ext>
            </a:extLst>
          </p:cNvPr>
          <p:cNvSpPr>
            <a:spLocks noChangeShapeType="1"/>
          </p:cNvSpPr>
          <p:nvPr/>
        </p:nvSpPr>
        <p:spPr bwMode="auto">
          <a:xfrm>
            <a:off x="2438400" y="2667000"/>
            <a:ext cx="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2" name="Line 7">
            <a:extLst>
              <a:ext uri="{FF2B5EF4-FFF2-40B4-BE49-F238E27FC236}">
                <a16:creationId xmlns:a16="http://schemas.microsoft.com/office/drawing/2014/main" id="{A2FB1BA2-75F2-4BBF-A2AB-A9E9EDDC8A1D}"/>
              </a:ext>
            </a:extLst>
          </p:cNvPr>
          <p:cNvSpPr>
            <a:spLocks noChangeShapeType="1"/>
          </p:cNvSpPr>
          <p:nvPr/>
        </p:nvSpPr>
        <p:spPr bwMode="auto">
          <a:xfrm>
            <a:off x="2743200" y="2667000"/>
            <a:ext cx="0" cy="27432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3" name="Line 8">
            <a:extLst>
              <a:ext uri="{FF2B5EF4-FFF2-40B4-BE49-F238E27FC236}">
                <a16:creationId xmlns:a16="http://schemas.microsoft.com/office/drawing/2014/main" id="{7664CCD0-9A43-426C-9A81-C87D69EEB4CA}"/>
              </a:ext>
            </a:extLst>
          </p:cNvPr>
          <p:cNvSpPr>
            <a:spLocks noChangeShapeType="1"/>
          </p:cNvSpPr>
          <p:nvPr/>
        </p:nvSpPr>
        <p:spPr bwMode="auto">
          <a:xfrm>
            <a:off x="3048000" y="2667000"/>
            <a:ext cx="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4" name="Line 9">
            <a:extLst>
              <a:ext uri="{FF2B5EF4-FFF2-40B4-BE49-F238E27FC236}">
                <a16:creationId xmlns:a16="http://schemas.microsoft.com/office/drawing/2014/main" id="{112021FC-4B67-44F9-963C-5F03B739BFAD}"/>
              </a:ext>
            </a:extLst>
          </p:cNvPr>
          <p:cNvSpPr>
            <a:spLocks noChangeShapeType="1"/>
          </p:cNvSpPr>
          <p:nvPr/>
        </p:nvSpPr>
        <p:spPr bwMode="auto">
          <a:xfrm>
            <a:off x="3352800" y="2667000"/>
            <a:ext cx="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5" name="Line 10">
            <a:extLst>
              <a:ext uri="{FF2B5EF4-FFF2-40B4-BE49-F238E27FC236}">
                <a16:creationId xmlns:a16="http://schemas.microsoft.com/office/drawing/2014/main" id="{96EA12D6-38B7-466F-85A4-4654A1037741}"/>
              </a:ext>
            </a:extLst>
          </p:cNvPr>
          <p:cNvSpPr>
            <a:spLocks noChangeShapeType="1"/>
          </p:cNvSpPr>
          <p:nvPr/>
        </p:nvSpPr>
        <p:spPr bwMode="auto">
          <a:xfrm>
            <a:off x="3657600" y="2667000"/>
            <a:ext cx="0" cy="27432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6" name="Line 11">
            <a:extLst>
              <a:ext uri="{FF2B5EF4-FFF2-40B4-BE49-F238E27FC236}">
                <a16:creationId xmlns:a16="http://schemas.microsoft.com/office/drawing/2014/main" id="{182A10C0-0440-480C-B9A8-126DF9D27B5D}"/>
              </a:ext>
            </a:extLst>
          </p:cNvPr>
          <p:cNvSpPr>
            <a:spLocks noChangeShapeType="1"/>
          </p:cNvSpPr>
          <p:nvPr/>
        </p:nvSpPr>
        <p:spPr bwMode="auto">
          <a:xfrm>
            <a:off x="1524000" y="29718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7" name="Line 12">
            <a:extLst>
              <a:ext uri="{FF2B5EF4-FFF2-40B4-BE49-F238E27FC236}">
                <a16:creationId xmlns:a16="http://schemas.microsoft.com/office/drawing/2014/main" id="{49BF8B62-134E-4588-91CC-8741B9164E7F}"/>
              </a:ext>
            </a:extLst>
          </p:cNvPr>
          <p:cNvSpPr>
            <a:spLocks noChangeShapeType="1"/>
          </p:cNvSpPr>
          <p:nvPr/>
        </p:nvSpPr>
        <p:spPr bwMode="auto">
          <a:xfrm>
            <a:off x="1524000" y="32766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8" name="Line 13">
            <a:extLst>
              <a:ext uri="{FF2B5EF4-FFF2-40B4-BE49-F238E27FC236}">
                <a16:creationId xmlns:a16="http://schemas.microsoft.com/office/drawing/2014/main" id="{3F70D11C-38A1-4E77-B34A-1A6BE15E4F49}"/>
              </a:ext>
            </a:extLst>
          </p:cNvPr>
          <p:cNvSpPr>
            <a:spLocks noChangeShapeType="1"/>
          </p:cNvSpPr>
          <p:nvPr/>
        </p:nvSpPr>
        <p:spPr bwMode="auto">
          <a:xfrm>
            <a:off x="1524000" y="35814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9" name="Line 14">
            <a:extLst>
              <a:ext uri="{FF2B5EF4-FFF2-40B4-BE49-F238E27FC236}">
                <a16:creationId xmlns:a16="http://schemas.microsoft.com/office/drawing/2014/main" id="{A0B029FD-E0C0-40F6-B997-A697AE0E2951}"/>
              </a:ext>
            </a:extLst>
          </p:cNvPr>
          <p:cNvSpPr>
            <a:spLocks noChangeShapeType="1"/>
          </p:cNvSpPr>
          <p:nvPr/>
        </p:nvSpPr>
        <p:spPr bwMode="auto">
          <a:xfrm>
            <a:off x="1524000" y="38862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0" name="Line 15">
            <a:extLst>
              <a:ext uri="{FF2B5EF4-FFF2-40B4-BE49-F238E27FC236}">
                <a16:creationId xmlns:a16="http://schemas.microsoft.com/office/drawing/2014/main" id="{703F72C8-F212-457B-9698-8732A455D81F}"/>
              </a:ext>
            </a:extLst>
          </p:cNvPr>
          <p:cNvSpPr>
            <a:spLocks noChangeShapeType="1"/>
          </p:cNvSpPr>
          <p:nvPr/>
        </p:nvSpPr>
        <p:spPr bwMode="auto">
          <a:xfrm>
            <a:off x="1524000" y="41910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1" name="Line 16">
            <a:extLst>
              <a:ext uri="{FF2B5EF4-FFF2-40B4-BE49-F238E27FC236}">
                <a16:creationId xmlns:a16="http://schemas.microsoft.com/office/drawing/2014/main" id="{1B3EA30C-E993-4D5F-BEA3-42FC019001F2}"/>
              </a:ext>
            </a:extLst>
          </p:cNvPr>
          <p:cNvSpPr>
            <a:spLocks noChangeShapeType="1"/>
          </p:cNvSpPr>
          <p:nvPr/>
        </p:nvSpPr>
        <p:spPr bwMode="auto">
          <a:xfrm>
            <a:off x="1524000" y="44958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2" name="Line 17">
            <a:extLst>
              <a:ext uri="{FF2B5EF4-FFF2-40B4-BE49-F238E27FC236}">
                <a16:creationId xmlns:a16="http://schemas.microsoft.com/office/drawing/2014/main" id="{1DCDC4AA-430C-4084-9A7F-28B702D09C72}"/>
              </a:ext>
            </a:extLst>
          </p:cNvPr>
          <p:cNvSpPr>
            <a:spLocks noChangeShapeType="1"/>
          </p:cNvSpPr>
          <p:nvPr/>
        </p:nvSpPr>
        <p:spPr bwMode="auto">
          <a:xfrm>
            <a:off x="1524000" y="48006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3" name="Line 18">
            <a:extLst>
              <a:ext uri="{FF2B5EF4-FFF2-40B4-BE49-F238E27FC236}">
                <a16:creationId xmlns:a16="http://schemas.microsoft.com/office/drawing/2014/main" id="{63D0567A-DC69-4C14-9125-90D298DEBDAC}"/>
              </a:ext>
            </a:extLst>
          </p:cNvPr>
          <p:cNvSpPr>
            <a:spLocks noChangeShapeType="1"/>
          </p:cNvSpPr>
          <p:nvPr/>
        </p:nvSpPr>
        <p:spPr bwMode="auto">
          <a:xfrm>
            <a:off x="1524000" y="5105400"/>
            <a:ext cx="24384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4" name="Rectangle 19">
            <a:extLst>
              <a:ext uri="{FF2B5EF4-FFF2-40B4-BE49-F238E27FC236}">
                <a16:creationId xmlns:a16="http://schemas.microsoft.com/office/drawing/2014/main" id="{20FC3CBA-CABA-409C-ABAB-2FD56791F2B2}"/>
              </a:ext>
            </a:extLst>
          </p:cNvPr>
          <p:cNvSpPr>
            <a:spLocks noChangeArrowheads="1"/>
          </p:cNvSpPr>
          <p:nvPr/>
        </p:nvSpPr>
        <p:spPr bwMode="auto">
          <a:xfrm>
            <a:off x="2411413" y="2671763"/>
            <a:ext cx="360362" cy="293687"/>
          </a:xfrm>
          <a:prstGeom prst="rect">
            <a:avLst/>
          </a:prstGeom>
          <a:solidFill>
            <a:srgbClr val="FF6600">
              <a:alpha val="50195"/>
            </a:srgbClr>
          </a:solidFill>
          <a:ln w="19050">
            <a:solidFill>
              <a:schemeClr val="tx1"/>
            </a:solidFill>
            <a:miter lim="800000"/>
            <a:headEnd/>
            <a:tailEnd/>
          </a:ln>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endParaRPr lang="zh-CN" altLang="zh-CN" sz="1200">
              <a:solidFill>
                <a:schemeClr val="hlink"/>
              </a:solidFill>
              <a:ea typeface="宋体" panose="02010600030101010101" pitchFamily="2" charset="-122"/>
            </a:endParaRPr>
          </a:p>
        </p:txBody>
      </p:sp>
      <p:sp>
        <p:nvSpPr>
          <p:cNvPr id="82965" name="Rectangle 20">
            <a:extLst>
              <a:ext uri="{FF2B5EF4-FFF2-40B4-BE49-F238E27FC236}">
                <a16:creationId xmlns:a16="http://schemas.microsoft.com/office/drawing/2014/main" id="{5D1C5401-0127-4384-97AD-85B8D614FE10}"/>
              </a:ext>
            </a:extLst>
          </p:cNvPr>
          <p:cNvSpPr>
            <a:spLocks noChangeArrowheads="1"/>
          </p:cNvSpPr>
          <p:nvPr/>
        </p:nvSpPr>
        <p:spPr bwMode="auto">
          <a:xfrm>
            <a:off x="2133600" y="29718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66" name="Rectangle 21">
            <a:extLst>
              <a:ext uri="{FF2B5EF4-FFF2-40B4-BE49-F238E27FC236}">
                <a16:creationId xmlns:a16="http://schemas.microsoft.com/office/drawing/2014/main" id="{4DE06099-A50C-447C-81AC-8277A15D6E73}"/>
              </a:ext>
            </a:extLst>
          </p:cNvPr>
          <p:cNvSpPr>
            <a:spLocks noChangeArrowheads="1"/>
          </p:cNvSpPr>
          <p:nvPr/>
        </p:nvSpPr>
        <p:spPr bwMode="auto">
          <a:xfrm>
            <a:off x="2743200" y="29718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67" name="Rectangle 22">
            <a:extLst>
              <a:ext uri="{FF2B5EF4-FFF2-40B4-BE49-F238E27FC236}">
                <a16:creationId xmlns:a16="http://schemas.microsoft.com/office/drawing/2014/main" id="{8CEB866E-E3AC-4B5D-863F-0269E053EB31}"/>
              </a:ext>
            </a:extLst>
          </p:cNvPr>
          <p:cNvSpPr>
            <a:spLocks noChangeArrowheads="1"/>
          </p:cNvSpPr>
          <p:nvPr/>
        </p:nvSpPr>
        <p:spPr bwMode="auto">
          <a:xfrm>
            <a:off x="1828800" y="32766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68" name="Rectangle 23">
            <a:extLst>
              <a:ext uri="{FF2B5EF4-FFF2-40B4-BE49-F238E27FC236}">
                <a16:creationId xmlns:a16="http://schemas.microsoft.com/office/drawing/2014/main" id="{5402DAD0-82F0-4D4F-8B88-F2E153AF5CE0}"/>
              </a:ext>
            </a:extLst>
          </p:cNvPr>
          <p:cNvSpPr>
            <a:spLocks noChangeArrowheads="1"/>
          </p:cNvSpPr>
          <p:nvPr/>
        </p:nvSpPr>
        <p:spPr bwMode="auto">
          <a:xfrm>
            <a:off x="1524000" y="35814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69" name="Rectangle 24">
            <a:extLst>
              <a:ext uri="{FF2B5EF4-FFF2-40B4-BE49-F238E27FC236}">
                <a16:creationId xmlns:a16="http://schemas.microsoft.com/office/drawing/2014/main" id="{3B6B80B7-C863-4AC6-85A3-9E9A81BE2CE4}"/>
              </a:ext>
            </a:extLst>
          </p:cNvPr>
          <p:cNvSpPr>
            <a:spLocks noChangeArrowheads="1"/>
          </p:cNvSpPr>
          <p:nvPr/>
        </p:nvSpPr>
        <p:spPr bwMode="auto">
          <a:xfrm>
            <a:off x="1524000" y="38862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0" name="Rectangle 25">
            <a:extLst>
              <a:ext uri="{FF2B5EF4-FFF2-40B4-BE49-F238E27FC236}">
                <a16:creationId xmlns:a16="http://schemas.microsoft.com/office/drawing/2014/main" id="{36179D6A-1901-4312-ADA1-8AE51A014C11}"/>
              </a:ext>
            </a:extLst>
          </p:cNvPr>
          <p:cNvSpPr>
            <a:spLocks noChangeArrowheads="1"/>
          </p:cNvSpPr>
          <p:nvPr/>
        </p:nvSpPr>
        <p:spPr bwMode="auto">
          <a:xfrm>
            <a:off x="1524000" y="41910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1" name="Rectangle 26">
            <a:extLst>
              <a:ext uri="{FF2B5EF4-FFF2-40B4-BE49-F238E27FC236}">
                <a16:creationId xmlns:a16="http://schemas.microsoft.com/office/drawing/2014/main" id="{B8ACE18A-5301-4003-ABFA-DB6E79DD7D17}"/>
              </a:ext>
            </a:extLst>
          </p:cNvPr>
          <p:cNvSpPr>
            <a:spLocks noChangeArrowheads="1"/>
          </p:cNvSpPr>
          <p:nvPr/>
        </p:nvSpPr>
        <p:spPr bwMode="auto">
          <a:xfrm>
            <a:off x="1524000" y="44958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2" name="Rectangle 27">
            <a:extLst>
              <a:ext uri="{FF2B5EF4-FFF2-40B4-BE49-F238E27FC236}">
                <a16:creationId xmlns:a16="http://schemas.microsoft.com/office/drawing/2014/main" id="{3DC25E33-1A58-4EAD-B59E-9EDF30D469F0}"/>
              </a:ext>
            </a:extLst>
          </p:cNvPr>
          <p:cNvSpPr>
            <a:spLocks noChangeArrowheads="1"/>
          </p:cNvSpPr>
          <p:nvPr/>
        </p:nvSpPr>
        <p:spPr bwMode="auto">
          <a:xfrm>
            <a:off x="1530350" y="4797425"/>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3" name="Rectangle 28">
            <a:extLst>
              <a:ext uri="{FF2B5EF4-FFF2-40B4-BE49-F238E27FC236}">
                <a16:creationId xmlns:a16="http://schemas.microsoft.com/office/drawing/2014/main" id="{70AB3945-058E-42B4-9D4D-8F659F743342}"/>
              </a:ext>
            </a:extLst>
          </p:cNvPr>
          <p:cNvSpPr>
            <a:spLocks noChangeArrowheads="1"/>
          </p:cNvSpPr>
          <p:nvPr/>
        </p:nvSpPr>
        <p:spPr bwMode="auto">
          <a:xfrm>
            <a:off x="1828800" y="41910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4" name="Rectangle 29">
            <a:extLst>
              <a:ext uri="{FF2B5EF4-FFF2-40B4-BE49-F238E27FC236}">
                <a16:creationId xmlns:a16="http://schemas.microsoft.com/office/drawing/2014/main" id="{0F412C73-5B11-4B54-B0FB-C8329938DADD}"/>
              </a:ext>
            </a:extLst>
          </p:cNvPr>
          <p:cNvSpPr>
            <a:spLocks noChangeArrowheads="1"/>
          </p:cNvSpPr>
          <p:nvPr/>
        </p:nvSpPr>
        <p:spPr bwMode="auto">
          <a:xfrm>
            <a:off x="2133600" y="41910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5" name="Rectangle 30">
            <a:extLst>
              <a:ext uri="{FF2B5EF4-FFF2-40B4-BE49-F238E27FC236}">
                <a16:creationId xmlns:a16="http://schemas.microsoft.com/office/drawing/2014/main" id="{FD40F6A4-62AF-4C28-8FAB-F183FB7D718B}"/>
              </a:ext>
            </a:extLst>
          </p:cNvPr>
          <p:cNvSpPr>
            <a:spLocks noChangeArrowheads="1"/>
          </p:cNvSpPr>
          <p:nvPr/>
        </p:nvSpPr>
        <p:spPr bwMode="auto">
          <a:xfrm>
            <a:off x="2438400" y="41910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6" name="Rectangle 31">
            <a:extLst>
              <a:ext uri="{FF2B5EF4-FFF2-40B4-BE49-F238E27FC236}">
                <a16:creationId xmlns:a16="http://schemas.microsoft.com/office/drawing/2014/main" id="{9236DF60-9230-4A06-A385-3889B46A4B13}"/>
              </a:ext>
            </a:extLst>
          </p:cNvPr>
          <p:cNvSpPr>
            <a:spLocks noChangeArrowheads="1"/>
          </p:cNvSpPr>
          <p:nvPr/>
        </p:nvSpPr>
        <p:spPr bwMode="auto">
          <a:xfrm>
            <a:off x="2743200" y="41910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7" name="Rectangle 32">
            <a:extLst>
              <a:ext uri="{FF2B5EF4-FFF2-40B4-BE49-F238E27FC236}">
                <a16:creationId xmlns:a16="http://schemas.microsoft.com/office/drawing/2014/main" id="{9592D722-2A61-411D-9BF3-90880CB88E7B}"/>
              </a:ext>
            </a:extLst>
          </p:cNvPr>
          <p:cNvSpPr>
            <a:spLocks noChangeArrowheads="1"/>
          </p:cNvSpPr>
          <p:nvPr/>
        </p:nvSpPr>
        <p:spPr bwMode="auto">
          <a:xfrm>
            <a:off x="3048000" y="41910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8" name="Rectangle 33">
            <a:extLst>
              <a:ext uri="{FF2B5EF4-FFF2-40B4-BE49-F238E27FC236}">
                <a16:creationId xmlns:a16="http://schemas.microsoft.com/office/drawing/2014/main" id="{814E6486-18BA-4119-B884-663B49D77D0C}"/>
              </a:ext>
            </a:extLst>
          </p:cNvPr>
          <p:cNvSpPr>
            <a:spLocks noChangeArrowheads="1"/>
          </p:cNvSpPr>
          <p:nvPr/>
        </p:nvSpPr>
        <p:spPr bwMode="auto">
          <a:xfrm>
            <a:off x="3352800" y="41910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79" name="Rectangle 34">
            <a:extLst>
              <a:ext uri="{FF2B5EF4-FFF2-40B4-BE49-F238E27FC236}">
                <a16:creationId xmlns:a16="http://schemas.microsoft.com/office/drawing/2014/main" id="{578B2EE3-C13E-42C5-AA05-CF468730D162}"/>
              </a:ext>
            </a:extLst>
          </p:cNvPr>
          <p:cNvSpPr>
            <a:spLocks noChangeArrowheads="1"/>
          </p:cNvSpPr>
          <p:nvPr/>
        </p:nvSpPr>
        <p:spPr bwMode="auto">
          <a:xfrm>
            <a:off x="3352800" y="44958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80" name="Rectangle 35">
            <a:extLst>
              <a:ext uri="{FF2B5EF4-FFF2-40B4-BE49-F238E27FC236}">
                <a16:creationId xmlns:a16="http://schemas.microsoft.com/office/drawing/2014/main" id="{220CEFF4-AFBC-458D-B214-F02FA0DC4425}"/>
              </a:ext>
            </a:extLst>
          </p:cNvPr>
          <p:cNvSpPr>
            <a:spLocks noChangeArrowheads="1"/>
          </p:cNvSpPr>
          <p:nvPr/>
        </p:nvSpPr>
        <p:spPr bwMode="auto">
          <a:xfrm>
            <a:off x="3348038" y="4805363"/>
            <a:ext cx="287337" cy="293687"/>
          </a:xfrm>
          <a:prstGeom prst="rect">
            <a:avLst/>
          </a:prstGeom>
          <a:solidFill>
            <a:srgbClr val="FF6600">
              <a:alpha val="50195"/>
            </a:srgbClr>
          </a:solidFill>
          <a:ln w="19050">
            <a:solidFill>
              <a:schemeClr val="tx1"/>
            </a:solidFill>
            <a:miter lim="800000"/>
            <a:headEnd/>
            <a:tailEnd/>
          </a:ln>
        </p:spPr>
        <p:txBody>
          <a:bodyPr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endParaRPr lang="zh-CN" altLang="zh-CN" sz="1200">
              <a:solidFill>
                <a:schemeClr val="hlink"/>
              </a:solidFill>
              <a:ea typeface="宋体" panose="02010600030101010101" pitchFamily="2" charset="-122"/>
            </a:endParaRPr>
          </a:p>
        </p:txBody>
      </p:sp>
      <p:sp>
        <p:nvSpPr>
          <p:cNvPr id="82981" name="Rectangle 36">
            <a:extLst>
              <a:ext uri="{FF2B5EF4-FFF2-40B4-BE49-F238E27FC236}">
                <a16:creationId xmlns:a16="http://schemas.microsoft.com/office/drawing/2014/main" id="{FC619438-A4B6-43BB-9D9A-199013A11CAC}"/>
              </a:ext>
            </a:extLst>
          </p:cNvPr>
          <p:cNvSpPr>
            <a:spLocks noChangeArrowheads="1"/>
          </p:cNvSpPr>
          <p:nvPr/>
        </p:nvSpPr>
        <p:spPr bwMode="auto">
          <a:xfrm>
            <a:off x="3352800" y="38862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82" name="Rectangle 37">
            <a:extLst>
              <a:ext uri="{FF2B5EF4-FFF2-40B4-BE49-F238E27FC236}">
                <a16:creationId xmlns:a16="http://schemas.microsoft.com/office/drawing/2014/main" id="{EE5C4FFB-0B2C-4E76-8FCB-0FFA22EC0A42}"/>
              </a:ext>
            </a:extLst>
          </p:cNvPr>
          <p:cNvSpPr>
            <a:spLocks noChangeArrowheads="1"/>
          </p:cNvSpPr>
          <p:nvPr/>
        </p:nvSpPr>
        <p:spPr bwMode="auto">
          <a:xfrm>
            <a:off x="3352800" y="35814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83" name="Rectangle 38">
            <a:extLst>
              <a:ext uri="{FF2B5EF4-FFF2-40B4-BE49-F238E27FC236}">
                <a16:creationId xmlns:a16="http://schemas.microsoft.com/office/drawing/2014/main" id="{CE4D23B3-871F-4557-B850-FEB41604712D}"/>
              </a:ext>
            </a:extLst>
          </p:cNvPr>
          <p:cNvSpPr>
            <a:spLocks noChangeArrowheads="1"/>
          </p:cNvSpPr>
          <p:nvPr/>
        </p:nvSpPr>
        <p:spPr bwMode="auto">
          <a:xfrm>
            <a:off x="3048000" y="3276600"/>
            <a:ext cx="304800" cy="304800"/>
          </a:xfrm>
          <a:prstGeom prst="rect">
            <a:avLst/>
          </a:prstGeom>
          <a:solidFill>
            <a:srgbClr val="FF6600">
              <a:alpha val="50195"/>
            </a:srgbClr>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2984" name="Text Box 39">
            <a:extLst>
              <a:ext uri="{FF2B5EF4-FFF2-40B4-BE49-F238E27FC236}">
                <a16:creationId xmlns:a16="http://schemas.microsoft.com/office/drawing/2014/main" id="{7F9F2B3C-99A1-4A98-B02C-329C39AE4D0F}"/>
              </a:ext>
            </a:extLst>
          </p:cNvPr>
          <p:cNvSpPr txBox="1">
            <a:spLocks noChangeArrowheads="1"/>
          </p:cNvSpPr>
          <p:nvPr/>
        </p:nvSpPr>
        <p:spPr bwMode="auto">
          <a:xfrm>
            <a:off x="612775" y="2600325"/>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0 0 0 0</a:t>
            </a:r>
          </a:p>
        </p:txBody>
      </p:sp>
      <p:sp>
        <p:nvSpPr>
          <p:cNvPr id="82985" name="Text Box 40">
            <a:extLst>
              <a:ext uri="{FF2B5EF4-FFF2-40B4-BE49-F238E27FC236}">
                <a16:creationId xmlns:a16="http://schemas.microsoft.com/office/drawing/2014/main" id="{74C95291-E912-41A4-99B3-027CC58D5239}"/>
              </a:ext>
            </a:extLst>
          </p:cNvPr>
          <p:cNvSpPr txBox="1">
            <a:spLocks noChangeArrowheads="1"/>
          </p:cNvSpPr>
          <p:nvPr/>
        </p:nvSpPr>
        <p:spPr bwMode="auto">
          <a:xfrm>
            <a:off x="565150" y="2889250"/>
            <a:ext cx="8699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 0 0 0 1</a:t>
            </a:r>
            <a:endParaRPr lang="en-US" altLang="zh-CN" sz="1600">
              <a:ea typeface="宋体" panose="02010600030101010101" pitchFamily="2" charset="-122"/>
            </a:endParaRPr>
          </a:p>
        </p:txBody>
      </p:sp>
      <p:sp>
        <p:nvSpPr>
          <p:cNvPr id="82986" name="Text Box 41">
            <a:extLst>
              <a:ext uri="{FF2B5EF4-FFF2-40B4-BE49-F238E27FC236}">
                <a16:creationId xmlns:a16="http://schemas.microsoft.com/office/drawing/2014/main" id="{E470C473-E5EF-4A58-B89C-E0939265B937}"/>
              </a:ext>
            </a:extLst>
          </p:cNvPr>
          <p:cNvSpPr txBox="1">
            <a:spLocks noChangeArrowheads="1"/>
          </p:cNvSpPr>
          <p:nvPr/>
        </p:nvSpPr>
        <p:spPr bwMode="auto">
          <a:xfrm>
            <a:off x="550863" y="3230563"/>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 0 0 1 0</a:t>
            </a:r>
            <a:endParaRPr lang="en-US" altLang="zh-CN" sz="1600">
              <a:ea typeface="宋体" panose="02010600030101010101" pitchFamily="2" charset="-122"/>
            </a:endParaRPr>
          </a:p>
        </p:txBody>
      </p:sp>
      <p:sp>
        <p:nvSpPr>
          <p:cNvPr id="82987" name="Text Box 42">
            <a:extLst>
              <a:ext uri="{FF2B5EF4-FFF2-40B4-BE49-F238E27FC236}">
                <a16:creationId xmlns:a16="http://schemas.microsoft.com/office/drawing/2014/main" id="{555447AE-682A-4755-B961-68BD80557AF3}"/>
              </a:ext>
            </a:extLst>
          </p:cNvPr>
          <p:cNvSpPr txBox="1">
            <a:spLocks noChangeArrowheads="1"/>
          </p:cNvSpPr>
          <p:nvPr/>
        </p:nvSpPr>
        <p:spPr bwMode="auto">
          <a:xfrm>
            <a:off x="609600" y="3810000"/>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0 1 0 0</a:t>
            </a:r>
          </a:p>
        </p:txBody>
      </p:sp>
      <p:sp>
        <p:nvSpPr>
          <p:cNvPr id="82988" name="Text Box 43">
            <a:extLst>
              <a:ext uri="{FF2B5EF4-FFF2-40B4-BE49-F238E27FC236}">
                <a16:creationId xmlns:a16="http://schemas.microsoft.com/office/drawing/2014/main" id="{DF5B0817-2D86-4978-9DCC-A9626E06BE44}"/>
              </a:ext>
            </a:extLst>
          </p:cNvPr>
          <p:cNvSpPr txBox="1">
            <a:spLocks noChangeArrowheads="1"/>
          </p:cNvSpPr>
          <p:nvPr/>
        </p:nvSpPr>
        <p:spPr bwMode="auto">
          <a:xfrm>
            <a:off x="609600" y="4114800"/>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0 1 0 1</a:t>
            </a:r>
          </a:p>
        </p:txBody>
      </p:sp>
      <p:sp>
        <p:nvSpPr>
          <p:cNvPr id="82989" name="Text Box 44">
            <a:extLst>
              <a:ext uri="{FF2B5EF4-FFF2-40B4-BE49-F238E27FC236}">
                <a16:creationId xmlns:a16="http://schemas.microsoft.com/office/drawing/2014/main" id="{EC3F68A4-78A2-416B-9E3C-2BFD9E38D132}"/>
              </a:ext>
            </a:extLst>
          </p:cNvPr>
          <p:cNvSpPr txBox="1">
            <a:spLocks noChangeArrowheads="1"/>
          </p:cNvSpPr>
          <p:nvPr/>
        </p:nvSpPr>
        <p:spPr bwMode="auto">
          <a:xfrm>
            <a:off x="609600" y="4419600"/>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0 1 1 0</a:t>
            </a:r>
          </a:p>
        </p:txBody>
      </p:sp>
      <p:sp>
        <p:nvSpPr>
          <p:cNvPr id="82990" name="Text Box 45">
            <a:extLst>
              <a:ext uri="{FF2B5EF4-FFF2-40B4-BE49-F238E27FC236}">
                <a16:creationId xmlns:a16="http://schemas.microsoft.com/office/drawing/2014/main" id="{D13ED8B2-BD41-4C23-A1FD-632ED5AE3861}"/>
              </a:ext>
            </a:extLst>
          </p:cNvPr>
          <p:cNvSpPr txBox="1">
            <a:spLocks noChangeArrowheads="1"/>
          </p:cNvSpPr>
          <p:nvPr/>
        </p:nvSpPr>
        <p:spPr bwMode="auto">
          <a:xfrm>
            <a:off x="635000" y="5394325"/>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1 1 1 1</a:t>
            </a:r>
          </a:p>
        </p:txBody>
      </p:sp>
      <p:sp>
        <p:nvSpPr>
          <p:cNvPr id="82991" name="Text Box 46">
            <a:extLst>
              <a:ext uri="{FF2B5EF4-FFF2-40B4-BE49-F238E27FC236}">
                <a16:creationId xmlns:a16="http://schemas.microsoft.com/office/drawing/2014/main" id="{4BC0367A-8CD4-4FEE-BD93-9B8BB0E79817}"/>
              </a:ext>
            </a:extLst>
          </p:cNvPr>
          <p:cNvSpPr txBox="1">
            <a:spLocks noChangeArrowheads="1"/>
          </p:cNvSpPr>
          <p:nvPr/>
        </p:nvSpPr>
        <p:spPr bwMode="auto">
          <a:xfrm>
            <a:off x="609600" y="4724400"/>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0 1 1 1</a:t>
            </a:r>
          </a:p>
        </p:txBody>
      </p:sp>
      <p:sp>
        <p:nvSpPr>
          <p:cNvPr id="82992" name="Text Box 47">
            <a:extLst>
              <a:ext uri="{FF2B5EF4-FFF2-40B4-BE49-F238E27FC236}">
                <a16:creationId xmlns:a16="http://schemas.microsoft.com/office/drawing/2014/main" id="{3312C280-5F5F-4F3A-9C6F-A362FECB6FDA}"/>
              </a:ext>
            </a:extLst>
          </p:cNvPr>
          <p:cNvSpPr txBox="1">
            <a:spLocks noChangeArrowheads="1"/>
          </p:cNvSpPr>
          <p:nvPr/>
        </p:nvSpPr>
        <p:spPr bwMode="auto">
          <a:xfrm>
            <a:off x="609600" y="3505200"/>
            <a:ext cx="812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0 0 1 1</a:t>
            </a:r>
          </a:p>
        </p:txBody>
      </p:sp>
      <p:sp>
        <p:nvSpPr>
          <p:cNvPr id="82993" name="Text Box 48">
            <a:extLst>
              <a:ext uri="{FF2B5EF4-FFF2-40B4-BE49-F238E27FC236}">
                <a16:creationId xmlns:a16="http://schemas.microsoft.com/office/drawing/2014/main" id="{015589A9-D17C-43DE-9386-9F7B5618A8AE}"/>
              </a:ext>
            </a:extLst>
          </p:cNvPr>
          <p:cNvSpPr txBox="1">
            <a:spLocks noChangeArrowheads="1"/>
          </p:cNvSpPr>
          <p:nvPr/>
        </p:nvSpPr>
        <p:spPr bwMode="auto">
          <a:xfrm>
            <a:off x="3962400" y="26670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10H</a:t>
            </a:r>
          </a:p>
        </p:txBody>
      </p:sp>
      <p:sp>
        <p:nvSpPr>
          <p:cNvPr id="82994" name="Text Box 49">
            <a:extLst>
              <a:ext uri="{FF2B5EF4-FFF2-40B4-BE49-F238E27FC236}">
                <a16:creationId xmlns:a16="http://schemas.microsoft.com/office/drawing/2014/main" id="{DE06ECCE-718A-4BA3-B662-AA74AEF3263E}"/>
              </a:ext>
            </a:extLst>
          </p:cNvPr>
          <p:cNvSpPr txBox="1">
            <a:spLocks noChangeArrowheads="1"/>
          </p:cNvSpPr>
          <p:nvPr/>
        </p:nvSpPr>
        <p:spPr bwMode="auto">
          <a:xfrm>
            <a:off x="3962400" y="29718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28H</a:t>
            </a:r>
          </a:p>
        </p:txBody>
      </p:sp>
      <p:sp>
        <p:nvSpPr>
          <p:cNvPr id="82995" name="Text Box 50">
            <a:extLst>
              <a:ext uri="{FF2B5EF4-FFF2-40B4-BE49-F238E27FC236}">
                <a16:creationId xmlns:a16="http://schemas.microsoft.com/office/drawing/2014/main" id="{D94AA471-EA66-4A2C-9874-59D0FE3D7ACA}"/>
              </a:ext>
            </a:extLst>
          </p:cNvPr>
          <p:cNvSpPr txBox="1">
            <a:spLocks noChangeArrowheads="1"/>
          </p:cNvSpPr>
          <p:nvPr/>
        </p:nvSpPr>
        <p:spPr bwMode="auto">
          <a:xfrm>
            <a:off x="3962400" y="32766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44H</a:t>
            </a:r>
          </a:p>
        </p:txBody>
      </p:sp>
      <p:sp>
        <p:nvSpPr>
          <p:cNvPr id="82996" name="Text Box 51">
            <a:extLst>
              <a:ext uri="{FF2B5EF4-FFF2-40B4-BE49-F238E27FC236}">
                <a16:creationId xmlns:a16="http://schemas.microsoft.com/office/drawing/2014/main" id="{BC8F2314-1126-48DA-9569-67EC898BC868}"/>
              </a:ext>
            </a:extLst>
          </p:cNvPr>
          <p:cNvSpPr txBox="1">
            <a:spLocks noChangeArrowheads="1"/>
          </p:cNvSpPr>
          <p:nvPr/>
        </p:nvSpPr>
        <p:spPr bwMode="auto">
          <a:xfrm>
            <a:off x="3962400" y="35814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82H</a:t>
            </a:r>
          </a:p>
        </p:txBody>
      </p:sp>
      <p:sp>
        <p:nvSpPr>
          <p:cNvPr id="82997" name="Text Box 52">
            <a:extLst>
              <a:ext uri="{FF2B5EF4-FFF2-40B4-BE49-F238E27FC236}">
                <a16:creationId xmlns:a16="http://schemas.microsoft.com/office/drawing/2014/main" id="{156EE683-5BBA-4D3E-83F0-41974CDD2711}"/>
              </a:ext>
            </a:extLst>
          </p:cNvPr>
          <p:cNvSpPr txBox="1">
            <a:spLocks noChangeArrowheads="1"/>
          </p:cNvSpPr>
          <p:nvPr/>
        </p:nvSpPr>
        <p:spPr bwMode="auto">
          <a:xfrm>
            <a:off x="3962400" y="38862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82H</a:t>
            </a:r>
          </a:p>
        </p:txBody>
      </p:sp>
      <p:sp>
        <p:nvSpPr>
          <p:cNvPr id="82998" name="Text Box 53">
            <a:extLst>
              <a:ext uri="{FF2B5EF4-FFF2-40B4-BE49-F238E27FC236}">
                <a16:creationId xmlns:a16="http://schemas.microsoft.com/office/drawing/2014/main" id="{7EC01D46-9742-4586-A29B-DD7E81750D5C}"/>
              </a:ext>
            </a:extLst>
          </p:cNvPr>
          <p:cNvSpPr txBox="1">
            <a:spLocks noChangeArrowheads="1"/>
          </p:cNvSpPr>
          <p:nvPr/>
        </p:nvSpPr>
        <p:spPr bwMode="auto">
          <a:xfrm>
            <a:off x="3956050" y="4191000"/>
            <a:ext cx="654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FEH</a:t>
            </a:r>
          </a:p>
        </p:txBody>
      </p:sp>
      <p:sp>
        <p:nvSpPr>
          <p:cNvPr id="82999" name="Text Box 54">
            <a:extLst>
              <a:ext uri="{FF2B5EF4-FFF2-40B4-BE49-F238E27FC236}">
                <a16:creationId xmlns:a16="http://schemas.microsoft.com/office/drawing/2014/main" id="{31FA097F-F50F-4321-BDC9-49BD8CAB838D}"/>
              </a:ext>
            </a:extLst>
          </p:cNvPr>
          <p:cNvSpPr txBox="1">
            <a:spLocks noChangeArrowheads="1"/>
          </p:cNvSpPr>
          <p:nvPr/>
        </p:nvSpPr>
        <p:spPr bwMode="auto">
          <a:xfrm>
            <a:off x="3962400" y="44958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82H</a:t>
            </a:r>
          </a:p>
        </p:txBody>
      </p:sp>
      <p:sp>
        <p:nvSpPr>
          <p:cNvPr id="83000" name="Text Box 55">
            <a:extLst>
              <a:ext uri="{FF2B5EF4-FFF2-40B4-BE49-F238E27FC236}">
                <a16:creationId xmlns:a16="http://schemas.microsoft.com/office/drawing/2014/main" id="{8842CD49-5180-4581-BFC1-B546F984D66B}"/>
              </a:ext>
            </a:extLst>
          </p:cNvPr>
          <p:cNvSpPr txBox="1">
            <a:spLocks noChangeArrowheads="1"/>
          </p:cNvSpPr>
          <p:nvPr/>
        </p:nvSpPr>
        <p:spPr bwMode="auto">
          <a:xfrm>
            <a:off x="3962400" y="48006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82H</a:t>
            </a:r>
          </a:p>
        </p:txBody>
      </p:sp>
      <p:sp>
        <p:nvSpPr>
          <p:cNvPr id="83001" name="Text Box 56">
            <a:extLst>
              <a:ext uri="{FF2B5EF4-FFF2-40B4-BE49-F238E27FC236}">
                <a16:creationId xmlns:a16="http://schemas.microsoft.com/office/drawing/2014/main" id="{70E113EE-3B13-4C4E-A4E1-CE6FFFA255DD}"/>
              </a:ext>
            </a:extLst>
          </p:cNvPr>
          <p:cNvSpPr txBox="1">
            <a:spLocks noChangeArrowheads="1"/>
          </p:cNvSpPr>
          <p:nvPr/>
        </p:nvSpPr>
        <p:spPr bwMode="auto">
          <a:xfrm>
            <a:off x="3962400" y="5105400"/>
            <a:ext cx="590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00H</a:t>
            </a:r>
          </a:p>
        </p:txBody>
      </p:sp>
      <p:sp>
        <p:nvSpPr>
          <p:cNvPr id="83002" name="Rectangle 57">
            <a:extLst>
              <a:ext uri="{FF2B5EF4-FFF2-40B4-BE49-F238E27FC236}">
                <a16:creationId xmlns:a16="http://schemas.microsoft.com/office/drawing/2014/main" id="{798E318D-5C65-4DD9-9D05-B46DD484FED0}"/>
              </a:ext>
            </a:extLst>
          </p:cNvPr>
          <p:cNvSpPr>
            <a:spLocks noChangeArrowheads="1"/>
          </p:cNvSpPr>
          <p:nvPr/>
        </p:nvSpPr>
        <p:spPr bwMode="auto">
          <a:xfrm>
            <a:off x="6705600" y="2667000"/>
            <a:ext cx="1219200" cy="25908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003" name="Line 58">
            <a:extLst>
              <a:ext uri="{FF2B5EF4-FFF2-40B4-BE49-F238E27FC236}">
                <a16:creationId xmlns:a16="http://schemas.microsoft.com/office/drawing/2014/main" id="{8C9A3153-501F-4F57-BF68-4C3EB689B4DF}"/>
              </a:ext>
            </a:extLst>
          </p:cNvPr>
          <p:cNvSpPr>
            <a:spLocks noChangeShapeType="1"/>
          </p:cNvSpPr>
          <p:nvPr/>
        </p:nvSpPr>
        <p:spPr bwMode="auto">
          <a:xfrm>
            <a:off x="7924800" y="27432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04" name="Line 59">
            <a:extLst>
              <a:ext uri="{FF2B5EF4-FFF2-40B4-BE49-F238E27FC236}">
                <a16:creationId xmlns:a16="http://schemas.microsoft.com/office/drawing/2014/main" id="{616B4383-D4C2-464E-9443-48736918EA17}"/>
              </a:ext>
            </a:extLst>
          </p:cNvPr>
          <p:cNvSpPr>
            <a:spLocks noChangeShapeType="1"/>
          </p:cNvSpPr>
          <p:nvPr/>
        </p:nvSpPr>
        <p:spPr bwMode="auto">
          <a:xfrm>
            <a:off x="7924800" y="30480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05" name="Line 60">
            <a:extLst>
              <a:ext uri="{FF2B5EF4-FFF2-40B4-BE49-F238E27FC236}">
                <a16:creationId xmlns:a16="http://schemas.microsoft.com/office/drawing/2014/main" id="{B5740218-C0DB-4913-916E-A24CF0D6A4BB}"/>
              </a:ext>
            </a:extLst>
          </p:cNvPr>
          <p:cNvSpPr>
            <a:spLocks noChangeShapeType="1"/>
          </p:cNvSpPr>
          <p:nvPr/>
        </p:nvSpPr>
        <p:spPr bwMode="auto">
          <a:xfrm>
            <a:off x="7924800" y="33528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06" name="Line 61">
            <a:extLst>
              <a:ext uri="{FF2B5EF4-FFF2-40B4-BE49-F238E27FC236}">
                <a16:creationId xmlns:a16="http://schemas.microsoft.com/office/drawing/2014/main" id="{521CC092-F96C-43C3-B059-4609C4DDCD3C}"/>
              </a:ext>
            </a:extLst>
          </p:cNvPr>
          <p:cNvSpPr>
            <a:spLocks noChangeShapeType="1"/>
          </p:cNvSpPr>
          <p:nvPr/>
        </p:nvSpPr>
        <p:spPr bwMode="auto">
          <a:xfrm>
            <a:off x="7924800" y="36576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07" name="Line 62">
            <a:extLst>
              <a:ext uri="{FF2B5EF4-FFF2-40B4-BE49-F238E27FC236}">
                <a16:creationId xmlns:a16="http://schemas.microsoft.com/office/drawing/2014/main" id="{9A4A7B14-D728-4B3F-A9CB-83CC1CFFD636}"/>
              </a:ext>
            </a:extLst>
          </p:cNvPr>
          <p:cNvSpPr>
            <a:spLocks noChangeShapeType="1"/>
          </p:cNvSpPr>
          <p:nvPr/>
        </p:nvSpPr>
        <p:spPr bwMode="auto">
          <a:xfrm>
            <a:off x="7924800" y="40386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08" name="Line 63">
            <a:extLst>
              <a:ext uri="{FF2B5EF4-FFF2-40B4-BE49-F238E27FC236}">
                <a16:creationId xmlns:a16="http://schemas.microsoft.com/office/drawing/2014/main" id="{64C3EE47-2FE3-41C7-BD6A-B28A6EF19FC7}"/>
              </a:ext>
            </a:extLst>
          </p:cNvPr>
          <p:cNvSpPr>
            <a:spLocks noChangeShapeType="1"/>
          </p:cNvSpPr>
          <p:nvPr/>
        </p:nvSpPr>
        <p:spPr bwMode="auto">
          <a:xfrm>
            <a:off x="7924800" y="43434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09" name="Line 64">
            <a:extLst>
              <a:ext uri="{FF2B5EF4-FFF2-40B4-BE49-F238E27FC236}">
                <a16:creationId xmlns:a16="http://schemas.microsoft.com/office/drawing/2014/main" id="{619358AC-2CBD-4C8D-B873-C073BE9D5E52}"/>
              </a:ext>
            </a:extLst>
          </p:cNvPr>
          <p:cNvSpPr>
            <a:spLocks noChangeShapeType="1"/>
          </p:cNvSpPr>
          <p:nvPr/>
        </p:nvSpPr>
        <p:spPr bwMode="auto">
          <a:xfrm>
            <a:off x="7924800" y="47244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10" name="Line 65">
            <a:extLst>
              <a:ext uri="{FF2B5EF4-FFF2-40B4-BE49-F238E27FC236}">
                <a16:creationId xmlns:a16="http://schemas.microsoft.com/office/drawing/2014/main" id="{10A7CADF-375F-4D48-9032-38C7480BE66D}"/>
              </a:ext>
            </a:extLst>
          </p:cNvPr>
          <p:cNvSpPr>
            <a:spLocks noChangeShapeType="1"/>
          </p:cNvSpPr>
          <p:nvPr/>
        </p:nvSpPr>
        <p:spPr bwMode="auto">
          <a:xfrm>
            <a:off x="7924800" y="5029200"/>
            <a:ext cx="38100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3011" name="Line 66">
            <a:extLst>
              <a:ext uri="{FF2B5EF4-FFF2-40B4-BE49-F238E27FC236}">
                <a16:creationId xmlns:a16="http://schemas.microsoft.com/office/drawing/2014/main" id="{E3FD0069-307C-47F1-8E8D-A3F070052778}"/>
              </a:ext>
            </a:extLst>
          </p:cNvPr>
          <p:cNvSpPr>
            <a:spLocks noChangeShapeType="1"/>
          </p:cNvSpPr>
          <p:nvPr/>
        </p:nvSpPr>
        <p:spPr bwMode="auto">
          <a:xfrm flipH="1">
            <a:off x="5867400" y="4724400"/>
            <a:ext cx="838200"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3012" name="Line 67">
            <a:extLst>
              <a:ext uri="{FF2B5EF4-FFF2-40B4-BE49-F238E27FC236}">
                <a16:creationId xmlns:a16="http://schemas.microsoft.com/office/drawing/2014/main" id="{98AA988F-D4C2-432D-BC41-07607DA274BB}"/>
              </a:ext>
            </a:extLst>
          </p:cNvPr>
          <p:cNvSpPr>
            <a:spLocks noChangeShapeType="1"/>
          </p:cNvSpPr>
          <p:nvPr/>
        </p:nvSpPr>
        <p:spPr bwMode="auto">
          <a:xfrm flipH="1">
            <a:off x="5867400" y="3048000"/>
            <a:ext cx="838200"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83013" name="Rectangle 68">
            <a:extLst>
              <a:ext uri="{FF2B5EF4-FFF2-40B4-BE49-F238E27FC236}">
                <a16:creationId xmlns:a16="http://schemas.microsoft.com/office/drawing/2014/main" id="{9B9C85C2-AFB2-4929-ABB1-2846CB3F0DD1}"/>
              </a:ext>
            </a:extLst>
          </p:cNvPr>
          <p:cNvSpPr>
            <a:spLocks noChangeArrowheads="1"/>
          </p:cNvSpPr>
          <p:nvPr/>
        </p:nvSpPr>
        <p:spPr bwMode="auto">
          <a:xfrm>
            <a:off x="6707188" y="2743200"/>
            <a:ext cx="1255712"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zh-CN" altLang="en-US" sz="2800" dirty="0">
                <a:latin typeface="楷体" panose="02010609060101010101" pitchFamily="49" charset="-122"/>
                <a:ea typeface="楷体" panose="02010609060101010101" pitchFamily="49" charset="-122"/>
              </a:rPr>
              <a:t>字符</a:t>
            </a:r>
          </a:p>
          <a:p>
            <a:pPr algn="ctr" eaLnBrk="1" hangingPunct="1">
              <a:spcBef>
                <a:spcPct val="0"/>
              </a:spcBef>
              <a:buClrTx/>
              <a:buFont typeface="Wingdings 2" panose="05020102010507070707" pitchFamily="18" charset="2"/>
              <a:buNone/>
            </a:pPr>
            <a:endParaRPr lang="zh-CN" altLang="en-US" sz="2800" dirty="0">
              <a:latin typeface="楷体" panose="02010609060101010101" pitchFamily="49" charset="-122"/>
              <a:ea typeface="楷体" panose="02010609060101010101" pitchFamily="49" charset="-122"/>
            </a:endParaRPr>
          </a:p>
          <a:p>
            <a:pPr algn="ctr" eaLnBrk="1" hangingPunct="1">
              <a:spcBef>
                <a:spcPct val="0"/>
              </a:spcBef>
              <a:buClrTx/>
              <a:buFont typeface="Wingdings 2" panose="05020102010507070707" pitchFamily="18" charset="2"/>
              <a:buNone/>
            </a:pPr>
            <a:r>
              <a:rPr lang="zh-CN" altLang="en-US" sz="2800" dirty="0">
                <a:latin typeface="楷体" panose="02010609060101010101" pitchFamily="49" charset="-122"/>
                <a:ea typeface="楷体" panose="02010609060101010101" pitchFamily="49" charset="-122"/>
              </a:rPr>
              <a:t>发生器</a:t>
            </a:r>
            <a:endParaRPr lang="zh-CN" altLang="en-US" sz="2400" dirty="0">
              <a:latin typeface="楷体" panose="02010609060101010101" pitchFamily="49" charset="-122"/>
              <a:ea typeface="楷体" panose="02010609060101010101" pitchFamily="49" charset="-122"/>
            </a:endParaRPr>
          </a:p>
        </p:txBody>
      </p:sp>
      <p:sp>
        <p:nvSpPr>
          <p:cNvPr id="83014" name="Text Box 69">
            <a:extLst>
              <a:ext uri="{FF2B5EF4-FFF2-40B4-BE49-F238E27FC236}">
                <a16:creationId xmlns:a16="http://schemas.microsoft.com/office/drawing/2014/main" id="{165396FE-5CD9-4979-8A01-25858FE0DCEF}"/>
              </a:ext>
            </a:extLst>
          </p:cNvPr>
          <p:cNvSpPr txBox="1">
            <a:spLocks noChangeArrowheads="1"/>
          </p:cNvSpPr>
          <p:nvPr/>
        </p:nvSpPr>
        <p:spPr bwMode="auto">
          <a:xfrm>
            <a:off x="6705600" y="4648200"/>
            <a:ext cx="12271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ea typeface="宋体" panose="02010600030101010101" pitchFamily="2" charset="-122"/>
              </a:rPr>
              <a:t>( R O M )</a:t>
            </a:r>
            <a:endParaRPr lang="en-US" altLang="zh-CN" sz="1800">
              <a:ea typeface="宋体" panose="02010600030101010101" pitchFamily="2" charset="-122"/>
            </a:endParaRPr>
          </a:p>
        </p:txBody>
      </p:sp>
      <p:sp>
        <p:nvSpPr>
          <p:cNvPr id="83015" name="Text Box 70">
            <a:extLst>
              <a:ext uri="{FF2B5EF4-FFF2-40B4-BE49-F238E27FC236}">
                <a16:creationId xmlns:a16="http://schemas.microsoft.com/office/drawing/2014/main" id="{2E5BAC17-2E09-480E-A0B9-52E1E273D114}"/>
              </a:ext>
            </a:extLst>
          </p:cNvPr>
          <p:cNvSpPr txBox="1">
            <a:spLocks noChangeArrowheads="1"/>
          </p:cNvSpPr>
          <p:nvPr/>
        </p:nvSpPr>
        <p:spPr bwMode="auto">
          <a:xfrm>
            <a:off x="5029200" y="2667000"/>
            <a:ext cx="12065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dirty="0">
                <a:ea typeface="宋体" panose="02010600030101010101" pitchFamily="2" charset="-122"/>
              </a:rPr>
              <a:t>ASCII</a:t>
            </a:r>
          </a:p>
          <a:p>
            <a:pPr algn="ctr" eaLnBrk="1" hangingPunct="1">
              <a:spcBef>
                <a:spcPct val="0"/>
              </a:spcBef>
              <a:buClrTx/>
              <a:buFont typeface="Wingdings 2" panose="05020102010507070707" pitchFamily="18" charset="2"/>
              <a:buNone/>
            </a:pPr>
            <a:r>
              <a:rPr lang="zh-CN" altLang="en-US" sz="2000" dirty="0">
                <a:latin typeface="楷体" panose="02010609060101010101" pitchFamily="49" charset="-122"/>
                <a:ea typeface="楷体" panose="02010609060101010101" pitchFamily="49" charset="-122"/>
              </a:rPr>
              <a:t>字符代码</a:t>
            </a:r>
            <a:endParaRPr lang="zh-CN" altLang="en-US" sz="2400" b="0" dirty="0">
              <a:latin typeface="楷体" panose="02010609060101010101" pitchFamily="49" charset="-122"/>
              <a:ea typeface="楷体" panose="02010609060101010101" pitchFamily="49" charset="-122"/>
            </a:endParaRPr>
          </a:p>
        </p:txBody>
      </p:sp>
      <p:sp>
        <p:nvSpPr>
          <p:cNvPr id="83016" name="Line 71">
            <a:extLst>
              <a:ext uri="{FF2B5EF4-FFF2-40B4-BE49-F238E27FC236}">
                <a16:creationId xmlns:a16="http://schemas.microsoft.com/office/drawing/2014/main" id="{4036E98D-FCBA-411E-AD27-71F29678A69B}"/>
              </a:ext>
            </a:extLst>
          </p:cNvPr>
          <p:cNvSpPr>
            <a:spLocks noChangeShapeType="1"/>
          </p:cNvSpPr>
          <p:nvPr/>
        </p:nvSpPr>
        <p:spPr bwMode="auto">
          <a:xfrm flipH="1">
            <a:off x="6400800" y="2895600"/>
            <a:ext cx="76200" cy="304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17" name="Line 72">
            <a:extLst>
              <a:ext uri="{FF2B5EF4-FFF2-40B4-BE49-F238E27FC236}">
                <a16:creationId xmlns:a16="http://schemas.microsoft.com/office/drawing/2014/main" id="{F4A020BF-A86E-4A8D-B954-363046072942}"/>
              </a:ext>
            </a:extLst>
          </p:cNvPr>
          <p:cNvSpPr>
            <a:spLocks noChangeShapeType="1"/>
          </p:cNvSpPr>
          <p:nvPr/>
        </p:nvSpPr>
        <p:spPr bwMode="auto">
          <a:xfrm flipH="1">
            <a:off x="6400800" y="4572000"/>
            <a:ext cx="76200" cy="304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18" name="Text Box 73">
            <a:extLst>
              <a:ext uri="{FF2B5EF4-FFF2-40B4-BE49-F238E27FC236}">
                <a16:creationId xmlns:a16="http://schemas.microsoft.com/office/drawing/2014/main" id="{B0E39078-7B98-489F-B625-9B1F5ADA2ABD}"/>
              </a:ext>
            </a:extLst>
          </p:cNvPr>
          <p:cNvSpPr txBox="1">
            <a:spLocks noChangeArrowheads="1"/>
          </p:cNvSpPr>
          <p:nvPr/>
        </p:nvSpPr>
        <p:spPr bwMode="auto">
          <a:xfrm>
            <a:off x="6248400" y="25146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ea typeface="宋体" panose="02010600030101010101" pitchFamily="2" charset="-122"/>
              </a:rPr>
              <a:t>8</a:t>
            </a:r>
            <a:endParaRPr lang="en-US" altLang="zh-CN" sz="1800">
              <a:ea typeface="宋体" panose="02010600030101010101" pitchFamily="2" charset="-122"/>
            </a:endParaRPr>
          </a:p>
        </p:txBody>
      </p:sp>
      <p:sp>
        <p:nvSpPr>
          <p:cNvPr id="83019" name="Text Box 74">
            <a:extLst>
              <a:ext uri="{FF2B5EF4-FFF2-40B4-BE49-F238E27FC236}">
                <a16:creationId xmlns:a16="http://schemas.microsoft.com/office/drawing/2014/main" id="{68FF410A-790A-4F0C-A173-B11932EC56F4}"/>
              </a:ext>
            </a:extLst>
          </p:cNvPr>
          <p:cNvSpPr txBox="1">
            <a:spLocks noChangeArrowheads="1"/>
          </p:cNvSpPr>
          <p:nvPr/>
        </p:nvSpPr>
        <p:spPr bwMode="auto">
          <a:xfrm>
            <a:off x="6324600" y="4267200"/>
            <a:ext cx="31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ea typeface="宋体" panose="02010600030101010101" pitchFamily="2" charset="-122"/>
              </a:rPr>
              <a:t>4</a:t>
            </a:r>
            <a:endParaRPr lang="en-US" altLang="zh-CN" sz="1800">
              <a:ea typeface="宋体" panose="02010600030101010101" pitchFamily="2" charset="-122"/>
            </a:endParaRPr>
          </a:p>
        </p:txBody>
      </p:sp>
      <p:sp>
        <p:nvSpPr>
          <p:cNvPr id="83020" name="Text Box 75">
            <a:extLst>
              <a:ext uri="{FF2B5EF4-FFF2-40B4-BE49-F238E27FC236}">
                <a16:creationId xmlns:a16="http://schemas.microsoft.com/office/drawing/2014/main" id="{200AC8F4-D874-4300-A0AD-279AB67EC483}"/>
              </a:ext>
            </a:extLst>
          </p:cNvPr>
          <p:cNvSpPr txBox="1">
            <a:spLocks noChangeArrowheads="1"/>
          </p:cNvSpPr>
          <p:nvPr/>
        </p:nvSpPr>
        <p:spPr bwMode="auto">
          <a:xfrm>
            <a:off x="5029200" y="4191000"/>
            <a:ext cx="13858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ea typeface="宋体" panose="02010600030101010101" pitchFamily="2" charset="-122"/>
              </a:rPr>
              <a:t>RA3 - RA0</a:t>
            </a:r>
            <a:endParaRPr lang="en-US" altLang="zh-CN" sz="1800">
              <a:ea typeface="宋体" panose="02010600030101010101" pitchFamily="2" charset="-122"/>
            </a:endParaRPr>
          </a:p>
        </p:txBody>
      </p:sp>
      <p:sp>
        <p:nvSpPr>
          <p:cNvPr id="83021" name="Text Box 76">
            <a:extLst>
              <a:ext uri="{FF2B5EF4-FFF2-40B4-BE49-F238E27FC236}">
                <a16:creationId xmlns:a16="http://schemas.microsoft.com/office/drawing/2014/main" id="{C4A0F73D-CD7D-4BC1-84E5-D9A5F778FF66}"/>
              </a:ext>
            </a:extLst>
          </p:cNvPr>
          <p:cNvSpPr txBox="1">
            <a:spLocks noChangeArrowheads="1"/>
          </p:cNvSpPr>
          <p:nvPr/>
        </p:nvSpPr>
        <p:spPr bwMode="auto">
          <a:xfrm>
            <a:off x="1298575" y="5638800"/>
            <a:ext cx="2682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dirty="0">
                <a:ea typeface="宋体" panose="02010600030101010101" pitchFamily="2" charset="-122"/>
              </a:rPr>
              <a:t>(a)</a:t>
            </a:r>
            <a:r>
              <a:rPr lang="en-US" altLang="zh-CN" sz="1800" dirty="0">
                <a:ea typeface="宋体" panose="02010600030101010101" pitchFamily="2" charset="-122"/>
              </a:rPr>
              <a:t> </a:t>
            </a:r>
            <a:r>
              <a:rPr lang="en-US" altLang="zh-CN" sz="2000" dirty="0">
                <a:ea typeface="宋体" panose="02010600030101010101" pitchFamily="2" charset="-122"/>
              </a:rPr>
              <a:t>“ </a:t>
            </a:r>
            <a:r>
              <a:rPr lang="en-US" altLang="zh-CN" sz="2400" dirty="0">
                <a:ea typeface="宋体" panose="02010600030101010101" pitchFamily="2" charset="-122"/>
              </a:rPr>
              <a:t>A </a:t>
            </a:r>
            <a:r>
              <a:rPr lang="en-US" altLang="zh-CN" sz="2000" dirty="0">
                <a:ea typeface="宋体" panose="02010600030101010101" pitchFamily="2" charset="-122"/>
              </a:rPr>
              <a:t>”</a:t>
            </a:r>
            <a:r>
              <a:rPr lang="zh-CN" altLang="en-US" sz="2400" dirty="0">
                <a:latin typeface="楷体" panose="02010609060101010101" pitchFamily="49" charset="-122"/>
                <a:ea typeface="楷体" panose="02010609060101010101" pitchFamily="49" charset="-122"/>
              </a:rPr>
              <a:t>的点阵表示</a:t>
            </a:r>
            <a:endParaRPr lang="zh-CN" altLang="en-US" sz="2400" b="0" dirty="0">
              <a:latin typeface="楷体" panose="02010609060101010101" pitchFamily="49" charset="-122"/>
              <a:ea typeface="楷体" panose="02010609060101010101" pitchFamily="49" charset="-122"/>
            </a:endParaRPr>
          </a:p>
        </p:txBody>
      </p:sp>
      <p:sp>
        <p:nvSpPr>
          <p:cNvPr id="83022" name="Text Box 77">
            <a:extLst>
              <a:ext uri="{FF2B5EF4-FFF2-40B4-BE49-F238E27FC236}">
                <a16:creationId xmlns:a16="http://schemas.microsoft.com/office/drawing/2014/main" id="{27AB44FA-B9A6-4103-9C50-876F08E16EFF}"/>
              </a:ext>
            </a:extLst>
          </p:cNvPr>
          <p:cNvSpPr txBox="1">
            <a:spLocks noChangeArrowheads="1"/>
          </p:cNvSpPr>
          <p:nvPr/>
        </p:nvSpPr>
        <p:spPr bwMode="auto">
          <a:xfrm>
            <a:off x="5416550" y="5638800"/>
            <a:ext cx="294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dirty="0">
                <a:ea typeface="宋体" panose="02010600030101010101" pitchFamily="2" charset="-122"/>
              </a:rPr>
              <a:t>(b)</a:t>
            </a:r>
            <a:r>
              <a:rPr lang="zh-CN" altLang="en-US" sz="2400" dirty="0">
                <a:latin typeface="楷体" panose="02010609060101010101" pitchFamily="49" charset="-122"/>
                <a:ea typeface="楷体" panose="02010609060101010101" pitchFamily="49" charset="-122"/>
              </a:rPr>
              <a:t>字符发生器的结构</a:t>
            </a:r>
            <a:endParaRPr lang="zh-CN" altLang="en-US" sz="2400" b="0" dirty="0">
              <a:latin typeface="楷体" panose="02010609060101010101" pitchFamily="49" charset="-122"/>
              <a:ea typeface="楷体" panose="02010609060101010101" pitchFamily="49" charset="-122"/>
            </a:endParaRPr>
          </a:p>
        </p:txBody>
      </p:sp>
      <p:sp>
        <p:nvSpPr>
          <p:cNvPr id="83023" name="Text Box 78">
            <a:extLst>
              <a:ext uri="{FF2B5EF4-FFF2-40B4-BE49-F238E27FC236}">
                <a16:creationId xmlns:a16="http://schemas.microsoft.com/office/drawing/2014/main" id="{5EA19965-549E-491C-A689-FCBE96E9D7E1}"/>
              </a:ext>
            </a:extLst>
          </p:cNvPr>
          <p:cNvSpPr txBox="1">
            <a:spLocks noChangeArrowheads="1"/>
          </p:cNvSpPr>
          <p:nvPr/>
        </p:nvSpPr>
        <p:spPr bwMode="auto">
          <a:xfrm>
            <a:off x="5105400" y="3276600"/>
            <a:ext cx="16557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dirty="0"/>
              <a:t>(</a:t>
            </a:r>
            <a:r>
              <a:rPr lang="zh-CN" altLang="en-US" sz="2000" dirty="0">
                <a:latin typeface="楷体" panose="02010609060101010101" pitchFamily="49" charset="-122"/>
                <a:ea typeface="楷体" panose="02010609060101010101" pitchFamily="49" charset="-122"/>
              </a:rPr>
              <a:t>来自</a:t>
            </a:r>
            <a:r>
              <a:rPr lang="en-US" altLang="zh-CN" sz="2000" dirty="0">
                <a:ea typeface="宋体" panose="02010600030101010101" pitchFamily="2" charset="-122"/>
              </a:rPr>
              <a:t>VRAM)</a:t>
            </a:r>
            <a:endParaRPr lang="en-US" altLang="zh-CN" sz="2400" b="0" dirty="0">
              <a:ea typeface="宋体" panose="02010600030101010101" pitchFamily="2" charset="-122"/>
            </a:endParaRPr>
          </a:p>
        </p:txBody>
      </p:sp>
      <p:sp>
        <p:nvSpPr>
          <p:cNvPr id="83024" name="Text Box 79">
            <a:extLst>
              <a:ext uri="{FF2B5EF4-FFF2-40B4-BE49-F238E27FC236}">
                <a16:creationId xmlns:a16="http://schemas.microsoft.com/office/drawing/2014/main" id="{E93F261B-916E-4B29-BE13-5D6CDA134272}"/>
              </a:ext>
            </a:extLst>
          </p:cNvPr>
          <p:cNvSpPr txBox="1">
            <a:spLocks noChangeArrowheads="1"/>
          </p:cNvSpPr>
          <p:nvPr/>
        </p:nvSpPr>
        <p:spPr bwMode="auto">
          <a:xfrm>
            <a:off x="4953000" y="4876800"/>
            <a:ext cx="180181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dirty="0"/>
              <a:t>(</a:t>
            </a:r>
            <a:r>
              <a:rPr lang="zh-CN" altLang="en-US" sz="2000" dirty="0">
                <a:latin typeface="楷体" panose="02010609060101010101" pitchFamily="49" charset="-122"/>
                <a:ea typeface="楷体" panose="02010609060101010101" pitchFamily="49" charset="-122"/>
              </a:rPr>
              <a:t>来自光栅地址</a:t>
            </a:r>
          </a:p>
          <a:p>
            <a:pPr algn="ctr" eaLnBrk="1" hangingPunct="1">
              <a:spcBef>
                <a:spcPct val="0"/>
              </a:spcBef>
              <a:buClrTx/>
              <a:buFont typeface="Wingdings 2" panose="05020102010507070707" pitchFamily="18" charset="2"/>
              <a:buNone/>
            </a:pPr>
            <a:r>
              <a:rPr lang="zh-CN" altLang="en-US" sz="2000" dirty="0">
                <a:latin typeface="楷体" panose="02010609060101010101" pitchFamily="49" charset="-122"/>
                <a:ea typeface="楷体" panose="02010609060101010101" pitchFamily="49" charset="-122"/>
              </a:rPr>
              <a:t>计数器输出</a:t>
            </a:r>
            <a:r>
              <a:rPr lang="en-US" altLang="zh-CN" sz="2000" dirty="0"/>
              <a:t>)</a:t>
            </a:r>
            <a:endParaRPr lang="en-US" altLang="zh-CN" sz="2400" b="0" dirty="0">
              <a:ea typeface="宋体" panose="02010600030101010101" pitchFamily="2" charset="-122"/>
            </a:endParaRPr>
          </a:p>
        </p:txBody>
      </p:sp>
      <p:sp>
        <p:nvSpPr>
          <p:cNvPr id="83025" name="Text Box 80">
            <a:extLst>
              <a:ext uri="{FF2B5EF4-FFF2-40B4-BE49-F238E27FC236}">
                <a16:creationId xmlns:a16="http://schemas.microsoft.com/office/drawing/2014/main" id="{754AB7D2-5D8E-4106-8359-F31876092F2E}"/>
              </a:ext>
            </a:extLst>
          </p:cNvPr>
          <p:cNvSpPr txBox="1">
            <a:spLocks noChangeArrowheads="1"/>
          </p:cNvSpPr>
          <p:nvPr/>
        </p:nvSpPr>
        <p:spPr bwMode="auto">
          <a:xfrm>
            <a:off x="228600" y="2133600"/>
            <a:ext cx="1308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solidFill>
                  <a:srgbClr val="FF6600"/>
                </a:solidFill>
                <a:ea typeface="宋体" panose="02010600030101010101" pitchFamily="2" charset="-122"/>
              </a:rPr>
              <a:t>RA</a:t>
            </a:r>
            <a:r>
              <a:rPr lang="en-US" altLang="zh-CN" sz="1800">
                <a:solidFill>
                  <a:srgbClr val="FF6600"/>
                </a:solidFill>
                <a:ea typeface="宋体" panose="02010600030101010101" pitchFamily="2" charset="-122"/>
              </a:rPr>
              <a:t>3 </a:t>
            </a:r>
            <a:r>
              <a:rPr lang="en-US" altLang="zh-CN" sz="2400">
                <a:solidFill>
                  <a:srgbClr val="FF6600"/>
                </a:solidFill>
                <a:ea typeface="宋体" panose="02010600030101010101" pitchFamily="2" charset="-122"/>
              </a:rPr>
              <a:t>-</a:t>
            </a:r>
            <a:r>
              <a:rPr lang="en-US" altLang="zh-CN" sz="2000">
                <a:solidFill>
                  <a:srgbClr val="FF6600"/>
                </a:solidFill>
                <a:ea typeface="宋体" panose="02010600030101010101" pitchFamily="2" charset="-122"/>
              </a:rPr>
              <a:t>RA</a:t>
            </a:r>
            <a:r>
              <a:rPr lang="en-US" altLang="zh-CN" sz="1800">
                <a:solidFill>
                  <a:srgbClr val="FF6600"/>
                </a:solidFill>
                <a:ea typeface="宋体" panose="02010600030101010101" pitchFamily="2" charset="-122"/>
              </a:rPr>
              <a:t>0</a:t>
            </a:r>
          </a:p>
        </p:txBody>
      </p:sp>
      <p:sp>
        <p:nvSpPr>
          <p:cNvPr id="83026" name="Text Box 81">
            <a:extLst>
              <a:ext uri="{FF2B5EF4-FFF2-40B4-BE49-F238E27FC236}">
                <a16:creationId xmlns:a16="http://schemas.microsoft.com/office/drawing/2014/main" id="{A6AFAB17-F4A7-4FEF-B5C9-F86E1D9F5EE4}"/>
              </a:ext>
            </a:extLst>
          </p:cNvPr>
          <p:cNvSpPr txBox="1">
            <a:spLocks noChangeArrowheads="1"/>
          </p:cNvSpPr>
          <p:nvPr/>
        </p:nvSpPr>
        <p:spPr bwMode="auto">
          <a:xfrm>
            <a:off x="1447800" y="2209800"/>
            <a:ext cx="48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solidFill>
                  <a:srgbClr val="000099"/>
                </a:solidFill>
                <a:ea typeface="宋体" panose="02010600030101010101" pitchFamily="2" charset="-122"/>
              </a:rPr>
              <a:t>D</a:t>
            </a:r>
            <a:r>
              <a:rPr lang="en-US" altLang="zh-CN" sz="1800">
                <a:solidFill>
                  <a:srgbClr val="000099"/>
                </a:solidFill>
                <a:ea typeface="宋体" panose="02010600030101010101" pitchFamily="2" charset="-122"/>
              </a:rPr>
              <a:t>7</a:t>
            </a:r>
          </a:p>
        </p:txBody>
      </p:sp>
      <p:sp>
        <p:nvSpPr>
          <p:cNvPr id="83027" name="Text Box 83">
            <a:extLst>
              <a:ext uri="{FF2B5EF4-FFF2-40B4-BE49-F238E27FC236}">
                <a16:creationId xmlns:a16="http://schemas.microsoft.com/office/drawing/2014/main" id="{D193C021-2570-4221-885C-339E7653B42F}"/>
              </a:ext>
            </a:extLst>
          </p:cNvPr>
          <p:cNvSpPr txBox="1">
            <a:spLocks noChangeArrowheads="1"/>
          </p:cNvSpPr>
          <p:nvPr/>
        </p:nvSpPr>
        <p:spPr bwMode="auto">
          <a:xfrm>
            <a:off x="3581400" y="2209800"/>
            <a:ext cx="48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solidFill>
                  <a:srgbClr val="000099"/>
                </a:solidFill>
                <a:ea typeface="宋体" panose="02010600030101010101" pitchFamily="2" charset="-122"/>
              </a:rPr>
              <a:t>D</a:t>
            </a:r>
            <a:r>
              <a:rPr lang="en-US" altLang="zh-CN" sz="1800">
                <a:solidFill>
                  <a:srgbClr val="000099"/>
                </a:solidFill>
                <a:ea typeface="宋体" panose="02010600030101010101" pitchFamily="2" charset="-122"/>
              </a:rPr>
              <a:t>0</a:t>
            </a:r>
          </a:p>
        </p:txBody>
      </p:sp>
      <p:sp>
        <p:nvSpPr>
          <p:cNvPr id="83028" name="Text Box 84">
            <a:extLst>
              <a:ext uri="{FF2B5EF4-FFF2-40B4-BE49-F238E27FC236}">
                <a16:creationId xmlns:a16="http://schemas.microsoft.com/office/drawing/2014/main" id="{B104EC4A-C5A1-4164-B67C-5344ADE73435}"/>
              </a:ext>
            </a:extLst>
          </p:cNvPr>
          <p:cNvSpPr txBox="1">
            <a:spLocks noChangeArrowheads="1"/>
          </p:cNvSpPr>
          <p:nvPr/>
        </p:nvSpPr>
        <p:spPr bwMode="auto">
          <a:xfrm>
            <a:off x="8229600" y="4876800"/>
            <a:ext cx="48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solidFill>
                  <a:srgbClr val="000099"/>
                </a:solidFill>
                <a:ea typeface="宋体" panose="02010600030101010101" pitchFamily="2" charset="-122"/>
              </a:rPr>
              <a:t>D</a:t>
            </a:r>
            <a:r>
              <a:rPr lang="en-US" altLang="zh-CN" sz="1800">
                <a:solidFill>
                  <a:srgbClr val="000099"/>
                </a:solidFill>
                <a:ea typeface="宋体" panose="02010600030101010101" pitchFamily="2" charset="-122"/>
              </a:rPr>
              <a:t>7</a:t>
            </a:r>
          </a:p>
        </p:txBody>
      </p:sp>
      <p:sp>
        <p:nvSpPr>
          <p:cNvPr id="83029" name="Text Box 85">
            <a:extLst>
              <a:ext uri="{FF2B5EF4-FFF2-40B4-BE49-F238E27FC236}">
                <a16:creationId xmlns:a16="http://schemas.microsoft.com/office/drawing/2014/main" id="{32AEB83A-89C1-4489-98A3-9550DA3F712E}"/>
              </a:ext>
            </a:extLst>
          </p:cNvPr>
          <p:cNvSpPr txBox="1">
            <a:spLocks noChangeArrowheads="1"/>
          </p:cNvSpPr>
          <p:nvPr/>
        </p:nvSpPr>
        <p:spPr bwMode="auto">
          <a:xfrm>
            <a:off x="8229600" y="2514600"/>
            <a:ext cx="48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2000">
                <a:solidFill>
                  <a:srgbClr val="000099"/>
                </a:solidFill>
                <a:ea typeface="宋体" panose="02010600030101010101" pitchFamily="2" charset="-122"/>
              </a:rPr>
              <a:t>D</a:t>
            </a:r>
            <a:r>
              <a:rPr lang="en-US" altLang="zh-CN" sz="1800">
                <a:solidFill>
                  <a:srgbClr val="000099"/>
                </a:solidFill>
                <a:ea typeface="宋体" panose="02010600030101010101" pitchFamily="2" charset="-122"/>
              </a:rPr>
              <a:t>0</a:t>
            </a:r>
          </a:p>
        </p:txBody>
      </p:sp>
      <p:sp>
        <p:nvSpPr>
          <p:cNvPr id="83030" name="Line 87">
            <a:extLst>
              <a:ext uri="{FF2B5EF4-FFF2-40B4-BE49-F238E27FC236}">
                <a16:creationId xmlns:a16="http://schemas.microsoft.com/office/drawing/2014/main" id="{6F7137EA-7DF2-46CA-B048-23341D29E886}"/>
              </a:ext>
            </a:extLst>
          </p:cNvPr>
          <p:cNvSpPr>
            <a:spLocks noChangeShapeType="1"/>
          </p:cNvSpPr>
          <p:nvPr/>
        </p:nvSpPr>
        <p:spPr bwMode="auto">
          <a:xfrm>
            <a:off x="1524000" y="1447800"/>
            <a:ext cx="0" cy="1066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31" name="Line 88">
            <a:extLst>
              <a:ext uri="{FF2B5EF4-FFF2-40B4-BE49-F238E27FC236}">
                <a16:creationId xmlns:a16="http://schemas.microsoft.com/office/drawing/2014/main" id="{5190ECC2-6A76-48FA-86A2-FC2A040BF9CB}"/>
              </a:ext>
            </a:extLst>
          </p:cNvPr>
          <p:cNvSpPr>
            <a:spLocks noChangeShapeType="1"/>
          </p:cNvSpPr>
          <p:nvPr/>
        </p:nvSpPr>
        <p:spPr bwMode="auto">
          <a:xfrm>
            <a:off x="4038600" y="1447800"/>
            <a:ext cx="0" cy="1066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3032" name="AutoShape 89">
            <a:extLst>
              <a:ext uri="{FF2B5EF4-FFF2-40B4-BE49-F238E27FC236}">
                <a16:creationId xmlns:a16="http://schemas.microsoft.com/office/drawing/2014/main" id="{69C239D6-39CF-42E7-B06B-B31F37088DAF}"/>
              </a:ext>
            </a:extLst>
          </p:cNvPr>
          <p:cNvSpPr>
            <a:spLocks noChangeArrowheads="1"/>
          </p:cNvSpPr>
          <p:nvPr/>
        </p:nvSpPr>
        <p:spPr bwMode="auto">
          <a:xfrm>
            <a:off x="2514600" y="1981200"/>
            <a:ext cx="304800" cy="381000"/>
          </a:xfrm>
          <a:prstGeom prst="downArrow">
            <a:avLst>
              <a:gd name="adj1" fmla="val 50000"/>
              <a:gd name="adj2" fmla="val 31250"/>
            </a:avLst>
          </a:prstGeom>
          <a:solidFill>
            <a:srgbClr val="FFFFFF"/>
          </a:solidFill>
          <a:ln w="19050">
            <a:solidFill>
              <a:schemeClr val="tx1"/>
            </a:solidFill>
            <a:miter lim="800000"/>
            <a:headEnd/>
            <a:tailEnd/>
          </a:ln>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buClrTx/>
              <a:buFont typeface="Wingdings" panose="05000000000000000000" pitchFamily="2" charset="2"/>
              <a:buNone/>
            </a:pPr>
            <a:endParaRPr lang="zh-CN" altLang="en-US" b="0">
              <a:ea typeface="黑体" panose="02010609060101010101" pitchFamily="49" charset="-122"/>
            </a:endParaRPr>
          </a:p>
        </p:txBody>
      </p:sp>
      <p:sp>
        <p:nvSpPr>
          <p:cNvPr id="83033" name="Text Box 90">
            <a:extLst>
              <a:ext uri="{FF2B5EF4-FFF2-40B4-BE49-F238E27FC236}">
                <a16:creationId xmlns:a16="http://schemas.microsoft.com/office/drawing/2014/main" id="{2E31D4B7-80A4-4526-B0C2-E0A101C8EF49}"/>
              </a:ext>
            </a:extLst>
          </p:cNvPr>
          <p:cNvSpPr txBox="1">
            <a:spLocks noChangeArrowheads="1"/>
          </p:cNvSpPr>
          <p:nvPr/>
        </p:nvSpPr>
        <p:spPr bwMode="auto">
          <a:xfrm>
            <a:off x="1724025" y="1295400"/>
            <a:ext cx="1930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ASCII</a:t>
            </a:r>
            <a:r>
              <a:rPr lang="zh-CN" altLang="en-US" sz="2000">
                <a:ea typeface="宋体" panose="02010600030101010101" pitchFamily="2" charset="-122"/>
              </a:rPr>
              <a:t>代码</a:t>
            </a:r>
            <a:r>
              <a:rPr lang="en-US" altLang="zh-CN" sz="2000">
                <a:ea typeface="宋体" panose="02010600030101010101" pitchFamily="2" charset="-122"/>
              </a:rPr>
              <a:t>(41</a:t>
            </a:r>
            <a:r>
              <a:rPr lang="en-US" altLang="zh-CN" sz="1800">
                <a:ea typeface="宋体" panose="02010600030101010101" pitchFamily="2" charset="-122"/>
              </a:rPr>
              <a:t>H</a:t>
            </a:r>
            <a:r>
              <a:rPr lang="en-US" altLang="zh-CN" sz="2000">
                <a:ea typeface="宋体" panose="02010600030101010101" pitchFamily="2" charset="-122"/>
              </a:rPr>
              <a:t>)</a:t>
            </a:r>
          </a:p>
          <a:p>
            <a:pPr algn="ctr" eaLnBrk="1" hangingPunct="1">
              <a:spcBef>
                <a:spcPct val="0"/>
              </a:spcBef>
              <a:buClrTx/>
              <a:buFont typeface="Wingdings 2" panose="05020102010507070707" pitchFamily="18" charset="2"/>
              <a:buNone/>
            </a:pPr>
            <a:r>
              <a:rPr lang="zh-CN" altLang="en-US" sz="2000">
                <a:ea typeface="宋体" panose="02010600030101010101" pitchFamily="2" charset="-122"/>
              </a:rPr>
              <a:t>指向这个字形</a:t>
            </a:r>
            <a:endParaRPr lang="zh-CN" altLang="en-US" sz="2400" b="0">
              <a:ea typeface="宋体" panose="02010600030101010101" pitchFamily="2" charset="-122"/>
            </a:endParaRPr>
          </a:p>
        </p:txBody>
      </p:sp>
      <p:sp>
        <p:nvSpPr>
          <p:cNvPr id="83034" name="Text Box 45">
            <a:extLst>
              <a:ext uri="{FF2B5EF4-FFF2-40B4-BE49-F238E27FC236}">
                <a16:creationId xmlns:a16="http://schemas.microsoft.com/office/drawing/2014/main" id="{912842F9-A8F9-40E2-80A5-A335A9793C9A}"/>
              </a:ext>
            </a:extLst>
          </p:cNvPr>
          <p:cNvSpPr txBox="1">
            <a:spLocks noChangeArrowheads="1"/>
          </p:cNvSpPr>
          <p:nvPr/>
        </p:nvSpPr>
        <p:spPr bwMode="auto">
          <a:xfrm>
            <a:off x="596900" y="5060950"/>
            <a:ext cx="819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anchor="ctr">
            <a:spAutoFit/>
          </a:bodyPr>
          <a:lstStyle>
            <a:lvl1pPr>
              <a:spcBef>
                <a:spcPct val="20000"/>
              </a:spcBef>
              <a:buClr>
                <a:srgbClr val="CC3300"/>
              </a:buClr>
              <a:buFont typeface="Wingdings 2" panose="05020102010507070707" pitchFamily="18" charset="2"/>
              <a:buChar char="¡"/>
              <a:tabLst>
                <a:tab pos="0" algn="l"/>
              </a:tabLst>
              <a:defRPr sz="3200" b="1">
                <a:solidFill>
                  <a:schemeClr val="tx1"/>
                </a:solidFill>
                <a:latin typeface="Times New Roman" panose="02020603050405020304" pitchFamily="18" charset="0"/>
                <a:ea typeface="楷体_GB2312" pitchFamily="49" charset="-122"/>
              </a:defRPr>
            </a:lvl1pPr>
            <a:lvl2pPr marL="714375" indent="-265113">
              <a:spcBef>
                <a:spcPct val="20000"/>
              </a:spcBef>
              <a:buClr>
                <a:srgbClr val="339933"/>
              </a:buClr>
              <a:buSzPct val="80000"/>
              <a:buFont typeface="Wingdings" panose="05000000000000000000" pitchFamily="2" charset="2"/>
              <a:buChar char="u"/>
              <a:tabLst>
                <a:tab pos="0" algn="l"/>
              </a:tabLst>
              <a:defRPr sz="2800" b="1">
                <a:solidFill>
                  <a:schemeClr val="tx1"/>
                </a:solidFill>
                <a:latin typeface="Times New Roman" panose="02020603050405020304" pitchFamily="18" charset="0"/>
                <a:ea typeface="华文新魏" panose="02010800040101010101" pitchFamily="2" charset="-122"/>
              </a:defRPr>
            </a:lvl2pPr>
            <a:lvl3pPr marL="1166813" indent="-273050">
              <a:spcBef>
                <a:spcPct val="20000"/>
              </a:spcBef>
              <a:buClr>
                <a:srgbClr val="800080"/>
              </a:buClr>
              <a:buSzPct val="90000"/>
              <a:buFont typeface="Wingdings" panose="05000000000000000000" pitchFamily="2" charset="2"/>
              <a:buChar char="v"/>
              <a:tabLst>
                <a:tab pos="0" algn="l"/>
              </a:tabLst>
              <a:defRPr sz="2400" b="1">
                <a:solidFill>
                  <a:schemeClr val="tx1"/>
                </a:solidFill>
                <a:latin typeface="Times New Roman" panose="02020603050405020304" pitchFamily="18" charset="0"/>
                <a:ea typeface="华文中宋" panose="02010600040101010101" pitchFamily="2" charset="-122"/>
              </a:defRPr>
            </a:lvl3pPr>
            <a:lvl4pPr marL="1611313" indent="-265113">
              <a:spcBef>
                <a:spcPct val="20000"/>
              </a:spcBef>
              <a:buSzPct val="90000"/>
              <a:buFont typeface="Wingdings 2" panose="05020102010507070707" pitchFamily="18" charset="2"/>
              <a:buChar char="°"/>
              <a:tabLst>
                <a:tab pos="0" algn="l"/>
              </a:tabLst>
              <a:defRPr sz="2000" b="1">
                <a:solidFill>
                  <a:schemeClr val="tx1"/>
                </a:solidFill>
                <a:latin typeface="Times New Roman" panose="02020603050405020304" pitchFamily="18" charset="0"/>
                <a:ea typeface="隶书" panose="02010509060101010101" pitchFamily="49" charset="-122"/>
              </a:defRPr>
            </a:lvl4pPr>
            <a:lvl5pPr marL="3768725" indent="-508000">
              <a:spcBef>
                <a:spcPct val="20000"/>
              </a:spcBef>
              <a:buChar char="»"/>
              <a:tabLst>
                <a:tab pos="0" algn="l"/>
              </a:tabLst>
              <a:defRPr sz="2000" b="1">
                <a:solidFill>
                  <a:schemeClr val="tx1"/>
                </a:solidFill>
                <a:latin typeface="Times New Roman" panose="02020603050405020304" pitchFamily="18" charset="0"/>
                <a:ea typeface="隶书" panose="02010509060101010101" pitchFamily="49" charset="-122"/>
              </a:defRPr>
            </a:lvl5pPr>
            <a:lvl6pPr marL="42259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6pPr>
            <a:lvl7pPr marL="46831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7pPr>
            <a:lvl8pPr marL="51403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8pPr>
            <a:lvl9pPr marL="5597525" indent="-508000" eaLnBrk="0" fontAlgn="base" hangingPunct="0">
              <a:spcBef>
                <a:spcPct val="20000"/>
              </a:spcBef>
              <a:spcAft>
                <a:spcPct val="0"/>
              </a:spcAft>
              <a:buChar char="»"/>
              <a:tabLst>
                <a:tab pos="0" algn="l"/>
              </a:tabLst>
              <a:defRPr sz="2000" b="1">
                <a:solidFill>
                  <a:schemeClr val="tx1"/>
                </a:solidFill>
                <a:latin typeface="Times New Roman" panose="02020603050405020304" pitchFamily="18" charset="0"/>
                <a:ea typeface="隶书" panose="02010509060101010101" pitchFamily="49" charset="-122"/>
              </a:defRPr>
            </a:lvl9pPr>
          </a:lstStyle>
          <a:p>
            <a:pPr algn="ctr" eaLnBrk="1" hangingPunct="1">
              <a:spcBef>
                <a:spcPct val="0"/>
              </a:spcBef>
              <a:buClrTx/>
              <a:buFont typeface="Wingdings 2" panose="05020102010507070707" pitchFamily="18" charset="2"/>
              <a:buNone/>
            </a:pPr>
            <a:r>
              <a:rPr lang="en-US" altLang="zh-CN" sz="1800">
                <a:ea typeface="宋体" panose="02010600030101010101" pitchFamily="2" charset="-122"/>
              </a:rPr>
              <a:t>1 0 0 0</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图片 2">
            <a:extLst>
              <a:ext uri="{FF2B5EF4-FFF2-40B4-BE49-F238E27FC236}">
                <a16:creationId xmlns:a16="http://schemas.microsoft.com/office/drawing/2014/main" id="{CDD6B4C0-A8F5-4F48-B603-062D068909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E4973F06-2FB5-4DA5-8380-2F631B2C54E7}"/>
              </a:ext>
            </a:extLst>
          </p:cNvPr>
          <p:cNvSpPr>
            <a:spLocks noGrp="1" noChangeArrowheads="1"/>
          </p:cNvSpPr>
          <p:nvPr>
            <p:ph type="title"/>
          </p:nvPr>
        </p:nvSpPr>
        <p:spPr/>
        <p:txBody>
          <a:bodyPr/>
          <a:lstStyle/>
          <a:p>
            <a:pPr eaLnBrk="1" hangingPunct="1">
              <a:defRPr/>
            </a:pPr>
            <a:r>
              <a:rPr kumimoji="1" lang="zh-CN" altLang="en-US"/>
              <a:t>说明（</a:t>
            </a:r>
            <a:r>
              <a:rPr kumimoji="1" lang="en-US" altLang="zh-CN"/>
              <a:t>1</a:t>
            </a:r>
            <a:r>
              <a:rPr kumimoji="1" lang="zh-CN" altLang="en-US"/>
              <a:t>）</a:t>
            </a:r>
          </a:p>
        </p:txBody>
      </p:sp>
      <p:sp>
        <p:nvSpPr>
          <p:cNvPr id="86019" name="Rectangle 3">
            <a:extLst>
              <a:ext uri="{FF2B5EF4-FFF2-40B4-BE49-F238E27FC236}">
                <a16:creationId xmlns:a16="http://schemas.microsoft.com/office/drawing/2014/main" id="{F18DA0D5-8EAD-4360-B7E1-F441463E6846}"/>
              </a:ext>
            </a:extLst>
          </p:cNvPr>
          <p:cNvSpPr>
            <a:spLocks noGrp="1" noChangeArrowheads="1"/>
          </p:cNvSpPr>
          <p:nvPr>
            <p:ph idx="1"/>
          </p:nvPr>
        </p:nvSpPr>
        <p:spPr>
          <a:xfrm>
            <a:off x="179388" y="1143000"/>
            <a:ext cx="8713787" cy="5094288"/>
          </a:xfrm>
        </p:spPr>
        <p:txBody>
          <a:bodyPr/>
          <a:lstStyle/>
          <a:p>
            <a:pPr eaLnBrk="1" fontAlgn="ctr" hangingPunct="1">
              <a:lnSpc>
                <a:spcPct val="90000"/>
              </a:lnSpc>
            </a:pPr>
            <a:r>
              <a:rPr lang="en-US" altLang="zh-CN" b="0" dirty="0"/>
              <a:t>04H---00H---10H</a:t>
            </a:r>
          </a:p>
          <a:p>
            <a:pPr eaLnBrk="1" fontAlgn="ctr" hangingPunct="1">
              <a:lnSpc>
                <a:spcPct val="90000"/>
              </a:lnSpc>
            </a:pPr>
            <a:r>
              <a:rPr lang="en-US" altLang="zh-CN" b="0" dirty="0"/>
              <a:t>D4H---3DH---20H</a:t>
            </a:r>
          </a:p>
          <a:p>
            <a:pPr eaLnBrk="1" fontAlgn="ctr" hangingPunct="1">
              <a:lnSpc>
                <a:spcPct val="90000"/>
              </a:lnSpc>
            </a:pPr>
            <a:r>
              <a:rPr lang="en-US" altLang="zh-CN" b="0" dirty="0"/>
              <a:t>1FH---00H---7FH</a:t>
            </a:r>
          </a:p>
          <a:p>
            <a:pPr eaLnBrk="1" fontAlgn="ctr" hangingPunct="1">
              <a:lnSpc>
                <a:spcPct val="90000"/>
              </a:lnSpc>
            </a:pPr>
            <a:r>
              <a:rPr lang="zh-CN" altLang="en-US" dirty="0"/>
              <a:t>点计数器循环一周以后，显示出第一个字的第一行</a:t>
            </a:r>
            <a:endParaRPr lang="en-US" altLang="zh-CN" dirty="0"/>
          </a:p>
          <a:p>
            <a:pPr eaLnBrk="1" fontAlgn="ctr" hangingPunct="1">
              <a:lnSpc>
                <a:spcPct val="90000"/>
              </a:lnSpc>
            </a:pPr>
            <a:r>
              <a:rPr lang="zh-CN" altLang="en-US" dirty="0"/>
              <a:t>水平地址（列地址）计数器循环一周以后，显示出所有字的第一行。开始第二行的显示</a:t>
            </a:r>
          </a:p>
          <a:p>
            <a:pPr eaLnBrk="1" fontAlgn="ctr" hangingPunct="1">
              <a:lnSpc>
                <a:spcPct val="90000"/>
              </a:lnSpc>
            </a:pPr>
            <a:r>
              <a:rPr lang="zh-CN" altLang="en-US" dirty="0"/>
              <a:t>光栅地址计数器循环一周以后，显示出第一行所有字。开始第二行字的显示。</a:t>
            </a:r>
            <a:endParaRPr lang="en-US" altLang="zh-CN" dirty="0"/>
          </a:p>
          <a:p>
            <a:pPr eaLnBrk="1" fontAlgn="ctr" hangingPunct="1">
              <a:lnSpc>
                <a:spcPct val="90000"/>
              </a:lnSpc>
            </a:pPr>
            <a:r>
              <a:rPr lang="zh-CN" altLang="en-US" dirty="0"/>
              <a:t>垂直地址（行地址）计数器循环一周后，显示一整屏</a:t>
            </a:r>
          </a:p>
        </p:txBody>
      </p:sp>
    </p:spTree>
  </p:cSld>
  <p:clrMapOvr>
    <a:masterClrMapping/>
  </p:clrMapOvr>
  <p:transition spd="med">
    <p:pull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FD29C36E-F30E-4962-9A21-B43A0D08B316}"/>
              </a:ext>
            </a:extLst>
          </p:cNvPr>
          <p:cNvSpPr>
            <a:spLocks noGrp="1" noChangeArrowheads="1"/>
          </p:cNvSpPr>
          <p:nvPr>
            <p:ph type="title"/>
          </p:nvPr>
        </p:nvSpPr>
        <p:spPr/>
        <p:txBody>
          <a:bodyPr/>
          <a:lstStyle/>
          <a:p>
            <a:pPr eaLnBrk="1" hangingPunct="1">
              <a:defRPr/>
            </a:pPr>
            <a:r>
              <a:rPr kumimoji="1" lang="zh-CN" altLang="en-US">
                <a:cs typeface="Arial" panose="020B0604020202020204" pitchFamily="34" charset="0"/>
              </a:rPr>
              <a:t>说明（</a:t>
            </a:r>
            <a:r>
              <a:rPr kumimoji="1" lang="en-US" altLang="zh-CN">
                <a:cs typeface="Arial" panose="020B0604020202020204" pitchFamily="34" charset="0"/>
              </a:rPr>
              <a:t>2</a:t>
            </a:r>
            <a:r>
              <a:rPr kumimoji="1" lang="zh-CN" altLang="en-US">
                <a:cs typeface="Arial" panose="020B0604020202020204" pitchFamily="34" charset="0"/>
              </a:rPr>
              <a:t>）</a:t>
            </a:r>
            <a:endParaRPr kumimoji="1" lang="zh-CN" altLang="en-US"/>
          </a:p>
        </p:txBody>
      </p:sp>
      <p:sp>
        <p:nvSpPr>
          <p:cNvPr id="87043" name="Rectangle 3">
            <a:extLst>
              <a:ext uri="{FF2B5EF4-FFF2-40B4-BE49-F238E27FC236}">
                <a16:creationId xmlns:a16="http://schemas.microsoft.com/office/drawing/2014/main" id="{3D6AE20A-8652-4F7F-B66B-D0B8255E208D}"/>
              </a:ext>
            </a:extLst>
          </p:cNvPr>
          <p:cNvSpPr>
            <a:spLocks noGrp="1" noChangeArrowheads="1"/>
          </p:cNvSpPr>
          <p:nvPr>
            <p:ph idx="1"/>
          </p:nvPr>
        </p:nvSpPr>
        <p:spPr/>
        <p:txBody>
          <a:bodyPr/>
          <a:lstStyle/>
          <a:p>
            <a:pPr eaLnBrk="1" hangingPunct="1"/>
            <a:r>
              <a:rPr lang="en-US" altLang="zh-CN" dirty="0"/>
              <a:t>VRAM</a:t>
            </a:r>
            <a:r>
              <a:rPr lang="zh-CN" altLang="en-US" dirty="0"/>
              <a:t>的地址由水平地址计数器和垂直地址计数器决定</a:t>
            </a:r>
          </a:p>
          <a:p>
            <a:pPr eaLnBrk="1" hangingPunct="1"/>
            <a:r>
              <a:rPr lang="en-US" altLang="zh-CN" dirty="0"/>
              <a:t>VRAM</a:t>
            </a:r>
            <a:r>
              <a:rPr lang="zh-CN" altLang="en-US" dirty="0"/>
              <a:t>输出的</a:t>
            </a:r>
            <a:r>
              <a:rPr lang="en-US" altLang="zh-CN" dirty="0"/>
              <a:t>ASCII</a:t>
            </a:r>
            <a:r>
              <a:rPr lang="zh-CN" altLang="en-US" dirty="0"/>
              <a:t>码作为</a:t>
            </a:r>
            <a:r>
              <a:rPr lang="en-US" altLang="zh-CN" dirty="0"/>
              <a:t>ROM</a:t>
            </a:r>
            <a:r>
              <a:rPr lang="zh-CN" altLang="en-US" dirty="0"/>
              <a:t>的高位地址，低位地址来自于光栅地址计数器</a:t>
            </a:r>
          </a:p>
          <a:p>
            <a:pPr eaLnBrk="1" hangingPunct="1"/>
            <a:endParaRPr lang="zh-CN" altLang="en-US" dirty="0"/>
          </a:p>
        </p:txBody>
      </p:sp>
    </p:spTree>
  </p:cSld>
  <p:clrMapOvr>
    <a:masterClrMapping/>
  </p:clrMapOvr>
  <p:transition spd="med">
    <p:pull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0B791485-1A36-4D8F-BC9E-61D92DB51C11}"/>
              </a:ext>
            </a:extLst>
          </p:cNvPr>
          <p:cNvSpPr>
            <a:spLocks noGrp="1" noChangeArrowheads="1"/>
          </p:cNvSpPr>
          <p:nvPr>
            <p:ph type="title"/>
          </p:nvPr>
        </p:nvSpPr>
        <p:spPr>
          <a:xfrm>
            <a:off x="228600" y="219075"/>
            <a:ext cx="8880475" cy="762000"/>
          </a:xfrm>
        </p:spPr>
        <p:txBody>
          <a:bodyPr/>
          <a:lstStyle/>
          <a:p>
            <a:pPr eaLnBrk="1" hangingPunct="1">
              <a:defRPr/>
            </a:pPr>
            <a:r>
              <a:rPr kumimoji="1" lang="en-US" altLang="zh-CN" dirty="0"/>
              <a:t>CRT</a:t>
            </a:r>
            <a:r>
              <a:rPr kumimoji="1" lang="zh-CN" altLang="en-US" dirty="0"/>
              <a:t>图形显示器（</a:t>
            </a:r>
            <a:r>
              <a:rPr kumimoji="1" lang="en-US" altLang="zh-CN" dirty="0"/>
              <a:t>1</a:t>
            </a:r>
            <a:r>
              <a:rPr kumimoji="1" lang="zh-CN" altLang="en-US" dirty="0"/>
              <a:t>）</a:t>
            </a:r>
          </a:p>
        </p:txBody>
      </p:sp>
      <p:sp>
        <p:nvSpPr>
          <p:cNvPr id="88067" name="Rectangle 3">
            <a:extLst>
              <a:ext uri="{FF2B5EF4-FFF2-40B4-BE49-F238E27FC236}">
                <a16:creationId xmlns:a16="http://schemas.microsoft.com/office/drawing/2014/main" id="{76F6FCE8-8DB8-460F-85EA-441F20EA8368}"/>
              </a:ext>
            </a:extLst>
          </p:cNvPr>
          <p:cNvSpPr>
            <a:spLocks noGrp="1" noChangeArrowheads="1"/>
          </p:cNvSpPr>
          <p:nvPr>
            <p:ph type="body" sz="half" idx="1"/>
          </p:nvPr>
        </p:nvSpPr>
        <p:spPr>
          <a:xfrm>
            <a:off x="179388" y="1143000"/>
            <a:ext cx="8640762" cy="5238750"/>
          </a:xfrm>
        </p:spPr>
        <p:txBody>
          <a:bodyPr/>
          <a:lstStyle/>
          <a:p>
            <a:pPr eaLnBrk="1" hangingPunct="1">
              <a:lnSpc>
                <a:spcPct val="90000"/>
              </a:lnSpc>
            </a:pPr>
            <a:r>
              <a:rPr lang="zh-CN" altLang="en-US" sz="2800" dirty="0"/>
              <a:t>图形方式：显示的单位是点，例如：</a:t>
            </a:r>
          </a:p>
          <a:p>
            <a:pPr lvl="1" eaLnBrk="1" hangingPunct="1">
              <a:lnSpc>
                <a:spcPct val="90000"/>
              </a:lnSpc>
            </a:pPr>
            <a:r>
              <a:rPr lang="zh-CN" altLang="en-US" sz="2400" dirty="0"/>
              <a:t> </a:t>
            </a:r>
            <a:r>
              <a:rPr lang="en-US" altLang="zh-CN" sz="2400" dirty="0"/>
              <a:t>CGA</a:t>
            </a:r>
            <a:r>
              <a:rPr lang="zh-CN" altLang="en-US" sz="2400" dirty="0"/>
              <a:t>方式：</a:t>
            </a:r>
            <a:r>
              <a:rPr lang="en-US" altLang="zh-CN" sz="2400" dirty="0"/>
              <a:t>320</a:t>
            </a:r>
            <a:r>
              <a:rPr lang="zh-CN" altLang="en-US" sz="2400" dirty="0"/>
              <a:t>列、</a:t>
            </a:r>
            <a:r>
              <a:rPr lang="en-US" altLang="zh-CN" sz="2400" dirty="0"/>
              <a:t>200</a:t>
            </a:r>
            <a:r>
              <a:rPr lang="zh-CN" altLang="en-US" sz="2400" dirty="0"/>
              <a:t>行个点</a:t>
            </a:r>
          </a:p>
          <a:p>
            <a:pPr lvl="1" eaLnBrk="1" hangingPunct="1">
              <a:lnSpc>
                <a:spcPct val="90000"/>
              </a:lnSpc>
            </a:pPr>
            <a:r>
              <a:rPr lang="zh-CN" altLang="en-US" sz="2400" dirty="0"/>
              <a:t> </a:t>
            </a:r>
            <a:r>
              <a:rPr lang="en-US" altLang="zh-CN" sz="2400" dirty="0"/>
              <a:t>VGA</a:t>
            </a:r>
            <a:r>
              <a:rPr lang="zh-CN" altLang="en-US" sz="2400" dirty="0"/>
              <a:t>方式：</a:t>
            </a:r>
            <a:r>
              <a:rPr lang="en-US" altLang="zh-CN" sz="2400" dirty="0"/>
              <a:t>640</a:t>
            </a:r>
            <a:r>
              <a:rPr lang="zh-CN" altLang="en-US" sz="2400" dirty="0"/>
              <a:t>列、</a:t>
            </a:r>
            <a:r>
              <a:rPr lang="en-US" altLang="zh-CN" sz="2400" dirty="0"/>
              <a:t>480</a:t>
            </a:r>
            <a:r>
              <a:rPr lang="zh-CN" altLang="en-US" sz="2400" dirty="0"/>
              <a:t>行个点</a:t>
            </a:r>
          </a:p>
          <a:p>
            <a:pPr eaLnBrk="1" hangingPunct="1">
              <a:lnSpc>
                <a:spcPct val="90000"/>
              </a:lnSpc>
              <a:buFont typeface="Wingdings 2" panose="05020102010507070707" pitchFamily="18" charset="2"/>
              <a:buNone/>
            </a:pPr>
            <a:r>
              <a:rPr lang="zh-CN" altLang="en-US" sz="2800" dirty="0"/>
              <a:t>例：</a:t>
            </a:r>
            <a:r>
              <a:rPr lang="en-US" altLang="zh-CN" sz="2800" dirty="0"/>
              <a:t>CGA</a:t>
            </a:r>
            <a:r>
              <a:rPr lang="zh-CN" altLang="en-US" sz="2800" dirty="0"/>
              <a:t>图形方式</a:t>
            </a:r>
          </a:p>
          <a:p>
            <a:pPr eaLnBrk="1" hangingPunct="1">
              <a:lnSpc>
                <a:spcPct val="90000"/>
              </a:lnSpc>
              <a:buFont typeface="Wingdings 2" panose="05020102010507070707" pitchFamily="18" charset="2"/>
              <a:buNone/>
            </a:pPr>
            <a:r>
              <a:rPr lang="zh-CN" altLang="en-US" sz="2800" dirty="0"/>
              <a:t>       </a:t>
            </a:r>
            <a:r>
              <a:rPr lang="en-US" altLang="zh-CN" sz="2800" dirty="0"/>
              <a:t>1</a:t>
            </a:r>
            <a:r>
              <a:rPr lang="zh-CN" altLang="en-US" sz="2800" dirty="0"/>
              <a:t>屏</a:t>
            </a:r>
            <a:r>
              <a:rPr lang="en-US" altLang="zh-CN" sz="2800" dirty="0"/>
              <a:t>=320 </a:t>
            </a:r>
            <a:r>
              <a:rPr lang="en-US" altLang="en-US" sz="2800" dirty="0"/>
              <a:t>x </a:t>
            </a:r>
            <a:r>
              <a:rPr lang="en-US" altLang="zh-CN" sz="2800" dirty="0"/>
              <a:t>200 = 64000 </a:t>
            </a:r>
            <a:r>
              <a:rPr lang="zh-CN" altLang="en-US" sz="2800" dirty="0"/>
              <a:t>点</a:t>
            </a:r>
          </a:p>
          <a:p>
            <a:pPr eaLnBrk="1" hangingPunct="1">
              <a:lnSpc>
                <a:spcPct val="90000"/>
              </a:lnSpc>
              <a:buFont typeface="Wingdings 2" panose="05020102010507070707" pitchFamily="18" charset="2"/>
              <a:buNone/>
            </a:pPr>
            <a:r>
              <a:rPr lang="zh-CN" altLang="en-US" sz="2800" dirty="0"/>
              <a:t>       </a:t>
            </a:r>
            <a:r>
              <a:rPr lang="en-US" altLang="zh-CN" sz="2800" dirty="0"/>
              <a:t>VRAM</a:t>
            </a:r>
            <a:r>
              <a:rPr lang="zh-CN" altLang="en-US" sz="2800" dirty="0"/>
              <a:t>中存放</a:t>
            </a:r>
            <a:r>
              <a:rPr lang="en-US" altLang="zh-CN" sz="2800" dirty="0"/>
              <a:t>1</a:t>
            </a:r>
            <a:r>
              <a:rPr lang="zh-CN" altLang="en-US" sz="2800" dirty="0"/>
              <a:t>屏需要：</a:t>
            </a:r>
          </a:p>
          <a:p>
            <a:pPr eaLnBrk="1" hangingPunct="1">
              <a:lnSpc>
                <a:spcPct val="90000"/>
              </a:lnSpc>
              <a:buFont typeface="Wingdings 2" panose="05020102010507070707" pitchFamily="18" charset="2"/>
              <a:buNone/>
            </a:pPr>
            <a:r>
              <a:rPr lang="zh-CN" altLang="en-US" sz="2800" dirty="0"/>
              <a:t>        </a:t>
            </a:r>
            <a:r>
              <a:rPr lang="en-US" altLang="zh-CN" sz="2800" dirty="0"/>
              <a:t>64000/4=16000 </a:t>
            </a:r>
            <a:r>
              <a:rPr lang="zh-CN" altLang="en-US" sz="2800" dirty="0"/>
              <a:t>字节</a:t>
            </a:r>
          </a:p>
        </p:txBody>
      </p:sp>
      <p:graphicFrame>
        <p:nvGraphicFramePr>
          <p:cNvPr id="88068" name="Object 4">
            <a:extLst>
              <a:ext uri="{FF2B5EF4-FFF2-40B4-BE49-F238E27FC236}">
                <a16:creationId xmlns:a16="http://schemas.microsoft.com/office/drawing/2014/main" id="{8B6E8DC0-64BE-46C8-B7C0-FF4216AA94B5}"/>
              </a:ext>
            </a:extLst>
          </p:cNvPr>
          <p:cNvGraphicFramePr>
            <a:graphicFrameLocks noGrp="1" noChangeAspect="1"/>
          </p:cNvGraphicFramePr>
          <p:nvPr>
            <p:ph sz="half" idx="2"/>
          </p:nvPr>
        </p:nvGraphicFramePr>
        <p:xfrm>
          <a:off x="900113" y="3284538"/>
          <a:ext cx="7199312" cy="2617787"/>
        </p:xfrm>
        <a:graphic>
          <a:graphicData uri="http://schemas.openxmlformats.org/presentationml/2006/ole">
            <mc:AlternateContent xmlns:mc="http://schemas.openxmlformats.org/markup-compatibility/2006">
              <mc:Choice xmlns:v="urn:schemas-microsoft-com:vml" Requires="v">
                <p:oleObj spid="_x0000_s3075" r:id="rId4" imgW="3264480" imgH="1186920" progId="Visio.Drawing.5">
                  <p:embed/>
                </p:oleObj>
              </mc:Choice>
              <mc:Fallback>
                <p:oleObj r:id="rId4" imgW="3264480" imgH="1186920" progId="Visio.Drawing.5">
                  <p:embed/>
                  <p:pic>
                    <p:nvPicPr>
                      <p:cNvPr id="88068" name="Object 4">
                        <a:extLst>
                          <a:ext uri="{FF2B5EF4-FFF2-40B4-BE49-F238E27FC236}">
                            <a16:creationId xmlns:a16="http://schemas.microsoft.com/office/drawing/2014/main" id="{8B6E8DC0-64BE-46C8-B7C0-FF4216AA94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3284538"/>
                        <a:ext cx="7199312" cy="261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cSld>
  <p:clrMapOvr>
    <a:masterClrMapping/>
  </p:clrMapOvr>
  <p:transition spd="med">
    <p:pull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FDDBC430-7870-4F35-8939-86B162A26706}"/>
              </a:ext>
            </a:extLst>
          </p:cNvPr>
          <p:cNvSpPr>
            <a:spLocks noGrp="1" noChangeArrowheads="1"/>
          </p:cNvSpPr>
          <p:nvPr>
            <p:ph type="title"/>
          </p:nvPr>
        </p:nvSpPr>
        <p:spPr/>
        <p:txBody>
          <a:bodyPr/>
          <a:lstStyle/>
          <a:p>
            <a:pPr eaLnBrk="1" hangingPunct="1">
              <a:defRPr/>
            </a:pPr>
            <a:r>
              <a:rPr kumimoji="1" lang="en-US" altLang="zh-CN"/>
              <a:t>CRT</a:t>
            </a:r>
            <a:r>
              <a:rPr kumimoji="1" lang="zh-CN" altLang="en-US"/>
              <a:t>图形显示器（</a:t>
            </a:r>
            <a:r>
              <a:rPr kumimoji="1" lang="en-US" altLang="zh-CN"/>
              <a:t>2</a:t>
            </a:r>
            <a:r>
              <a:rPr kumimoji="1" lang="zh-CN" altLang="en-US"/>
              <a:t>）</a:t>
            </a:r>
          </a:p>
        </p:txBody>
      </p:sp>
      <p:sp>
        <p:nvSpPr>
          <p:cNvPr id="90115" name="Rectangle 3">
            <a:extLst>
              <a:ext uri="{FF2B5EF4-FFF2-40B4-BE49-F238E27FC236}">
                <a16:creationId xmlns:a16="http://schemas.microsoft.com/office/drawing/2014/main" id="{E9FE1AE6-5455-4140-BF12-10CB82CC0037}"/>
              </a:ext>
            </a:extLst>
          </p:cNvPr>
          <p:cNvSpPr>
            <a:spLocks noGrp="1" noChangeArrowheads="1"/>
          </p:cNvSpPr>
          <p:nvPr>
            <p:ph idx="1"/>
          </p:nvPr>
        </p:nvSpPr>
        <p:spPr/>
        <p:txBody>
          <a:bodyPr/>
          <a:lstStyle/>
          <a:p>
            <a:pPr eaLnBrk="1" hangingPunct="1">
              <a:lnSpc>
                <a:spcPct val="90000"/>
              </a:lnSpc>
            </a:pPr>
            <a:r>
              <a:rPr lang="zh-CN" altLang="en-US" dirty="0"/>
              <a:t>大容量</a:t>
            </a:r>
            <a:r>
              <a:rPr lang="en-US" altLang="zh-CN" dirty="0"/>
              <a:t>VRAM</a:t>
            </a:r>
          </a:p>
          <a:p>
            <a:pPr lvl="1" eaLnBrk="1" hangingPunct="1">
              <a:lnSpc>
                <a:spcPct val="90000"/>
              </a:lnSpc>
            </a:pPr>
            <a:r>
              <a:rPr lang="zh-CN" altLang="en-US" dirty="0"/>
              <a:t>存储点阵属性</a:t>
            </a:r>
          </a:p>
          <a:p>
            <a:pPr lvl="1" eaLnBrk="1" hangingPunct="1">
              <a:lnSpc>
                <a:spcPct val="90000"/>
              </a:lnSpc>
            </a:pPr>
            <a:r>
              <a:rPr lang="zh-CN" altLang="en-US" dirty="0"/>
              <a:t>分辨率：</a:t>
            </a:r>
            <a:r>
              <a:rPr lang="en-US" altLang="zh-CN" dirty="0"/>
              <a:t>1024*768</a:t>
            </a:r>
            <a:r>
              <a:rPr lang="zh-CN" altLang="en-US" dirty="0"/>
              <a:t>，真彩色</a:t>
            </a:r>
            <a:r>
              <a:rPr lang="en-US" altLang="zh-CN" dirty="0"/>
              <a:t>24</a:t>
            </a:r>
            <a:r>
              <a:rPr lang="zh-CN" altLang="en-US" dirty="0"/>
              <a:t>位</a:t>
            </a:r>
            <a:r>
              <a:rPr lang="en-US" altLang="zh-CN" dirty="0"/>
              <a:t>1024*768*3Byte=2.25MB</a:t>
            </a:r>
          </a:p>
          <a:p>
            <a:pPr eaLnBrk="1" hangingPunct="1">
              <a:lnSpc>
                <a:spcPct val="90000"/>
              </a:lnSpc>
            </a:pPr>
            <a:r>
              <a:rPr lang="zh-CN" altLang="en-US" dirty="0"/>
              <a:t>高速总线</a:t>
            </a:r>
          </a:p>
          <a:p>
            <a:pPr lvl="1" eaLnBrk="1" hangingPunct="1">
              <a:lnSpc>
                <a:spcPct val="90000"/>
              </a:lnSpc>
            </a:pPr>
            <a:r>
              <a:rPr lang="en-US" altLang="zh-CN" dirty="0"/>
              <a:t>50</a:t>
            </a:r>
            <a:r>
              <a:rPr lang="zh-CN" altLang="en-US" dirty="0"/>
              <a:t>场</a:t>
            </a:r>
            <a:r>
              <a:rPr lang="en-US" altLang="zh-CN" dirty="0"/>
              <a:t>/</a:t>
            </a:r>
            <a:r>
              <a:rPr lang="zh-CN" altLang="en-US" dirty="0"/>
              <a:t>秒，带宽为</a:t>
            </a:r>
            <a:r>
              <a:rPr lang="en-US" altLang="zh-CN" dirty="0"/>
              <a:t>2.25MB*50/s=117.9648MB/s</a:t>
            </a:r>
          </a:p>
          <a:p>
            <a:pPr lvl="1" eaLnBrk="1" hangingPunct="1">
              <a:lnSpc>
                <a:spcPct val="90000"/>
              </a:lnSpc>
            </a:pPr>
            <a:r>
              <a:rPr lang="zh-CN" altLang="en-US" dirty="0"/>
              <a:t>需要连接</a:t>
            </a:r>
            <a:r>
              <a:rPr lang="en-US" altLang="zh-CN" dirty="0"/>
              <a:t>PCI</a:t>
            </a:r>
            <a:r>
              <a:rPr lang="zh-CN" altLang="en-US" dirty="0"/>
              <a:t>总线</a:t>
            </a:r>
          </a:p>
          <a:p>
            <a:pPr eaLnBrk="1" hangingPunct="1">
              <a:lnSpc>
                <a:spcPct val="90000"/>
              </a:lnSpc>
            </a:pPr>
            <a:r>
              <a:rPr lang="zh-CN" altLang="en-US" dirty="0"/>
              <a:t>专用接口</a:t>
            </a:r>
          </a:p>
          <a:p>
            <a:pPr lvl="1" eaLnBrk="1" hangingPunct="1">
              <a:lnSpc>
                <a:spcPct val="90000"/>
              </a:lnSpc>
            </a:pPr>
            <a:r>
              <a:rPr lang="zh-CN" altLang="en-US" dirty="0"/>
              <a:t>分辨率更高的图形设备将采用专用接口</a:t>
            </a:r>
          </a:p>
        </p:txBody>
      </p:sp>
    </p:spTree>
  </p:cSld>
  <p:clrMapOvr>
    <a:masterClrMapping/>
  </p:clrMapOvr>
  <p:transition spd="med">
    <p:pull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E83EAC-6140-4979-88DD-3537DDD04F3A}"/>
              </a:ext>
            </a:extLst>
          </p:cNvPr>
          <p:cNvSpPr>
            <a:spLocks noGrp="1"/>
          </p:cNvSpPr>
          <p:nvPr>
            <p:ph type="title"/>
          </p:nvPr>
        </p:nvSpPr>
        <p:spPr/>
        <p:txBody>
          <a:bodyPr/>
          <a:lstStyle/>
          <a:p>
            <a:pPr>
              <a:defRPr/>
            </a:pPr>
            <a:r>
              <a:rPr kumimoji="1" lang="zh-CN" altLang="en-US" dirty="0"/>
              <a:t>举例</a:t>
            </a:r>
          </a:p>
        </p:txBody>
      </p:sp>
      <p:sp>
        <p:nvSpPr>
          <p:cNvPr id="3" name="内容占位符 2">
            <a:extLst>
              <a:ext uri="{FF2B5EF4-FFF2-40B4-BE49-F238E27FC236}">
                <a16:creationId xmlns:a16="http://schemas.microsoft.com/office/drawing/2014/main" id="{2110A6E8-5E13-4182-BBC4-EB437CF42555}"/>
              </a:ext>
            </a:extLst>
          </p:cNvPr>
          <p:cNvSpPr>
            <a:spLocks noGrp="1"/>
          </p:cNvSpPr>
          <p:nvPr>
            <p:ph idx="1"/>
          </p:nvPr>
        </p:nvSpPr>
        <p:spPr/>
        <p:txBody>
          <a:bodyPr/>
          <a:lstStyle/>
          <a:p>
            <a:pPr defTabSz="914400">
              <a:defRPr/>
            </a:pPr>
            <a:r>
              <a:rPr kumimoji="1" lang="zh-CN" altLang="en-US" dirty="0"/>
              <a:t>假定一台计算机的显示存储器用</a:t>
            </a:r>
            <a:r>
              <a:rPr kumimoji="1" lang="en-US" altLang="zh-CN" dirty="0"/>
              <a:t>DRAM</a:t>
            </a:r>
            <a:r>
              <a:rPr kumimoji="1" lang="zh-CN" altLang="en-US" dirty="0"/>
              <a:t>芯片实现，若要求显示分辨率为</a:t>
            </a:r>
            <a:r>
              <a:rPr kumimoji="1" lang="en-US" altLang="zh-CN" dirty="0"/>
              <a:t>1600*1200</a:t>
            </a:r>
            <a:r>
              <a:rPr kumimoji="1" lang="zh-CN" altLang="en-US" dirty="0"/>
              <a:t>，颜色深度为</a:t>
            </a:r>
            <a:r>
              <a:rPr kumimoji="1" lang="en-US" altLang="zh-CN" dirty="0"/>
              <a:t>24</a:t>
            </a:r>
            <a:r>
              <a:rPr kumimoji="1" lang="zh-CN" altLang="en-US" dirty="0"/>
              <a:t>位，帧频为</a:t>
            </a:r>
            <a:r>
              <a:rPr kumimoji="1" lang="en-US" altLang="zh-CN" dirty="0"/>
              <a:t>85HZ</a:t>
            </a:r>
            <a:r>
              <a:rPr kumimoji="1" lang="zh-CN" altLang="en-US" dirty="0"/>
              <a:t>，显存总带宽的</a:t>
            </a:r>
            <a:r>
              <a:rPr kumimoji="1" lang="en-US" altLang="zh-CN" dirty="0"/>
              <a:t>50%</a:t>
            </a:r>
            <a:r>
              <a:rPr kumimoji="1" lang="zh-CN" altLang="en-US" dirty="0"/>
              <a:t>用来刷新屏幕，则需要的显存总带宽至少约为</a:t>
            </a:r>
            <a:r>
              <a:rPr kumimoji="1" lang="en-US" altLang="zh-CN" dirty="0"/>
              <a:t>______</a:t>
            </a:r>
            <a:r>
              <a:rPr kumimoji="1" lang="zh-CN" altLang="en-US" dirty="0"/>
              <a:t>。</a:t>
            </a:r>
          </a:p>
          <a:p>
            <a:pPr marL="0" indent="0" defTabSz="914400">
              <a:buFont typeface="Wingdings 2" panose="05020102010507070707" pitchFamily="18" charset="2"/>
              <a:buNone/>
              <a:defRPr/>
            </a:pPr>
            <a:r>
              <a:rPr kumimoji="1" lang="en-US" altLang="zh-CN" dirty="0"/>
              <a:t>   A</a:t>
            </a:r>
            <a:r>
              <a:rPr kumimoji="1" lang="zh-CN" altLang="en-US" dirty="0"/>
              <a:t>．</a:t>
            </a:r>
            <a:r>
              <a:rPr kumimoji="1" lang="en-US" altLang="zh-CN" dirty="0"/>
              <a:t>245Mbps 			B</a:t>
            </a:r>
            <a:r>
              <a:rPr kumimoji="1" lang="zh-CN" altLang="en-US" dirty="0"/>
              <a:t>．</a:t>
            </a:r>
            <a:r>
              <a:rPr kumimoji="1" lang="en-US" altLang="zh-CN" dirty="0"/>
              <a:t>979Mbps</a:t>
            </a:r>
          </a:p>
          <a:p>
            <a:pPr marL="0" indent="0" defTabSz="914400">
              <a:buFont typeface="Wingdings 2" panose="05020102010507070707" pitchFamily="18" charset="2"/>
              <a:buNone/>
              <a:defRPr/>
            </a:pPr>
            <a:r>
              <a:rPr kumimoji="1" lang="en-US" altLang="zh-CN" dirty="0"/>
              <a:t>   C</a:t>
            </a:r>
            <a:r>
              <a:rPr kumimoji="1" lang="zh-CN" altLang="en-US" dirty="0"/>
              <a:t>．</a:t>
            </a:r>
            <a:r>
              <a:rPr kumimoji="1" lang="en-US" altLang="zh-CN" dirty="0"/>
              <a:t>1958Mbps 			D</a:t>
            </a:r>
            <a:r>
              <a:rPr kumimoji="1" lang="zh-CN" altLang="en-US" dirty="0"/>
              <a:t>．</a:t>
            </a:r>
            <a:r>
              <a:rPr kumimoji="1" lang="en-US" altLang="zh-CN" dirty="0"/>
              <a:t>7834Mbps</a:t>
            </a:r>
          </a:p>
          <a:p>
            <a:pPr marL="0" indent="0" defTabSz="914400">
              <a:buFont typeface="Wingdings 2" panose="05020102010507070707" pitchFamily="18" charset="2"/>
              <a:buNone/>
              <a:defRPr/>
            </a:pPr>
            <a:r>
              <a:rPr kumimoji="1" lang="en-US" altLang="zh-CN" dirty="0"/>
              <a:t>【</a:t>
            </a:r>
            <a:r>
              <a:rPr kumimoji="1" lang="zh-CN" altLang="en-US" dirty="0"/>
              <a:t>解答</a:t>
            </a:r>
            <a:r>
              <a:rPr kumimoji="1" lang="en-US" altLang="zh-CN" dirty="0"/>
              <a:t>】</a:t>
            </a:r>
            <a:r>
              <a:rPr kumimoji="1" lang="zh-CN" altLang="en-US" dirty="0"/>
              <a:t>（</a:t>
            </a:r>
            <a:r>
              <a:rPr kumimoji="1" lang="en-US" altLang="zh-CN" dirty="0"/>
              <a:t> 1600</a:t>
            </a:r>
            <a:r>
              <a:rPr kumimoji="1" lang="zh-CN" altLang="en-US" dirty="0">
                <a:sym typeface="Symbol" panose="05050102010706020507"/>
              </a:rPr>
              <a:t></a:t>
            </a:r>
            <a:r>
              <a:rPr kumimoji="1" lang="en-US" altLang="zh-CN" dirty="0"/>
              <a:t>1200</a:t>
            </a:r>
            <a:r>
              <a:rPr kumimoji="1" lang="zh-CN" altLang="en-US" dirty="0">
                <a:sym typeface="Symbol" panose="05050102010706020507"/>
              </a:rPr>
              <a:t> </a:t>
            </a:r>
            <a:r>
              <a:rPr kumimoji="1" lang="en-US" altLang="zh-CN" dirty="0"/>
              <a:t>24</a:t>
            </a:r>
            <a:r>
              <a:rPr kumimoji="1" lang="zh-CN" altLang="en-US" dirty="0">
                <a:sym typeface="Symbol" panose="05050102010706020507"/>
              </a:rPr>
              <a:t> </a:t>
            </a:r>
            <a:r>
              <a:rPr kumimoji="1" lang="en-US" altLang="zh-CN" dirty="0">
                <a:sym typeface="Symbol" panose="05050102010706020507"/>
              </a:rPr>
              <a:t>85</a:t>
            </a:r>
            <a:r>
              <a:rPr kumimoji="1" lang="zh-CN" altLang="en-US" dirty="0"/>
              <a:t>）</a:t>
            </a:r>
            <a:r>
              <a:rPr kumimoji="1" lang="zh-CN" altLang="en-US" dirty="0">
                <a:sym typeface="Symbol" panose="05050102010706020507"/>
              </a:rPr>
              <a:t> </a:t>
            </a:r>
            <a:r>
              <a:rPr kumimoji="1" lang="en-US" altLang="zh-CN" dirty="0">
                <a:sym typeface="Symbol" panose="05050102010706020507"/>
              </a:rPr>
              <a:t>27834Mbps</a:t>
            </a:r>
            <a:endParaRPr kumimoji="1" lang="zh-CN" altLang="en-US" dirty="0"/>
          </a:p>
        </p:txBody>
      </p:sp>
    </p:spTree>
  </p:cSld>
  <p:clrMapOvr>
    <a:masterClrMapping/>
  </p:clrMapOvr>
  <p:transition spd="med">
    <p:pull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itle and Content">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itle Only">
  <a:themeElements>
    <a:clrScheme name="">
      <a:dk1>
        <a:srgbClr val="000000"/>
      </a:dk1>
      <a:lt1>
        <a:srgbClr val="FFFFFF"/>
      </a:lt1>
      <a:dk2>
        <a:srgbClr val="000000"/>
      </a:dk2>
      <a:lt2>
        <a:srgbClr val="80808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Only">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Only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微机接口-单色">
  <a:themeElements>
    <a:clrScheme name="">
      <a:dk1>
        <a:srgbClr val="000000"/>
      </a:dk1>
      <a:lt1>
        <a:srgbClr val="FFFFFF"/>
      </a:lt1>
      <a:dk2>
        <a:srgbClr val="000000"/>
      </a:dk2>
      <a:lt2>
        <a:srgbClr val="000000"/>
      </a:lt2>
      <a:accent1>
        <a:srgbClr val="990000"/>
      </a:accent1>
      <a:accent2>
        <a:srgbClr val="333399"/>
      </a:accent2>
      <a:accent3>
        <a:srgbClr val="FFFFFF"/>
      </a:accent3>
      <a:accent4>
        <a:srgbClr val="000000"/>
      </a:accent4>
      <a:accent5>
        <a:srgbClr val="CAAAAA"/>
      </a:accent5>
      <a:accent6>
        <a:srgbClr val="2D2D8A"/>
      </a:accent6>
      <a:hlink>
        <a:srgbClr val="009999"/>
      </a:hlink>
      <a:folHlink>
        <a:srgbClr val="99CC00"/>
      </a:folHlink>
    </a:clrScheme>
    <a:fontScheme name="Title and Content">
      <a:majorFont>
        <a:latin typeface="Calibri Bold"/>
        <a:ea typeface="ヒラギノ角ゴ ProN W6"/>
        <a:cs typeface="ヒラギノ角ゴ ProN W6"/>
      </a:majorFont>
      <a:minorFont>
        <a:latin typeface="Calibri Bold"/>
        <a:ea typeface="ヒラギノ角ゴ ProN W6"/>
        <a:cs typeface="ヒラギノ角ゴ ProN W6"/>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smtClean="0">
            <a:ln>
              <a:noFill/>
            </a:ln>
            <a:solidFill>
              <a:srgbClr val="000000"/>
            </a:solidFill>
            <a:effectLst/>
            <a:latin typeface="Gill Sans" charset="0"/>
            <a:ea typeface="ヒラギノ角ゴ ProN W3" charset="0"/>
            <a:cs typeface="ヒラギノ角ゴ ProN W3" charset="0"/>
            <a:sym typeface="Gill Sans" charset="0"/>
          </a:defRPr>
        </a:defPPr>
      </a:lstStyle>
    </a:lnDef>
  </a:objectDefaults>
  <a:extraClrSchemeLst>
    <a:extraClrScheme>
      <a:clrScheme name="Title and Cont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4725</TotalTime>
  <Pages>0</Pages>
  <Words>5109</Words>
  <Characters>0</Characters>
  <Application>Microsoft Office PowerPoint</Application>
  <PresentationFormat>全屏显示(4:3)</PresentationFormat>
  <Lines>0</Lines>
  <Paragraphs>666</Paragraphs>
  <Slides>72</Slides>
  <Notes>8</Notes>
  <HiddenSlides>0</HiddenSlides>
  <MMClips>0</MMClips>
  <ScaleCrop>false</ScaleCrop>
  <HeadingPairs>
    <vt:vector size="8" baseType="variant">
      <vt:variant>
        <vt:lpstr>已用的字体</vt:lpstr>
      </vt:variant>
      <vt:variant>
        <vt:i4>18</vt:i4>
      </vt:variant>
      <vt:variant>
        <vt:lpstr>主题</vt:lpstr>
      </vt:variant>
      <vt:variant>
        <vt:i4>3</vt:i4>
      </vt:variant>
      <vt:variant>
        <vt:lpstr>嵌入 OLE 服务器</vt:lpstr>
      </vt:variant>
      <vt:variant>
        <vt:i4>2</vt:i4>
      </vt:variant>
      <vt:variant>
        <vt:lpstr>幻灯片标题</vt:lpstr>
      </vt:variant>
      <vt:variant>
        <vt:i4>72</vt:i4>
      </vt:variant>
    </vt:vector>
  </HeadingPairs>
  <TitlesOfParts>
    <vt:vector size="95" baseType="lpstr">
      <vt:lpstr>Gill Sans</vt:lpstr>
      <vt:lpstr>ＭＳ Ｐゴシック</vt:lpstr>
      <vt:lpstr>ヒラギノ角ゴ ProN W3</vt:lpstr>
      <vt:lpstr>ヒラギノ角ゴ ProN W6</vt:lpstr>
      <vt:lpstr>黑体</vt:lpstr>
      <vt:lpstr>华文细黑</vt:lpstr>
      <vt:lpstr>楷体</vt:lpstr>
      <vt:lpstr>楷体_GB2312</vt:lpstr>
      <vt:lpstr>宋体</vt:lpstr>
      <vt:lpstr>新宋体</vt:lpstr>
      <vt:lpstr>Arial</vt:lpstr>
      <vt:lpstr>Calibri</vt:lpstr>
      <vt:lpstr>Calibri Bold</vt:lpstr>
      <vt:lpstr>Helvetica</vt:lpstr>
      <vt:lpstr>Symbol</vt:lpstr>
      <vt:lpstr>Times New Roman</vt:lpstr>
      <vt:lpstr>Wingdings</vt:lpstr>
      <vt:lpstr>Wingdings 2</vt:lpstr>
      <vt:lpstr>Title and Content</vt:lpstr>
      <vt:lpstr>Title Only</vt:lpstr>
      <vt:lpstr>微机接口-单色</vt:lpstr>
      <vt:lpstr>Microsoft Excel Chart</vt:lpstr>
      <vt:lpstr>VISIO 5 Drawing</vt:lpstr>
      <vt:lpstr>第7章 外围设备</vt:lpstr>
      <vt:lpstr>本章内容</vt:lpstr>
      <vt:lpstr>7.1 外围设备概述</vt:lpstr>
      <vt:lpstr>外设在计算机系统中的地位</vt:lpstr>
      <vt:lpstr>外围设备的发展趋势</vt:lpstr>
      <vt:lpstr>外围设备分类</vt:lpstr>
      <vt:lpstr>外围设备一般功能</vt:lpstr>
      <vt:lpstr>外围设备的分类</vt:lpstr>
      <vt:lpstr>7.2 磁盘存储设备</vt:lpstr>
      <vt:lpstr>概述</vt:lpstr>
      <vt:lpstr>磁记录原理</vt:lpstr>
      <vt:lpstr>磁性材料的物理特性</vt:lpstr>
      <vt:lpstr>磁表面存储器的读写原理</vt:lpstr>
      <vt:lpstr>记录方式的写读波形图</vt:lpstr>
      <vt:lpstr>磁盘的组成和分类</vt:lpstr>
      <vt:lpstr>硬盘的分类</vt:lpstr>
      <vt:lpstr>温彻斯特（Winchester）磁盘机</vt:lpstr>
      <vt:lpstr>硬磁盘机基本组成</vt:lpstr>
      <vt:lpstr>磁盘驱动器</vt:lpstr>
      <vt:lpstr>内部结构示意图</vt:lpstr>
      <vt:lpstr>内部结构图片</vt:lpstr>
      <vt:lpstr>磁盘控制器</vt:lpstr>
      <vt:lpstr>PowerPoint 演示文稿</vt:lpstr>
      <vt:lpstr>磁盘上信息的分布（1）</vt:lpstr>
      <vt:lpstr>磁盘上信息的分布（2）</vt:lpstr>
      <vt:lpstr>技术指标（1）</vt:lpstr>
      <vt:lpstr>技术指标（2）</vt:lpstr>
      <vt:lpstr>技术指标（3）</vt:lpstr>
      <vt:lpstr>技术指标（4）</vt:lpstr>
      <vt:lpstr>例1</vt:lpstr>
      <vt:lpstr>PowerPoint 演示文稿</vt:lpstr>
      <vt:lpstr>7.3磁盘存储设备的技术发展</vt:lpstr>
      <vt:lpstr>提高磁盘I/O速度的手段</vt:lpstr>
      <vt:lpstr>磁盘cache的原理</vt:lpstr>
      <vt:lpstr>磁盘阵列RAID（1）</vt:lpstr>
      <vt:lpstr>磁盘阵列RAID（2）</vt:lpstr>
      <vt:lpstr>RAID0的工作原理</vt:lpstr>
      <vt:lpstr>RAID0的特性</vt:lpstr>
      <vt:lpstr>RAID1的工作原理</vt:lpstr>
      <vt:lpstr>RAID1的特性</vt:lpstr>
      <vt:lpstr>RAID3的工作原理</vt:lpstr>
      <vt:lpstr>RAID3的特性</vt:lpstr>
      <vt:lpstr>RAID5的工作原理</vt:lpstr>
      <vt:lpstr>RAID5的特性</vt:lpstr>
      <vt:lpstr>常用RAID级别的比较</vt:lpstr>
      <vt:lpstr>7.4磁带存储设备</vt:lpstr>
      <vt:lpstr>基本原理</vt:lpstr>
      <vt:lpstr>7.5 光盘和磁光盘存储设备</vt:lpstr>
      <vt:lpstr>光盘分类</vt:lpstr>
      <vt:lpstr>光盘存储设备</vt:lpstr>
      <vt:lpstr>PowerPoint 演示文稿</vt:lpstr>
      <vt:lpstr>光盘扇区格式</vt:lpstr>
      <vt:lpstr>举例</vt:lpstr>
      <vt:lpstr>磁光盘存储设备（1）</vt:lpstr>
      <vt:lpstr>磁光盘存储设备（2）</vt:lpstr>
      <vt:lpstr>磁光盘存储设备（3）</vt:lpstr>
      <vt:lpstr>7.6 显示设备</vt:lpstr>
      <vt:lpstr>概述</vt:lpstr>
      <vt:lpstr>CRT显示器</vt:lpstr>
      <vt:lpstr>CRT的几个概念（1）</vt:lpstr>
      <vt:lpstr>CRT的几个概念（2）</vt:lpstr>
      <vt:lpstr>CRT的几个概念（3）</vt:lpstr>
      <vt:lpstr>逐行扫描过程</vt:lpstr>
      <vt:lpstr>字符/图形显示器</vt:lpstr>
      <vt:lpstr>字符显示的基本原理</vt:lpstr>
      <vt:lpstr>PowerPoint 演示文稿</vt:lpstr>
      <vt:lpstr>PowerPoint 演示文稿</vt:lpstr>
      <vt:lpstr>说明（1）</vt:lpstr>
      <vt:lpstr>说明（2）</vt:lpstr>
      <vt:lpstr>CRT图形显示器（1）</vt:lpstr>
      <vt:lpstr>CRT图形显示器（2）</vt:lpstr>
      <vt:lpstr>举例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Computer Systems 15-213/18-243, spring 2009 1st Lecture, Jan. 12th</dc:title>
  <dc:creator>Markus Pueschel</dc:creator>
  <cp:lastModifiedBy>frank zh</cp:lastModifiedBy>
  <cp:revision>191</cp:revision>
  <cp:lastPrinted>2019-09-24T06:12:13Z</cp:lastPrinted>
  <dcterms:created xsi:type="dcterms:W3CDTF">2012-09-06T15:16:51Z</dcterms:created>
  <dcterms:modified xsi:type="dcterms:W3CDTF">2021-02-19T10:48:41Z</dcterms:modified>
</cp:coreProperties>
</file>