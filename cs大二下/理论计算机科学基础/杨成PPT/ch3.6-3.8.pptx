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wav" ContentType="audio/x-wav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>
  <p:sldMasterIdLst>
    <p:sldMasterId id="2147483648" r:id="rId1"/>
  </p:sldMasterIdLst>
  <p:notesMasterIdLst>
    <p:notesMasterId r:id="rId40"/>
  </p:notesMasterIdLst>
  <p:handoutMasterIdLst>
    <p:handoutMasterId r:id="rId41"/>
  </p:handoutMasterIdLst>
  <p:sldIdLst>
    <p:sldId id="426" r:id="rId2"/>
    <p:sldId id="427" r:id="rId3"/>
    <p:sldId id="428" r:id="rId4"/>
    <p:sldId id="429" r:id="rId5"/>
    <p:sldId id="430" r:id="rId6"/>
    <p:sldId id="432" r:id="rId7"/>
    <p:sldId id="433" r:id="rId8"/>
    <p:sldId id="434" r:id="rId9"/>
    <p:sldId id="435" r:id="rId10"/>
    <p:sldId id="437" r:id="rId11"/>
    <p:sldId id="468" r:id="rId12"/>
    <p:sldId id="391" r:id="rId13"/>
    <p:sldId id="400" r:id="rId14"/>
    <p:sldId id="401" r:id="rId15"/>
    <p:sldId id="448" r:id="rId16"/>
    <p:sldId id="402" r:id="rId17"/>
    <p:sldId id="406" r:id="rId18"/>
    <p:sldId id="449" r:id="rId19"/>
    <p:sldId id="472" r:id="rId20"/>
    <p:sldId id="473" r:id="rId21"/>
    <p:sldId id="407" r:id="rId22"/>
    <p:sldId id="408" r:id="rId23"/>
    <p:sldId id="409" r:id="rId24"/>
    <p:sldId id="410" r:id="rId25"/>
    <p:sldId id="411" r:id="rId26"/>
    <p:sldId id="412" r:id="rId27"/>
    <p:sldId id="469" r:id="rId28"/>
    <p:sldId id="450" r:id="rId29"/>
    <p:sldId id="451" r:id="rId30"/>
    <p:sldId id="452" r:id="rId31"/>
    <p:sldId id="453" r:id="rId32"/>
    <p:sldId id="454" r:id="rId33"/>
    <p:sldId id="455" r:id="rId34"/>
    <p:sldId id="456" r:id="rId35"/>
    <p:sldId id="457" r:id="rId36"/>
    <p:sldId id="458" r:id="rId37"/>
    <p:sldId id="470" r:id="rId38"/>
    <p:sldId id="417" r:id="rId39"/>
  </p:sldIdLst>
  <p:sldSz cx="9144000" cy="6858000" type="screen4x3"/>
  <p:notesSz cx="6708775" cy="9774238"/>
  <p:custDataLst>
    <p:tags r:id="rId42"/>
  </p:custDataLst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kumimoji="1" kern="1200">
        <a:solidFill>
          <a:srgbClr val="009999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umimoji="1" kern="1200">
        <a:solidFill>
          <a:srgbClr val="009999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umimoji="1" kern="1200">
        <a:solidFill>
          <a:srgbClr val="009999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umimoji="1" kern="1200">
        <a:solidFill>
          <a:srgbClr val="009999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umimoji="1" kern="1200">
        <a:solidFill>
          <a:srgbClr val="009999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kumimoji="1" kern="1200">
        <a:solidFill>
          <a:srgbClr val="009999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6pPr>
    <a:lvl7pPr marL="2743200" algn="l" defTabSz="914400" rtl="0" eaLnBrk="1" latinLnBrk="0" hangingPunct="1">
      <a:defRPr kumimoji="1" kern="1200">
        <a:solidFill>
          <a:srgbClr val="009999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7pPr>
    <a:lvl8pPr marL="3200400" algn="l" defTabSz="914400" rtl="0" eaLnBrk="1" latinLnBrk="0" hangingPunct="1">
      <a:defRPr kumimoji="1" kern="1200">
        <a:solidFill>
          <a:srgbClr val="009999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8pPr>
    <a:lvl9pPr marL="3657600" algn="l" defTabSz="914400" rtl="0" eaLnBrk="1" latinLnBrk="0" hangingPunct="1">
      <a:defRPr kumimoji="1" kern="1200">
        <a:solidFill>
          <a:srgbClr val="009999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440">
          <p15:clr>
            <a:srgbClr val="A4A3A4"/>
          </p15:clr>
        </p15:guide>
        <p15:guide id="2" pos="4896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078">
          <p15:clr>
            <a:srgbClr val="A4A3A4"/>
          </p15:clr>
        </p15:guide>
        <p15:guide id="2" pos="2113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chemeClr val="tx1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003399"/>
    <a:srgbClr val="800080"/>
    <a:srgbClr val="6600FF"/>
    <a:srgbClr val="3366CC"/>
    <a:srgbClr val="FF3300"/>
    <a:srgbClr val="336699"/>
    <a:srgbClr val="008080"/>
    <a:srgbClr val="CC66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094" autoAdjust="0"/>
    <p:restoredTop sz="88556" autoAdjust="0"/>
  </p:normalViewPr>
  <p:slideViewPr>
    <p:cSldViewPr>
      <p:cViewPr varScale="1">
        <p:scale>
          <a:sx n="99" d="100"/>
          <a:sy n="99" d="100"/>
        </p:scale>
        <p:origin x="1800" y="176"/>
      </p:cViewPr>
      <p:guideLst>
        <p:guide orient="horz" pos="1440"/>
        <p:guide pos="4896"/>
      </p:guideLst>
    </p:cSldViewPr>
  </p:slideViewPr>
  <p:outlineViewPr>
    <p:cViewPr>
      <p:scale>
        <a:sx n="33" d="100"/>
        <a:sy n="33" d="100"/>
      </p:scale>
      <p:origin x="0" y="0"/>
    </p:cViewPr>
    <p:sldLst>
      <p:sld r:id="rId1" collapse="1"/>
      <p:sld r:id="rId2" collapse="1"/>
      <p:sld r:id="rId3" collapse="1"/>
      <p:sld r:id="rId4" collapse="1"/>
      <p:sld r:id="rId5" collapse="1"/>
      <p:sld r:id="rId6" collapse="1"/>
      <p:sld r:id="rId7" collapse="1"/>
      <p:sld r:id="rId8" collapse="1"/>
      <p:sld r:id="rId9" collapse="1"/>
      <p:sld r:id="rId10" collapse="1"/>
      <p:sld r:id="rId11" collapse="1"/>
      <p:sld r:id="rId12" collapse="1"/>
      <p:sld r:id="rId13" collapse="1"/>
      <p:sld r:id="rId14" collapse="1"/>
      <p:sld r:id="rId15" collapse="1"/>
      <p:sld r:id="rId16" collapse="1"/>
      <p:sld r:id="rId17" collapse="1"/>
      <p:sld r:id="rId18" collapse="1"/>
    </p:sldLst>
  </p:outlineViewPr>
  <p:notesTextViewPr>
    <p:cViewPr>
      <p:scale>
        <a:sx n="100" d="100"/>
        <a:sy n="100" d="100"/>
      </p:scale>
      <p:origin x="0" y="0"/>
    </p:cViewPr>
  </p:notesTextViewPr>
  <p:sorterViewPr>
    <p:cViewPr varScale="1">
      <p:scale>
        <a:sx n="100" d="100"/>
        <a:sy n="100" d="100"/>
      </p:scale>
      <p:origin x="0" y="0"/>
    </p:cViewPr>
  </p:sorterViewPr>
  <p:notesViewPr>
    <p:cSldViewPr>
      <p:cViewPr>
        <p:scale>
          <a:sx n="100" d="100"/>
          <a:sy n="100" d="100"/>
        </p:scale>
        <p:origin x="-132" y="660"/>
      </p:cViewPr>
      <p:guideLst>
        <p:guide orient="horz" pos="3078"/>
        <p:guide pos="2113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ags" Target="tags/tag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notesMaster" Target="notesMasters/notesMaster1.xml"/><Relationship Id="rId45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tableStyles" Target="tableStyles.xml"/><Relationship Id="rId20" Type="http://schemas.openxmlformats.org/officeDocument/2006/relationships/slide" Target="slides/slide19.xml"/><Relationship Id="rId41" Type="http://schemas.openxmlformats.org/officeDocument/2006/relationships/handoutMaster" Target="handoutMasters/handoutMaster1.xml"/></Relationships>
</file>

<file path=ppt/_rels/viewProps.xml.rels><?xml version="1.0" encoding="UTF-8" standalone="yes"?>
<Relationships xmlns="http://schemas.openxmlformats.org/package/2006/relationships"><Relationship Id="rId8" Type="http://schemas.openxmlformats.org/officeDocument/2006/relationships/slide" Target="slides/slide23.xml"/><Relationship Id="rId13" Type="http://schemas.openxmlformats.org/officeDocument/2006/relationships/slide" Target="slides/slide28.xml"/><Relationship Id="rId18" Type="http://schemas.openxmlformats.org/officeDocument/2006/relationships/slide" Target="slides/slide38.xml"/><Relationship Id="rId3" Type="http://schemas.openxmlformats.org/officeDocument/2006/relationships/slide" Target="slides/slide14.xml"/><Relationship Id="rId7" Type="http://schemas.openxmlformats.org/officeDocument/2006/relationships/slide" Target="slides/slide22.xml"/><Relationship Id="rId12" Type="http://schemas.openxmlformats.org/officeDocument/2006/relationships/slide" Target="slides/slide27.xml"/><Relationship Id="rId17" Type="http://schemas.openxmlformats.org/officeDocument/2006/relationships/slide" Target="slides/slide37.xml"/><Relationship Id="rId2" Type="http://schemas.openxmlformats.org/officeDocument/2006/relationships/slide" Target="slides/slide13.xml"/><Relationship Id="rId16" Type="http://schemas.openxmlformats.org/officeDocument/2006/relationships/slide" Target="slides/slide33.xml"/><Relationship Id="rId1" Type="http://schemas.openxmlformats.org/officeDocument/2006/relationships/slide" Target="slides/slide12.xml"/><Relationship Id="rId6" Type="http://schemas.openxmlformats.org/officeDocument/2006/relationships/slide" Target="slides/slide21.xml"/><Relationship Id="rId11" Type="http://schemas.openxmlformats.org/officeDocument/2006/relationships/slide" Target="slides/slide26.xml"/><Relationship Id="rId5" Type="http://schemas.openxmlformats.org/officeDocument/2006/relationships/slide" Target="slides/slide17.xml"/><Relationship Id="rId15" Type="http://schemas.openxmlformats.org/officeDocument/2006/relationships/slide" Target="slides/slide32.xml"/><Relationship Id="rId10" Type="http://schemas.openxmlformats.org/officeDocument/2006/relationships/slide" Target="slides/slide25.xml"/><Relationship Id="rId4" Type="http://schemas.openxmlformats.org/officeDocument/2006/relationships/slide" Target="slides/slide16.xml"/><Relationship Id="rId9" Type="http://schemas.openxmlformats.org/officeDocument/2006/relationships/slide" Target="slides/slide24.xml"/><Relationship Id="rId14" Type="http://schemas.openxmlformats.org/officeDocument/2006/relationships/slide" Target="slides/slide3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08300" cy="4889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0114" tIns="45057" rIns="90114" bIns="45057" numCol="1" anchor="t" anchorCtr="0" compatLnSpc="1"/>
          <a:lstStyle>
            <a:lvl1pPr algn="l" defTabSz="901700">
              <a:spcBef>
                <a:spcPct val="0"/>
              </a:spcBef>
              <a:buClrTx/>
              <a:buSzTx/>
              <a:buFontTx/>
              <a:buNone/>
              <a:defRPr kumimoji="0" sz="1200">
                <a:solidFill>
                  <a:schemeClr val="tx1"/>
                </a:solidFill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17411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00475" y="0"/>
            <a:ext cx="2908300" cy="4889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0114" tIns="45057" rIns="90114" bIns="45057" numCol="1" anchor="t" anchorCtr="0" compatLnSpc="1"/>
          <a:lstStyle>
            <a:lvl1pPr algn="r" defTabSz="901700">
              <a:spcBef>
                <a:spcPct val="0"/>
              </a:spcBef>
              <a:buClrTx/>
              <a:buSzTx/>
              <a:buFontTx/>
              <a:buNone/>
              <a:defRPr kumimoji="0" sz="1200">
                <a:solidFill>
                  <a:schemeClr val="tx1"/>
                </a:solidFill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7412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285288"/>
            <a:ext cx="2908300" cy="4889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0114" tIns="45057" rIns="90114" bIns="45057" numCol="1" anchor="b" anchorCtr="0" compatLnSpc="1"/>
          <a:lstStyle>
            <a:lvl1pPr algn="l" defTabSz="901700">
              <a:spcBef>
                <a:spcPct val="0"/>
              </a:spcBef>
              <a:buClrTx/>
              <a:buSzTx/>
              <a:buFontTx/>
              <a:buNone/>
              <a:defRPr kumimoji="0" sz="1200">
                <a:solidFill>
                  <a:schemeClr val="tx1"/>
                </a:solidFill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17413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00475" y="9285288"/>
            <a:ext cx="2908300" cy="4889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0114" tIns="45057" rIns="90114" bIns="45057" numCol="1" anchor="b" anchorCtr="0" compatLnSpc="1"/>
          <a:lstStyle>
            <a:lvl1pPr algn="r" defTabSz="901700">
              <a:defRPr kumimoji="0" sz="1200" smtClean="0">
                <a:solidFill>
                  <a:schemeClr val="tx1"/>
                </a:solidFill>
              </a:defRPr>
            </a:lvl1pPr>
          </a:lstStyle>
          <a:p>
            <a:pPr>
              <a:defRPr/>
            </a:pPr>
            <a:fld id="{DC80FF67-3539-4C44-96DC-C63A1374D2B3}" type="slidenum">
              <a:rPr lang="zh-CN" altLang="en-US"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08300" cy="4889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0114" tIns="45057" rIns="90114" bIns="45057" numCol="1" anchor="t" anchorCtr="0" compatLnSpc="1"/>
          <a:lstStyle>
            <a:lvl1pPr algn="l" defTabSz="901700">
              <a:spcBef>
                <a:spcPct val="0"/>
              </a:spcBef>
              <a:buClrTx/>
              <a:buSzTx/>
              <a:buFontTx/>
              <a:buNone/>
              <a:defRPr kumimoji="0" sz="1200">
                <a:solidFill>
                  <a:schemeClr val="tx1"/>
                </a:solidFill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15363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00475" y="0"/>
            <a:ext cx="2908300" cy="4889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0114" tIns="45057" rIns="90114" bIns="45057" numCol="1" anchor="t" anchorCtr="0" compatLnSpc="1"/>
          <a:lstStyle>
            <a:lvl1pPr algn="r" defTabSz="901700">
              <a:spcBef>
                <a:spcPct val="0"/>
              </a:spcBef>
              <a:buClrTx/>
              <a:buSzTx/>
              <a:buFontTx/>
              <a:buNone/>
              <a:defRPr kumimoji="0" sz="1200">
                <a:solidFill>
                  <a:schemeClr val="tx1"/>
                </a:solidFill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2052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909638" y="733425"/>
            <a:ext cx="4889500" cy="3665538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5365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895350" y="4641850"/>
            <a:ext cx="4918075" cy="4398963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0114" tIns="45057" rIns="90114" bIns="45057" numCol="1" anchor="t" anchorCtr="0" compatLnSpc="1"/>
          <a:lstStyle/>
          <a:p>
            <a:pPr lvl="0"/>
            <a:r>
              <a:rPr lang="en-US" altLang="zh-CN" noProof="0"/>
              <a:t>Click to edit Master text styles</a:t>
            </a:r>
          </a:p>
          <a:p>
            <a:pPr lvl="1"/>
            <a:r>
              <a:rPr lang="en-US" altLang="zh-CN" noProof="0"/>
              <a:t>Second level</a:t>
            </a:r>
          </a:p>
          <a:p>
            <a:pPr lvl="2"/>
            <a:r>
              <a:rPr lang="en-US" altLang="zh-CN" noProof="0"/>
              <a:t>Third level</a:t>
            </a:r>
          </a:p>
          <a:p>
            <a:pPr lvl="3"/>
            <a:r>
              <a:rPr lang="en-US" altLang="zh-CN" noProof="0"/>
              <a:t>Fourth level</a:t>
            </a:r>
          </a:p>
          <a:p>
            <a:pPr lvl="4"/>
            <a:r>
              <a:rPr lang="en-US" altLang="zh-CN" noProof="0"/>
              <a:t>Fifth level</a:t>
            </a:r>
          </a:p>
        </p:txBody>
      </p:sp>
      <p:sp>
        <p:nvSpPr>
          <p:cNvPr id="15366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285288"/>
            <a:ext cx="2908300" cy="4889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0114" tIns="45057" rIns="90114" bIns="45057" numCol="1" anchor="b" anchorCtr="0" compatLnSpc="1"/>
          <a:lstStyle>
            <a:lvl1pPr algn="l" defTabSz="901700">
              <a:spcBef>
                <a:spcPct val="0"/>
              </a:spcBef>
              <a:buClrTx/>
              <a:buSzTx/>
              <a:buFontTx/>
              <a:buNone/>
              <a:defRPr kumimoji="0" sz="1200">
                <a:solidFill>
                  <a:schemeClr val="tx1"/>
                </a:solidFill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5367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00475" y="9285288"/>
            <a:ext cx="2908300" cy="4889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0114" tIns="45057" rIns="90114" bIns="45057" numCol="1" anchor="b" anchorCtr="0" compatLnSpc="1"/>
          <a:lstStyle>
            <a:lvl1pPr algn="r" defTabSz="901700">
              <a:defRPr kumimoji="0" sz="1200" smtClean="0">
                <a:solidFill>
                  <a:schemeClr val="tx1"/>
                </a:solidFill>
              </a:defRPr>
            </a:lvl1pPr>
          </a:lstStyle>
          <a:p>
            <a:pPr>
              <a:defRPr/>
            </a:pPr>
            <a:fld id="{3A00A146-A1C9-4121-A739-1EB961F49494}" type="slidenum">
              <a:rPr lang="zh-CN" altLang="en-US"/>
              <a:t>‹#›</a:t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911225" y="733425"/>
            <a:ext cx="4886325" cy="3665538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zh-CN" altLang="en-US" dirty="0"/>
              <a:t>将</a:t>
            </a:r>
            <a:r>
              <a:rPr kumimoji="1" lang="en-US" altLang="zh-CN" dirty="0"/>
              <a:t>L1</a:t>
            </a:r>
            <a:r>
              <a:rPr kumimoji="1" lang="zh-CN" altLang="en-US" dirty="0"/>
              <a:t>中的终结符转换后面拼上</a:t>
            </a:r>
            <a:r>
              <a:rPr kumimoji="1" lang="en-US" altLang="zh-CN" dirty="0"/>
              <a:t>L2</a:t>
            </a:r>
            <a:r>
              <a:rPr kumimoji="1" lang="zh-CN" altLang="en-US" dirty="0"/>
              <a:t>的起始符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3A00A146-A1C9-4121-A739-1EB961F49494}" type="slidenum">
              <a:rPr lang="zh-CN" altLang="en-US" smtClean="0"/>
              <a:t>5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64948564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911225" y="733425"/>
            <a:ext cx="4886325" cy="3665538"/>
          </a:xfrm>
        </p:spPr>
      </p:sp>
      <p:sp>
        <p:nvSpPr>
          <p:cNvPr id="5123" name="备注占位符 2"/>
          <p:cNvSpPr>
            <a:spLocks noGrp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124" name="灯片编号占位符 3"/>
          <p:cNvSpPr>
            <a:spLocks noGrp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01700">
              <a:defRPr kumimoji="1">
                <a:solidFill>
                  <a:srgbClr val="009999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defTabSz="901700">
              <a:defRPr kumimoji="1">
                <a:solidFill>
                  <a:srgbClr val="009999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defTabSz="901700">
              <a:defRPr kumimoji="1">
                <a:solidFill>
                  <a:srgbClr val="009999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defTabSz="901700">
              <a:defRPr kumimoji="1">
                <a:solidFill>
                  <a:srgbClr val="009999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defTabSz="901700">
              <a:defRPr kumimoji="1">
                <a:solidFill>
                  <a:srgbClr val="009999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defTabSz="9017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rgbClr val="009999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defTabSz="9017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rgbClr val="009999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defTabSz="9017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rgbClr val="009999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defTabSz="9017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rgbClr val="009999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fld id="{770800F0-6530-4799-8CF1-91CF00B36B9E}" type="slidenum">
              <a:rPr kumimoji="0" lang="zh-CN" altLang="en-US">
                <a:solidFill>
                  <a:schemeClr val="tx1"/>
                </a:solidFill>
              </a:rPr>
              <a:t>11</a:t>
            </a:fld>
            <a:endParaRPr kumimoji="0" lang="en-US" altLang="zh-CN">
              <a:solidFill>
                <a:schemeClr val="tx1"/>
              </a:solidFill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911225" y="733425"/>
            <a:ext cx="4886325" cy="3665538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en-US" altLang="zh-CN" dirty="0"/>
              <a:t>H</a:t>
            </a:r>
            <a:r>
              <a:rPr kumimoji="1" lang="zh-CN" altLang="en-US" dirty="0"/>
              <a:t>作用：标识定义终止状态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3A00A146-A1C9-4121-A739-1EB961F49494}" type="slidenum">
              <a:rPr lang="zh-CN" altLang="en-US" smtClean="0"/>
              <a:t>29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60924988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Rectangle 16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BBDDA98-BD62-4BF6-AC04-1F6A5E94478A}" type="slidenum">
              <a:rPr lang="zh-CN" altLang="en-US"/>
              <a:t>‹#›</a:t>
            </a:fld>
            <a:endParaRPr lang="en-US" altLang="zh-CN"/>
          </a:p>
        </p:txBody>
      </p:sp>
      <p:sp>
        <p:nvSpPr>
          <p:cNvPr id="5" name="Rectangle 14"/>
          <p:cNvSpPr>
            <a:spLocks noGrp="1" noChangeArrowheads="1"/>
          </p:cNvSpPr>
          <p:nvPr>
            <p:ph type="dt" sz="half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1704312-1C78-412E-8172-6C78A7C48CD4}" type="datetime1">
              <a:rPr lang="zh-CN" altLang="en-US"/>
              <a:t>2024/3/23</a:t>
            </a:fld>
            <a:endParaRPr lang="zh-CN" altLang="zh-CN"/>
          </a:p>
        </p:txBody>
      </p:sp>
      <p:sp>
        <p:nvSpPr>
          <p:cNvPr id="6" name="Rectangle 15"/>
          <p:cNvSpPr>
            <a:spLocks noGrp="1" noChangeArrowheads="1"/>
          </p:cNvSpPr>
          <p:nvPr>
            <p:ph type="ftr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School of Computer Science, BUPT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16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19EF957-78E6-4102-BAEC-150350FC735C}" type="slidenum">
              <a:rPr lang="zh-CN" altLang="en-US"/>
              <a:t>‹#›</a:t>
            </a:fld>
            <a:endParaRPr lang="en-US" altLang="zh-CN"/>
          </a:p>
        </p:txBody>
      </p:sp>
      <p:sp>
        <p:nvSpPr>
          <p:cNvPr id="5" name="Rectangle 14"/>
          <p:cNvSpPr>
            <a:spLocks noGrp="1" noChangeArrowheads="1"/>
          </p:cNvSpPr>
          <p:nvPr>
            <p:ph type="dt" sz="half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EDA6D71-6FA7-4D2A-A466-9272593C3787}" type="datetime1">
              <a:rPr lang="zh-CN" altLang="en-US"/>
              <a:t>2024/3/23</a:t>
            </a:fld>
            <a:endParaRPr lang="zh-CN" altLang="zh-CN"/>
          </a:p>
        </p:txBody>
      </p:sp>
      <p:sp>
        <p:nvSpPr>
          <p:cNvPr id="6" name="Rectangle 15"/>
          <p:cNvSpPr>
            <a:spLocks noGrp="1" noChangeArrowheads="1"/>
          </p:cNvSpPr>
          <p:nvPr>
            <p:ph type="ftr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School of Computer Science, BUPT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Rectangle 16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DFC68A6-E21F-41D0-8BD1-4DA89723FC9C}" type="slidenum">
              <a:rPr lang="zh-CN" altLang="en-US"/>
              <a:t>‹#›</a:t>
            </a:fld>
            <a:endParaRPr lang="en-US" altLang="zh-CN"/>
          </a:p>
        </p:txBody>
      </p:sp>
      <p:sp>
        <p:nvSpPr>
          <p:cNvPr id="5" name="Rectangle 14"/>
          <p:cNvSpPr>
            <a:spLocks noGrp="1" noChangeArrowheads="1"/>
          </p:cNvSpPr>
          <p:nvPr>
            <p:ph type="dt" sz="half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1EEB78C-B5C9-4FCE-A3A2-8B90EDF69633}" type="datetime1">
              <a:rPr lang="zh-CN" altLang="en-US"/>
              <a:t>2024/3/23</a:t>
            </a:fld>
            <a:endParaRPr lang="zh-CN" altLang="zh-CN"/>
          </a:p>
        </p:txBody>
      </p:sp>
      <p:sp>
        <p:nvSpPr>
          <p:cNvPr id="6" name="Rectangle 15"/>
          <p:cNvSpPr>
            <a:spLocks noGrp="1" noChangeArrowheads="1"/>
          </p:cNvSpPr>
          <p:nvPr>
            <p:ph type="ftr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School of Computer Science, BUPT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381000" y="1295400"/>
            <a:ext cx="4191000" cy="50292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724400" y="1295400"/>
            <a:ext cx="4191000" cy="50292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Rectangle 16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6602271-2464-4698-A976-0B73662077B3}" type="slidenum">
              <a:rPr lang="zh-CN" altLang="en-US"/>
              <a:t>‹#›</a:t>
            </a:fld>
            <a:endParaRPr lang="en-US" altLang="zh-CN"/>
          </a:p>
        </p:txBody>
      </p:sp>
      <p:sp>
        <p:nvSpPr>
          <p:cNvPr id="6" name="Rectangle 14"/>
          <p:cNvSpPr>
            <a:spLocks noGrp="1" noChangeArrowheads="1"/>
          </p:cNvSpPr>
          <p:nvPr>
            <p:ph type="dt" sz="half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0CDA7CF-CCB6-4EFB-99B1-0C5779D02A05}" type="datetime1">
              <a:rPr lang="zh-CN" altLang="en-US"/>
              <a:t>2024/3/23</a:t>
            </a:fld>
            <a:endParaRPr lang="zh-CN" altLang="zh-CN"/>
          </a:p>
        </p:txBody>
      </p:sp>
      <p:sp>
        <p:nvSpPr>
          <p:cNvPr id="7" name="Rectangle 15"/>
          <p:cNvSpPr>
            <a:spLocks noGrp="1" noChangeArrowheads="1"/>
          </p:cNvSpPr>
          <p:nvPr>
            <p:ph type="ftr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School of Computer Science, BUPT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Rectangle 16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B8C8675-34A9-4E1B-B863-8B61BCFE9DC5}" type="slidenum">
              <a:rPr lang="zh-CN" altLang="en-US"/>
              <a:t>‹#›</a:t>
            </a:fld>
            <a:endParaRPr lang="en-US" altLang="zh-CN"/>
          </a:p>
        </p:txBody>
      </p:sp>
      <p:sp>
        <p:nvSpPr>
          <p:cNvPr id="8" name="Rectangle 14"/>
          <p:cNvSpPr>
            <a:spLocks noGrp="1" noChangeArrowheads="1"/>
          </p:cNvSpPr>
          <p:nvPr>
            <p:ph type="dt" sz="half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70AD178-43D6-4472-945D-0F9CAB706DB5}" type="datetime1">
              <a:rPr lang="zh-CN" altLang="en-US"/>
              <a:t>2024/3/23</a:t>
            </a:fld>
            <a:endParaRPr lang="zh-CN" altLang="zh-CN"/>
          </a:p>
        </p:txBody>
      </p:sp>
      <p:sp>
        <p:nvSpPr>
          <p:cNvPr id="9" name="Rectangle 15"/>
          <p:cNvSpPr>
            <a:spLocks noGrp="1" noChangeArrowheads="1"/>
          </p:cNvSpPr>
          <p:nvPr>
            <p:ph type="ftr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School of Computer Science, BUPT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Rectangle 16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AA600F0-C9E7-499A-9EF4-4E4C8A19B44E}" type="slidenum">
              <a:rPr lang="zh-CN" altLang="en-US"/>
              <a:t>‹#›</a:t>
            </a:fld>
            <a:endParaRPr lang="en-US" altLang="zh-CN"/>
          </a:p>
        </p:txBody>
      </p:sp>
      <p:sp>
        <p:nvSpPr>
          <p:cNvPr id="4" name="Rectangle 14"/>
          <p:cNvSpPr>
            <a:spLocks noGrp="1" noChangeArrowheads="1"/>
          </p:cNvSpPr>
          <p:nvPr>
            <p:ph type="dt" sz="half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610AEA8-C74B-452D-B844-1AB8675F995E}" type="datetime1">
              <a:rPr lang="zh-CN" altLang="en-US"/>
              <a:t>2024/3/23</a:t>
            </a:fld>
            <a:endParaRPr lang="zh-CN" altLang="zh-CN"/>
          </a:p>
        </p:txBody>
      </p:sp>
      <p:sp>
        <p:nvSpPr>
          <p:cNvPr id="5" name="Rectangle 15"/>
          <p:cNvSpPr>
            <a:spLocks noGrp="1" noChangeArrowheads="1"/>
          </p:cNvSpPr>
          <p:nvPr>
            <p:ph type="ftr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School of Computer Science, BUPT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6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9A76BA7-CF15-4D7D-88C1-D605568EA860}" type="slidenum">
              <a:rPr lang="zh-CN" altLang="en-US"/>
              <a:t>‹#›</a:t>
            </a:fld>
            <a:endParaRPr lang="en-US" altLang="zh-CN"/>
          </a:p>
        </p:txBody>
      </p:sp>
      <p:sp>
        <p:nvSpPr>
          <p:cNvPr id="3" name="Rectangle 14"/>
          <p:cNvSpPr>
            <a:spLocks noGrp="1" noChangeArrowheads="1"/>
          </p:cNvSpPr>
          <p:nvPr>
            <p:ph type="dt" sz="half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3774C0F-48F8-47BA-A355-25B6AA452D7E}" type="datetime1">
              <a:rPr lang="zh-CN" altLang="en-US"/>
              <a:t>2024/3/23</a:t>
            </a:fld>
            <a:endParaRPr lang="zh-CN" altLang="zh-CN"/>
          </a:p>
        </p:txBody>
      </p:sp>
      <p:sp>
        <p:nvSpPr>
          <p:cNvPr id="4" name="Rectangle 15"/>
          <p:cNvSpPr>
            <a:spLocks noGrp="1" noChangeArrowheads="1"/>
          </p:cNvSpPr>
          <p:nvPr>
            <p:ph type="ftr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School of Computer Science, BUPT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16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5849DCD-FF93-44D5-B362-2AD6193879D8}" type="slidenum">
              <a:rPr lang="zh-CN" altLang="en-US"/>
              <a:t>‹#›</a:t>
            </a:fld>
            <a:endParaRPr lang="en-US" altLang="zh-CN"/>
          </a:p>
        </p:txBody>
      </p:sp>
      <p:sp>
        <p:nvSpPr>
          <p:cNvPr id="6" name="Rectangle 14"/>
          <p:cNvSpPr>
            <a:spLocks noGrp="1" noChangeArrowheads="1"/>
          </p:cNvSpPr>
          <p:nvPr>
            <p:ph type="dt" sz="half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8C71626-2641-4B8E-AD88-E99C5FF16FB9}" type="datetime1">
              <a:rPr lang="zh-CN" altLang="en-US"/>
              <a:t>2024/3/23</a:t>
            </a:fld>
            <a:endParaRPr lang="zh-CN" altLang="zh-CN"/>
          </a:p>
        </p:txBody>
      </p:sp>
      <p:sp>
        <p:nvSpPr>
          <p:cNvPr id="7" name="Rectangle 15"/>
          <p:cNvSpPr>
            <a:spLocks noGrp="1" noChangeArrowheads="1"/>
          </p:cNvSpPr>
          <p:nvPr>
            <p:ph type="ftr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School of Computer Science, BUPT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16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D485458-686E-4126-BCC9-B67F59340857}" type="slidenum">
              <a:rPr lang="zh-CN" altLang="en-US"/>
              <a:t>‹#›</a:t>
            </a:fld>
            <a:endParaRPr lang="en-US" altLang="zh-CN"/>
          </a:p>
        </p:txBody>
      </p:sp>
      <p:sp>
        <p:nvSpPr>
          <p:cNvPr id="6" name="Rectangle 14"/>
          <p:cNvSpPr>
            <a:spLocks noGrp="1" noChangeArrowheads="1"/>
          </p:cNvSpPr>
          <p:nvPr>
            <p:ph type="dt" sz="half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E8492DB-2EF4-494E-BB1F-DD950155E906}" type="datetime1">
              <a:rPr lang="zh-CN" altLang="en-US"/>
              <a:t>2024/3/23</a:t>
            </a:fld>
            <a:endParaRPr lang="zh-CN" altLang="zh-CN"/>
          </a:p>
        </p:txBody>
      </p:sp>
      <p:sp>
        <p:nvSpPr>
          <p:cNvPr id="7" name="Rectangle 15"/>
          <p:cNvSpPr>
            <a:spLocks noGrp="1" noChangeArrowheads="1"/>
          </p:cNvSpPr>
          <p:nvPr>
            <p:ph type="ftr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School of Computer Science, BUPT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16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0A59794-CEE5-41BC-B503-82AA1B8408D8}" type="slidenum">
              <a:rPr lang="zh-CN" altLang="en-US"/>
              <a:t>‹#›</a:t>
            </a:fld>
            <a:endParaRPr lang="en-US" altLang="zh-CN"/>
          </a:p>
        </p:txBody>
      </p:sp>
      <p:sp>
        <p:nvSpPr>
          <p:cNvPr id="5" name="Rectangle 14"/>
          <p:cNvSpPr>
            <a:spLocks noGrp="1" noChangeArrowheads="1"/>
          </p:cNvSpPr>
          <p:nvPr>
            <p:ph type="dt" sz="half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5CE9149-8EA8-4CD1-A030-279BB495A543}" type="datetime1">
              <a:rPr lang="zh-CN" altLang="en-US"/>
              <a:t>2024/3/23</a:t>
            </a:fld>
            <a:endParaRPr lang="zh-CN" altLang="zh-CN"/>
          </a:p>
        </p:txBody>
      </p:sp>
      <p:sp>
        <p:nvSpPr>
          <p:cNvPr id="6" name="Rectangle 15"/>
          <p:cNvSpPr>
            <a:spLocks noGrp="1" noChangeArrowheads="1"/>
          </p:cNvSpPr>
          <p:nvPr>
            <p:ph type="ftr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School of Computer Science, BUPT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797675" y="304800"/>
            <a:ext cx="2138363" cy="6019800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381000" y="304800"/>
            <a:ext cx="6264275" cy="6019800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16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EAF1404-D40B-4B40-BF6B-6D67F43A2D7A}" type="slidenum">
              <a:rPr lang="zh-CN" altLang="en-US"/>
              <a:t>‹#›</a:t>
            </a:fld>
            <a:endParaRPr lang="en-US" altLang="zh-CN"/>
          </a:p>
        </p:txBody>
      </p:sp>
      <p:sp>
        <p:nvSpPr>
          <p:cNvPr id="5" name="Rectangle 14"/>
          <p:cNvSpPr>
            <a:spLocks noGrp="1" noChangeArrowheads="1"/>
          </p:cNvSpPr>
          <p:nvPr>
            <p:ph type="dt" sz="half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A44825B-A150-4253-A209-8F4826F6138A}" type="datetime1">
              <a:rPr lang="zh-CN" altLang="en-US"/>
              <a:t>2024/3/23</a:t>
            </a:fld>
            <a:endParaRPr lang="zh-CN" altLang="zh-CN"/>
          </a:p>
        </p:txBody>
      </p:sp>
      <p:sp>
        <p:nvSpPr>
          <p:cNvPr id="6" name="Rectangle 15"/>
          <p:cNvSpPr>
            <a:spLocks noGrp="1" noChangeArrowheads="1"/>
          </p:cNvSpPr>
          <p:nvPr>
            <p:ph type="ftr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School of Computer Science, BUPT</a:t>
            </a:r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592" name="Rectangle 1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7620000" y="6400800"/>
            <a:ext cx="15240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algn="r" eaLnBrk="1" hangingPunct="1">
              <a:defRPr kumimoji="0" sz="1200" b="1" i="1" smtClean="0">
                <a:latin typeface="Arial Narrow" panose="020B0606020202030204" pitchFamily="34" charset="0"/>
              </a:defRPr>
            </a:lvl1pPr>
          </a:lstStyle>
          <a:p>
            <a:pPr>
              <a:defRPr/>
            </a:pPr>
            <a:fld id="{BD8712E1-624C-490B-B7F6-E49B686B6DBF}" type="slidenum">
              <a:rPr lang="zh-CN" altLang="en-US"/>
              <a:t>‹#›</a:t>
            </a:fld>
            <a:endParaRPr lang="en-US" altLang="zh-CN"/>
          </a:p>
        </p:txBody>
      </p:sp>
      <p:sp>
        <p:nvSpPr>
          <p:cNvPr id="1027" name="Rectangle 2"/>
          <p:cNvSpPr>
            <a:spLocks noChangeArrowheads="1"/>
          </p:cNvSpPr>
          <p:nvPr/>
        </p:nvSpPr>
        <p:spPr bwMode="ltGray">
          <a:xfrm>
            <a:off x="457200" y="762000"/>
            <a:ext cx="438150" cy="474663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wrap="none" anchor="ctr"/>
          <a:lstStyle>
            <a:lvl1pPr algn="r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defRPr kumimoji="1">
                <a:solidFill>
                  <a:srgbClr val="009999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algn="r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defRPr kumimoji="1">
                <a:solidFill>
                  <a:srgbClr val="009999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algn="r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defRPr kumimoji="1">
                <a:solidFill>
                  <a:srgbClr val="009999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algn="r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defRPr kumimoji="1">
                <a:solidFill>
                  <a:srgbClr val="009999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algn="r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defRPr kumimoji="1">
                <a:solidFill>
                  <a:srgbClr val="009999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defRPr kumimoji="1">
                <a:solidFill>
                  <a:srgbClr val="009999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defRPr kumimoji="1">
                <a:solidFill>
                  <a:srgbClr val="009999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defRPr kumimoji="1">
                <a:solidFill>
                  <a:srgbClr val="009999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defRPr kumimoji="1">
                <a:solidFill>
                  <a:srgbClr val="009999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  <a:defRPr/>
            </a:pPr>
            <a:endParaRPr lang="zh-CN" altLang="en-US" sz="2400">
              <a:solidFill>
                <a:schemeClr val="tx1"/>
              </a:solidFill>
              <a:latin typeface="Tahoma" panose="020B0604030504040204" pitchFamily="34" charset="0"/>
            </a:endParaRPr>
          </a:p>
        </p:txBody>
      </p:sp>
      <p:sp>
        <p:nvSpPr>
          <p:cNvPr id="1028" name="Rectangle 3"/>
          <p:cNvSpPr>
            <a:spLocks noChangeArrowheads="1"/>
          </p:cNvSpPr>
          <p:nvPr/>
        </p:nvSpPr>
        <p:spPr bwMode="ltGray">
          <a:xfrm>
            <a:off x="762000" y="838200"/>
            <a:ext cx="328613" cy="474663"/>
          </a:xfrm>
          <a:prstGeom prst="rect">
            <a:avLst/>
          </a:prstGeom>
          <a:gradFill rotWithShape="0">
            <a:gsLst>
              <a:gs pos="0">
                <a:schemeClr val="accent2"/>
              </a:gs>
              <a:gs pos="100000">
                <a:schemeClr val="bg1"/>
              </a:gs>
            </a:gsLst>
            <a:lin ang="0" scaled="1"/>
          </a:gradFill>
          <a:ln>
            <a:noFill/>
          </a:ln>
        </p:spPr>
        <p:txBody>
          <a:bodyPr wrap="none" anchor="ctr"/>
          <a:lstStyle>
            <a:lvl1pPr algn="r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defRPr kumimoji="1">
                <a:solidFill>
                  <a:srgbClr val="009999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algn="r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defRPr kumimoji="1">
                <a:solidFill>
                  <a:srgbClr val="009999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algn="r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defRPr kumimoji="1">
                <a:solidFill>
                  <a:srgbClr val="009999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algn="r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defRPr kumimoji="1">
                <a:solidFill>
                  <a:srgbClr val="009999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algn="r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defRPr kumimoji="1">
                <a:solidFill>
                  <a:srgbClr val="009999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defRPr kumimoji="1">
                <a:solidFill>
                  <a:srgbClr val="009999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defRPr kumimoji="1">
                <a:solidFill>
                  <a:srgbClr val="009999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defRPr kumimoji="1">
                <a:solidFill>
                  <a:srgbClr val="009999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defRPr kumimoji="1">
                <a:solidFill>
                  <a:srgbClr val="009999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  <a:defRPr/>
            </a:pPr>
            <a:endParaRPr lang="zh-CN" altLang="en-US" sz="2400">
              <a:solidFill>
                <a:schemeClr val="tx1"/>
              </a:solidFill>
              <a:latin typeface="Tahoma" panose="020B0604030504040204" pitchFamily="34" charset="0"/>
            </a:endParaRPr>
          </a:p>
        </p:txBody>
      </p:sp>
      <p:sp>
        <p:nvSpPr>
          <p:cNvPr id="1029" name="Rectangle 4"/>
          <p:cNvSpPr>
            <a:spLocks noChangeArrowheads="1"/>
          </p:cNvSpPr>
          <p:nvPr/>
        </p:nvSpPr>
        <p:spPr bwMode="ltGray">
          <a:xfrm>
            <a:off x="533400" y="457200"/>
            <a:ext cx="422275" cy="474663"/>
          </a:xfrm>
          <a:prstGeom prst="rect">
            <a:avLst/>
          </a:prstGeom>
          <a:solidFill>
            <a:schemeClr val="folHlink"/>
          </a:solidFill>
          <a:ln>
            <a:noFill/>
          </a:ln>
        </p:spPr>
        <p:txBody>
          <a:bodyPr wrap="none" anchor="ctr"/>
          <a:lstStyle>
            <a:lvl1pPr algn="r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defRPr kumimoji="1">
                <a:solidFill>
                  <a:srgbClr val="009999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algn="r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defRPr kumimoji="1">
                <a:solidFill>
                  <a:srgbClr val="009999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algn="r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defRPr kumimoji="1">
                <a:solidFill>
                  <a:srgbClr val="009999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algn="r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defRPr kumimoji="1">
                <a:solidFill>
                  <a:srgbClr val="009999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algn="r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defRPr kumimoji="1">
                <a:solidFill>
                  <a:srgbClr val="009999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defRPr kumimoji="1">
                <a:solidFill>
                  <a:srgbClr val="009999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defRPr kumimoji="1">
                <a:solidFill>
                  <a:srgbClr val="009999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defRPr kumimoji="1">
                <a:solidFill>
                  <a:srgbClr val="009999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defRPr kumimoji="1">
                <a:solidFill>
                  <a:srgbClr val="009999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  <a:defRPr/>
            </a:pPr>
            <a:endParaRPr lang="zh-CN" altLang="en-US" sz="2400">
              <a:solidFill>
                <a:schemeClr val="tx1"/>
              </a:solidFill>
              <a:latin typeface="Tahoma" panose="020B0604030504040204" pitchFamily="34" charset="0"/>
            </a:endParaRPr>
          </a:p>
        </p:txBody>
      </p:sp>
      <p:sp>
        <p:nvSpPr>
          <p:cNvPr id="1030" name="Rectangle 5"/>
          <p:cNvSpPr>
            <a:spLocks noChangeArrowheads="1"/>
          </p:cNvSpPr>
          <p:nvPr/>
        </p:nvSpPr>
        <p:spPr bwMode="ltGray">
          <a:xfrm>
            <a:off x="304800" y="381000"/>
            <a:ext cx="368300" cy="474663"/>
          </a:xfrm>
          <a:prstGeom prst="rect">
            <a:avLst/>
          </a:prstGeom>
          <a:gradFill rotWithShape="0">
            <a:gsLst>
              <a:gs pos="0">
                <a:schemeClr val="folHlink"/>
              </a:gs>
              <a:gs pos="100000">
                <a:schemeClr val="bg1"/>
              </a:gs>
            </a:gsLst>
            <a:lin ang="0" scaled="1"/>
          </a:gradFill>
          <a:ln>
            <a:noFill/>
          </a:ln>
        </p:spPr>
        <p:txBody>
          <a:bodyPr wrap="none" anchor="ctr"/>
          <a:lstStyle>
            <a:lvl1pPr algn="r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defRPr kumimoji="1">
                <a:solidFill>
                  <a:srgbClr val="009999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algn="r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defRPr kumimoji="1">
                <a:solidFill>
                  <a:srgbClr val="009999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algn="r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defRPr kumimoji="1">
                <a:solidFill>
                  <a:srgbClr val="009999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algn="r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defRPr kumimoji="1">
                <a:solidFill>
                  <a:srgbClr val="009999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algn="r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defRPr kumimoji="1">
                <a:solidFill>
                  <a:srgbClr val="009999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defRPr kumimoji="1">
                <a:solidFill>
                  <a:srgbClr val="009999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defRPr kumimoji="1">
                <a:solidFill>
                  <a:srgbClr val="009999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defRPr kumimoji="1">
                <a:solidFill>
                  <a:srgbClr val="009999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defRPr kumimoji="1">
                <a:solidFill>
                  <a:srgbClr val="009999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  <a:defRPr/>
            </a:pPr>
            <a:endParaRPr lang="zh-CN" altLang="en-US" sz="2400">
              <a:solidFill>
                <a:schemeClr val="tx1"/>
              </a:solidFill>
              <a:latin typeface="Tahoma" panose="020B0604030504040204" pitchFamily="34" charset="0"/>
            </a:endParaRPr>
          </a:p>
        </p:txBody>
      </p:sp>
      <p:sp>
        <p:nvSpPr>
          <p:cNvPr id="1031" name="Rectangle 6"/>
          <p:cNvSpPr>
            <a:spLocks noChangeArrowheads="1"/>
          </p:cNvSpPr>
          <p:nvPr/>
        </p:nvSpPr>
        <p:spPr bwMode="ltGray">
          <a:xfrm>
            <a:off x="0" y="685800"/>
            <a:ext cx="560388" cy="422275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hlink"/>
              </a:gs>
            </a:gsLst>
            <a:lin ang="18900000" scaled="1"/>
          </a:gradFill>
          <a:ln>
            <a:noFill/>
          </a:ln>
        </p:spPr>
        <p:txBody>
          <a:bodyPr wrap="none" anchor="ctr"/>
          <a:lstStyle>
            <a:lvl1pPr algn="r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defRPr kumimoji="1">
                <a:solidFill>
                  <a:srgbClr val="009999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algn="r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defRPr kumimoji="1">
                <a:solidFill>
                  <a:srgbClr val="009999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algn="r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defRPr kumimoji="1">
                <a:solidFill>
                  <a:srgbClr val="009999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algn="r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defRPr kumimoji="1">
                <a:solidFill>
                  <a:srgbClr val="009999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algn="r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defRPr kumimoji="1">
                <a:solidFill>
                  <a:srgbClr val="009999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defRPr kumimoji="1">
                <a:solidFill>
                  <a:srgbClr val="009999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defRPr kumimoji="1">
                <a:solidFill>
                  <a:srgbClr val="009999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defRPr kumimoji="1">
                <a:solidFill>
                  <a:srgbClr val="009999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defRPr kumimoji="1">
                <a:solidFill>
                  <a:srgbClr val="009999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  <a:defRPr/>
            </a:pPr>
            <a:endParaRPr lang="zh-CN" altLang="en-US" sz="2400">
              <a:solidFill>
                <a:schemeClr val="tx1"/>
              </a:solidFill>
              <a:latin typeface="Tahoma" panose="020B0604030504040204" pitchFamily="34" charset="0"/>
            </a:endParaRPr>
          </a:p>
        </p:txBody>
      </p:sp>
      <p:sp>
        <p:nvSpPr>
          <p:cNvPr id="1032" name="Rectangle 7"/>
          <p:cNvSpPr>
            <a:spLocks noChangeArrowheads="1"/>
          </p:cNvSpPr>
          <p:nvPr/>
        </p:nvSpPr>
        <p:spPr bwMode="gray">
          <a:xfrm>
            <a:off x="914400" y="381000"/>
            <a:ext cx="31750" cy="1052513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txBody>
          <a:bodyPr wrap="none" anchor="ctr"/>
          <a:lstStyle>
            <a:lvl1pPr algn="r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defRPr kumimoji="1">
                <a:solidFill>
                  <a:srgbClr val="009999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algn="r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defRPr kumimoji="1">
                <a:solidFill>
                  <a:srgbClr val="009999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algn="r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defRPr kumimoji="1">
                <a:solidFill>
                  <a:srgbClr val="009999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algn="r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defRPr kumimoji="1">
                <a:solidFill>
                  <a:srgbClr val="009999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algn="r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defRPr kumimoji="1">
                <a:solidFill>
                  <a:srgbClr val="009999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defRPr kumimoji="1">
                <a:solidFill>
                  <a:srgbClr val="009999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defRPr kumimoji="1">
                <a:solidFill>
                  <a:srgbClr val="009999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defRPr kumimoji="1">
                <a:solidFill>
                  <a:srgbClr val="009999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defRPr kumimoji="1">
                <a:solidFill>
                  <a:srgbClr val="009999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  <a:defRPr/>
            </a:pPr>
            <a:endParaRPr lang="zh-CN" altLang="en-US" sz="2400">
              <a:solidFill>
                <a:schemeClr val="tx1"/>
              </a:solidFill>
              <a:latin typeface="Tahoma" panose="020B0604030504040204" pitchFamily="34" charset="0"/>
            </a:endParaRPr>
          </a:p>
        </p:txBody>
      </p:sp>
      <p:sp>
        <p:nvSpPr>
          <p:cNvPr id="1033" name="Rectangle 8"/>
          <p:cNvSpPr>
            <a:spLocks noChangeArrowheads="1"/>
          </p:cNvSpPr>
          <p:nvPr/>
        </p:nvSpPr>
        <p:spPr bwMode="gray">
          <a:xfrm>
            <a:off x="609600" y="1219200"/>
            <a:ext cx="8226425" cy="31750"/>
          </a:xfrm>
          <a:prstGeom prst="rect">
            <a:avLst/>
          </a:prstGeom>
          <a:gradFill rotWithShape="0">
            <a:gsLst>
              <a:gs pos="0">
                <a:schemeClr val="bg2"/>
              </a:gs>
              <a:gs pos="100000">
                <a:schemeClr val="bg1"/>
              </a:gs>
            </a:gsLst>
            <a:lin ang="0" scaled="1"/>
          </a:gradFill>
          <a:ln>
            <a:noFill/>
          </a:ln>
        </p:spPr>
        <p:txBody>
          <a:bodyPr wrap="none" anchor="ctr"/>
          <a:lstStyle>
            <a:lvl1pPr algn="r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defRPr kumimoji="1">
                <a:solidFill>
                  <a:srgbClr val="009999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algn="r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defRPr kumimoji="1">
                <a:solidFill>
                  <a:srgbClr val="009999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algn="r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defRPr kumimoji="1">
                <a:solidFill>
                  <a:srgbClr val="009999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algn="r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defRPr kumimoji="1">
                <a:solidFill>
                  <a:srgbClr val="009999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algn="r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defRPr kumimoji="1">
                <a:solidFill>
                  <a:srgbClr val="009999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defRPr kumimoji="1">
                <a:solidFill>
                  <a:srgbClr val="009999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defRPr kumimoji="1">
                <a:solidFill>
                  <a:srgbClr val="009999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defRPr kumimoji="1">
                <a:solidFill>
                  <a:srgbClr val="009999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defRPr kumimoji="1">
                <a:solidFill>
                  <a:srgbClr val="009999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  <a:defRPr/>
            </a:pPr>
            <a:endParaRPr lang="zh-CN" altLang="en-US" sz="2400">
              <a:solidFill>
                <a:schemeClr val="tx1"/>
              </a:solidFill>
              <a:latin typeface="Tahoma" panose="020B0604030504040204" pitchFamily="34" charset="0"/>
            </a:endParaRPr>
          </a:p>
        </p:txBody>
      </p:sp>
      <p:sp>
        <p:nvSpPr>
          <p:cNvPr id="1034" name="Rectangle 9"/>
          <p:cNvSpPr>
            <a:spLocks noGrp="1" noChangeArrowheads="1"/>
          </p:cNvSpPr>
          <p:nvPr>
            <p:ph type="title"/>
          </p:nvPr>
        </p:nvSpPr>
        <p:spPr bwMode="auto">
          <a:xfrm>
            <a:off x="1143000" y="304800"/>
            <a:ext cx="7793038" cy="838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/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1035" name="Rectangle 10"/>
          <p:cNvSpPr>
            <a:spLocks noGrp="1" noChangeArrowheads="1"/>
          </p:cNvSpPr>
          <p:nvPr>
            <p:ph type="body" idx="1"/>
          </p:nvPr>
        </p:nvSpPr>
        <p:spPr bwMode="auto">
          <a:xfrm>
            <a:off x="381000" y="1295400"/>
            <a:ext cx="8534400" cy="5029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152590" name="Rectangle 1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228600" y="6400800"/>
            <a:ext cx="1447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algn="l" eaLnBrk="1" hangingPunct="1">
              <a:spcBef>
                <a:spcPct val="0"/>
              </a:spcBef>
              <a:buClrTx/>
              <a:buSzTx/>
              <a:buFontTx/>
              <a:buNone/>
              <a:defRPr kumimoji="0" sz="1200" b="1" i="1" smtClean="0">
                <a:latin typeface="Arial Narrow" panose="020B0606020202030204" pitchFamily="34" charset="0"/>
              </a:defRPr>
            </a:lvl1pPr>
          </a:lstStyle>
          <a:p>
            <a:pPr>
              <a:defRPr/>
            </a:pPr>
            <a:fld id="{8B73AD28-177A-4478-8EDD-D5658941B687}" type="datetime1">
              <a:rPr lang="zh-CN" altLang="en-US"/>
              <a:t>2024/3/23</a:t>
            </a:fld>
            <a:endParaRPr lang="zh-CN" altLang="zh-CN"/>
          </a:p>
        </p:txBody>
      </p:sp>
      <p:sp>
        <p:nvSpPr>
          <p:cNvPr id="152591" name="Rectangle 1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1447800" y="6400800"/>
            <a:ext cx="6400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algn="ctr" eaLnBrk="1" hangingPunct="1">
              <a:lnSpc>
                <a:spcPct val="110000"/>
              </a:lnSpc>
              <a:spcBef>
                <a:spcPct val="0"/>
              </a:spcBef>
              <a:buClrTx/>
              <a:buSzTx/>
              <a:buFontTx/>
              <a:buNone/>
              <a:defRPr sz="1200" b="1" i="1" smtClean="0">
                <a:latin typeface="Arial Narrow" panose="020B0606020202030204" pitchFamily="34" charset="0"/>
              </a:defRPr>
            </a:lvl1pPr>
          </a:lstStyle>
          <a:p>
            <a:pPr>
              <a:defRPr/>
            </a:pPr>
            <a:r>
              <a:rPr lang="en-US" altLang="zh-CN"/>
              <a:t>School of Computer Science, BUPT</a:t>
            </a:r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/>
  <p:txStyles>
    <p:titleStyle>
      <a:lvl1pPr algn="l" rtl="0" eaLnBrk="0" fontAlgn="base" hangingPunct="0">
        <a:spcBef>
          <a:spcPct val="0"/>
        </a:spcBef>
        <a:spcAft>
          <a:spcPct val="0"/>
        </a:spcAft>
        <a:defRPr kumimoji="1" sz="36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kumimoji="1" sz="3600">
          <a:solidFill>
            <a:schemeClr val="tx2"/>
          </a:solidFill>
          <a:latin typeface="Copperplate Gothic Light" panose="020E0507020206020404" pitchFamily="34" charset="0"/>
          <a:ea typeface="宋体" panose="02010600030101010101" pitchFamily="2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kumimoji="1" sz="3600">
          <a:solidFill>
            <a:schemeClr val="tx2"/>
          </a:solidFill>
          <a:latin typeface="Copperplate Gothic Light" panose="020E0507020206020404" pitchFamily="34" charset="0"/>
          <a:ea typeface="宋体" panose="02010600030101010101" pitchFamily="2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kumimoji="1" sz="3600">
          <a:solidFill>
            <a:schemeClr val="tx2"/>
          </a:solidFill>
          <a:latin typeface="Copperplate Gothic Light" panose="020E0507020206020404" pitchFamily="34" charset="0"/>
          <a:ea typeface="宋体" panose="02010600030101010101" pitchFamily="2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kumimoji="1" sz="3600">
          <a:solidFill>
            <a:schemeClr val="tx2"/>
          </a:solidFill>
          <a:latin typeface="Copperplate Gothic Light" panose="020E0507020206020404" pitchFamily="34" charset="0"/>
          <a:ea typeface="宋体" panose="02010600030101010101" pitchFamily="2" charset="-122"/>
        </a:defRPr>
      </a:lvl5pPr>
      <a:lvl6pPr marL="457200" algn="l" rtl="0" fontAlgn="base">
        <a:spcBef>
          <a:spcPct val="0"/>
        </a:spcBef>
        <a:spcAft>
          <a:spcPct val="0"/>
        </a:spcAft>
        <a:defRPr kumimoji="1" sz="3600">
          <a:solidFill>
            <a:schemeClr val="tx2"/>
          </a:solidFill>
          <a:latin typeface="Copperplate Gothic Light" panose="020E0507020206020404" pitchFamily="34" charset="0"/>
          <a:ea typeface="宋体" panose="02010600030101010101" pitchFamily="2" charset="-122"/>
        </a:defRPr>
      </a:lvl6pPr>
      <a:lvl7pPr marL="914400" algn="l" rtl="0" fontAlgn="base">
        <a:spcBef>
          <a:spcPct val="0"/>
        </a:spcBef>
        <a:spcAft>
          <a:spcPct val="0"/>
        </a:spcAft>
        <a:defRPr kumimoji="1" sz="3600">
          <a:solidFill>
            <a:schemeClr val="tx2"/>
          </a:solidFill>
          <a:latin typeface="Copperplate Gothic Light" panose="020E0507020206020404" pitchFamily="34" charset="0"/>
          <a:ea typeface="宋体" panose="02010600030101010101" pitchFamily="2" charset="-122"/>
        </a:defRPr>
      </a:lvl7pPr>
      <a:lvl8pPr marL="1371600" algn="l" rtl="0" fontAlgn="base">
        <a:spcBef>
          <a:spcPct val="0"/>
        </a:spcBef>
        <a:spcAft>
          <a:spcPct val="0"/>
        </a:spcAft>
        <a:defRPr kumimoji="1" sz="3600">
          <a:solidFill>
            <a:schemeClr val="tx2"/>
          </a:solidFill>
          <a:latin typeface="Copperplate Gothic Light" panose="020E0507020206020404" pitchFamily="34" charset="0"/>
          <a:ea typeface="宋体" panose="02010600030101010101" pitchFamily="2" charset="-122"/>
        </a:defRPr>
      </a:lvl8pPr>
      <a:lvl9pPr marL="1828800" algn="l" rtl="0" fontAlgn="base">
        <a:spcBef>
          <a:spcPct val="0"/>
        </a:spcBef>
        <a:spcAft>
          <a:spcPct val="0"/>
        </a:spcAft>
        <a:defRPr kumimoji="1" sz="3600">
          <a:solidFill>
            <a:schemeClr val="tx2"/>
          </a:solidFill>
          <a:latin typeface="Copperplate Gothic Light" panose="020E0507020206020404" pitchFamily="34" charset="0"/>
          <a:ea typeface="宋体" panose="02010600030101010101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folHlink"/>
        </a:buClr>
        <a:buSzPct val="60000"/>
        <a:buFont typeface="Wingdings" panose="05000000000000000000" pitchFamily="2" charset="2"/>
        <a:buChar char="n"/>
        <a:defRPr kumimoji="1" sz="2800" b="1">
          <a:solidFill>
            <a:schemeClr val="tx1"/>
          </a:solidFill>
          <a:latin typeface="Times New Roman" panose="02020603050405020304" pitchFamily="18" charset="0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55000"/>
        <a:buFont typeface="Wingdings" panose="05000000000000000000" pitchFamily="2" charset="2"/>
        <a:buChar char="n"/>
        <a:defRPr kumimoji="1" sz="2800">
          <a:solidFill>
            <a:schemeClr val="tx1"/>
          </a:solidFill>
          <a:latin typeface="Times New Roman" panose="02020603050405020304" pitchFamily="18" charset="0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folHlink"/>
        </a:buClr>
        <a:buSzPct val="50000"/>
        <a:buFont typeface="Wingdings" panose="05000000000000000000" pitchFamily="2" charset="2"/>
        <a:buChar char="n"/>
        <a:defRPr kumimoji="1" sz="2400">
          <a:solidFill>
            <a:schemeClr val="tx1"/>
          </a:solidFill>
          <a:latin typeface="Times New Roman" panose="02020603050405020304" pitchFamily="18" charset="0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55000"/>
        <a:buFont typeface="Wingdings" panose="05000000000000000000" pitchFamily="2" charset="2"/>
        <a:buChar char="n"/>
        <a:defRPr kumimoji="1" sz="2400">
          <a:solidFill>
            <a:schemeClr val="tx1"/>
          </a:solidFill>
          <a:latin typeface="Times New Roman" panose="02020603050405020304" pitchFamily="18" charset="0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anose="05000000000000000000" pitchFamily="2" charset="2"/>
        <a:buChar char="n"/>
        <a:defRPr kumimoji="1" sz="2400">
          <a:solidFill>
            <a:schemeClr val="tx1"/>
          </a:solidFill>
          <a:latin typeface="Times New Roman" panose="02020603050405020304" pitchFamily="18" charset="0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anose="05000000000000000000" pitchFamily="2" charset="2"/>
        <a:buChar char="n"/>
        <a:defRPr kumimoji="1" sz="24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anose="05000000000000000000" pitchFamily="2" charset="2"/>
        <a:buChar char="n"/>
        <a:defRPr kumimoji="1" sz="24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anose="05000000000000000000" pitchFamily="2" charset="2"/>
        <a:buChar char="n"/>
        <a:defRPr kumimoji="1" sz="24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anose="05000000000000000000" pitchFamily="2" charset="2"/>
        <a:buChar char="n"/>
        <a:defRPr kumimoji="1" sz="24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slide" Target="slide15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4.bin"/><Relationship Id="rId3" Type="http://schemas.openxmlformats.org/officeDocument/2006/relationships/image" Target="../media/image1.wmf"/><Relationship Id="rId7" Type="http://schemas.openxmlformats.org/officeDocument/2006/relationships/image" Target="../media/image3.wmf"/><Relationship Id="rId2" Type="http://schemas.openxmlformats.org/officeDocument/2006/relationships/oleObject" Target="../embeddings/oleObject1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3.bin"/><Relationship Id="rId5" Type="http://schemas.openxmlformats.org/officeDocument/2006/relationships/image" Target="../media/image2.wmf"/><Relationship Id="rId10" Type="http://schemas.openxmlformats.org/officeDocument/2006/relationships/oleObject" Target="../embeddings/oleObject6.bin"/><Relationship Id="rId4" Type="http://schemas.openxmlformats.org/officeDocument/2006/relationships/oleObject" Target="../embeddings/oleObject2.bin"/><Relationship Id="rId9" Type="http://schemas.openxmlformats.org/officeDocument/2006/relationships/oleObject" Target="../embeddings/oleObject5.bin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wmf"/><Relationship Id="rId7" Type="http://schemas.openxmlformats.org/officeDocument/2006/relationships/image" Target="../media/image6.wmf"/><Relationship Id="rId2" Type="http://schemas.openxmlformats.org/officeDocument/2006/relationships/oleObject" Target="../embeddings/oleObject7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9.bin"/><Relationship Id="rId5" Type="http://schemas.openxmlformats.org/officeDocument/2006/relationships/image" Target="../media/image5.wmf"/><Relationship Id="rId4" Type="http://schemas.openxmlformats.org/officeDocument/2006/relationships/oleObject" Target="../embeddings/oleObject8.bin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wmf"/><Relationship Id="rId2" Type="http://schemas.openxmlformats.org/officeDocument/2006/relationships/oleObject" Target="../embeddings/oleObject10.bin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4.bin"/><Relationship Id="rId3" Type="http://schemas.openxmlformats.org/officeDocument/2006/relationships/image" Target="../media/image8.wmf"/><Relationship Id="rId7" Type="http://schemas.openxmlformats.org/officeDocument/2006/relationships/image" Target="../media/image9.wmf"/><Relationship Id="rId2" Type="http://schemas.openxmlformats.org/officeDocument/2006/relationships/oleObject" Target="../embeddings/oleObject11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13.bin"/><Relationship Id="rId5" Type="http://schemas.openxmlformats.org/officeDocument/2006/relationships/image" Target="../media/image6.wmf"/><Relationship Id="rId10" Type="http://schemas.openxmlformats.org/officeDocument/2006/relationships/image" Target="../media/image10.wmf"/><Relationship Id="rId4" Type="http://schemas.openxmlformats.org/officeDocument/2006/relationships/oleObject" Target="../embeddings/oleObject12.bin"/><Relationship Id="rId9" Type="http://schemas.openxmlformats.org/officeDocument/2006/relationships/oleObject" Target="../embeddings/oleObject15.bin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tags" Target="../tags/tag9.xml"/><Relationship Id="rId13" Type="http://schemas.openxmlformats.org/officeDocument/2006/relationships/tags" Target="../tags/tag14.xml"/><Relationship Id="rId18" Type="http://schemas.openxmlformats.org/officeDocument/2006/relationships/slideLayout" Target="../slideLayouts/slideLayout7.xml"/><Relationship Id="rId3" Type="http://schemas.openxmlformats.org/officeDocument/2006/relationships/tags" Target="../tags/tag4.xml"/><Relationship Id="rId7" Type="http://schemas.openxmlformats.org/officeDocument/2006/relationships/tags" Target="../tags/tag8.xml"/><Relationship Id="rId12" Type="http://schemas.openxmlformats.org/officeDocument/2006/relationships/tags" Target="../tags/tag13.xml"/><Relationship Id="rId17" Type="http://schemas.openxmlformats.org/officeDocument/2006/relationships/tags" Target="../tags/tag18.xml"/><Relationship Id="rId2" Type="http://schemas.openxmlformats.org/officeDocument/2006/relationships/tags" Target="../tags/tag3.xml"/><Relationship Id="rId16" Type="http://schemas.openxmlformats.org/officeDocument/2006/relationships/tags" Target="../tags/tag17.xml"/><Relationship Id="rId20" Type="http://schemas.openxmlformats.org/officeDocument/2006/relationships/image" Target="../media/image12.png"/><Relationship Id="rId1" Type="http://schemas.openxmlformats.org/officeDocument/2006/relationships/tags" Target="../tags/tag2.xml"/><Relationship Id="rId6" Type="http://schemas.openxmlformats.org/officeDocument/2006/relationships/tags" Target="../tags/tag7.xml"/><Relationship Id="rId11" Type="http://schemas.openxmlformats.org/officeDocument/2006/relationships/tags" Target="../tags/tag12.xml"/><Relationship Id="rId5" Type="http://schemas.openxmlformats.org/officeDocument/2006/relationships/tags" Target="../tags/tag6.xml"/><Relationship Id="rId15" Type="http://schemas.openxmlformats.org/officeDocument/2006/relationships/tags" Target="../tags/tag16.xml"/><Relationship Id="rId10" Type="http://schemas.openxmlformats.org/officeDocument/2006/relationships/tags" Target="../tags/tag11.xml"/><Relationship Id="rId19" Type="http://schemas.openxmlformats.org/officeDocument/2006/relationships/image" Target="../media/image11.png"/><Relationship Id="rId4" Type="http://schemas.openxmlformats.org/officeDocument/2006/relationships/tags" Target="../tags/tag5.xml"/><Relationship Id="rId9" Type="http://schemas.openxmlformats.org/officeDocument/2006/relationships/tags" Target="../tags/tag10.xml"/><Relationship Id="rId14" Type="http://schemas.openxmlformats.org/officeDocument/2006/relationships/tags" Target="../tags/tag15.xml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tags" Target="../tags/tag26.xml"/><Relationship Id="rId13" Type="http://schemas.openxmlformats.org/officeDocument/2006/relationships/tags" Target="../tags/tag31.xml"/><Relationship Id="rId18" Type="http://schemas.openxmlformats.org/officeDocument/2006/relationships/slideLayout" Target="../slideLayouts/slideLayout7.xml"/><Relationship Id="rId3" Type="http://schemas.openxmlformats.org/officeDocument/2006/relationships/tags" Target="../tags/tag21.xml"/><Relationship Id="rId7" Type="http://schemas.openxmlformats.org/officeDocument/2006/relationships/tags" Target="../tags/tag25.xml"/><Relationship Id="rId12" Type="http://schemas.openxmlformats.org/officeDocument/2006/relationships/tags" Target="../tags/tag30.xml"/><Relationship Id="rId17" Type="http://schemas.openxmlformats.org/officeDocument/2006/relationships/tags" Target="../tags/tag35.xml"/><Relationship Id="rId2" Type="http://schemas.openxmlformats.org/officeDocument/2006/relationships/tags" Target="../tags/tag20.xml"/><Relationship Id="rId16" Type="http://schemas.openxmlformats.org/officeDocument/2006/relationships/tags" Target="../tags/tag34.xml"/><Relationship Id="rId20" Type="http://schemas.openxmlformats.org/officeDocument/2006/relationships/image" Target="../media/image12.png"/><Relationship Id="rId1" Type="http://schemas.openxmlformats.org/officeDocument/2006/relationships/tags" Target="../tags/tag19.xml"/><Relationship Id="rId6" Type="http://schemas.openxmlformats.org/officeDocument/2006/relationships/tags" Target="../tags/tag24.xml"/><Relationship Id="rId11" Type="http://schemas.openxmlformats.org/officeDocument/2006/relationships/tags" Target="../tags/tag29.xml"/><Relationship Id="rId5" Type="http://schemas.openxmlformats.org/officeDocument/2006/relationships/tags" Target="../tags/tag23.xml"/><Relationship Id="rId15" Type="http://schemas.openxmlformats.org/officeDocument/2006/relationships/tags" Target="../tags/tag33.xml"/><Relationship Id="rId10" Type="http://schemas.openxmlformats.org/officeDocument/2006/relationships/tags" Target="../tags/tag28.xml"/><Relationship Id="rId19" Type="http://schemas.openxmlformats.org/officeDocument/2006/relationships/image" Target="../media/image11.png"/><Relationship Id="rId4" Type="http://schemas.openxmlformats.org/officeDocument/2006/relationships/tags" Target="../tags/tag22.xml"/><Relationship Id="rId9" Type="http://schemas.openxmlformats.org/officeDocument/2006/relationships/tags" Target="../tags/tag27.xml"/><Relationship Id="rId14" Type="http://schemas.openxmlformats.org/officeDocument/2006/relationships/tags" Target="../tags/tag3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wmf"/><Relationship Id="rId2" Type="http://schemas.openxmlformats.org/officeDocument/2006/relationships/oleObject" Target="../embeddings/oleObject16.bin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4.wmf"/><Relationship Id="rId5" Type="http://schemas.openxmlformats.org/officeDocument/2006/relationships/oleObject" Target="../embeddings/oleObject18.bin"/><Relationship Id="rId4" Type="http://schemas.openxmlformats.org/officeDocument/2006/relationships/oleObject" Target="../embeddings/oleObject17.bin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wmf"/><Relationship Id="rId2" Type="http://schemas.openxmlformats.org/officeDocument/2006/relationships/oleObject" Target="../embeddings/oleObject19.bin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wmf"/><Relationship Id="rId2" Type="http://schemas.openxmlformats.org/officeDocument/2006/relationships/oleObject" Target="../embeddings/oleObject20.bin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7.wmf"/><Relationship Id="rId4" Type="http://schemas.openxmlformats.org/officeDocument/2006/relationships/oleObject" Target="../embeddings/oleObject21.bin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5.bin"/><Relationship Id="rId3" Type="http://schemas.openxmlformats.org/officeDocument/2006/relationships/image" Target="../media/image18.wmf"/><Relationship Id="rId7" Type="http://schemas.openxmlformats.org/officeDocument/2006/relationships/image" Target="../media/image19.wmf"/><Relationship Id="rId2" Type="http://schemas.openxmlformats.org/officeDocument/2006/relationships/oleObject" Target="../embeddings/oleObject22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24.bin"/><Relationship Id="rId5" Type="http://schemas.openxmlformats.org/officeDocument/2006/relationships/image" Target="../media/image6.wmf"/><Relationship Id="rId4" Type="http://schemas.openxmlformats.org/officeDocument/2006/relationships/oleObject" Target="../embeddings/oleObject23.bin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9.bin"/><Relationship Id="rId3" Type="http://schemas.openxmlformats.org/officeDocument/2006/relationships/image" Target="../media/image6.wmf"/><Relationship Id="rId7" Type="http://schemas.openxmlformats.org/officeDocument/2006/relationships/image" Target="../media/image21.wmf"/><Relationship Id="rId2" Type="http://schemas.openxmlformats.org/officeDocument/2006/relationships/oleObject" Target="../embeddings/oleObject26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28.bin"/><Relationship Id="rId5" Type="http://schemas.openxmlformats.org/officeDocument/2006/relationships/image" Target="../media/image20.wmf"/><Relationship Id="rId4" Type="http://schemas.openxmlformats.org/officeDocument/2006/relationships/oleObject" Target="../embeddings/oleObject27.bin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wmf"/><Relationship Id="rId7" Type="http://schemas.openxmlformats.org/officeDocument/2006/relationships/image" Target="../media/image20.wmf"/><Relationship Id="rId2" Type="http://schemas.openxmlformats.org/officeDocument/2006/relationships/oleObject" Target="../embeddings/oleObject30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32.bin"/><Relationship Id="rId5" Type="http://schemas.openxmlformats.org/officeDocument/2006/relationships/image" Target="../media/image18.wmf"/><Relationship Id="rId4" Type="http://schemas.openxmlformats.org/officeDocument/2006/relationships/oleObject" Target="../embeddings/oleObject31.bin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slide" Target="slide15.xml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slide" Target="slide15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emf"/><Relationship Id="rId2" Type="http://schemas.openxmlformats.org/officeDocument/2006/relationships/oleObject" Target="../embeddings/oleObject33.bin"/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灯片编号占位符 1"/>
          <p:cNvSpPr>
            <a:spLocks noGrp="1"/>
          </p:cNvSpPr>
          <p:nvPr>
            <p:ph type="sldNum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0E98627E-34C0-4A2E-B06C-6984AB84F823}" type="slidenum">
              <a:rPr kumimoji="0" lang="zh-CN" altLang="en-US" sz="1200" smtClean="0">
                <a:solidFill>
                  <a:srgbClr val="009999"/>
                </a:solidFill>
                <a:latin typeface="Arial Narrow" panose="020B0606020202030204" pitchFamily="34" charset="0"/>
                <a:ea typeface="宋体" panose="02010600030101010101" pitchFamily="2" charset="-122"/>
              </a:rPr>
              <a:t>1</a:t>
            </a:fld>
            <a:endParaRPr kumimoji="0" lang="en-US" altLang="zh-CN" sz="1200">
              <a:solidFill>
                <a:srgbClr val="009999"/>
              </a:solidFill>
              <a:latin typeface="Arial Narrow" panose="020B0606020202030204" pitchFamily="34" charset="0"/>
              <a:ea typeface="宋体" panose="02010600030101010101" pitchFamily="2" charset="-122"/>
            </a:endParaRPr>
          </a:p>
        </p:txBody>
      </p:sp>
      <p:sp>
        <p:nvSpPr>
          <p:cNvPr id="33795" name="日期占位符 2"/>
          <p:cNvSpPr>
            <a:spLocks noGrp="1"/>
          </p:cNvSpPr>
          <p:nvPr>
            <p:ph type="dt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30717286-25CA-40A5-B16F-8926EBE14350}" type="datetime1">
              <a:rPr kumimoji="0" lang="zh-CN" altLang="en-US" sz="1200">
                <a:solidFill>
                  <a:srgbClr val="009999"/>
                </a:solidFill>
                <a:latin typeface="Arial Narrow" panose="020B0606020202030204" pitchFamily="34" charset="0"/>
                <a:ea typeface="宋体" panose="02010600030101010101" pitchFamily="2" charset="-122"/>
              </a:rPr>
              <a:t>2024/3/23</a:t>
            </a:fld>
            <a:endParaRPr kumimoji="0" lang="zh-CN" altLang="zh-CN" sz="1200">
              <a:solidFill>
                <a:srgbClr val="009999"/>
              </a:solidFill>
              <a:latin typeface="Arial Narrow" panose="020B0606020202030204" pitchFamily="34" charset="0"/>
              <a:ea typeface="宋体" panose="02010600030101010101" pitchFamily="2" charset="-122"/>
            </a:endParaRPr>
          </a:p>
        </p:txBody>
      </p:sp>
      <p:sp>
        <p:nvSpPr>
          <p:cNvPr id="33796" name="页脚占位符 3"/>
          <p:cNvSpPr>
            <a:spLocks noGrp="1"/>
          </p:cNvSpPr>
          <p:nvPr>
            <p:ph type="ftr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200">
                <a:solidFill>
                  <a:srgbClr val="009999"/>
                </a:solidFill>
                <a:latin typeface="Arial Narrow" panose="020B0606020202030204" pitchFamily="34" charset="0"/>
                <a:ea typeface="宋体" panose="02010600030101010101" pitchFamily="2" charset="-122"/>
              </a:rPr>
              <a:t>School of Computer Science, BUPT</a:t>
            </a:r>
            <a:endParaRPr lang="zh-CN" altLang="en-US" sz="1200">
              <a:solidFill>
                <a:srgbClr val="009999"/>
              </a:solidFill>
              <a:latin typeface="Arial Narrow" panose="020B0606020202030204" pitchFamily="34" charset="0"/>
              <a:ea typeface="宋体" panose="02010600030101010101" pitchFamily="2" charset="-122"/>
            </a:endParaRPr>
          </a:p>
        </p:txBody>
      </p:sp>
      <p:sp>
        <p:nvSpPr>
          <p:cNvPr id="33797" name="Rectangle 2"/>
          <p:cNvSpPr>
            <a:spLocks noChangeArrowheads="1"/>
          </p:cNvSpPr>
          <p:nvPr/>
        </p:nvSpPr>
        <p:spPr bwMode="auto">
          <a:xfrm>
            <a:off x="842645" y="533400"/>
            <a:ext cx="7086600" cy="533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algn="ctr" eaLnBrk="1" hangingPunct="1">
              <a:lnSpc>
                <a:spcPct val="9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3600" b="0">
                <a:solidFill>
                  <a:srgbClr val="800080"/>
                </a:solidFill>
                <a:latin typeface="楷体_GB2312" pitchFamily="49" charset="-122"/>
              </a:rPr>
              <a:t>第六节 </a:t>
            </a:r>
            <a:r>
              <a:rPr lang="zh-CN" altLang="en-US" sz="3200">
                <a:solidFill>
                  <a:srgbClr val="800080"/>
                </a:solidFill>
                <a:latin typeface="楷体_GB2312" pitchFamily="49" charset="-122"/>
                <a:sym typeface="Symbol" panose="05050102010706020507" pitchFamily="18" charset="2"/>
              </a:rPr>
              <a:t>正则集和右线性文法</a:t>
            </a:r>
          </a:p>
        </p:txBody>
      </p:sp>
      <p:sp>
        <p:nvSpPr>
          <p:cNvPr id="33798" name="Text Box 4"/>
          <p:cNvSpPr txBox="1">
            <a:spLocks noChangeArrowheads="1"/>
          </p:cNvSpPr>
          <p:nvPr/>
        </p:nvSpPr>
        <p:spPr bwMode="auto">
          <a:xfrm>
            <a:off x="457200" y="1371600"/>
            <a:ext cx="8229600" cy="3810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algn="just" eaLnBrk="1" hangingPunct="1">
              <a:spcBef>
                <a:spcPct val="0"/>
              </a:spcBef>
              <a:buClrTx/>
              <a:buSzTx/>
              <a:buFont typeface="Wingdings" panose="05000000000000000000" pitchFamily="2" charset="2"/>
              <a:buChar char="Ø"/>
            </a:pPr>
            <a:r>
              <a:rPr lang="zh-CN" altLang="en-US" sz="3200">
                <a:solidFill>
                  <a:srgbClr val="80008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 正则集是由右线性文法产生的语言</a:t>
            </a:r>
          </a:p>
          <a:p>
            <a:pPr algn="just" eaLnBrk="1" hangingPunct="1">
              <a:spcBef>
                <a:spcPct val="0"/>
              </a:spcBef>
              <a:buClrTx/>
              <a:buSzTx/>
              <a:buFont typeface="Wingdings" panose="05000000000000000000" pitchFamily="2" charset="2"/>
              <a:buChar char="Ø"/>
            </a:pPr>
            <a:r>
              <a:rPr lang="zh-CN" altLang="en-US" sz="3200">
                <a:solidFill>
                  <a:srgbClr val="80008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 由右线性文法产生的语言都是正则集</a:t>
            </a:r>
          </a:p>
          <a:p>
            <a:pPr algn="just" eaLnBrk="1" hangingPunct="1">
              <a:spcBef>
                <a:spcPct val="0"/>
              </a:spcBef>
              <a:buClrTx/>
              <a:buSzTx/>
              <a:buFont typeface="Wingdings" panose="05000000000000000000" pitchFamily="2" charset="2"/>
              <a:buChar char="Ø"/>
            </a:pPr>
            <a:endParaRPr lang="zh-CN" altLang="en-US" sz="3200">
              <a:solidFill>
                <a:srgbClr val="800080"/>
              </a:solidFill>
              <a:latin typeface="Arial" panose="020B0604020202020204" pitchFamily="34" charset="0"/>
              <a:sym typeface="Symbol" panose="05050102010706020507" pitchFamily="18" charset="2"/>
            </a:endParaRPr>
          </a:p>
          <a:p>
            <a:pPr algn="just" eaLnBrk="1" hangingPunct="1">
              <a:spcBef>
                <a:spcPct val="0"/>
              </a:spcBef>
              <a:buClrTx/>
              <a:buSzTx/>
              <a:buFont typeface="Wingdings" panose="05000000000000000000" pitchFamily="2" charset="2"/>
              <a:buNone/>
            </a:pPr>
            <a:r>
              <a:rPr lang="zh-CN" altLang="en-US" sz="3200">
                <a:solidFill>
                  <a:srgbClr val="80008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(一).  求证正则集是由右线性文法产生的语言</a:t>
            </a:r>
          </a:p>
          <a:p>
            <a:pPr algn="just" eaLnBrk="1" hangingPunct="1">
              <a:spcBef>
                <a:spcPct val="0"/>
              </a:spcBef>
              <a:buClrTx/>
              <a:buSzTx/>
              <a:buFont typeface="Wingdings" panose="05000000000000000000" pitchFamily="2" charset="2"/>
              <a:buNone/>
            </a:pPr>
            <a:endParaRPr lang="zh-CN" altLang="en-US">
              <a:solidFill>
                <a:srgbClr val="333399"/>
              </a:solidFill>
              <a:ea typeface="宋体" panose="02010600030101010101" pitchFamily="2" charset="-122"/>
              <a:cs typeface="Times New Roman" panose="02020603050405020304" pitchFamily="18" charset="0"/>
              <a:sym typeface="Symbol" panose="05050102010706020507" pitchFamily="18" charset="2"/>
            </a:endParaRPr>
          </a:p>
          <a:p>
            <a:pPr algn="just" eaLnBrk="1" hangingPunct="1">
              <a:spcBef>
                <a:spcPct val="0"/>
              </a:spcBef>
              <a:buClrTx/>
              <a:buSzTx/>
              <a:buFont typeface="Wingdings" panose="05000000000000000000" pitchFamily="2" charset="2"/>
              <a:buNone/>
            </a:pPr>
            <a:r>
              <a:rPr lang="zh-CN" altLang="en-US" sz="3200">
                <a:solidFill>
                  <a:srgbClr val="80008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证明方法：</a:t>
            </a:r>
          </a:p>
          <a:p>
            <a:pPr algn="just" eaLnBrk="1" hangingPunct="1">
              <a:spcBef>
                <a:spcPct val="0"/>
              </a:spcBef>
              <a:buClrTx/>
              <a:buSzTx/>
              <a:buFont typeface="Wingdings" panose="05000000000000000000" pitchFamily="2" charset="2"/>
              <a:buNone/>
            </a:pPr>
            <a:r>
              <a:rPr lang="zh-CN" altLang="en-US">
                <a:solidFill>
                  <a:srgbClr val="333399"/>
                </a:solidFill>
                <a:latin typeface="宋体" panose="02010600030101010101" pitchFamily="2" charset="-122"/>
                <a:ea typeface="宋体" panose="02010600030101010101" pitchFamily="2" charset="-122"/>
                <a:sym typeface="Symbol" panose="05050102010706020507" pitchFamily="18" charset="2"/>
              </a:rPr>
              <a:t>    </a:t>
            </a:r>
            <a:r>
              <a:rPr lang="zh-CN" altLang="en-US">
                <a:solidFill>
                  <a:srgbClr val="333399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找出相应的右线性文法，使之产生的语言是这些正则集</a:t>
            </a:r>
            <a:r>
              <a:rPr lang="zh-CN" altLang="en-US">
                <a:solidFill>
                  <a:srgbClr val="333399"/>
                </a:solidFill>
                <a:latin typeface="宋体" panose="02010600030101010101" pitchFamily="2" charset="-122"/>
                <a:ea typeface="宋体" panose="02010600030101010101" pitchFamily="2" charset="-122"/>
                <a:sym typeface="Symbol" panose="05050102010706020507" pitchFamily="18" charset="2"/>
              </a:rPr>
              <a:t>。</a:t>
            </a:r>
            <a:endParaRPr lang="zh-CN" altLang="en-US">
              <a:solidFill>
                <a:srgbClr val="333399"/>
              </a:solidFill>
              <a:ea typeface="宋体" panose="02010600030101010101" pitchFamily="2" charset="-122"/>
              <a:sym typeface="Symbol" panose="05050102010706020507" pitchFamily="18" charset="2"/>
            </a:endParaRPr>
          </a:p>
        </p:txBody>
      </p:sp>
    </p:spTree>
  </p:cSld>
  <p:clrMapOvr>
    <a:masterClrMapping/>
  </p:clrMapOvr>
  <p:transition spd="med" advClick="0">
    <p:wipe dir="r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灯片编号占位符 1"/>
          <p:cNvSpPr>
            <a:spLocks noGrp="1"/>
          </p:cNvSpPr>
          <p:nvPr>
            <p:ph type="sldNum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A8A20997-B243-40F5-BC85-BC6BD9D973B9}" type="slidenum">
              <a:rPr kumimoji="0" lang="zh-CN" altLang="en-US" sz="1200" smtClean="0">
                <a:solidFill>
                  <a:srgbClr val="009999"/>
                </a:solidFill>
                <a:latin typeface="Arial Narrow" panose="020B0606020202030204" pitchFamily="34" charset="0"/>
                <a:ea typeface="宋体" panose="02010600030101010101" pitchFamily="2" charset="-122"/>
              </a:rPr>
              <a:t>2</a:t>
            </a:fld>
            <a:endParaRPr kumimoji="0" lang="en-US" altLang="zh-CN" sz="1200">
              <a:solidFill>
                <a:srgbClr val="009999"/>
              </a:solidFill>
              <a:latin typeface="Arial Narrow" panose="020B0606020202030204" pitchFamily="34" charset="0"/>
              <a:ea typeface="宋体" panose="02010600030101010101" pitchFamily="2" charset="-122"/>
            </a:endParaRPr>
          </a:p>
        </p:txBody>
      </p:sp>
      <p:sp>
        <p:nvSpPr>
          <p:cNvPr id="34819" name="日期占位符 2"/>
          <p:cNvSpPr>
            <a:spLocks noGrp="1"/>
          </p:cNvSpPr>
          <p:nvPr>
            <p:ph type="dt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10883C6D-9A9C-45D7-BDAE-8CC4C57B2294}" type="datetime1">
              <a:rPr kumimoji="0" lang="zh-CN" altLang="en-US" sz="1200">
                <a:solidFill>
                  <a:srgbClr val="009999"/>
                </a:solidFill>
                <a:latin typeface="Arial Narrow" panose="020B0606020202030204" pitchFamily="34" charset="0"/>
                <a:ea typeface="宋体" panose="02010600030101010101" pitchFamily="2" charset="-122"/>
              </a:rPr>
              <a:t>2024/3/23</a:t>
            </a:fld>
            <a:endParaRPr kumimoji="0" lang="zh-CN" altLang="zh-CN" sz="1200">
              <a:solidFill>
                <a:srgbClr val="009999"/>
              </a:solidFill>
              <a:latin typeface="Arial Narrow" panose="020B0606020202030204" pitchFamily="34" charset="0"/>
              <a:ea typeface="宋体" panose="02010600030101010101" pitchFamily="2" charset="-122"/>
            </a:endParaRPr>
          </a:p>
        </p:txBody>
      </p:sp>
      <p:sp>
        <p:nvSpPr>
          <p:cNvPr id="34820" name="页脚占位符 3"/>
          <p:cNvSpPr>
            <a:spLocks noGrp="1"/>
          </p:cNvSpPr>
          <p:nvPr>
            <p:ph type="ftr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200">
                <a:solidFill>
                  <a:srgbClr val="009999"/>
                </a:solidFill>
                <a:latin typeface="Arial Narrow" panose="020B0606020202030204" pitchFamily="34" charset="0"/>
                <a:ea typeface="宋体" panose="02010600030101010101" pitchFamily="2" charset="-122"/>
              </a:rPr>
              <a:t>School of Computer Science, BUPT</a:t>
            </a:r>
            <a:endParaRPr lang="zh-CN" altLang="en-US" sz="1200">
              <a:solidFill>
                <a:srgbClr val="009999"/>
              </a:solidFill>
              <a:latin typeface="Arial Narrow" panose="020B0606020202030204" pitchFamily="34" charset="0"/>
              <a:ea typeface="宋体" panose="02010600030101010101" pitchFamily="2" charset="-122"/>
            </a:endParaRPr>
          </a:p>
        </p:txBody>
      </p:sp>
      <p:sp>
        <p:nvSpPr>
          <p:cNvPr id="34821" name="Text Box 3"/>
          <p:cNvSpPr txBox="1">
            <a:spLocks noChangeArrowheads="1"/>
          </p:cNvSpPr>
          <p:nvPr/>
        </p:nvSpPr>
        <p:spPr bwMode="auto">
          <a:xfrm>
            <a:off x="228600" y="1371600"/>
            <a:ext cx="8915400" cy="4892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457200" indent="-45720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algn="just" eaLnBrk="1" hangingPunct="1">
              <a:spcBef>
                <a:spcPct val="0"/>
              </a:spcBef>
              <a:buClrTx/>
              <a:buSzTx/>
              <a:buFont typeface="Wingdings" panose="05000000000000000000" pitchFamily="2" charset="2"/>
              <a:buAutoNum type="arabicPeriod"/>
            </a:pPr>
            <a:r>
              <a:rPr lang="zh-CN" altLang="en-US" dirty="0">
                <a:solidFill>
                  <a:srgbClr val="333399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首先从最简单的正则式出发，求证其正则集</a:t>
            </a:r>
            <a:r>
              <a:rPr lang="en-US" altLang="zh-CN" dirty="0">
                <a:solidFill>
                  <a:srgbClr val="333399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Φ，{ε}，{a}</a:t>
            </a:r>
            <a:r>
              <a:rPr lang="zh-CN" altLang="en-US" dirty="0">
                <a:solidFill>
                  <a:srgbClr val="333399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是右线性语言。</a:t>
            </a:r>
          </a:p>
          <a:p>
            <a:pPr algn="just" eaLnBrk="1" hangingPunct="1">
              <a:spcBef>
                <a:spcPct val="0"/>
              </a:spcBef>
              <a:buClrTx/>
              <a:buSzTx/>
              <a:buFont typeface="Wingdings" panose="05000000000000000000" pitchFamily="2" charset="2"/>
              <a:buNone/>
            </a:pPr>
            <a:r>
              <a:rPr lang="zh-CN" altLang="en-US" sz="3200" dirty="0">
                <a:solidFill>
                  <a:srgbClr val="800080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证明：</a:t>
            </a:r>
          </a:p>
          <a:p>
            <a:pPr algn="just" eaLnBrk="1" hangingPunct="1">
              <a:spcBef>
                <a:spcPct val="0"/>
              </a:spcBef>
              <a:buClrTx/>
              <a:buSzTx/>
              <a:buFont typeface="Wingdings" panose="05000000000000000000" pitchFamily="2" charset="2"/>
              <a:buNone/>
            </a:pPr>
            <a:r>
              <a:rPr lang="zh-CN" altLang="en-US" dirty="0">
                <a:solidFill>
                  <a:srgbClr val="333399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对正则集</a:t>
            </a:r>
            <a:r>
              <a:rPr lang="en-US" altLang="zh-CN" dirty="0">
                <a:solidFill>
                  <a:srgbClr val="333399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Φ，</a:t>
            </a:r>
          </a:p>
          <a:p>
            <a:pPr algn="just" eaLnBrk="1" hangingPunct="1">
              <a:spcBef>
                <a:spcPct val="0"/>
              </a:spcBef>
              <a:buClrTx/>
              <a:buSzTx/>
              <a:buFont typeface="Wingdings" panose="05000000000000000000" pitchFamily="2" charset="2"/>
              <a:buNone/>
            </a:pPr>
            <a:r>
              <a:rPr lang="zh-CN" altLang="en-US" dirty="0">
                <a:solidFill>
                  <a:srgbClr val="333399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有右线性文法</a:t>
            </a:r>
            <a:r>
              <a:rPr lang="en-US" altLang="zh-CN" dirty="0">
                <a:solidFill>
                  <a:srgbClr val="333399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G＝{{S}，T， Φ，S}， </a:t>
            </a:r>
            <a:r>
              <a:rPr lang="zh-CN" altLang="en-US" dirty="0">
                <a:solidFill>
                  <a:srgbClr val="333399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使</a:t>
            </a:r>
            <a:r>
              <a:rPr lang="en-US" altLang="zh-CN" dirty="0">
                <a:solidFill>
                  <a:srgbClr val="333399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L(G)= Φ</a:t>
            </a:r>
          </a:p>
          <a:p>
            <a:pPr algn="just" eaLnBrk="1" hangingPunct="1">
              <a:spcBef>
                <a:spcPct val="0"/>
              </a:spcBef>
              <a:buClrTx/>
              <a:buSzTx/>
              <a:buFont typeface="Wingdings" panose="05000000000000000000" pitchFamily="2" charset="2"/>
              <a:buNone/>
            </a:pPr>
            <a:endParaRPr lang="zh-CN" altLang="en-US" dirty="0">
              <a:solidFill>
                <a:srgbClr val="333399"/>
              </a:solidFill>
              <a:cs typeface="Times New Roman" panose="02020603050405020304" pitchFamily="18" charset="0"/>
              <a:sym typeface="Symbol" panose="05050102010706020507" pitchFamily="18" charset="2"/>
            </a:endParaRPr>
          </a:p>
          <a:p>
            <a:pPr algn="just" eaLnBrk="1" hangingPunct="1">
              <a:spcBef>
                <a:spcPct val="0"/>
              </a:spcBef>
              <a:buClrTx/>
              <a:buSzTx/>
              <a:buFont typeface="Wingdings" panose="05000000000000000000" pitchFamily="2" charset="2"/>
              <a:buNone/>
            </a:pPr>
            <a:r>
              <a:rPr lang="zh-CN" altLang="en-US" dirty="0">
                <a:solidFill>
                  <a:srgbClr val="333399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对正则集{</a:t>
            </a:r>
            <a:r>
              <a:rPr lang="en-US" altLang="zh-CN" dirty="0">
                <a:solidFill>
                  <a:srgbClr val="333399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ε},</a:t>
            </a:r>
          </a:p>
          <a:p>
            <a:pPr algn="just" eaLnBrk="1" hangingPunct="1">
              <a:spcBef>
                <a:spcPct val="0"/>
              </a:spcBef>
              <a:buClrTx/>
              <a:buSzTx/>
              <a:buFont typeface="Wingdings" panose="05000000000000000000" pitchFamily="2" charset="2"/>
              <a:buNone/>
            </a:pPr>
            <a:r>
              <a:rPr lang="zh-CN" altLang="en-US" dirty="0">
                <a:solidFill>
                  <a:srgbClr val="333399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有右线性文法</a:t>
            </a:r>
            <a:r>
              <a:rPr lang="en-US" altLang="zh-CN" dirty="0">
                <a:solidFill>
                  <a:srgbClr val="333399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G＝{{S}，T，{</a:t>
            </a:r>
            <a:r>
              <a:rPr lang="en-US" altLang="zh-CN" dirty="0" err="1">
                <a:solidFill>
                  <a:srgbClr val="333399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Sε</a:t>
            </a:r>
            <a:r>
              <a:rPr lang="en-US" altLang="zh-CN" dirty="0">
                <a:solidFill>
                  <a:srgbClr val="333399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}，S}，</a:t>
            </a:r>
            <a:r>
              <a:rPr lang="zh-CN" altLang="en-US" dirty="0">
                <a:solidFill>
                  <a:srgbClr val="333399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使</a:t>
            </a:r>
            <a:r>
              <a:rPr lang="en-US" altLang="zh-CN" dirty="0">
                <a:solidFill>
                  <a:srgbClr val="333399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L(G)= {ε}</a:t>
            </a:r>
          </a:p>
          <a:p>
            <a:pPr algn="just" eaLnBrk="1" hangingPunct="1">
              <a:spcBef>
                <a:spcPct val="0"/>
              </a:spcBef>
              <a:buClrTx/>
              <a:buSzTx/>
              <a:buFont typeface="Wingdings" panose="05000000000000000000" pitchFamily="2" charset="2"/>
              <a:buNone/>
            </a:pPr>
            <a:endParaRPr lang="zh-CN" altLang="en-US" dirty="0">
              <a:solidFill>
                <a:srgbClr val="333399"/>
              </a:solidFill>
              <a:cs typeface="Times New Roman" panose="02020603050405020304" pitchFamily="18" charset="0"/>
              <a:sym typeface="Symbol" panose="05050102010706020507" pitchFamily="18" charset="2"/>
            </a:endParaRPr>
          </a:p>
          <a:p>
            <a:pPr algn="just" eaLnBrk="1" hangingPunct="1">
              <a:spcBef>
                <a:spcPct val="0"/>
              </a:spcBef>
              <a:buClrTx/>
              <a:buSzTx/>
              <a:buFont typeface="Wingdings" panose="05000000000000000000" pitchFamily="2" charset="2"/>
              <a:buNone/>
            </a:pPr>
            <a:r>
              <a:rPr lang="zh-CN" altLang="en-US" dirty="0">
                <a:solidFill>
                  <a:srgbClr val="333399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对正则集{</a:t>
            </a:r>
            <a:r>
              <a:rPr lang="en-US" altLang="zh-CN" dirty="0">
                <a:solidFill>
                  <a:srgbClr val="333399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a}，</a:t>
            </a:r>
          </a:p>
          <a:p>
            <a:pPr algn="just" eaLnBrk="1" hangingPunct="1">
              <a:spcBef>
                <a:spcPct val="0"/>
              </a:spcBef>
              <a:buClrTx/>
              <a:buSzTx/>
              <a:buNone/>
            </a:pPr>
            <a:r>
              <a:rPr lang="zh-CN" altLang="en-US" dirty="0">
                <a:solidFill>
                  <a:srgbClr val="333399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有右线性文法</a:t>
            </a:r>
            <a:r>
              <a:rPr lang="en-US" altLang="zh-CN" dirty="0">
                <a:solidFill>
                  <a:srgbClr val="333399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G＝{{S}，T，{S a}，S}，</a:t>
            </a:r>
            <a:r>
              <a:rPr lang="zh-CN" altLang="en-US" dirty="0">
                <a:solidFill>
                  <a:srgbClr val="333399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使</a:t>
            </a:r>
            <a:r>
              <a:rPr lang="en-US" altLang="zh-CN" dirty="0">
                <a:solidFill>
                  <a:srgbClr val="333399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L(G)= {a}</a:t>
            </a:r>
            <a:r>
              <a:rPr lang="en-US" altLang="zh-CN" dirty="0">
                <a:solidFill>
                  <a:srgbClr val="333399"/>
                </a:solidFill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 </a:t>
            </a:r>
            <a:endParaRPr lang="zh-CN" altLang="en-US" dirty="0">
              <a:solidFill>
                <a:srgbClr val="333399"/>
              </a:solidFill>
              <a:ea typeface="宋体" panose="02010600030101010101" pitchFamily="2" charset="-122"/>
              <a:cs typeface="Times New Roman" panose="02020603050405020304" pitchFamily="18" charset="0"/>
              <a:sym typeface="Symbol" panose="05050102010706020507" pitchFamily="18" charset="2"/>
            </a:endParaRPr>
          </a:p>
        </p:txBody>
      </p:sp>
    </p:spTree>
  </p:cSld>
  <p:clrMapOvr>
    <a:masterClrMapping/>
  </p:clrMapOvr>
  <p:transition spd="med" advClick="0">
    <p:wipe dir="r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灯片编号占位符 1"/>
          <p:cNvSpPr>
            <a:spLocks noGrp="1"/>
          </p:cNvSpPr>
          <p:nvPr>
            <p:ph type="sldNum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38A6138D-F7CB-4A9B-861E-BDB82AC710E8}" type="slidenum">
              <a:rPr kumimoji="0" lang="zh-CN" altLang="en-US" sz="1200" smtClean="0">
                <a:solidFill>
                  <a:srgbClr val="009999"/>
                </a:solidFill>
                <a:latin typeface="Arial Narrow" panose="020B0606020202030204" pitchFamily="34" charset="0"/>
                <a:ea typeface="宋体" panose="02010600030101010101" pitchFamily="2" charset="-122"/>
              </a:rPr>
              <a:t>3</a:t>
            </a:fld>
            <a:endParaRPr kumimoji="0" lang="en-US" altLang="zh-CN" sz="1200">
              <a:solidFill>
                <a:srgbClr val="009999"/>
              </a:solidFill>
              <a:latin typeface="Arial Narrow" panose="020B0606020202030204" pitchFamily="34" charset="0"/>
              <a:ea typeface="宋体" panose="02010600030101010101" pitchFamily="2" charset="-122"/>
            </a:endParaRPr>
          </a:p>
        </p:txBody>
      </p:sp>
      <p:sp>
        <p:nvSpPr>
          <p:cNvPr id="35843" name="日期占位符 2"/>
          <p:cNvSpPr>
            <a:spLocks noGrp="1"/>
          </p:cNvSpPr>
          <p:nvPr>
            <p:ph type="dt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ADA14CDD-7062-4B82-83FB-D0E6B7176712}" type="datetime1">
              <a:rPr kumimoji="0" lang="zh-CN" altLang="en-US" sz="1200">
                <a:solidFill>
                  <a:srgbClr val="009999"/>
                </a:solidFill>
                <a:latin typeface="Arial Narrow" panose="020B0606020202030204" pitchFamily="34" charset="0"/>
                <a:ea typeface="宋体" panose="02010600030101010101" pitchFamily="2" charset="-122"/>
              </a:rPr>
              <a:t>2024/3/23</a:t>
            </a:fld>
            <a:endParaRPr kumimoji="0" lang="zh-CN" altLang="zh-CN" sz="1200">
              <a:solidFill>
                <a:srgbClr val="009999"/>
              </a:solidFill>
              <a:latin typeface="Arial Narrow" panose="020B0606020202030204" pitchFamily="34" charset="0"/>
              <a:ea typeface="宋体" panose="02010600030101010101" pitchFamily="2" charset="-122"/>
            </a:endParaRPr>
          </a:p>
        </p:txBody>
      </p:sp>
      <p:sp>
        <p:nvSpPr>
          <p:cNvPr id="35844" name="页脚占位符 3"/>
          <p:cNvSpPr>
            <a:spLocks noGrp="1"/>
          </p:cNvSpPr>
          <p:nvPr>
            <p:ph type="ftr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200">
                <a:solidFill>
                  <a:srgbClr val="009999"/>
                </a:solidFill>
                <a:latin typeface="Arial Narrow" panose="020B0606020202030204" pitchFamily="34" charset="0"/>
                <a:ea typeface="宋体" panose="02010600030101010101" pitchFamily="2" charset="-122"/>
              </a:rPr>
              <a:t>School of Computer Science, BUPT</a:t>
            </a:r>
            <a:endParaRPr lang="zh-CN" altLang="en-US" sz="1200">
              <a:solidFill>
                <a:srgbClr val="009999"/>
              </a:solidFill>
              <a:latin typeface="Arial Narrow" panose="020B0606020202030204" pitchFamily="34" charset="0"/>
              <a:ea typeface="宋体" panose="02010600030101010101" pitchFamily="2" charset="-122"/>
            </a:endParaRPr>
          </a:p>
        </p:txBody>
      </p:sp>
      <p:sp>
        <p:nvSpPr>
          <p:cNvPr id="35845" name="Text Box 2"/>
          <p:cNvSpPr txBox="1">
            <a:spLocks noChangeArrowheads="1"/>
          </p:cNvSpPr>
          <p:nvPr/>
        </p:nvSpPr>
        <p:spPr bwMode="auto">
          <a:xfrm>
            <a:off x="228600" y="1371600"/>
            <a:ext cx="8686800" cy="524700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457200" indent="-45720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algn="just" eaLnBrk="1" hangingPunct="1">
              <a:lnSpc>
                <a:spcPct val="120000"/>
              </a:lnSpc>
              <a:spcBef>
                <a:spcPct val="0"/>
              </a:spcBef>
              <a:buClrTx/>
              <a:buSzTx/>
              <a:buFont typeface="Wingdings" panose="05000000000000000000" pitchFamily="2" charset="2"/>
              <a:buAutoNum type="arabicPeriod" startAt="2"/>
            </a:pPr>
            <a:r>
              <a:rPr lang="zh-CN" altLang="en-US" dirty="0">
                <a:solidFill>
                  <a:srgbClr val="333399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将对由并，积，闭包形成的正则集的证明，改为对右线性语言的证明。</a:t>
            </a:r>
          </a:p>
          <a:p>
            <a:pPr algn="just" eaLnBrk="1" hangingPunct="1">
              <a:lnSpc>
                <a:spcPct val="120000"/>
              </a:lnSpc>
              <a:spcBef>
                <a:spcPct val="0"/>
              </a:spcBef>
              <a:buClrTx/>
              <a:buSzTx/>
              <a:buNone/>
            </a:pPr>
            <a:r>
              <a:rPr lang="zh-CN" altLang="en-US" dirty="0">
                <a:solidFill>
                  <a:srgbClr val="333399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	设在字母表</a:t>
            </a:r>
            <a:r>
              <a:rPr lang="en-US" altLang="zh-CN" dirty="0">
                <a:solidFill>
                  <a:srgbClr val="333399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T</a:t>
            </a:r>
            <a:r>
              <a:rPr lang="zh-CN" altLang="en-US" dirty="0">
                <a:solidFill>
                  <a:srgbClr val="333399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上，有语言</a:t>
            </a:r>
            <a:r>
              <a:rPr lang="en-US" altLang="zh-CN" dirty="0">
                <a:solidFill>
                  <a:srgbClr val="333399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L</a:t>
            </a:r>
            <a:r>
              <a:rPr lang="en-US" altLang="zh-CN" baseline="-25000" dirty="0">
                <a:solidFill>
                  <a:srgbClr val="333399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1</a:t>
            </a:r>
            <a:r>
              <a:rPr lang="zh-CN" altLang="en-US" dirty="0">
                <a:solidFill>
                  <a:srgbClr val="333399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和</a:t>
            </a:r>
            <a:r>
              <a:rPr lang="en-US" altLang="zh-CN" dirty="0">
                <a:solidFill>
                  <a:srgbClr val="333399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L</a:t>
            </a:r>
            <a:r>
              <a:rPr lang="en-US" altLang="zh-CN" baseline="-25000" dirty="0">
                <a:solidFill>
                  <a:srgbClr val="333399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2</a:t>
            </a:r>
            <a:r>
              <a:rPr lang="en-US" altLang="zh-CN" dirty="0">
                <a:solidFill>
                  <a:srgbClr val="333399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，</a:t>
            </a:r>
            <a:r>
              <a:rPr lang="zh-CN" altLang="en-US" dirty="0">
                <a:solidFill>
                  <a:srgbClr val="333399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则</a:t>
            </a:r>
            <a:r>
              <a:rPr lang="en-US" altLang="zh-CN" dirty="0">
                <a:solidFill>
                  <a:srgbClr val="333399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L</a:t>
            </a:r>
            <a:r>
              <a:rPr lang="en-US" altLang="zh-CN" baseline="-25000" dirty="0">
                <a:solidFill>
                  <a:srgbClr val="333399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1</a:t>
            </a:r>
            <a:r>
              <a:rPr lang="en-US" altLang="zh-CN" dirty="0">
                <a:solidFill>
                  <a:srgbClr val="333399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∪ L</a:t>
            </a:r>
            <a:r>
              <a:rPr lang="en-US" altLang="zh-CN" baseline="-25000" dirty="0">
                <a:solidFill>
                  <a:srgbClr val="333399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2</a:t>
            </a:r>
            <a:r>
              <a:rPr lang="en-US" altLang="zh-CN" dirty="0">
                <a:solidFill>
                  <a:srgbClr val="333399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，L</a:t>
            </a:r>
            <a:r>
              <a:rPr lang="en-US" altLang="zh-CN" baseline="-25000" dirty="0">
                <a:solidFill>
                  <a:srgbClr val="333399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1</a:t>
            </a:r>
            <a:r>
              <a:rPr lang="en-US" altLang="zh-CN" dirty="0">
                <a:solidFill>
                  <a:srgbClr val="003399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•</a:t>
            </a:r>
            <a:r>
              <a:rPr lang="en-US" altLang="zh-CN" dirty="0">
                <a:solidFill>
                  <a:srgbClr val="333399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L</a:t>
            </a:r>
            <a:r>
              <a:rPr lang="en-US" altLang="zh-CN" baseline="-25000" dirty="0">
                <a:solidFill>
                  <a:srgbClr val="333399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2</a:t>
            </a:r>
            <a:r>
              <a:rPr lang="en-US" altLang="zh-CN" dirty="0">
                <a:solidFill>
                  <a:srgbClr val="333399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，L</a:t>
            </a:r>
            <a:r>
              <a:rPr lang="en-US" altLang="zh-CN" baseline="-25000" dirty="0">
                <a:solidFill>
                  <a:srgbClr val="333399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1</a:t>
            </a:r>
            <a:r>
              <a:rPr lang="en-US" altLang="zh-CN" dirty="0">
                <a:solidFill>
                  <a:srgbClr val="333399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*</a:t>
            </a:r>
            <a:r>
              <a:rPr lang="zh-CN" altLang="en-US" dirty="0">
                <a:solidFill>
                  <a:srgbClr val="333399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都是右线性语言。</a:t>
            </a:r>
          </a:p>
          <a:p>
            <a:pPr algn="just" eaLnBrk="1" hangingPunct="1">
              <a:lnSpc>
                <a:spcPct val="120000"/>
              </a:lnSpc>
              <a:spcBef>
                <a:spcPct val="0"/>
              </a:spcBef>
              <a:buClrTx/>
              <a:buSzTx/>
              <a:buFont typeface="Wingdings" panose="05000000000000000000" pitchFamily="2" charset="2"/>
              <a:buNone/>
            </a:pPr>
            <a:r>
              <a:rPr lang="zh-CN" altLang="en-US" sz="3200" dirty="0">
                <a:solidFill>
                  <a:srgbClr val="800080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证明方法：</a:t>
            </a:r>
            <a:r>
              <a:rPr lang="zh-CN" altLang="en-US" dirty="0">
                <a:solidFill>
                  <a:srgbClr val="333399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分别找出相应的右线性文法。</a:t>
            </a:r>
          </a:p>
          <a:p>
            <a:pPr algn="just" eaLnBrk="1" hangingPunct="1">
              <a:lnSpc>
                <a:spcPct val="120000"/>
              </a:lnSpc>
              <a:spcBef>
                <a:spcPct val="0"/>
              </a:spcBef>
              <a:buClrTx/>
              <a:buSzTx/>
              <a:buFont typeface="Wingdings" panose="05000000000000000000" pitchFamily="2" charset="2"/>
              <a:buNone/>
            </a:pPr>
            <a:endParaRPr lang="zh-CN" altLang="en-US" dirty="0">
              <a:solidFill>
                <a:srgbClr val="333399"/>
              </a:solidFill>
              <a:cs typeface="Times New Roman" panose="02020603050405020304" pitchFamily="18" charset="0"/>
              <a:sym typeface="Symbol" panose="05050102010706020507" pitchFamily="18" charset="2"/>
            </a:endParaRPr>
          </a:p>
          <a:p>
            <a:pPr algn="just" eaLnBrk="1" hangingPunct="1">
              <a:lnSpc>
                <a:spcPct val="120000"/>
              </a:lnSpc>
              <a:spcBef>
                <a:spcPct val="0"/>
              </a:spcBef>
              <a:buClrTx/>
              <a:buSzTx/>
              <a:buFont typeface="Wingdings" panose="05000000000000000000" pitchFamily="2" charset="2"/>
              <a:buNone/>
            </a:pPr>
            <a:r>
              <a:rPr lang="zh-CN" altLang="en-US" dirty="0">
                <a:solidFill>
                  <a:srgbClr val="333399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设  </a:t>
            </a:r>
            <a:r>
              <a:rPr lang="en-US" altLang="zh-CN" dirty="0">
                <a:solidFill>
                  <a:srgbClr val="333399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G</a:t>
            </a:r>
            <a:r>
              <a:rPr lang="en-US" altLang="zh-CN" baseline="-25000" dirty="0">
                <a:solidFill>
                  <a:srgbClr val="333399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1</a:t>
            </a:r>
            <a:r>
              <a:rPr lang="en-US" altLang="zh-CN" dirty="0">
                <a:solidFill>
                  <a:srgbClr val="333399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＝（N</a:t>
            </a:r>
            <a:r>
              <a:rPr lang="en-US" altLang="zh-CN" baseline="-25000" dirty="0">
                <a:solidFill>
                  <a:srgbClr val="333399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1</a:t>
            </a:r>
            <a:r>
              <a:rPr lang="en-US" altLang="zh-CN" dirty="0">
                <a:solidFill>
                  <a:srgbClr val="333399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，T，P</a:t>
            </a:r>
            <a:r>
              <a:rPr lang="en-US" altLang="zh-CN" baseline="-25000" dirty="0">
                <a:solidFill>
                  <a:srgbClr val="333399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1</a:t>
            </a:r>
            <a:r>
              <a:rPr lang="en-US" altLang="zh-CN" dirty="0">
                <a:solidFill>
                  <a:srgbClr val="333399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，S</a:t>
            </a:r>
            <a:r>
              <a:rPr lang="en-US" altLang="zh-CN" baseline="-25000" dirty="0">
                <a:solidFill>
                  <a:srgbClr val="333399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1</a:t>
            </a:r>
            <a:r>
              <a:rPr lang="en-US" altLang="zh-CN" dirty="0">
                <a:solidFill>
                  <a:srgbClr val="333399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）</a:t>
            </a:r>
            <a:r>
              <a:rPr lang="zh-CN" altLang="en-US" dirty="0">
                <a:solidFill>
                  <a:srgbClr val="333399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产生</a:t>
            </a:r>
            <a:r>
              <a:rPr lang="en-US" altLang="zh-CN" dirty="0">
                <a:solidFill>
                  <a:srgbClr val="333399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L</a:t>
            </a:r>
            <a:r>
              <a:rPr lang="en-US" altLang="zh-CN" baseline="-25000" dirty="0">
                <a:solidFill>
                  <a:srgbClr val="333399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1</a:t>
            </a:r>
          </a:p>
          <a:p>
            <a:pPr algn="just" eaLnBrk="1" hangingPunct="1">
              <a:lnSpc>
                <a:spcPct val="120000"/>
              </a:lnSpc>
              <a:spcBef>
                <a:spcPct val="0"/>
              </a:spcBef>
              <a:buClrTx/>
              <a:buSzTx/>
              <a:buFont typeface="Wingdings" panose="05000000000000000000" pitchFamily="2" charset="2"/>
              <a:buNone/>
            </a:pPr>
            <a:r>
              <a:rPr lang="en-US" altLang="zh-CN" dirty="0">
                <a:solidFill>
                  <a:srgbClr val="333399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     G</a:t>
            </a:r>
            <a:r>
              <a:rPr lang="en-US" altLang="zh-CN" baseline="-25000" dirty="0">
                <a:solidFill>
                  <a:srgbClr val="333399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2</a:t>
            </a:r>
            <a:r>
              <a:rPr lang="en-US" altLang="zh-CN" dirty="0">
                <a:solidFill>
                  <a:srgbClr val="333399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＝（N</a:t>
            </a:r>
            <a:r>
              <a:rPr lang="en-US" altLang="zh-CN" baseline="-25000" dirty="0">
                <a:solidFill>
                  <a:srgbClr val="333399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2</a:t>
            </a:r>
            <a:r>
              <a:rPr lang="en-US" altLang="zh-CN" dirty="0">
                <a:solidFill>
                  <a:srgbClr val="333399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，T，P</a:t>
            </a:r>
            <a:r>
              <a:rPr lang="en-US" altLang="zh-CN" baseline="-25000" dirty="0">
                <a:solidFill>
                  <a:srgbClr val="333399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2</a:t>
            </a:r>
            <a:r>
              <a:rPr lang="en-US" altLang="zh-CN" dirty="0">
                <a:solidFill>
                  <a:srgbClr val="333399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，S</a:t>
            </a:r>
            <a:r>
              <a:rPr lang="en-US" altLang="zh-CN" baseline="-25000" dirty="0">
                <a:solidFill>
                  <a:srgbClr val="333399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2</a:t>
            </a:r>
            <a:r>
              <a:rPr lang="en-US" altLang="zh-CN" dirty="0">
                <a:solidFill>
                  <a:srgbClr val="333399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）</a:t>
            </a:r>
            <a:r>
              <a:rPr lang="zh-CN" altLang="en-US" dirty="0">
                <a:solidFill>
                  <a:srgbClr val="333399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产生</a:t>
            </a:r>
            <a:r>
              <a:rPr lang="en-US" altLang="zh-CN" dirty="0">
                <a:solidFill>
                  <a:srgbClr val="333399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L</a:t>
            </a:r>
            <a:r>
              <a:rPr lang="en-US" altLang="zh-CN" baseline="-25000" dirty="0">
                <a:solidFill>
                  <a:srgbClr val="333399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2</a:t>
            </a:r>
          </a:p>
          <a:p>
            <a:pPr algn="just" eaLnBrk="1" hangingPunct="1">
              <a:lnSpc>
                <a:spcPct val="120000"/>
              </a:lnSpc>
              <a:spcBef>
                <a:spcPct val="0"/>
              </a:spcBef>
              <a:buClrTx/>
              <a:buSzTx/>
              <a:buFont typeface="Wingdings" panose="05000000000000000000" pitchFamily="2" charset="2"/>
              <a:buNone/>
            </a:pPr>
            <a:r>
              <a:rPr lang="en-US" altLang="zh-CN" dirty="0">
                <a:solidFill>
                  <a:srgbClr val="333399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     N</a:t>
            </a:r>
            <a:r>
              <a:rPr lang="en-US" altLang="zh-CN" baseline="-25000" dirty="0">
                <a:solidFill>
                  <a:srgbClr val="333399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1</a:t>
            </a:r>
            <a:r>
              <a:rPr lang="en-US" altLang="zh-CN" dirty="0">
                <a:solidFill>
                  <a:srgbClr val="333399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N</a:t>
            </a:r>
            <a:r>
              <a:rPr lang="en-US" altLang="zh-CN" baseline="-25000" dirty="0">
                <a:solidFill>
                  <a:srgbClr val="333399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2</a:t>
            </a:r>
            <a:r>
              <a:rPr lang="en-US" altLang="zh-CN" dirty="0">
                <a:solidFill>
                  <a:srgbClr val="333399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＝Φ       (</a:t>
            </a:r>
            <a:r>
              <a:rPr lang="zh-CN" altLang="en-US" dirty="0">
                <a:solidFill>
                  <a:srgbClr val="333399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若不为空, 则可对</a:t>
            </a:r>
            <a:r>
              <a:rPr lang="en-US" altLang="zh-CN" dirty="0">
                <a:solidFill>
                  <a:srgbClr val="333399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N</a:t>
            </a:r>
            <a:r>
              <a:rPr lang="zh-CN" altLang="en-US" dirty="0">
                <a:solidFill>
                  <a:srgbClr val="333399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中符号换名)</a:t>
            </a:r>
          </a:p>
          <a:p>
            <a:pPr algn="just" eaLnBrk="1" hangingPunct="1">
              <a:spcBef>
                <a:spcPct val="0"/>
              </a:spcBef>
              <a:buClrTx/>
              <a:buSzTx/>
              <a:buFont typeface="Wingdings" panose="05000000000000000000" pitchFamily="2" charset="2"/>
              <a:buNone/>
            </a:pPr>
            <a:endParaRPr lang="zh-CN" altLang="en-US" dirty="0">
              <a:solidFill>
                <a:srgbClr val="333399"/>
              </a:solidFill>
              <a:cs typeface="Times New Roman" panose="02020603050405020304" pitchFamily="18" charset="0"/>
              <a:sym typeface="Symbol" panose="05050102010706020507" pitchFamily="18" charset="2"/>
            </a:endParaRPr>
          </a:p>
        </p:txBody>
      </p:sp>
    </p:spTree>
  </p:cSld>
  <p:clrMapOvr>
    <a:masterClrMapping/>
  </p:clrMapOvr>
  <p:transition spd="med" advClick="0">
    <p:wipe dir="r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灯片编号占位符 1"/>
          <p:cNvSpPr>
            <a:spLocks noGrp="1"/>
          </p:cNvSpPr>
          <p:nvPr>
            <p:ph type="sldNum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FB7BD78A-D78D-44FC-AAD1-E87F201FDC59}" type="slidenum">
              <a:rPr kumimoji="0" lang="zh-CN" altLang="en-US" sz="1200" smtClean="0">
                <a:solidFill>
                  <a:srgbClr val="009999"/>
                </a:solidFill>
                <a:latin typeface="Arial Narrow" panose="020B0606020202030204" pitchFamily="34" charset="0"/>
                <a:ea typeface="宋体" panose="02010600030101010101" pitchFamily="2" charset="-122"/>
              </a:rPr>
              <a:t>4</a:t>
            </a:fld>
            <a:endParaRPr kumimoji="0" lang="en-US" altLang="zh-CN" sz="1200">
              <a:solidFill>
                <a:srgbClr val="009999"/>
              </a:solidFill>
              <a:latin typeface="Arial Narrow" panose="020B0606020202030204" pitchFamily="34" charset="0"/>
              <a:ea typeface="宋体" panose="02010600030101010101" pitchFamily="2" charset="-122"/>
            </a:endParaRPr>
          </a:p>
        </p:txBody>
      </p:sp>
      <p:sp>
        <p:nvSpPr>
          <p:cNvPr id="36867" name="日期占位符 2"/>
          <p:cNvSpPr>
            <a:spLocks noGrp="1"/>
          </p:cNvSpPr>
          <p:nvPr>
            <p:ph type="dt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EDD5BA32-2C68-43FE-82B9-0B5C7B128AA1}" type="datetime1">
              <a:rPr kumimoji="0" lang="zh-CN" altLang="en-US" sz="1200">
                <a:solidFill>
                  <a:srgbClr val="009999"/>
                </a:solidFill>
                <a:latin typeface="Arial Narrow" panose="020B0606020202030204" pitchFamily="34" charset="0"/>
                <a:ea typeface="宋体" panose="02010600030101010101" pitchFamily="2" charset="-122"/>
              </a:rPr>
              <a:t>2024/3/23</a:t>
            </a:fld>
            <a:endParaRPr kumimoji="0" lang="zh-CN" altLang="zh-CN" sz="1200">
              <a:solidFill>
                <a:srgbClr val="009999"/>
              </a:solidFill>
              <a:latin typeface="Arial Narrow" panose="020B0606020202030204" pitchFamily="34" charset="0"/>
              <a:ea typeface="宋体" panose="02010600030101010101" pitchFamily="2" charset="-122"/>
            </a:endParaRPr>
          </a:p>
        </p:txBody>
      </p:sp>
      <p:sp>
        <p:nvSpPr>
          <p:cNvPr id="36868" name="页脚占位符 3"/>
          <p:cNvSpPr>
            <a:spLocks noGrp="1"/>
          </p:cNvSpPr>
          <p:nvPr>
            <p:ph type="ftr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200">
                <a:solidFill>
                  <a:srgbClr val="009999"/>
                </a:solidFill>
                <a:latin typeface="Arial Narrow" panose="020B0606020202030204" pitchFamily="34" charset="0"/>
                <a:ea typeface="宋体" panose="02010600030101010101" pitchFamily="2" charset="-122"/>
              </a:rPr>
              <a:t>School of Computer Science, BUPT</a:t>
            </a:r>
            <a:endParaRPr lang="zh-CN" altLang="en-US" sz="1200">
              <a:solidFill>
                <a:srgbClr val="009999"/>
              </a:solidFill>
              <a:latin typeface="Arial Narrow" panose="020B0606020202030204" pitchFamily="34" charset="0"/>
              <a:ea typeface="宋体" panose="02010600030101010101" pitchFamily="2" charset="-122"/>
            </a:endParaRPr>
          </a:p>
        </p:txBody>
      </p:sp>
      <p:sp>
        <p:nvSpPr>
          <p:cNvPr id="36869" name="Text Box 2"/>
          <p:cNvSpPr txBox="1">
            <a:spLocks noChangeArrowheads="1"/>
          </p:cNvSpPr>
          <p:nvPr/>
        </p:nvSpPr>
        <p:spPr bwMode="auto">
          <a:xfrm>
            <a:off x="228600" y="1216025"/>
            <a:ext cx="8686800" cy="502729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457200" indent="-45720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algn="just" eaLnBrk="1" hangingPunct="1">
              <a:lnSpc>
                <a:spcPct val="120000"/>
              </a:lnSpc>
              <a:spcBef>
                <a:spcPct val="0"/>
              </a:spcBef>
              <a:buClrTx/>
              <a:buSzTx/>
              <a:buFont typeface="Wingdings" panose="05000000000000000000" pitchFamily="2" charset="2"/>
              <a:buNone/>
            </a:pPr>
            <a:r>
              <a:rPr lang="zh-CN" altLang="en-US" sz="2000" dirty="0">
                <a:solidFill>
                  <a:srgbClr val="333399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构造</a:t>
            </a:r>
            <a:r>
              <a:rPr lang="en-US" altLang="zh-CN" sz="2000" dirty="0">
                <a:solidFill>
                  <a:srgbClr val="333399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G＝（N，T，P，S）</a:t>
            </a:r>
            <a:r>
              <a:rPr lang="zh-CN" altLang="en-US" sz="2000" dirty="0">
                <a:solidFill>
                  <a:srgbClr val="333399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产生</a:t>
            </a:r>
            <a:r>
              <a:rPr lang="en-US" altLang="zh-CN" sz="2000" dirty="0">
                <a:solidFill>
                  <a:srgbClr val="333399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L，</a:t>
            </a:r>
            <a:r>
              <a:rPr lang="zh-CN" altLang="en-US" sz="2000" dirty="0">
                <a:solidFill>
                  <a:srgbClr val="333399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使</a:t>
            </a:r>
            <a:r>
              <a:rPr lang="en-US" altLang="zh-CN" sz="2000" dirty="0">
                <a:solidFill>
                  <a:srgbClr val="333399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L= L</a:t>
            </a:r>
            <a:r>
              <a:rPr lang="en-US" altLang="zh-CN" baseline="-25000" dirty="0">
                <a:solidFill>
                  <a:srgbClr val="333399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1</a:t>
            </a:r>
            <a:r>
              <a:rPr lang="en-US" altLang="zh-CN" sz="2000" dirty="0">
                <a:solidFill>
                  <a:srgbClr val="333399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∪ L</a:t>
            </a:r>
            <a:r>
              <a:rPr lang="en-US" altLang="zh-CN" baseline="-25000" dirty="0">
                <a:solidFill>
                  <a:srgbClr val="333399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2</a:t>
            </a:r>
          </a:p>
          <a:p>
            <a:pPr algn="just" eaLnBrk="1" hangingPunct="1">
              <a:lnSpc>
                <a:spcPct val="120000"/>
              </a:lnSpc>
              <a:spcBef>
                <a:spcPct val="0"/>
              </a:spcBef>
              <a:buClrTx/>
              <a:buSzTx/>
              <a:buFont typeface="Wingdings" panose="05000000000000000000" pitchFamily="2" charset="2"/>
              <a:buNone/>
            </a:pPr>
            <a:r>
              <a:rPr lang="zh-CN" altLang="en-US" sz="2000" dirty="0">
                <a:solidFill>
                  <a:srgbClr val="333399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其中	 </a:t>
            </a:r>
            <a:r>
              <a:rPr lang="en-US" altLang="zh-CN" sz="2000" dirty="0">
                <a:solidFill>
                  <a:srgbClr val="333399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N＝N</a:t>
            </a:r>
            <a:r>
              <a:rPr lang="en-US" altLang="zh-CN" baseline="-25000" dirty="0">
                <a:solidFill>
                  <a:srgbClr val="333399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1</a:t>
            </a:r>
            <a:r>
              <a:rPr lang="en-US" altLang="zh-CN" sz="2000" dirty="0">
                <a:solidFill>
                  <a:srgbClr val="333399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∪ N</a:t>
            </a:r>
            <a:r>
              <a:rPr lang="en-US" altLang="zh-CN" baseline="-25000" dirty="0">
                <a:solidFill>
                  <a:srgbClr val="333399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2</a:t>
            </a:r>
            <a:r>
              <a:rPr lang="en-US" altLang="zh-CN" sz="2000" dirty="0">
                <a:solidFill>
                  <a:srgbClr val="333399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∪ {S},   S</a:t>
            </a:r>
            <a:r>
              <a:rPr lang="zh-CN" altLang="en-US" sz="2000" dirty="0">
                <a:solidFill>
                  <a:srgbClr val="333399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为新的非终结符；</a:t>
            </a:r>
          </a:p>
          <a:p>
            <a:pPr algn="just" eaLnBrk="1" hangingPunct="1">
              <a:lnSpc>
                <a:spcPct val="120000"/>
              </a:lnSpc>
              <a:spcBef>
                <a:spcPct val="0"/>
              </a:spcBef>
              <a:buClrTx/>
              <a:buSzTx/>
              <a:buNone/>
            </a:pPr>
            <a:r>
              <a:rPr lang="zh-CN" altLang="en-US" sz="2000" dirty="0">
                <a:solidFill>
                  <a:srgbClr val="333399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		 </a:t>
            </a:r>
            <a:r>
              <a:rPr lang="en-US" altLang="zh-CN" sz="2000" dirty="0">
                <a:solidFill>
                  <a:srgbClr val="333399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P＝P</a:t>
            </a:r>
            <a:r>
              <a:rPr lang="en-US" altLang="zh-CN" baseline="-25000" dirty="0">
                <a:solidFill>
                  <a:srgbClr val="333399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1</a:t>
            </a:r>
            <a:r>
              <a:rPr lang="en-US" altLang="zh-CN" sz="2000" dirty="0">
                <a:solidFill>
                  <a:srgbClr val="333399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∪ P</a:t>
            </a:r>
            <a:r>
              <a:rPr lang="en-US" altLang="zh-CN" baseline="-25000" dirty="0">
                <a:solidFill>
                  <a:srgbClr val="333399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2</a:t>
            </a:r>
            <a:r>
              <a:rPr lang="en-US" altLang="zh-CN" sz="2000" dirty="0">
                <a:solidFill>
                  <a:srgbClr val="333399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∪ {SS</a:t>
            </a:r>
            <a:r>
              <a:rPr lang="en-US" altLang="zh-CN" baseline="-25000" dirty="0">
                <a:solidFill>
                  <a:srgbClr val="333399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1</a:t>
            </a:r>
            <a:r>
              <a:rPr lang="en-US" altLang="zh-CN" sz="2000" dirty="0">
                <a:solidFill>
                  <a:srgbClr val="333399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，S  S</a:t>
            </a:r>
            <a:r>
              <a:rPr lang="en-US" altLang="zh-CN" baseline="-25000" dirty="0">
                <a:solidFill>
                  <a:srgbClr val="333399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2</a:t>
            </a:r>
            <a:r>
              <a:rPr lang="en-US" altLang="zh-CN" sz="2000" dirty="0">
                <a:solidFill>
                  <a:srgbClr val="333399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}</a:t>
            </a:r>
          </a:p>
          <a:p>
            <a:pPr algn="just" eaLnBrk="1" hangingPunct="1">
              <a:lnSpc>
                <a:spcPct val="120000"/>
              </a:lnSpc>
              <a:spcBef>
                <a:spcPct val="0"/>
              </a:spcBef>
              <a:buClrTx/>
              <a:buSzTx/>
              <a:buFont typeface="Wingdings" panose="05000000000000000000" pitchFamily="2" charset="2"/>
              <a:buNone/>
            </a:pPr>
            <a:r>
              <a:rPr lang="zh-CN" altLang="en-US" sz="2400" dirty="0">
                <a:solidFill>
                  <a:srgbClr val="800080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先证</a:t>
            </a:r>
            <a:r>
              <a:rPr lang="en-US" altLang="zh-CN" sz="2400" dirty="0">
                <a:solidFill>
                  <a:srgbClr val="800080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L  L</a:t>
            </a:r>
            <a:r>
              <a:rPr lang="en-US" altLang="zh-CN" baseline="-25000" dirty="0">
                <a:solidFill>
                  <a:srgbClr val="333399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1</a:t>
            </a:r>
            <a:r>
              <a:rPr lang="en-US" altLang="zh-CN" sz="2400" dirty="0">
                <a:solidFill>
                  <a:srgbClr val="800080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∪ L</a:t>
            </a:r>
            <a:r>
              <a:rPr lang="en-US" altLang="zh-CN" baseline="-25000" dirty="0">
                <a:solidFill>
                  <a:srgbClr val="333399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2</a:t>
            </a:r>
            <a:r>
              <a:rPr lang="en-US" altLang="zh-CN" sz="2400" dirty="0">
                <a:solidFill>
                  <a:srgbClr val="800080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：</a:t>
            </a:r>
          </a:p>
          <a:p>
            <a:pPr algn="just" eaLnBrk="1" hangingPunct="1">
              <a:lnSpc>
                <a:spcPct val="120000"/>
              </a:lnSpc>
              <a:spcBef>
                <a:spcPct val="0"/>
              </a:spcBef>
              <a:buClrTx/>
              <a:buSzTx/>
              <a:buFont typeface="Wingdings" panose="05000000000000000000" pitchFamily="2" charset="2"/>
              <a:buNone/>
            </a:pPr>
            <a:r>
              <a:rPr lang="zh-CN" altLang="en-US" sz="2000" dirty="0">
                <a:solidFill>
                  <a:srgbClr val="333399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在</a:t>
            </a:r>
            <a:r>
              <a:rPr lang="en-US" altLang="zh-CN" sz="2000" dirty="0">
                <a:solidFill>
                  <a:srgbClr val="333399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G</a:t>
            </a:r>
            <a:r>
              <a:rPr lang="zh-CN" altLang="en-US" sz="2000" dirty="0">
                <a:solidFill>
                  <a:srgbClr val="333399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中，由</a:t>
            </a:r>
            <a:r>
              <a:rPr lang="en-US" altLang="zh-CN" sz="2000" dirty="0">
                <a:solidFill>
                  <a:srgbClr val="333399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G</a:t>
            </a:r>
            <a:r>
              <a:rPr lang="zh-CN" altLang="en-US" sz="2000" dirty="0">
                <a:solidFill>
                  <a:srgbClr val="333399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的定义，对于任意</a:t>
            </a:r>
            <a:r>
              <a:rPr lang="en-US" altLang="zh-CN" sz="1800" dirty="0">
                <a:solidFill>
                  <a:srgbClr val="333399"/>
                </a:solidFill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ω</a:t>
            </a:r>
            <a:r>
              <a:rPr lang="zh-CN" altLang="en-US" sz="2000" dirty="0">
                <a:solidFill>
                  <a:srgbClr val="333399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，意味着或者（按</a:t>
            </a:r>
            <a:r>
              <a:rPr lang="en-US" altLang="zh-CN" sz="2000" dirty="0">
                <a:solidFill>
                  <a:srgbClr val="333399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G</a:t>
            </a:r>
            <a:r>
              <a:rPr lang="en-US" altLang="zh-CN" sz="2000" baseline="-25000" dirty="0">
                <a:solidFill>
                  <a:srgbClr val="333399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1</a:t>
            </a:r>
            <a:r>
              <a:rPr lang="zh-CN" altLang="en-US" sz="2000" dirty="0">
                <a:solidFill>
                  <a:srgbClr val="333399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的产生式），或者（按</a:t>
            </a:r>
            <a:r>
              <a:rPr lang="en-US" altLang="zh-CN" sz="2000" dirty="0">
                <a:solidFill>
                  <a:srgbClr val="333399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G</a:t>
            </a:r>
            <a:r>
              <a:rPr lang="en-US" altLang="zh-CN" baseline="-25000" dirty="0">
                <a:solidFill>
                  <a:srgbClr val="333399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2</a:t>
            </a:r>
            <a:r>
              <a:rPr lang="zh-CN" altLang="en-US" sz="2000" dirty="0">
                <a:solidFill>
                  <a:srgbClr val="333399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的产生式）</a:t>
            </a:r>
          </a:p>
          <a:p>
            <a:pPr algn="just" eaLnBrk="1" hangingPunct="1">
              <a:lnSpc>
                <a:spcPct val="120000"/>
              </a:lnSpc>
              <a:spcBef>
                <a:spcPct val="0"/>
              </a:spcBef>
              <a:buClrTx/>
              <a:buSzTx/>
              <a:buFont typeface="Wingdings" panose="05000000000000000000" pitchFamily="2" charset="2"/>
              <a:buNone/>
            </a:pPr>
            <a:r>
              <a:rPr lang="zh-CN" altLang="en-US" sz="2000" dirty="0">
                <a:solidFill>
                  <a:srgbClr val="333399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即文法</a:t>
            </a:r>
            <a:r>
              <a:rPr lang="en-US" altLang="zh-CN" sz="2000" dirty="0">
                <a:solidFill>
                  <a:srgbClr val="333399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G</a:t>
            </a:r>
            <a:r>
              <a:rPr lang="zh-CN" altLang="en-US" sz="2000" dirty="0">
                <a:solidFill>
                  <a:srgbClr val="333399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的每个句子或由</a:t>
            </a:r>
            <a:r>
              <a:rPr lang="en-US" altLang="zh-CN" sz="2000" dirty="0">
                <a:solidFill>
                  <a:srgbClr val="333399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G</a:t>
            </a:r>
            <a:r>
              <a:rPr lang="en-US" altLang="zh-CN" baseline="-25000" dirty="0">
                <a:solidFill>
                  <a:srgbClr val="333399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1</a:t>
            </a:r>
            <a:r>
              <a:rPr lang="zh-CN" altLang="en-US" sz="2000" dirty="0">
                <a:solidFill>
                  <a:srgbClr val="333399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产生，或由</a:t>
            </a:r>
            <a:r>
              <a:rPr lang="en-US" altLang="zh-CN" sz="2000" dirty="0">
                <a:solidFill>
                  <a:srgbClr val="333399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G</a:t>
            </a:r>
            <a:r>
              <a:rPr lang="en-US" altLang="zh-CN" baseline="-25000" dirty="0">
                <a:solidFill>
                  <a:srgbClr val="333399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2</a:t>
            </a:r>
            <a:r>
              <a:rPr lang="zh-CN" altLang="en-US" sz="2000" dirty="0">
                <a:solidFill>
                  <a:srgbClr val="333399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产生。</a:t>
            </a:r>
          </a:p>
          <a:p>
            <a:pPr algn="just" eaLnBrk="1" hangingPunct="1">
              <a:lnSpc>
                <a:spcPct val="120000"/>
              </a:lnSpc>
              <a:spcBef>
                <a:spcPct val="0"/>
              </a:spcBef>
              <a:buClrTx/>
              <a:buSzTx/>
              <a:buFont typeface="Wingdings" panose="05000000000000000000" pitchFamily="2" charset="2"/>
              <a:buNone/>
            </a:pPr>
            <a:r>
              <a:rPr lang="zh-CN" altLang="en-US" sz="2000" dirty="0">
                <a:solidFill>
                  <a:srgbClr val="333399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∴ </a:t>
            </a:r>
            <a:r>
              <a:rPr lang="en-US" altLang="zh-CN" sz="2000" dirty="0">
                <a:solidFill>
                  <a:srgbClr val="333399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L(G)  L(G</a:t>
            </a:r>
            <a:r>
              <a:rPr lang="en-US" altLang="zh-CN" baseline="-25000" dirty="0">
                <a:solidFill>
                  <a:srgbClr val="333399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1</a:t>
            </a:r>
            <a:r>
              <a:rPr lang="en-US" altLang="zh-CN" sz="2000" dirty="0">
                <a:solidFill>
                  <a:srgbClr val="333399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)∪ L(G</a:t>
            </a:r>
            <a:r>
              <a:rPr lang="en-US" altLang="zh-CN" baseline="-25000" dirty="0">
                <a:solidFill>
                  <a:srgbClr val="333399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2</a:t>
            </a:r>
            <a:r>
              <a:rPr lang="en-US" altLang="zh-CN" sz="2000" dirty="0">
                <a:solidFill>
                  <a:srgbClr val="333399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)</a:t>
            </a:r>
          </a:p>
          <a:p>
            <a:pPr algn="just" eaLnBrk="1" hangingPunct="1">
              <a:lnSpc>
                <a:spcPct val="120000"/>
              </a:lnSpc>
              <a:spcBef>
                <a:spcPct val="0"/>
              </a:spcBef>
              <a:buClrTx/>
              <a:buSzTx/>
              <a:buFont typeface="Wingdings" panose="05000000000000000000" pitchFamily="2" charset="2"/>
              <a:buNone/>
            </a:pPr>
            <a:r>
              <a:rPr lang="zh-CN" altLang="en-US" sz="2400" dirty="0">
                <a:solidFill>
                  <a:srgbClr val="800080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再证 </a:t>
            </a:r>
            <a:r>
              <a:rPr lang="en-US" altLang="zh-CN" sz="2400" dirty="0">
                <a:solidFill>
                  <a:srgbClr val="800080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L</a:t>
            </a:r>
            <a:r>
              <a:rPr lang="en-US" altLang="zh-CN" baseline="-25000" dirty="0">
                <a:solidFill>
                  <a:srgbClr val="333399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1</a:t>
            </a:r>
            <a:r>
              <a:rPr lang="en-US" altLang="zh-CN" sz="2400" dirty="0">
                <a:solidFill>
                  <a:srgbClr val="800080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∪ L</a:t>
            </a:r>
            <a:r>
              <a:rPr lang="en-US" altLang="zh-CN" baseline="-25000" dirty="0">
                <a:solidFill>
                  <a:srgbClr val="333399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2</a:t>
            </a:r>
            <a:r>
              <a:rPr lang="en-US" altLang="zh-CN" sz="2400" dirty="0">
                <a:solidFill>
                  <a:srgbClr val="800080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  L：</a:t>
            </a:r>
          </a:p>
          <a:p>
            <a:pPr algn="just" eaLnBrk="1" hangingPunct="1">
              <a:lnSpc>
                <a:spcPct val="140000"/>
              </a:lnSpc>
              <a:spcBef>
                <a:spcPct val="0"/>
              </a:spcBef>
              <a:buClrTx/>
              <a:buSzTx/>
              <a:buFont typeface="Wingdings" panose="05000000000000000000" pitchFamily="2" charset="2"/>
              <a:buNone/>
            </a:pPr>
            <a:r>
              <a:rPr lang="zh-CN" altLang="en-US" sz="2000" dirty="0">
                <a:solidFill>
                  <a:srgbClr val="333399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设有</a:t>
            </a:r>
            <a:r>
              <a:rPr lang="en-US" altLang="zh-CN" sz="2000" dirty="0">
                <a:solidFill>
                  <a:srgbClr val="333399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ω∈L</a:t>
            </a:r>
            <a:r>
              <a:rPr lang="en-US" altLang="zh-CN" sz="2400" i="1" baseline="-25000" dirty="0">
                <a:solidFill>
                  <a:srgbClr val="333399"/>
                </a:solidFill>
                <a:ea typeface="华文行楷" panose="0201080004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1</a:t>
            </a:r>
            <a:r>
              <a:rPr lang="en-US" altLang="zh-CN" sz="2000" dirty="0">
                <a:solidFill>
                  <a:srgbClr val="333399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∪ L</a:t>
            </a:r>
            <a:r>
              <a:rPr lang="en-US" altLang="zh-CN" sz="2400" i="1" baseline="-25000" dirty="0">
                <a:solidFill>
                  <a:srgbClr val="333399"/>
                </a:solidFill>
                <a:ea typeface="华文行楷" panose="0201080004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2</a:t>
            </a:r>
            <a:r>
              <a:rPr lang="en-US" altLang="zh-CN" sz="2000" dirty="0">
                <a:solidFill>
                  <a:srgbClr val="333399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，</a:t>
            </a:r>
            <a:r>
              <a:rPr lang="zh-CN" altLang="en-US" sz="2000" dirty="0">
                <a:solidFill>
                  <a:srgbClr val="333399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则存在推导</a:t>
            </a:r>
          </a:p>
          <a:p>
            <a:pPr algn="just" eaLnBrk="1" hangingPunct="1">
              <a:lnSpc>
                <a:spcPct val="140000"/>
              </a:lnSpc>
              <a:spcBef>
                <a:spcPct val="0"/>
              </a:spcBef>
              <a:buClrTx/>
              <a:buSzTx/>
              <a:buFont typeface="Wingdings" panose="05000000000000000000" pitchFamily="2" charset="2"/>
              <a:buNone/>
            </a:pPr>
            <a:r>
              <a:rPr lang="en-US" altLang="zh-CN" sz="2000" dirty="0">
                <a:solidFill>
                  <a:srgbClr val="333399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S</a:t>
            </a:r>
            <a:r>
              <a:rPr lang="en-US" altLang="zh-CN" baseline="-25000" dirty="0">
                <a:solidFill>
                  <a:srgbClr val="333399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1 </a:t>
            </a:r>
            <a:r>
              <a:rPr lang="en-US" altLang="zh-CN" sz="2000" dirty="0">
                <a:solidFill>
                  <a:srgbClr val="333399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 ω </a:t>
            </a:r>
            <a:r>
              <a:rPr lang="zh-CN" altLang="en-US" sz="2000" dirty="0">
                <a:solidFill>
                  <a:srgbClr val="333399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或 </a:t>
            </a:r>
            <a:r>
              <a:rPr lang="en-US" altLang="zh-CN" sz="2000" dirty="0">
                <a:solidFill>
                  <a:srgbClr val="333399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S</a:t>
            </a:r>
            <a:r>
              <a:rPr lang="en-US" altLang="zh-CN" baseline="-25000" dirty="0">
                <a:solidFill>
                  <a:srgbClr val="333399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2</a:t>
            </a:r>
            <a:r>
              <a:rPr lang="en-US" altLang="zh-CN" dirty="0">
                <a:solidFill>
                  <a:srgbClr val="333399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</a:t>
            </a:r>
            <a:r>
              <a:rPr lang="en-US" altLang="zh-CN" sz="2000" dirty="0">
                <a:solidFill>
                  <a:srgbClr val="333399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  ω</a:t>
            </a:r>
          </a:p>
          <a:p>
            <a:pPr algn="just" eaLnBrk="1" hangingPunct="1">
              <a:lnSpc>
                <a:spcPct val="140000"/>
              </a:lnSpc>
              <a:spcBef>
                <a:spcPct val="0"/>
              </a:spcBef>
              <a:buClrTx/>
              <a:buSzTx/>
              <a:buFont typeface="Wingdings" panose="05000000000000000000" pitchFamily="2" charset="2"/>
              <a:buNone/>
            </a:pPr>
            <a:r>
              <a:rPr lang="en-US" altLang="zh-CN" sz="2000" dirty="0">
                <a:solidFill>
                  <a:srgbClr val="333399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∴ </a:t>
            </a:r>
            <a:r>
              <a:rPr lang="zh-CN" altLang="en-US" sz="2000" dirty="0">
                <a:solidFill>
                  <a:srgbClr val="333399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必有</a:t>
            </a:r>
            <a:r>
              <a:rPr lang="en-US" altLang="zh-CN" sz="2000" dirty="0">
                <a:solidFill>
                  <a:srgbClr val="333399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S</a:t>
            </a:r>
            <a:r>
              <a:rPr lang="en-US" altLang="zh-CN" sz="2000" baseline="30000" dirty="0">
                <a:solidFill>
                  <a:srgbClr val="333399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en-US" altLang="zh-CN" sz="2000" dirty="0">
                <a:solidFill>
                  <a:srgbClr val="333399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ω。 </a:t>
            </a:r>
            <a:r>
              <a:rPr lang="zh-CN" altLang="en-US" sz="2000" dirty="0">
                <a:solidFill>
                  <a:srgbClr val="333399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即</a:t>
            </a:r>
            <a:r>
              <a:rPr lang="en-US" altLang="zh-CN" sz="2000" dirty="0">
                <a:solidFill>
                  <a:srgbClr val="333399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L</a:t>
            </a:r>
            <a:r>
              <a:rPr lang="en-US" altLang="zh-CN" baseline="-25000" dirty="0">
                <a:solidFill>
                  <a:srgbClr val="333399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1</a:t>
            </a:r>
            <a:r>
              <a:rPr lang="en-US" altLang="zh-CN" sz="2000" dirty="0">
                <a:solidFill>
                  <a:srgbClr val="333399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∪ L</a:t>
            </a:r>
            <a:r>
              <a:rPr lang="en-US" altLang="zh-CN" baseline="-25000" dirty="0">
                <a:solidFill>
                  <a:srgbClr val="333399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2</a:t>
            </a:r>
            <a:r>
              <a:rPr lang="en-US" altLang="zh-CN" sz="2000" dirty="0">
                <a:solidFill>
                  <a:srgbClr val="333399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  L。                                  </a:t>
            </a:r>
            <a:r>
              <a:rPr lang="zh-CN" altLang="en-US" sz="2000" dirty="0">
                <a:solidFill>
                  <a:srgbClr val="333399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命题得证＃ </a:t>
            </a:r>
            <a:endParaRPr lang="en-US" altLang="zh-CN" sz="2000" dirty="0">
              <a:solidFill>
                <a:srgbClr val="333399"/>
              </a:solidFill>
              <a:cs typeface="Times New Roman" panose="02020603050405020304" pitchFamily="18" charset="0"/>
              <a:sym typeface="Symbol" panose="05050102010706020507" pitchFamily="18" charset="2"/>
            </a:endParaRPr>
          </a:p>
        </p:txBody>
      </p:sp>
      <p:sp>
        <p:nvSpPr>
          <p:cNvPr id="36870" name="Rectangle 3"/>
          <p:cNvSpPr>
            <a:spLocks noChangeArrowheads="1"/>
          </p:cNvSpPr>
          <p:nvPr/>
        </p:nvSpPr>
        <p:spPr bwMode="auto">
          <a:xfrm>
            <a:off x="1033463" y="504825"/>
            <a:ext cx="5454650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algn="r">
              <a:buFont typeface="Wingdings" panose="05000000000000000000" pitchFamily="2" charset="2"/>
              <a:buNone/>
            </a:pPr>
            <a:r>
              <a:rPr lang="zh-CN" altLang="en-US" sz="3200">
                <a:solidFill>
                  <a:srgbClr val="80008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(</a:t>
            </a:r>
            <a:r>
              <a:rPr lang="en-US" altLang="zh-CN" sz="3200">
                <a:solidFill>
                  <a:srgbClr val="80008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a). </a:t>
            </a:r>
            <a:r>
              <a:rPr lang="zh-CN" altLang="en-US" sz="3200">
                <a:solidFill>
                  <a:srgbClr val="80008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求证</a:t>
            </a:r>
            <a:r>
              <a:rPr lang="en-US" altLang="zh-CN" sz="3200">
                <a:solidFill>
                  <a:srgbClr val="80008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L</a:t>
            </a:r>
            <a:r>
              <a:rPr lang="en-US" altLang="zh-CN" baseline="-25000">
                <a:solidFill>
                  <a:srgbClr val="333399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1</a:t>
            </a:r>
            <a:r>
              <a:rPr lang="en-US" altLang="zh-CN" sz="3200">
                <a:solidFill>
                  <a:srgbClr val="80008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∪ L</a:t>
            </a:r>
            <a:r>
              <a:rPr lang="en-US" altLang="zh-CN" baseline="-25000">
                <a:solidFill>
                  <a:srgbClr val="333399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2</a:t>
            </a:r>
            <a:r>
              <a:rPr lang="zh-CN" altLang="en-US" sz="3200">
                <a:solidFill>
                  <a:srgbClr val="80008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是右线性语言</a:t>
            </a:r>
          </a:p>
        </p:txBody>
      </p:sp>
      <p:sp>
        <p:nvSpPr>
          <p:cNvPr id="3" name="AutoShape 3"/>
          <p:cNvSpPr>
            <a:spLocks noChangeAspect="1" noChangeArrowheads="1" noTextEdit="1"/>
          </p:cNvSpPr>
          <p:nvPr/>
        </p:nvSpPr>
        <p:spPr bwMode="auto">
          <a:xfrm>
            <a:off x="5148064" y="3584028"/>
            <a:ext cx="220795" cy="109458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grpSp>
        <p:nvGrpSpPr>
          <p:cNvPr id="6" name="组合 5"/>
          <p:cNvGrpSpPr/>
          <p:nvPr/>
        </p:nvGrpSpPr>
        <p:grpSpPr>
          <a:xfrm>
            <a:off x="777450" y="5167793"/>
            <a:ext cx="350100" cy="657216"/>
            <a:chOff x="8597830" y="3785941"/>
            <a:chExt cx="350100" cy="657216"/>
          </a:xfrm>
        </p:grpSpPr>
        <p:sp>
          <p:nvSpPr>
            <p:cNvPr id="4" name="Rectangle 5"/>
            <p:cNvSpPr>
              <a:spLocks noChangeArrowheads="1"/>
            </p:cNvSpPr>
            <p:nvPr/>
          </p:nvSpPr>
          <p:spPr bwMode="auto">
            <a:xfrm>
              <a:off x="8597830" y="3785941"/>
              <a:ext cx="220795" cy="30777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0" tIns="0" rIns="0" bIns="0" numCol="1" anchor="t" anchorCtr="0" compatLnSpc="1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0" lang="en-US" altLang="zh-CN" sz="2000" b="0" i="0" u="none" strike="noStrike" cap="none" normalizeH="0" baseline="0" dirty="0">
                  <a:ln>
                    <a:noFill/>
                  </a:ln>
                  <a:solidFill>
                    <a:srgbClr val="002060"/>
                  </a:solidFill>
                  <a:effectLst/>
                  <a:latin typeface="Calibri" panose="020F0502020204030204" pitchFamily="34" charset="0"/>
                </a:rPr>
                <a:t>+</a:t>
              </a:r>
              <a:endParaRPr kumimoji="0" lang="zh-CN" altLang="zh-CN" sz="1800" b="0" i="0" u="none" strike="noStrike" cap="none" normalizeH="0" baseline="0" dirty="0">
                <a:ln>
                  <a:noFill/>
                </a:ln>
                <a:solidFill>
                  <a:srgbClr val="002060"/>
                </a:solidFill>
                <a:effectLst/>
              </a:endParaRPr>
            </a:p>
          </p:txBody>
        </p:sp>
        <p:sp>
          <p:nvSpPr>
            <p:cNvPr id="5" name="Rectangle 6"/>
            <p:cNvSpPr>
              <a:spLocks noChangeArrowheads="1"/>
            </p:cNvSpPr>
            <p:nvPr/>
          </p:nvSpPr>
          <p:spPr bwMode="auto">
            <a:xfrm>
              <a:off x="8597830" y="4135380"/>
              <a:ext cx="350100" cy="30777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0" tIns="0" rIns="0" bIns="0" numCol="1" anchor="t" anchorCtr="0" compatLnSpc="1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0" lang="zh-CN" altLang="zh-CN" sz="2000" b="0" i="0" u="none" strike="noStrike" cap="none" normalizeH="0" baseline="0" dirty="0">
                  <a:ln>
                    <a:noFill/>
                  </a:ln>
                  <a:solidFill>
                    <a:srgbClr val="002060"/>
                  </a:solidFill>
                  <a:effectLst/>
                  <a:latin typeface="Calibri" panose="020F0502020204030204" pitchFamily="34" charset="0"/>
                </a:rPr>
                <a:t>G</a:t>
              </a:r>
              <a:r>
                <a:rPr kumimoji="0" lang="en-US" altLang="zh-CN" sz="2000" b="0" i="0" u="none" strike="noStrike" cap="none" normalizeH="0" baseline="-25000" dirty="0">
                  <a:ln>
                    <a:noFill/>
                  </a:ln>
                  <a:solidFill>
                    <a:srgbClr val="002060"/>
                  </a:solidFill>
                  <a:effectLst/>
                  <a:latin typeface="Calibri" panose="020F0502020204030204" pitchFamily="34" charset="0"/>
                </a:rPr>
                <a:t>1</a:t>
              </a:r>
              <a:endParaRPr kumimoji="0" lang="zh-CN" altLang="zh-CN" sz="1800" b="0" i="0" u="none" strike="noStrike" cap="none" normalizeH="0" baseline="-25000" dirty="0">
                <a:ln>
                  <a:noFill/>
                </a:ln>
                <a:solidFill>
                  <a:srgbClr val="002060"/>
                </a:solidFill>
                <a:effectLst/>
              </a:endParaRPr>
            </a:p>
          </p:txBody>
        </p:sp>
      </p:grpSp>
      <p:grpSp>
        <p:nvGrpSpPr>
          <p:cNvPr id="20" name="组合 19"/>
          <p:cNvGrpSpPr/>
          <p:nvPr/>
        </p:nvGrpSpPr>
        <p:grpSpPr>
          <a:xfrm>
            <a:off x="1979712" y="5095785"/>
            <a:ext cx="350100" cy="709479"/>
            <a:chOff x="8597830" y="3785941"/>
            <a:chExt cx="350100" cy="709479"/>
          </a:xfrm>
        </p:grpSpPr>
        <p:sp>
          <p:nvSpPr>
            <p:cNvPr id="21" name="Rectangle 5"/>
            <p:cNvSpPr>
              <a:spLocks noChangeArrowheads="1"/>
            </p:cNvSpPr>
            <p:nvPr/>
          </p:nvSpPr>
          <p:spPr bwMode="auto">
            <a:xfrm>
              <a:off x="8597830" y="3785941"/>
              <a:ext cx="220795" cy="30777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0" tIns="0" rIns="0" bIns="0" numCol="1" anchor="t" anchorCtr="0" compatLnSpc="1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0" lang="en-US" altLang="zh-CN" sz="2000" b="0" i="0" u="none" strike="noStrike" cap="none" normalizeH="0" baseline="0" dirty="0">
                  <a:ln>
                    <a:noFill/>
                  </a:ln>
                  <a:solidFill>
                    <a:srgbClr val="002060"/>
                  </a:solidFill>
                  <a:effectLst/>
                  <a:latin typeface="Calibri" panose="020F0502020204030204" pitchFamily="34" charset="0"/>
                </a:rPr>
                <a:t>+</a:t>
              </a:r>
              <a:endParaRPr kumimoji="0" lang="zh-CN" altLang="zh-CN" sz="1800" b="0" i="0" u="none" strike="noStrike" cap="none" normalizeH="0" baseline="0" dirty="0">
                <a:ln>
                  <a:noFill/>
                </a:ln>
                <a:solidFill>
                  <a:srgbClr val="002060"/>
                </a:solidFill>
                <a:effectLst/>
              </a:endParaRPr>
            </a:p>
          </p:txBody>
        </p:sp>
        <p:sp>
          <p:nvSpPr>
            <p:cNvPr id="22" name="Rectangle 6"/>
            <p:cNvSpPr>
              <a:spLocks noChangeArrowheads="1"/>
            </p:cNvSpPr>
            <p:nvPr/>
          </p:nvSpPr>
          <p:spPr bwMode="auto">
            <a:xfrm>
              <a:off x="8597830" y="4187643"/>
              <a:ext cx="350100" cy="30777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0" tIns="0" rIns="0" bIns="0" numCol="1" anchor="t" anchorCtr="0" compatLnSpc="1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0" lang="zh-CN" altLang="zh-CN" sz="2000" b="0" i="0" u="none" strike="noStrike" cap="none" normalizeH="0" baseline="0" dirty="0">
                  <a:ln>
                    <a:noFill/>
                  </a:ln>
                  <a:solidFill>
                    <a:srgbClr val="002060"/>
                  </a:solidFill>
                  <a:effectLst/>
                  <a:latin typeface="Calibri" panose="020F0502020204030204" pitchFamily="34" charset="0"/>
                </a:rPr>
                <a:t>G</a:t>
              </a:r>
              <a:r>
                <a:rPr kumimoji="0" lang="en-US" altLang="zh-CN" sz="2000" b="0" i="0" u="none" strike="noStrike" cap="none" normalizeH="0" baseline="-25000" dirty="0">
                  <a:ln>
                    <a:noFill/>
                  </a:ln>
                  <a:solidFill>
                    <a:srgbClr val="002060"/>
                  </a:solidFill>
                  <a:effectLst/>
                  <a:latin typeface="Calibri" panose="020F0502020204030204" pitchFamily="34" charset="0"/>
                </a:rPr>
                <a:t>2</a:t>
              </a:r>
              <a:endParaRPr kumimoji="0" lang="zh-CN" altLang="zh-CN" sz="1800" b="0" i="0" u="none" strike="noStrike" cap="none" normalizeH="0" baseline="-25000" dirty="0">
                <a:ln>
                  <a:noFill/>
                </a:ln>
                <a:solidFill>
                  <a:srgbClr val="002060"/>
                </a:solidFill>
                <a:effectLst/>
              </a:endParaRPr>
            </a:p>
          </p:txBody>
        </p:sp>
      </p:grpSp>
      <p:grpSp>
        <p:nvGrpSpPr>
          <p:cNvPr id="23" name="组合 22"/>
          <p:cNvGrpSpPr/>
          <p:nvPr/>
        </p:nvGrpSpPr>
        <p:grpSpPr>
          <a:xfrm>
            <a:off x="1259632" y="5643696"/>
            <a:ext cx="350100" cy="709479"/>
            <a:chOff x="8597830" y="3785941"/>
            <a:chExt cx="350100" cy="709479"/>
          </a:xfrm>
        </p:grpSpPr>
        <p:sp>
          <p:nvSpPr>
            <p:cNvPr id="24" name="Rectangle 5"/>
            <p:cNvSpPr>
              <a:spLocks noChangeArrowheads="1"/>
            </p:cNvSpPr>
            <p:nvPr/>
          </p:nvSpPr>
          <p:spPr bwMode="auto">
            <a:xfrm>
              <a:off x="8597830" y="3785941"/>
              <a:ext cx="220795" cy="30777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0" tIns="0" rIns="0" bIns="0" numCol="1" anchor="t" anchorCtr="0" compatLnSpc="1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0" lang="en-US" altLang="zh-CN" sz="2000" b="0" i="0" u="none" strike="noStrike" cap="none" normalizeH="0" baseline="0" dirty="0">
                  <a:ln>
                    <a:noFill/>
                  </a:ln>
                  <a:solidFill>
                    <a:srgbClr val="002060"/>
                  </a:solidFill>
                  <a:effectLst/>
                  <a:latin typeface="Calibri" panose="020F0502020204030204" pitchFamily="34" charset="0"/>
                </a:rPr>
                <a:t>+</a:t>
              </a:r>
              <a:endParaRPr kumimoji="0" lang="zh-CN" altLang="zh-CN" sz="1800" b="0" i="0" u="none" strike="noStrike" cap="none" normalizeH="0" baseline="0" dirty="0">
                <a:ln>
                  <a:noFill/>
                </a:ln>
                <a:solidFill>
                  <a:srgbClr val="002060"/>
                </a:solidFill>
                <a:effectLst/>
              </a:endParaRPr>
            </a:p>
          </p:txBody>
        </p:sp>
        <p:sp>
          <p:nvSpPr>
            <p:cNvPr id="25" name="Rectangle 6"/>
            <p:cNvSpPr>
              <a:spLocks noChangeArrowheads="1"/>
            </p:cNvSpPr>
            <p:nvPr/>
          </p:nvSpPr>
          <p:spPr bwMode="auto">
            <a:xfrm>
              <a:off x="8597830" y="4187643"/>
              <a:ext cx="350100" cy="30777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0" tIns="0" rIns="0" bIns="0" numCol="1" anchor="t" anchorCtr="0" compatLnSpc="1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0" lang="zh-CN" altLang="zh-CN" sz="2000" b="0" i="0" u="none" strike="noStrike" cap="none" normalizeH="0" baseline="0" dirty="0">
                  <a:ln>
                    <a:noFill/>
                  </a:ln>
                  <a:solidFill>
                    <a:srgbClr val="002060"/>
                  </a:solidFill>
                  <a:effectLst/>
                  <a:latin typeface="Calibri" panose="020F0502020204030204" pitchFamily="34" charset="0"/>
                </a:rPr>
                <a:t>G</a:t>
              </a:r>
              <a:endParaRPr kumimoji="0" lang="zh-CN" altLang="zh-CN" sz="1800" b="0" i="0" u="none" strike="noStrike" cap="none" normalizeH="0" baseline="-25000" dirty="0">
                <a:ln>
                  <a:noFill/>
                </a:ln>
                <a:solidFill>
                  <a:srgbClr val="002060"/>
                </a:solidFill>
                <a:effectLst/>
              </a:endParaRPr>
            </a:p>
          </p:txBody>
        </p:sp>
      </p:grpSp>
    </p:spTree>
  </p:cSld>
  <p:clrMapOvr>
    <a:masterClrMapping/>
  </p:clrMapOvr>
  <p:transition spd="med" advClick="0">
    <p:wipe dir="r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灯片编号占位符 1"/>
          <p:cNvSpPr>
            <a:spLocks noGrp="1"/>
          </p:cNvSpPr>
          <p:nvPr>
            <p:ph type="sldNum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BEE69C1F-4E82-48EB-928F-E356DFE4EB9A}" type="slidenum">
              <a:rPr kumimoji="0" lang="zh-CN" altLang="en-US" sz="1200" smtClean="0">
                <a:solidFill>
                  <a:srgbClr val="009999"/>
                </a:solidFill>
                <a:latin typeface="Arial Narrow" panose="020B0606020202030204" pitchFamily="34" charset="0"/>
                <a:ea typeface="宋体" panose="02010600030101010101" pitchFamily="2" charset="-122"/>
              </a:rPr>
              <a:t>5</a:t>
            </a:fld>
            <a:endParaRPr kumimoji="0" lang="en-US" altLang="zh-CN" sz="1200">
              <a:solidFill>
                <a:srgbClr val="009999"/>
              </a:solidFill>
              <a:latin typeface="Arial Narrow" panose="020B0606020202030204" pitchFamily="34" charset="0"/>
              <a:ea typeface="宋体" panose="02010600030101010101" pitchFamily="2" charset="-122"/>
            </a:endParaRPr>
          </a:p>
        </p:txBody>
      </p:sp>
      <p:sp>
        <p:nvSpPr>
          <p:cNvPr id="37891" name="日期占位符 2"/>
          <p:cNvSpPr>
            <a:spLocks noGrp="1"/>
          </p:cNvSpPr>
          <p:nvPr>
            <p:ph type="dt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EF1E54B8-8BEE-409A-BEEF-BC3CCC0C5E18}" type="datetime1">
              <a:rPr kumimoji="0" lang="zh-CN" altLang="en-US" sz="1200">
                <a:solidFill>
                  <a:srgbClr val="009999"/>
                </a:solidFill>
                <a:latin typeface="Arial Narrow" panose="020B0606020202030204" pitchFamily="34" charset="0"/>
                <a:ea typeface="宋体" panose="02010600030101010101" pitchFamily="2" charset="-122"/>
              </a:rPr>
              <a:t>2024/3/24</a:t>
            </a:fld>
            <a:endParaRPr kumimoji="0" lang="zh-CN" altLang="zh-CN" sz="1200">
              <a:solidFill>
                <a:srgbClr val="009999"/>
              </a:solidFill>
              <a:latin typeface="Arial Narrow" panose="020B0606020202030204" pitchFamily="34" charset="0"/>
              <a:ea typeface="宋体" panose="02010600030101010101" pitchFamily="2" charset="-122"/>
            </a:endParaRPr>
          </a:p>
        </p:txBody>
      </p:sp>
      <p:sp>
        <p:nvSpPr>
          <p:cNvPr id="37892" name="页脚占位符 3"/>
          <p:cNvSpPr>
            <a:spLocks noGrp="1"/>
          </p:cNvSpPr>
          <p:nvPr>
            <p:ph type="ftr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200">
                <a:solidFill>
                  <a:srgbClr val="009999"/>
                </a:solidFill>
                <a:latin typeface="Arial Narrow" panose="020B0606020202030204" pitchFamily="34" charset="0"/>
                <a:ea typeface="宋体" panose="02010600030101010101" pitchFamily="2" charset="-122"/>
              </a:rPr>
              <a:t>School of Computer Science, BUPT</a:t>
            </a:r>
            <a:endParaRPr lang="zh-CN" altLang="en-US" sz="1200">
              <a:solidFill>
                <a:srgbClr val="009999"/>
              </a:solidFill>
              <a:latin typeface="Arial Narrow" panose="020B0606020202030204" pitchFamily="34" charset="0"/>
              <a:ea typeface="宋体" panose="02010600030101010101" pitchFamily="2" charset="-122"/>
            </a:endParaRPr>
          </a:p>
        </p:txBody>
      </p:sp>
      <p:sp>
        <p:nvSpPr>
          <p:cNvPr id="37893" name="Text Box 2"/>
          <p:cNvSpPr txBox="1">
            <a:spLocks noChangeArrowheads="1"/>
          </p:cNvSpPr>
          <p:nvPr/>
        </p:nvSpPr>
        <p:spPr bwMode="auto">
          <a:xfrm>
            <a:off x="457200" y="1371600"/>
            <a:ext cx="8458200" cy="45351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457200" indent="-45720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914400" indent="-45720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algn="just" eaLnBrk="1" hangingPunct="1">
              <a:lnSpc>
                <a:spcPct val="120000"/>
              </a:lnSpc>
              <a:spcBef>
                <a:spcPct val="0"/>
              </a:spcBef>
              <a:buClrTx/>
              <a:buSzTx/>
              <a:buFont typeface="Wingdings" panose="05000000000000000000" pitchFamily="2" charset="2"/>
              <a:buNone/>
            </a:pPr>
            <a:r>
              <a:rPr lang="zh-CN" altLang="en-US" sz="2000" dirty="0">
                <a:solidFill>
                  <a:srgbClr val="333399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 </a:t>
            </a:r>
            <a:r>
              <a:rPr lang="zh-CN" altLang="en-US" sz="2000" dirty="0">
                <a:solidFill>
                  <a:srgbClr val="333399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构造</a:t>
            </a:r>
            <a:r>
              <a:rPr lang="en-US" altLang="zh-CN" sz="2000" dirty="0">
                <a:solidFill>
                  <a:srgbClr val="333399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G＝（N，T，P，S）</a:t>
            </a:r>
          </a:p>
          <a:p>
            <a:pPr algn="just" eaLnBrk="1" hangingPunct="1">
              <a:lnSpc>
                <a:spcPct val="120000"/>
              </a:lnSpc>
              <a:spcBef>
                <a:spcPct val="0"/>
              </a:spcBef>
              <a:buClrTx/>
              <a:buSzTx/>
              <a:buFont typeface="Wingdings" panose="05000000000000000000" pitchFamily="2" charset="2"/>
              <a:buNone/>
            </a:pPr>
            <a:r>
              <a:rPr lang="zh-CN" altLang="en-US" sz="2000" dirty="0">
                <a:solidFill>
                  <a:srgbClr val="333399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其中</a:t>
            </a:r>
            <a:r>
              <a:rPr lang="en-US" altLang="zh-CN" sz="2000" dirty="0">
                <a:solidFill>
                  <a:srgbClr val="333399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N＝N</a:t>
            </a:r>
            <a:r>
              <a:rPr lang="en-US" altLang="zh-CN" baseline="-25000" dirty="0">
                <a:solidFill>
                  <a:srgbClr val="333399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1</a:t>
            </a:r>
            <a:r>
              <a:rPr lang="en-US" altLang="zh-CN" sz="2000" dirty="0">
                <a:solidFill>
                  <a:srgbClr val="333399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 ∪ N</a:t>
            </a:r>
            <a:r>
              <a:rPr lang="en-US" altLang="zh-CN" baseline="-25000" dirty="0">
                <a:solidFill>
                  <a:srgbClr val="333399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2</a:t>
            </a:r>
            <a:r>
              <a:rPr lang="en-US" altLang="zh-CN" sz="2000" dirty="0">
                <a:solidFill>
                  <a:srgbClr val="333399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，S＝S</a:t>
            </a:r>
            <a:r>
              <a:rPr lang="en-US" altLang="zh-CN" sz="2000" baseline="-25000" dirty="0">
                <a:solidFill>
                  <a:srgbClr val="333399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1</a:t>
            </a:r>
            <a:r>
              <a:rPr lang="en-US" altLang="zh-CN" sz="2000" dirty="0">
                <a:solidFill>
                  <a:srgbClr val="333399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，</a:t>
            </a:r>
          </a:p>
          <a:p>
            <a:pPr algn="just" eaLnBrk="1" hangingPunct="1">
              <a:lnSpc>
                <a:spcPct val="120000"/>
              </a:lnSpc>
              <a:spcBef>
                <a:spcPct val="0"/>
              </a:spcBef>
              <a:buClrTx/>
              <a:buSzTx/>
              <a:buFont typeface="Wingdings" panose="05000000000000000000" pitchFamily="2" charset="2"/>
              <a:buNone/>
            </a:pPr>
            <a:r>
              <a:rPr lang="zh-CN" altLang="en-US" sz="2000" dirty="0">
                <a:solidFill>
                  <a:srgbClr val="333399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生成式</a:t>
            </a:r>
            <a:r>
              <a:rPr lang="en-US" altLang="zh-CN" sz="2000" dirty="0">
                <a:solidFill>
                  <a:srgbClr val="333399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P</a:t>
            </a:r>
            <a:r>
              <a:rPr lang="zh-CN" altLang="en-US" sz="2000" dirty="0">
                <a:solidFill>
                  <a:srgbClr val="333399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为:        若</a:t>
            </a:r>
            <a:r>
              <a:rPr lang="en-US" altLang="zh-CN" sz="2000" dirty="0">
                <a:solidFill>
                  <a:srgbClr val="333399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AαB ∈P</a:t>
            </a:r>
            <a:r>
              <a:rPr lang="en-US" altLang="zh-CN" baseline="-25000" dirty="0">
                <a:solidFill>
                  <a:srgbClr val="333399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1</a:t>
            </a:r>
            <a:r>
              <a:rPr lang="en-US" altLang="zh-CN" sz="2000" dirty="0">
                <a:solidFill>
                  <a:srgbClr val="333399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，</a:t>
            </a:r>
            <a:r>
              <a:rPr lang="zh-CN" altLang="en-US" sz="2000" dirty="0">
                <a:solidFill>
                  <a:srgbClr val="333399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则它也属于</a:t>
            </a:r>
            <a:r>
              <a:rPr lang="en-US" altLang="zh-CN" sz="2000" dirty="0">
                <a:solidFill>
                  <a:srgbClr val="333399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P</a:t>
            </a:r>
          </a:p>
          <a:p>
            <a:pPr lvl="1" algn="just" eaLnBrk="1" hangingPunct="1">
              <a:lnSpc>
                <a:spcPct val="12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000" b="1" dirty="0">
                <a:solidFill>
                  <a:srgbClr val="333399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		若</a:t>
            </a:r>
            <a:r>
              <a:rPr lang="en-US" altLang="zh-CN" sz="2000" b="1" dirty="0">
                <a:solidFill>
                  <a:srgbClr val="333399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A</a:t>
            </a:r>
            <a:r>
              <a:rPr lang="en-US" altLang="zh-CN" sz="2000" dirty="0">
                <a:solidFill>
                  <a:srgbClr val="333399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  </a:t>
            </a:r>
            <a:r>
              <a:rPr lang="en-US" altLang="zh-CN" sz="2000" b="1" dirty="0">
                <a:solidFill>
                  <a:srgbClr val="333399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α∈P</a:t>
            </a:r>
            <a:r>
              <a:rPr lang="en-US" altLang="zh-CN" b="1" baseline="-25000" dirty="0">
                <a:solidFill>
                  <a:srgbClr val="333399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1</a:t>
            </a:r>
            <a:r>
              <a:rPr lang="en-US" altLang="zh-CN" sz="2000" b="1" dirty="0">
                <a:solidFill>
                  <a:srgbClr val="333399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，</a:t>
            </a:r>
            <a:r>
              <a:rPr lang="zh-CN" altLang="en-US" sz="2000" b="1" dirty="0">
                <a:solidFill>
                  <a:srgbClr val="333399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则</a:t>
            </a:r>
            <a:r>
              <a:rPr lang="en-US" altLang="zh-CN" sz="2000" b="1" dirty="0">
                <a:solidFill>
                  <a:srgbClr val="333399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A</a:t>
            </a:r>
            <a:r>
              <a:rPr lang="en-US" altLang="zh-CN" sz="2000" dirty="0">
                <a:solidFill>
                  <a:srgbClr val="333399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  </a:t>
            </a:r>
            <a:r>
              <a:rPr lang="en-US" altLang="zh-CN" sz="2000" b="1" dirty="0">
                <a:solidFill>
                  <a:srgbClr val="333399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αS</a:t>
            </a:r>
            <a:r>
              <a:rPr lang="en-US" altLang="zh-CN" sz="2000" b="1" baseline="-25000" dirty="0">
                <a:solidFill>
                  <a:srgbClr val="333399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2</a:t>
            </a:r>
            <a:r>
              <a:rPr lang="en-US" altLang="zh-CN" sz="2000" b="1" dirty="0">
                <a:solidFill>
                  <a:srgbClr val="333399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∈P</a:t>
            </a:r>
          </a:p>
          <a:p>
            <a:pPr lvl="1" algn="just" eaLnBrk="1" hangingPunct="1">
              <a:lnSpc>
                <a:spcPct val="12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000" b="1" dirty="0">
                <a:solidFill>
                  <a:srgbClr val="333399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		P</a:t>
            </a:r>
            <a:r>
              <a:rPr lang="en-US" altLang="zh-CN" b="1" baseline="-25000" dirty="0">
                <a:solidFill>
                  <a:srgbClr val="333399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2</a:t>
            </a:r>
            <a:r>
              <a:rPr lang="en-US" altLang="zh-CN" sz="2000" b="1" dirty="0">
                <a:solidFill>
                  <a:srgbClr val="333399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  P</a:t>
            </a:r>
          </a:p>
          <a:p>
            <a:pPr algn="just" eaLnBrk="1" hangingPunct="1">
              <a:lnSpc>
                <a:spcPct val="12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400" dirty="0">
                <a:solidFill>
                  <a:srgbClr val="800080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先证 </a:t>
            </a:r>
            <a:r>
              <a:rPr lang="en-US" altLang="zh-CN" sz="2400" dirty="0">
                <a:solidFill>
                  <a:srgbClr val="800080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 L(G</a:t>
            </a:r>
            <a:r>
              <a:rPr lang="en-US" altLang="zh-CN" baseline="-25000" dirty="0">
                <a:solidFill>
                  <a:srgbClr val="333399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1</a:t>
            </a:r>
            <a:r>
              <a:rPr lang="en-US" altLang="zh-CN" sz="2400" dirty="0">
                <a:solidFill>
                  <a:srgbClr val="800080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) L(G</a:t>
            </a:r>
            <a:r>
              <a:rPr lang="en-US" altLang="zh-CN" baseline="-25000" dirty="0">
                <a:solidFill>
                  <a:srgbClr val="333399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2</a:t>
            </a:r>
            <a:r>
              <a:rPr lang="en-US" altLang="zh-CN" sz="2400" dirty="0">
                <a:solidFill>
                  <a:srgbClr val="800080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)  L(G)</a:t>
            </a:r>
            <a:r>
              <a:rPr lang="en-US" altLang="zh-CN" sz="2000" dirty="0">
                <a:solidFill>
                  <a:srgbClr val="333399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 </a:t>
            </a:r>
          </a:p>
          <a:p>
            <a:pPr lvl="1" algn="just" eaLnBrk="1" hangingPunct="1">
              <a:lnSpc>
                <a:spcPct val="14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000" b="1" dirty="0">
                <a:solidFill>
                  <a:srgbClr val="333399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若有任意</a:t>
            </a:r>
            <a:r>
              <a:rPr lang="en-US" altLang="zh-CN" sz="2000" b="1" dirty="0">
                <a:solidFill>
                  <a:srgbClr val="333399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S</a:t>
            </a:r>
            <a:r>
              <a:rPr lang="en-US" altLang="zh-CN" sz="2000" b="1" baseline="-25000" dirty="0">
                <a:solidFill>
                  <a:srgbClr val="333399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1</a:t>
            </a:r>
            <a:r>
              <a:rPr lang="en-US" altLang="zh-CN" sz="2000" b="1" dirty="0">
                <a:solidFill>
                  <a:srgbClr val="333399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  ω</a:t>
            </a:r>
            <a:r>
              <a:rPr lang="en-US" altLang="zh-CN" sz="2000" b="1" baseline="-25000" dirty="0">
                <a:solidFill>
                  <a:srgbClr val="333399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1</a:t>
            </a:r>
            <a:r>
              <a:rPr lang="en-US" altLang="zh-CN" sz="2000" b="1" dirty="0">
                <a:solidFill>
                  <a:srgbClr val="333399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zh-CN" altLang="en-US" sz="2000" b="1" dirty="0">
                <a:solidFill>
                  <a:srgbClr val="333399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与 </a:t>
            </a:r>
            <a:r>
              <a:rPr lang="en-US" altLang="zh-CN" sz="2000" b="1" dirty="0">
                <a:solidFill>
                  <a:srgbClr val="333399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S</a:t>
            </a:r>
            <a:r>
              <a:rPr lang="en-US" altLang="zh-CN" sz="2000" b="1" baseline="-25000" dirty="0">
                <a:solidFill>
                  <a:srgbClr val="333399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2</a:t>
            </a:r>
            <a:r>
              <a:rPr lang="en-US" altLang="zh-CN" sz="2000" b="1" dirty="0">
                <a:solidFill>
                  <a:srgbClr val="333399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  ω</a:t>
            </a:r>
            <a:r>
              <a:rPr lang="en-US" altLang="zh-CN" sz="2000" b="1" baseline="-25000" dirty="0">
                <a:solidFill>
                  <a:srgbClr val="333399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2</a:t>
            </a:r>
            <a:r>
              <a:rPr lang="zh-CN" altLang="en-US" sz="2000" b="1" dirty="0">
                <a:solidFill>
                  <a:srgbClr val="333399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 分别属于</a:t>
            </a:r>
            <a:r>
              <a:rPr lang="en-US" altLang="zh-CN" sz="2000" b="1" dirty="0">
                <a:solidFill>
                  <a:srgbClr val="333399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G</a:t>
            </a:r>
            <a:r>
              <a:rPr lang="en-US" altLang="zh-CN" b="1" baseline="-25000" dirty="0">
                <a:solidFill>
                  <a:srgbClr val="333399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1</a:t>
            </a:r>
            <a:r>
              <a:rPr lang="zh-CN" altLang="en-US" sz="2000" b="1" dirty="0">
                <a:solidFill>
                  <a:srgbClr val="333399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和</a:t>
            </a:r>
            <a:r>
              <a:rPr lang="en-US" altLang="zh-CN" sz="2000" b="1" dirty="0">
                <a:solidFill>
                  <a:srgbClr val="333399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G</a:t>
            </a:r>
            <a:r>
              <a:rPr lang="en-US" altLang="zh-CN" b="1" baseline="-25000" dirty="0">
                <a:solidFill>
                  <a:srgbClr val="333399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2</a:t>
            </a:r>
            <a:r>
              <a:rPr lang="zh-CN" altLang="en-US" sz="2000" b="1" dirty="0">
                <a:solidFill>
                  <a:srgbClr val="333399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定义的语言中，</a:t>
            </a:r>
          </a:p>
          <a:p>
            <a:pPr lvl="1" eaLnBrk="1" hangingPunct="1">
              <a:lnSpc>
                <a:spcPct val="14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000" b="1" dirty="0">
                <a:solidFill>
                  <a:srgbClr val="333399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那么有 </a:t>
            </a:r>
            <a:r>
              <a:rPr lang="en-US" altLang="zh-CN" sz="2000" b="1" dirty="0">
                <a:solidFill>
                  <a:srgbClr val="333399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S</a:t>
            </a:r>
            <a:r>
              <a:rPr lang="en-US" altLang="zh-CN" sz="2000" b="1" baseline="-25000" dirty="0">
                <a:solidFill>
                  <a:srgbClr val="333399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1</a:t>
            </a:r>
            <a:r>
              <a:rPr lang="en-US" altLang="zh-CN" sz="2000" b="1" dirty="0">
                <a:solidFill>
                  <a:srgbClr val="333399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 α</a:t>
            </a:r>
            <a:r>
              <a:rPr lang="en-US" altLang="zh-CN" sz="2000" b="1" baseline="-25000" dirty="0">
                <a:solidFill>
                  <a:srgbClr val="333399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1</a:t>
            </a:r>
            <a:r>
              <a:rPr lang="en-US" altLang="zh-CN" sz="2000" b="1" dirty="0">
                <a:solidFill>
                  <a:srgbClr val="333399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A α</a:t>
            </a:r>
            <a:r>
              <a:rPr lang="en-US" altLang="zh-CN" sz="2000" b="1" baseline="-25000" dirty="0">
                <a:solidFill>
                  <a:srgbClr val="333399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2</a:t>
            </a:r>
            <a:r>
              <a:rPr lang="en-US" altLang="zh-CN" sz="2000" b="1" dirty="0">
                <a:solidFill>
                  <a:srgbClr val="333399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B α</a:t>
            </a:r>
            <a:r>
              <a:rPr lang="en-US" altLang="zh-CN" sz="2000" b="1" baseline="-25000" dirty="0">
                <a:solidFill>
                  <a:srgbClr val="333399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3</a:t>
            </a:r>
            <a:r>
              <a:rPr lang="en-US" altLang="zh-CN" sz="2000" b="1" dirty="0">
                <a:solidFill>
                  <a:srgbClr val="333399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C …  ω</a:t>
            </a:r>
            <a:r>
              <a:rPr lang="en-US" altLang="zh-CN" sz="2000" b="1" baseline="-25000" dirty="0">
                <a:solidFill>
                  <a:srgbClr val="333399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1</a:t>
            </a:r>
            <a:r>
              <a:rPr lang="en-US" altLang="zh-CN" sz="2000" b="1" dirty="0">
                <a:solidFill>
                  <a:srgbClr val="333399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zh-CN" altLang="en-US" sz="2000" b="1" dirty="0">
                <a:solidFill>
                  <a:srgbClr val="333399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和</a:t>
            </a:r>
          </a:p>
          <a:p>
            <a:pPr lvl="1" eaLnBrk="1" hangingPunct="1">
              <a:lnSpc>
                <a:spcPct val="14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000" b="1" dirty="0">
                <a:solidFill>
                  <a:srgbClr val="333399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en-US" altLang="zh-CN" sz="2000" b="1" dirty="0">
                <a:solidFill>
                  <a:srgbClr val="333399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S</a:t>
            </a:r>
            <a:r>
              <a:rPr lang="en-US" altLang="zh-CN" sz="2000" b="1" baseline="-25000" dirty="0">
                <a:solidFill>
                  <a:srgbClr val="333399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2</a:t>
            </a:r>
            <a:r>
              <a:rPr lang="en-US" altLang="zh-CN" sz="2000" b="1" dirty="0">
                <a:solidFill>
                  <a:srgbClr val="333399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  β</a:t>
            </a:r>
            <a:r>
              <a:rPr lang="en-US" altLang="zh-CN" sz="2000" b="1" baseline="-25000" dirty="0">
                <a:solidFill>
                  <a:srgbClr val="333399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1</a:t>
            </a:r>
            <a:r>
              <a:rPr lang="en-US" altLang="zh-CN" sz="2000" b="1" dirty="0">
                <a:solidFill>
                  <a:srgbClr val="333399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A</a:t>
            </a:r>
            <a:r>
              <a:rPr lang="en-US" altLang="zh-CN" sz="2000" b="1" baseline="-25000" dirty="0">
                <a:solidFill>
                  <a:srgbClr val="333399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1 </a:t>
            </a:r>
            <a:r>
              <a:rPr lang="en-US" altLang="zh-CN" sz="2000" b="1" dirty="0">
                <a:solidFill>
                  <a:srgbClr val="333399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 β</a:t>
            </a:r>
            <a:r>
              <a:rPr lang="en-US" altLang="zh-CN" sz="2000" b="1" baseline="-25000" dirty="0">
                <a:solidFill>
                  <a:srgbClr val="333399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2</a:t>
            </a:r>
            <a:r>
              <a:rPr lang="en-US" altLang="zh-CN" sz="2000" b="1" dirty="0">
                <a:solidFill>
                  <a:srgbClr val="333399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B</a:t>
            </a:r>
            <a:r>
              <a:rPr lang="en-US" altLang="zh-CN" sz="2000" b="1" baseline="-25000" dirty="0">
                <a:solidFill>
                  <a:srgbClr val="333399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2</a:t>
            </a:r>
            <a:r>
              <a:rPr lang="en-US" altLang="zh-CN" sz="2000" b="1" dirty="0">
                <a:solidFill>
                  <a:srgbClr val="333399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  β</a:t>
            </a:r>
            <a:r>
              <a:rPr lang="en-US" altLang="zh-CN" sz="2000" b="1" baseline="-25000" dirty="0">
                <a:solidFill>
                  <a:srgbClr val="333399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3</a:t>
            </a:r>
            <a:r>
              <a:rPr lang="en-US" altLang="zh-CN" sz="2000" b="1" dirty="0">
                <a:solidFill>
                  <a:srgbClr val="333399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C</a:t>
            </a:r>
            <a:r>
              <a:rPr lang="en-US" altLang="zh-CN" sz="2000" b="1" baseline="-25000" dirty="0">
                <a:solidFill>
                  <a:srgbClr val="333399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3</a:t>
            </a:r>
            <a:r>
              <a:rPr lang="en-US" altLang="zh-CN" sz="2000" b="1" dirty="0">
                <a:solidFill>
                  <a:srgbClr val="333399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 …  ω</a:t>
            </a:r>
            <a:r>
              <a:rPr lang="en-US" altLang="zh-CN" sz="2000" b="1" baseline="-25000" dirty="0">
                <a:solidFill>
                  <a:srgbClr val="333399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2</a:t>
            </a:r>
            <a:r>
              <a:rPr lang="en-US" altLang="zh-CN" sz="2000" b="1" dirty="0">
                <a:solidFill>
                  <a:srgbClr val="333399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zh-CN" altLang="en-US" sz="2000" b="1" dirty="0">
                <a:solidFill>
                  <a:srgbClr val="333399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，</a:t>
            </a:r>
          </a:p>
          <a:p>
            <a:pPr algn="just" eaLnBrk="1" hangingPunct="1">
              <a:lnSpc>
                <a:spcPct val="14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000" dirty="0">
                <a:solidFill>
                  <a:srgbClr val="333399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∴  S  S</a:t>
            </a:r>
            <a:r>
              <a:rPr lang="en-US" altLang="zh-CN" baseline="-25000" dirty="0">
                <a:solidFill>
                  <a:srgbClr val="333399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1</a:t>
            </a:r>
            <a:r>
              <a:rPr lang="en-US" altLang="zh-CN" sz="2000" dirty="0">
                <a:solidFill>
                  <a:srgbClr val="333399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  α</a:t>
            </a:r>
            <a:r>
              <a:rPr lang="en-US" altLang="zh-CN" sz="2000" baseline="-25000" dirty="0">
                <a:solidFill>
                  <a:srgbClr val="333399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1</a:t>
            </a:r>
            <a:r>
              <a:rPr lang="en-US" altLang="zh-CN" sz="2000" dirty="0">
                <a:solidFill>
                  <a:srgbClr val="333399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A α</a:t>
            </a:r>
            <a:r>
              <a:rPr lang="en-US" altLang="zh-CN" sz="2000" baseline="-25000" dirty="0">
                <a:solidFill>
                  <a:srgbClr val="333399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2</a:t>
            </a:r>
            <a:r>
              <a:rPr lang="en-US" altLang="zh-CN" sz="2000" dirty="0">
                <a:solidFill>
                  <a:srgbClr val="333399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B α</a:t>
            </a:r>
            <a:r>
              <a:rPr lang="en-US" altLang="zh-CN" sz="2000" baseline="-25000" dirty="0">
                <a:solidFill>
                  <a:srgbClr val="333399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3</a:t>
            </a:r>
            <a:r>
              <a:rPr lang="en-US" altLang="zh-CN" sz="2000" dirty="0">
                <a:solidFill>
                  <a:srgbClr val="333399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C …  ω</a:t>
            </a:r>
            <a:r>
              <a:rPr lang="en-US" altLang="zh-CN" sz="2000" baseline="-25000" dirty="0">
                <a:solidFill>
                  <a:srgbClr val="333399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1</a:t>
            </a:r>
            <a:r>
              <a:rPr lang="en-US" altLang="zh-CN" sz="2000" dirty="0">
                <a:solidFill>
                  <a:srgbClr val="333399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S</a:t>
            </a:r>
            <a:r>
              <a:rPr lang="en-US" altLang="zh-CN" sz="2000" baseline="-25000" dirty="0">
                <a:solidFill>
                  <a:srgbClr val="333399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2</a:t>
            </a:r>
            <a:r>
              <a:rPr lang="en-US" altLang="zh-CN" sz="2000" dirty="0">
                <a:solidFill>
                  <a:srgbClr val="333399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  ω</a:t>
            </a:r>
            <a:r>
              <a:rPr lang="en-US" altLang="zh-CN" sz="2000" baseline="-25000" dirty="0">
                <a:solidFill>
                  <a:srgbClr val="333399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1</a:t>
            </a:r>
            <a:r>
              <a:rPr lang="en-US" altLang="zh-CN" sz="2000" dirty="0">
                <a:solidFill>
                  <a:srgbClr val="333399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ω</a:t>
            </a:r>
            <a:r>
              <a:rPr lang="en-US" altLang="zh-CN" sz="2000" baseline="-25000" dirty="0">
                <a:solidFill>
                  <a:srgbClr val="333399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2</a:t>
            </a:r>
            <a:r>
              <a:rPr lang="en-US" altLang="zh-CN" sz="2000" dirty="0">
                <a:solidFill>
                  <a:srgbClr val="333399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 </a:t>
            </a:r>
          </a:p>
          <a:p>
            <a:pPr algn="just" eaLnBrk="1" hangingPunct="1">
              <a:lnSpc>
                <a:spcPct val="14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000" dirty="0">
                <a:solidFill>
                  <a:srgbClr val="333399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∴  L(G</a:t>
            </a:r>
            <a:r>
              <a:rPr lang="en-US" altLang="zh-CN" baseline="-25000" dirty="0">
                <a:solidFill>
                  <a:srgbClr val="333399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1</a:t>
            </a:r>
            <a:r>
              <a:rPr lang="en-US" altLang="zh-CN" sz="2000" dirty="0">
                <a:solidFill>
                  <a:srgbClr val="333399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)L(G</a:t>
            </a:r>
            <a:r>
              <a:rPr lang="en-US" altLang="zh-CN" baseline="-25000" dirty="0">
                <a:solidFill>
                  <a:srgbClr val="333399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2</a:t>
            </a:r>
            <a:r>
              <a:rPr lang="en-US" altLang="zh-CN" sz="2000" dirty="0">
                <a:solidFill>
                  <a:srgbClr val="333399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)  L(G)</a:t>
            </a:r>
          </a:p>
        </p:txBody>
      </p:sp>
      <p:sp>
        <p:nvSpPr>
          <p:cNvPr id="37894" name="Rectangle 3"/>
          <p:cNvSpPr>
            <a:spLocks noChangeArrowheads="1"/>
          </p:cNvSpPr>
          <p:nvPr/>
        </p:nvSpPr>
        <p:spPr bwMode="auto">
          <a:xfrm>
            <a:off x="1262063" y="457200"/>
            <a:ext cx="5094287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algn="r">
              <a:buFont typeface="Wingdings" panose="05000000000000000000" pitchFamily="2" charset="2"/>
              <a:buNone/>
            </a:pPr>
            <a:r>
              <a:rPr lang="zh-CN" altLang="en-US" sz="3200">
                <a:solidFill>
                  <a:srgbClr val="80008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(</a:t>
            </a:r>
            <a:r>
              <a:rPr lang="en-US" altLang="zh-CN" sz="3200">
                <a:solidFill>
                  <a:srgbClr val="80008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b).  </a:t>
            </a:r>
            <a:r>
              <a:rPr lang="zh-CN" altLang="en-US" sz="3200">
                <a:solidFill>
                  <a:srgbClr val="80008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求证</a:t>
            </a:r>
            <a:r>
              <a:rPr lang="en-US" altLang="zh-CN" sz="3200">
                <a:solidFill>
                  <a:srgbClr val="80008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L</a:t>
            </a:r>
            <a:r>
              <a:rPr lang="en-US" altLang="zh-CN" sz="3200" baseline="-25000">
                <a:solidFill>
                  <a:srgbClr val="80008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1</a:t>
            </a:r>
            <a:r>
              <a:rPr lang="en-US" altLang="zh-CN" sz="3200">
                <a:solidFill>
                  <a:srgbClr val="80008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L</a:t>
            </a:r>
            <a:r>
              <a:rPr lang="en-US" altLang="zh-CN" sz="3200" baseline="-25000">
                <a:solidFill>
                  <a:srgbClr val="80008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2</a:t>
            </a:r>
            <a:r>
              <a:rPr lang="zh-CN" altLang="en-US" sz="3200">
                <a:solidFill>
                  <a:srgbClr val="80008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是右线性语言</a:t>
            </a:r>
          </a:p>
        </p:txBody>
      </p:sp>
      <p:sp>
        <p:nvSpPr>
          <p:cNvPr id="9" name="Rectangle 5"/>
          <p:cNvSpPr>
            <a:spLocks noChangeArrowheads="1"/>
          </p:cNvSpPr>
          <p:nvPr/>
        </p:nvSpPr>
        <p:spPr bwMode="auto">
          <a:xfrm>
            <a:off x="2413885" y="3697287"/>
            <a:ext cx="213899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zh-CN" altLang="en-US" sz="2000" b="0" i="0" u="none" strike="noStrike" cap="none" normalizeH="0" baseline="0" dirty="0">
                <a:ln>
                  <a:noFill/>
                </a:ln>
                <a:solidFill>
                  <a:srgbClr val="002060"/>
                </a:solidFill>
                <a:effectLst/>
                <a:latin typeface="Calibri" panose="020F0502020204030204" pitchFamily="34" charset="0"/>
              </a:rPr>
              <a:t>*</a:t>
            </a:r>
            <a:endParaRPr kumimoji="0" lang="zh-CN" altLang="zh-CN" sz="1800" b="0" i="0" u="none" strike="noStrike" cap="none" normalizeH="0" baseline="0" dirty="0">
              <a:ln>
                <a:noFill/>
              </a:ln>
              <a:solidFill>
                <a:srgbClr val="002060"/>
              </a:solidFill>
              <a:effectLst/>
            </a:endParaRPr>
          </a:p>
        </p:txBody>
      </p:sp>
      <p:sp>
        <p:nvSpPr>
          <p:cNvPr id="10" name="Rectangle 5"/>
          <p:cNvSpPr>
            <a:spLocks noChangeArrowheads="1"/>
          </p:cNvSpPr>
          <p:nvPr/>
        </p:nvSpPr>
        <p:spPr bwMode="auto">
          <a:xfrm>
            <a:off x="3775141" y="3697287"/>
            <a:ext cx="220795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zh-CN" altLang="en-US" sz="2000" dirty="0">
                <a:solidFill>
                  <a:srgbClr val="002060"/>
                </a:solidFill>
                <a:latin typeface="Calibri" panose="020F0502020204030204" pitchFamily="34" charset="0"/>
              </a:rPr>
              <a:t>*</a:t>
            </a:r>
            <a:endParaRPr kumimoji="0" lang="zh-CN" altLang="zh-CN" sz="1800" b="0" i="0" u="none" strike="noStrike" cap="none" normalizeH="0" baseline="0" dirty="0">
              <a:ln>
                <a:noFill/>
              </a:ln>
              <a:solidFill>
                <a:srgbClr val="002060"/>
              </a:solidFill>
              <a:effectLst/>
            </a:endParaRPr>
          </a:p>
        </p:txBody>
      </p:sp>
      <p:sp>
        <p:nvSpPr>
          <p:cNvPr id="11" name="Rectangle 5"/>
          <p:cNvSpPr>
            <a:spLocks noChangeArrowheads="1"/>
          </p:cNvSpPr>
          <p:nvPr/>
        </p:nvSpPr>
        <p:spPr bwMode="auto">
          <a:xfrm>
            <a:off x="5580112" y="4941168"/>
            <a:ext cx="220795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zh-CN" altLang="en-US" sz="2000" b="0" i="0" u="none" strike="noStrike" cap="none" normalizeH="0" baseline="0" dirty="0">
                <a:ln>
                  <a:noFill/>
                </a:ln>
                <a:solidFill>
                  <a:srgbClr val="002060"/>
                </a:solidFill>
                <a:effectLst/>
                <a:latin typeface="Calibri" panose="020F0502020204030204" pitchFamily="34" charset="0"/>
              </a:rPr>
              <a:t>*</a:t>
            </a:r>
            <a:endParaRPr kumimoji="0" lang="zh-CN" altLang="zh-CN" sz="1800" b="0" i="0" u="none" strike="noStrike" cap="none" normalizeH="0" baseline="0" dirty="0">
              <a:ln>
                <a:noFill/>
              </a:ln>
              <a:solidFill>
                <a:srgbClr val="002060"/>
              </a:solidFill>
              <a:effectLst/>
            </a:endParaRPr>
          </a:p>
        </p:txBody>
      </p:sp>
    </p:spTree>
  </p:cSld>
  <p:clrMapOvr>
    <a:masterClrMapping/>
  </p:clrMapOvr>
  <p:transition spd="med" advClick="0">
    <p:wipe dir="r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灯片编号占位符 1"/>
          <p:cNvSpPr>
            <a:spLocks noGrp="1"/>
          </p:cNvSpPr>
          <p:nvPr>
            <p:ph type="sldNum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7F4B4280-A9CB-483F-85CC-39B2900611E2}" type="slidenum">
              <a:rPr kumimoji="0" lang="zh-CN" altLang="en-US" sz="1200" smtClean="0">
                <a:solidFill>
                  <a:srgbClr val="009999"/>
                </a:solidFill>
                <a:latin typeface="Arial Narrow" panose="020B0606020202030204" pitchFamily="34" charset="0"/>
                <a:ea typeface="宋体" panose="02010600030101010101" pitchFamily="2" charset="-122"/>
              </a:rPr>
              <a:t>6</a:t>
            </a:fld>
            <a:endParaRPr kumimoji="0" lang="en-US" altLang="zh-CN" sz="1200">
              <a:solidFill>
                <a:srgbClr val="009999"/>
              </a:solidFill>
              <a:latin typeface="Arial Narrow" panose="020B0606020202030204" pitchFamily="34" charset="0"/>
              <a:ea typeface="宋体" panose="02010600030101010101" pitchFamily="2" charset="-122"/>
            </a:endParaRPr>
          </a:p>
        </p:txBody>
      </p:sp>
      <p:sp>
        <p:nvSpPr>
          <p:cNvPr id="38915" name="日期占位符 2"/>
          <p:cNvSpPr>
            <a:spLocks noGrp="1"/>
          </p:cNvSpPr>
          <p:nvPr>
            <p:ph type="dt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356DFE38-FC6F-4B09-AD89-FC11C3B956ED}" type="datetime1">
              <a:rPr kumimoji="0" lang="zh-CN" altLang="en-US" sz="1200">
                <a:solidFill>
                  <a:srgbClr val="009999"/>
                </a:solidFill>
                <a:latin typeface="Arial Narrow" panose="020B0606020202030204" pitchFamily="34" charset="0"/>
                <a:ea typeface="宋体" panose="02010600030101010101" pitchFamily="2" charset="-122"/>
              </a:rPr>
              <a:t>2024/3/24</a:t>
            </a:fld>
            <a:endParaRPr kumimoji="0" lang="zh-CN" altLang="zh-CN" sz="1200">
              <a:solidFill>
                <a:srgbClr val="009999"/>
              </a:solidFill>
              <a:latin typeface="Arial Narrow" panose="020B0606020202030204" pitchFamily="34" charset="0"/>
              <a:ea typeface="宋体" panose="02010600030101010101" pitchFamily="2" charset="-122"/>
            </a:endParaRPr>
          </a:p>
        </p:txBody>
      </p:sp>
      <p:sp>
        <p:nvSpPr>
          <p:cNvPr id="38916" name="页脚占位符 3"/>
          <p:cNvSpPr>
            <a:spLocks noGrp="1"/>
          </p:cNvSpPr>
          <p:nvPr>
            <p:ph type="ftr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200">
                <a:solidFill>
                  <a:srgbClr val="009999"/>
                </a:solidFill>
                <a:latin typeface="Arial Narrow" panose="020B0606020202030204" pitchFamily="34" charset="0"/>
                <a:ea typeface="宋体" panose="02010600030101010101" pitchFamily="2" charset="-122"/>
              </a:rPr>
              <a:t>School of Computer Science, BUPT</a:t>
            </a:r>
            <a:endParaRPr lang="zh-CN" altLang="en-US" sz="1200">
              <a:solidFill>
                <a:srgbClr val="009999"/>
              </a:solidFill>
              <a:latin typeface="Arial Narrow" panose="020B0606020202030204" pitchFamily="34" charset="0"/>
              <a:ea typeface="宋体" panose="02010600030101010101" pitchFamily="2" charset="-122"/>
            </a:endParaRPr>
          </a:p>
        </p:txBody>
      </p:sp>
      <p:sp>
        <p:nvSpPr>
          <p:cNvPr id="38917" name="Text Box 2"/>
          <p:cNvSpPr txBox="1">
            <a:spLocks noChangeArrowheads="1"/>
          </p:cNvSpPr>
          <p:nvPr/>
        </p:nvSpPr>
        <p:spPr bwMode="auto">
          <a:xfrm>
            <a:off x="457200" y="1371600"/>
            <a:ext cx="8458200" cy="458279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457200" indent="-45720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914400" indent="-45720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algn="just" eaLnBrk="1" hangingPunct="1">
              <a:lnSpc>
                <a:spcPct val="120000"/>
              </a:lnSpc>
              <a:spcBef>
                <a:spcPct val="0"/>
              </a:spcBef>
              <a:buClrTx/>
              <a:buSzTx/>
              <a:buFont typeface="Wingdings" panose="05000000000000000000" pitchFamily="2" charset="2"/>
              <a:buNone/>
            </a:pPr>
            <a:r>
              <a:rPr lang="zh-CN" altLang="en-US" sz="2000" dirty="0">
                <a:solidFill>
                  <a:srgbClr val="333399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  </a:t>
            </a:r>
            <a:r>
              <a:rPr lang="zh-CN" altLang="en-US" sz="2400" dirty="0">
                <a:solidFill>
                  <a:srgbClr val="800080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再证 </a:t>
            </a:r>
            <a:r>
              <a:rPr lang="en-US" altLang="zh-CN" sz="2400" dirty="0">
                <a:solidFill>
                  <a:srgbClr val="800080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L(G)</a:t>
            </a:r>
            <a:r>
              <a:rPr lang="en-US" altLang="zh-CN" sz="2000" dirty="0">
                <a:solidFill>
                  <a:srgbClr val="333399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en-US" altLang="zh-CN" sz="2400" dirty="0">
                <a:solidFill>
                  <a:srgbClr val="800080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 L(G</a:t>
            </a:r>
            <a:r>
              <a:rPr lang="en-US" altLang="zh-CN" baseline="-25000" dirty="0">
                <a:solidFill>
                  <a:srgbClr val="333399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1</a:t>
            </a:r>
            <a:r>
              <a:rPr lang="en-US" altLang="zh-CN" sz="2400" dirty="0">
                <a:solidFill>
                  <a:srgbClr val="800080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) L(G</a:t>
            </a:r>
            <a:r>
              <a:rPr lang="en-US" altLang="zh-CN" baseline="-25000" dirty="0">
                <a:solidFill>
                  <a:srgbClr val="333399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2</a:t>
            </a:r>
            <a:r>
              <a:rPr lang="en-US" altLang="zh-CN" sz="2400" dirty="0">
                <a:solidFill>
                  <a:srgbClr val="800080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)</a:t>
            </a:r>
            <a:endParaRPr lang="en-US" altLang="zh-CN" sz="2000" dirty="0">
              <a:solidFill>
                <a:srgbClr val="333399"/>
              </a:solidFill>
              <a:cs typeface="Times New Roman" panose="02020603050405020304" pitchFamily="18" charset="0"/>
              <a:sym typeface="Symbol" panose="05050102010706020507" pitchFamily="18" charset="2"/>
            </a:endParaRPr>
          </a:p>
          <a:p>
            <a:pPr lvl="1" algn="just" eaLnBrk="1" hangingPunct="1">
              <a:lnSpc>
                <a:spcPct val="14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400" b="1" dirty="0">
                <a:solidFill>
                  <a:srgbClr val="333399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若有</a:t>
            </a:r>
            <a:r>
              <a:rPr lang="en-US" altLang="zh-CN" sz="2400" b="1" dirty="0">
                <a:solidFill>
                  <a:srgbClr val="333399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S  S</a:t>
            </a:r>
            <a:r>
              <a:rPr lang="en-US" altLang="zh-CN" b="1" baseline="-25000" dirty="0">
                <a:solidFill>
                  <a:srgbClr val="333399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1</a:t>
            </a:r>
            <a:r>
              <a:rPr lang="en-US" altLang="zh-CN" sz="2400" b="1" dirty="0">
                <a:solidFill>
                  <a:srgbClr val="333399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  α</a:t>
            </a:r>
            <a:r>
              <a:rPr lang="en-US" altLang="zh-CN" sz="2400" b="1" baseline="-25000" dirty="0">
                <a:solidFill>
                  <a:srgbClr val="333399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1</a:t>
            </a:r>
            <a:r>
              <a:rPr lang="en-US" altLang="zh-CN" sz="2400" b="1" dirty="0">
                <a:solidFill>
                  <a:srgbClr val="333399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A α</a:t>
            </a:r>
            <a:r>
              <a:rPr lang="en-US" altLang="zh-CN" sz="2400" b="1" baseline="-25000" dirty="0">
                <a:solidFill>
                  <a:srgbClr val="333399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2</a:t>
            </a:r>
            <a:r>
              <a:rPr lang="en-US" altLang="zh-CN" sz="2400" b="1" dirty="0">
                <a:solidFill>
                  <a:srgbClr val="333399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B α</a:t>
            </a:r>
            <a:r>
              <a:rPr lang="en-US" altLang="zh-CN" sz="2400" b="1" baseline="-25000" dirty="0">
                <a:solidFill>
                  <a:srgbClr val="333399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3</a:t>
            </a:r>
            <a:r>
              <a:rPr lang="en-US" altLang="zh-CN" sz="2400" b="1" dirty="0">
                <a:solidFill>
                  <a:srgbClr val="333399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C … </a:t>
            </a:r>
          </a:p>
          <a:p>
            <a:pPr lvl="1" algn="just" eaLnBrk="1" hangingPunct="1">
              <a:lnSpc>
                <a:spcPct val="14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 b="1" dirty="0">
                <a:solidFill>
                  <a:srgbClr val="333399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	     ω</a:t>
            </a:r>
            <a:r>
              <a:rPr lang="en-US" altLang="zh-CN" sz="2400" b="1" baseline="-25000" dirty="0">
                <a:solidFill>
                  <a:srgbClr val="333399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1</a:t>
            </a:r>
            <a:r>
              <a:rPr lang="en-US" altLang="zh-CN" sz="2400" b="1" dirty="0">
                <a:solidFill>
                  <a:srgbClr val="333399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S</a:t>
            </a:r>
            <a:r>
              <a:rPr lang="en-US" altLang="zh-CN" sz="2400" b="1" baseline="-25000" dirty="0">
                <a:solidFill>
                  <a:srgbClr val="333399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2</a:t>
            </a:r>
            <a:r>
              <a:rPr lang="en-US" altLang="zh-CN" sz="2400" b="1" dirty="0">
                <a:solidFill>
                  <a:srgbClr val="333399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  ω</a:t>
            </a:r>
            <a:r>
              <a:rPr lang="en-US" altLang="zh-CN" sz="2400" b="1" baseline="-25000" dirty="0">
                <a:solidFill>
                  <a:srgbClr val="333399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1</a:t>
            </a:r>
            <a:r>
              <a:rPr lang="en-US" altLang="zh-CN" sz="2400" b="1" dirty="0">
                <a:solidFill>
                  <a:srgbClr val="333399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ω</a:t>
            </a:r>
            <a:r>
              <a:rPr lang="en-US" altLang="zh-CN" sz="2400" b="1" baseline="-25000" dirty="0">
                <a:solidFill>
                  <a:srgbClr val="333399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2</a:t>
            </a:r>
            <a:r>
              <a:rPr lang="en-US" altLang="zh-CN" sz="2400" b="1" dirty="0">
                <a:solidFill>
                  <a:srgbClr val="333399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 </a:t>
            </a:r>
          </a:p>
          <a:p>
            <a:pPr lvl="1" eaLnBrk="1" hangingPunct="1">
              <a:lnSpc>
                <a:spcPct val="14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400" b="1" dirty="0">
                <a:solidFill>
                  <a:srgbClr val="333399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那么则必然在</a:t>
            </a:r>
            <a:r>
              <a:rPr lang="en-US" altLang="zh-CN" sz="2400" b="1" dirty="0">
                <a:solidFill>
                  <a:srgbClr val="333399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G</a:t>
            </a:r>
            <a:r>
              <a:rPr lang="en-US" altLang="zh-CN" b="1" baseline="-25000" dirty="0">
                <a:solidFill>
                  <a:srgbClr val="333399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1</a:t>
            </a:r>
            <a:r>
              <a:rPr lang="zh-CN" altLang="en-US" sz="2400" b="1" dirty="0">
                <a:solidFill>
                  <a:srgbClr val="333399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和</a:t>
            </a:r>
            <a:r>
              <a:rPr lang="en-US" altLang="zh-CN" sz="2400" b="1" dirty="0">
                <a:solidFill>
                  <a:srgbClr val="333399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G</a:t>
            </a:r>
            <a:r>
              <a:rPr lang="en-US" altLang="zh-CN" b="1" baseline="-25000" dirty="0">
                <a:solidFill>
                  <a:srgbClr val="333399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2</a:t>
            </a:r>
            <a:r>
              <a:rPr lang="zh-CN" altLang="en-US" sz="2400" b="1" dirty="0">
                <a:solidFill>
                  <a:srgbClr val="333399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中同时有</a:t>
            </a:r>
          </a:p>
          <a:p>
            <a:pPr lvl="1" eaLnBrk="1" hangingPunct="1">
              <a:lnSpc>
                <a:spcPct val="14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400" b="1" dirty="0">
                <a:solidFill>
                  <a:srgbClr val="333399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en-US" altLang="zh-CN" sz="2400" b="1" dirty="0">
                <a:solidFill>
                  <a:srgbClr val="333399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S</a:t>
            </a:r>
            <a:r>
              <a:rPr lang="en-US" altLang="zh-CN" sz="2400" b="1" baseline="-25000" dirty="0">
                <a:solidFill>
                  <a:srgbClr val="333399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1</a:t>
            </a:r>
            <a:r>
              <a:rPr lang="en-US" altLang="zh-CN" sz="2400" b="1" dirty="0">
                <a:solidFill>
                  <a:srgbClr val="333399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 α</a:t>
            </a:r>
            <a:r>
              <a:rPr lang="en-US" altLang="zh-CN" sz="2400" b="1" baseline="-25000" dirty="0">
                <a:solidFill>
                  <a:srgbClr val="333399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1</a:t>
            </a:r>
            <a:r>
              <a:rPr lang="en-US" altLang="zh-CN" sz="2400" b="1" dirty="0">
                <a:solidFill>
                  <a:srgbClr val="333399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A α</a:t>
            </a:r>
            <a:r>
              <a:rPr lang="en-US" altLang="zh-CN" sz="2400" b="1" baseline="-25000" dirty="0">
                <a:solidFill>
                  <a:srgbClr val="333399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2</a:t>
            </a:r>
            <a:r>
              <a:rPr lang="en-US" altLang="zh-CN" sz="2400" b="1" dirty="0">
                <a:solidFill>
                  <a:srgbClr val="333399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B α</a:t>
            </a:r>
            <a:r>
              <a:rPr lang="en-US" altLang="zh-CN" sz="2400" b="1" baseline="-25000" dirty="0">
                <a:solidFill>
                  <a:srgbClr val="333399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3</a:t>
            </a:r>
            <a:r>
              <a:rPr lang="en-US" altLang="zh-CN" sz="2400" b="1" dirty="0">
                <a:solidFill>
                  <a:srgbClr val="333399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C …  ω</a:t>
            </a:r>
            <a:r>
              <a:rPr lang="en-US" altLang="zh-CN" sz="2400" b="1" baseline="-25000" dirty="0">
                <a:solidFill>
                  <a:srgbClr val="333399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1</a:t>
            </a:r>
            <a:r>
              <a:rPr lang="en-US" altLang="zh-CN" sz="2400" b="1" dirty="0">
                <a:solidFill>
                  <a:srgbClr val="333399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zh-CN" altLang="en-US" sz="2400" b="1" dirty="0">
                <a:solidFill>
                  <a:srgbClr val="333399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和</a:t>
            </a:r>
          </a:p>
          <a:p>
            <a:pPr lvl="1" eaLnBrk="1" hangingPunct="1">
              <a:lnSpc>
                <a:spcPct val="14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400" b="1" dirty="0">
                <a:solidFill>
                  <a:srgbClr val="333399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en-US" altLang="zh-CN" sz="2400" b="1" dirty="0">
                <a:solidFill>
                  <a:srgbClr val="333399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S</a:t>
            </a:r>
            <a:r>
              <a:rPr lang="en-US" altLang="zh-CN" sz="2400" b="1" baseline="-25000" dirty="0">
                <a:solidFill>
                  <a:srgbClr val="333399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2</a:t>
            </a:r>
            <a:r>
              <a:rPr lang="en-US" altLang="zh-CN" sz="2400" b="1" dirty="0">
                <a:solidFill>
                  <a:srgbClr val="333399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  β</a:t>
            </a:r>
            <a:r>
              <a:rPr lang="en-US" altLang="zh-CN" sz="2400" b="1" baseline="-25000" dirty="0">
                <a:solidFill>
                  <a:srgbClr val="333399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1</a:t>
            </a:r>
            <a:r>
              <a:rPr lang="en-US" altLang="zh-CN" sz="2400" b="1" dirty="0">
                <a:solidFill>
                  <a:srgbClr val="333399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A</a:t>
            </a:r>
            <a:r>
              <a:rPr lang="en-US" altLang="zh-CN" sz="2400" b="1" baseline="-25000" dirty="0">
                <a:solidFill>
                  <a:srgbClr val="333399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1 </a:t>
            </a:r>
            <a:r>
              <a:rPr lang="en-US" altLang="zh-CN" sz="2400" b="1" dirty="0">
                <a:solidFill>
                  <a:srgbClr val="333399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 β</a:t>
            </a:r>
            <a:r>
              <a:rPr lang="en-US" altLang="zh-CN" sz="2400" b="1" baseline="-25000" dirty="0">
                <a:solidFill>
                  <a:srgbClr val="333399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2</a:t>
            </a:r>
            <a:r>
              <a:rPr lang="en-US" altLang="zh-CN" sz="2400" b="1" dirty="0">
                <a:solidFill>
                  <a:srgbClr val="333399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B</a:t>
            </a:r>
            <a:r>
              <a:rPr lang="en-US" altLang="zh-CN" sz="2400" b="1" baseline="-25000" dirty="0">
                <a:solidFill>
                  <a:srgbClr val="333399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2</a:t>
            </a:r>
            <a:r>
              <a:rPr lang="en-US" altLang="zh-CN" sz="2400" b="1" dirty="0">
                <a:solidFill>
                  <a:srgbClr val="333399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  β</a:t>
            </a:r>
            <a:r>
              <a:rPr lang="en-US" altLang="zh-CN" sz="2400" b="1" baseline="-25000" dirty="0">
                <a:solidFill>
                  <a:srgbClr val="333399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3</a:t>
            </a:r>
            <a:r>
              <a:rPr lang="en-US" altLang="zh-CN" sz="2400" b="1" dirty="0">
                <a:solidFill>
                  <a:srgbClr val="333399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C</a:t>
            </a:r>
            <a:r>
              <a:rPr lang="en-US" altLang="zh-CN" sz="2400" b="1" baseline="-25000" dirty="0">
                <a:solidFill>
                  <a:srgbClr val="333399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3</a:t>
            </a:r>
            <a:r>
              <a:rPr lang="en-US" altLang="zh-CN" sz="2400" b="1" dirty="0">
                <a:solidFill>
                  <a:srgbClr val="333399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 …  ω</a:t>
            </a:r>
            <a:r>
              <a:rPr lang="en-US" altLang="zh-CN" sz="2400" b="1" baseline="-25000" dirty="0">
                <a:solidFill>
                  <a:srgbClr val="333399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2</a:t>
            </a:r>
            <a:endParaRPr lang="zh-CN" altLang="en-US" sz="2400" b="1" dirty="0">
              <a:solidFill>
                <a:srgbClr val="333399"/>
              </a:solidFill>
              <a:cs typeface="Times New Roman" panose="02020603050405020304" pitchFamily="18" charset="0"/>
              <a:sym typeface="Symbol" panose="05050102010706020507" pitchFamily="18" charset="2"/>
            </a:endParaRPr>
          </a:p>
          <a:p>
            <a:pPr algn="just" eaLnBrk="1" hangingPunct="1">
              <a:lnSpc>
                <a:spcPct val="14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 dirty="0">
                <a:solidFill>
                  <a:srgbClr val="333399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∴ L(G)  L(G</a:t>
            </a:r>
            <a:r>
              <a:rPr lang="en-US" altLang="zh-CN" baseline="-25000" dirty="0">
                <a:solidFill>
                  <a:srgbClr val="333399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1</a:t>
            </a:r>
            <a:r>
              <a:rPr lang="en-US" altLang="zh-CN" sz="2400" dirty="0">
                <a:solidFill>
                  <a:srgbClr val="333399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). L(G</a:t>
            </a:r>
            <a:r>
              <a:rPr lang="en-US" altLang="zh-CN" baseline="-25000" dirty="0">
                <a:solidFill>
                  <a:srgbClr val="333399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2</a:t>
            </a:r>
            <a:r>
              <a:rPr lang="en-US" altLang="zh-CN" sz="2400" dirty="0">
                <a:solidFill>
                  <a:srgbClr val="333399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)</a:t>
            </a:r>
          </a:p>
          <a:p>
            <a:pPr algn="just" eaLnBrk="1" hangingPunct="1">
              <a:lnSpc>
                <a:spcPct val="140000"/>
              </a:lnSpc>
              <a:spcBef>
                <a:spcPct val="0"/>
              </a:spcBef>
              <a:buClrTx/>
              <a:buSzTx/>
              <a:buFontTx/>
              <a:buNone/>
            </a:pPr>
            <a:endParaRPr lang="en-US" altLang="zh-CN" sz="2000" dirty="0">
              <a:solidFill>
                <a:srgbClr val="333399"/>
              </a:solidFill>
              <a:cs typeface="Times New Roman" panose="02020603050405020304" pitchFamily="18" charset="0"/>
              <a:sym typeface="Symbol" panose="05050102010706020507" pitchFamily="18" charset="2"/>
            </a:endParaRPr>
          </a:p>
          <a:p>
            <a:pPr algn="just" eaLnBrk="1" hangingPunct="1">
              <a:lnSpc>
                <a:spcPct val="14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400" dirty="0">
                <a:solidFill>
                  <a:srgbClr val="800080"/>
                </a:solidFill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命题得证＃</a:t>
            </a:r>
            <a:r>
              <a:rPr lang="zh-CN" altLang="en-US" sz="2400" dirty="0">
                <a:solidFill>
                  <a:srgbClr val="800080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 </a:t>
            </a:r>
            <a:endParaRPr lang="en-US" altLang="zh-CN" sz="2400" dirty="0">
              <a:solidFill>
                <a:srgbClr val="800080"/>
              </a:solidFill>
              <a:cs typeface="Times New Roman" panose="02020603050405020304" pitchFamily="18" charset="0"/>
              <a:sym typeface="Symbol" panose="05050102010706020507" pitchFamily="18" charset="2"/>
            </a:endParaRPr>
          </a:p>
        </p:txBody>
      </p:sp>
      <p:sp>
        <p:nvSpPr>
          <p:cNvPr id="38918" name="Rectangle 3"/>
          <p:cNvSpPr>
            <a:spLocks noChangeArrowheads="1"/>
          </p:cNvSpPr>
          <p:nvPr/>
        </p:nvSpPr>
        <p:spPr bwMode="auto">
          <a:xfrm>
            <a:off x="1174750" y="457200"/>
            <a:ext cx="5181600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algn="r">
              <a:buFont typeface="Wingdings" panose="05000000000000000000" pitchFamily="2" charset="2"/>
              <a:buNone/>
            </a:pPr>
            <a:r>
              <a:rPr lang="zh-CN" altLang="en-US" sz="3200" dirty="0">
                <a:solidFill>
                  <a:srgbClr val="80008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(</a:t>
            </a:r>
            <a:r>
              <a:rPr lang="en-US" altLang="zh-CN" sz="3200" dirty="0">
                <a:solidFill>
                  <a:srgbClr val="80008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b).  </a:t>
            </a:r>
            <a:r>
              <a:rPr lang="zh-CN" altLang="en-US" sz="3200" dirty="0">
                <a:solidFill>
                  <a:srgbClr val="80008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求证</a:t>
            </a:r>
            <a:r>
              <a:rPr lang="en-US" altLang="zh-CN" sz="3200" dirty="0">
                <a:solidFill>
                  <a:srgbClr val="80008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L</a:t>
            </a:r>
            <a:r>
              <a:rPr lang="en-US" altLang="zh-CN" baseline="-25000" dirty="0">
                <a:solidFill>
                  <a:srgbClr val="80008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1</a:t>
            </a:r>
            <a:r>
              <a:rPr lang="en-US" altLang="zh-CN" sz="3200" dirty="0">
                <a:solidFill>
                  <a:srgbClr val="80008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L</a:t>
            </a:r>
            <a:r>
              <a:rPr lang="en-US" altLang="zh-CN" baseline="-25000" dirty="0">
                <a:solidFill>
                  <a:srgbClr val="80008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2</a:t>
            </a:r>
            <a:r>
              <a:rPr lang="zh-CN" altLang="en-US" sz="3200" dirty="0">
                <a:solidFill>
                  <a:srgbClr val="80008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是右线性语言</a:t>
            </a:r>
          </a:p>
        </p:txBody>
      </p:sp>
      <p:sp>
        <p:nvSpPr>
          <p:cNvPr id="7" name="Rectangle 5"/>
          <p:cNvSpPr>
            <a:spLocks noChangeArrowheads="1"/>
          </p:cNvSpPr>
          <p:nvPr/>
        </p:nvSpPr>
        <p:spPr bwMode="auto">
          <a:xfrm>
            <a:off x="2987824" y="2420888"/>
            <a:ext cx="220795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zh-CN" altLang="en-US" sz="2000" b="0" i="0" u="none" strike="noStrike" cap="none" normalizeH="0" baseline="0" dirty="0">
                <a:ln>
                  <a:noFill/>
                </a:ln>
                <a:solidFill>
                  <a:srgbClr val="002060"/>
                </a:solidFill>
                <a:effectLst/>
                <a:latin typeface="Calibri" panose="020F0502020204030204" pitchFamily="34" charset="0"/>
              </a:rPr>
              <a:t>*</a:t>
            </a:r>
            <a:endParaRPr kumimoji="0" lang="zh-CN" altLang="zh-CN" sz="1800" b="0" i="0" u="none" strike="noStrike" cap="none" normalizeH="0" baseline="0" dirty="0">
              <a:ln>
                <a:noFill/>
              </a:ln>
              <a:solidFill>
                <a:srgbClr val="002060"/>
              </a:solidFill>
              <a:effectLst/>
            </a:endParaRPr>
          </a:p>
        </p:txBody>
      </p:sp>
    </p:spTree>
  </p:cSld>
  <p:clrMapOvr>
    <a:masterClrMapping/>
  </p:clrMapOvr>
  <p:transition spd="med" advClick="0">
    <p:wipe dir="r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灯片编号占位符 1"/>
          <p:cNvSpPr>
            <a:spLocks noGrp="1"/>
          </p:cNvSpPr>
          <p:nvPr>
            <p:ph type="sldNum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FCA33438-9566-4B25-9658-061D7F16EF0C}" type="slidenum">
              <a:rPr kumimoji="0" lang="zh-CN" altLang="en-US" sz="1200" smtClean="0">
                <a:solidFill>
                  <a:srgbClr val="009999"/>
                </a:solidFill>
                <a:latin typeface="Arial Narrow" panose="020B0606020202030204" pitchFamily="34" charset="0"/>
                <a:ea typeface="宋体" panose="02010600030101010101" pitchFamily="2" charset="-122"/>
              </a:rPr>
              <a:t>7</a:t>
            </a:fld>
            <a:endParaRPr kumimoji="0" lang="en-US" altLang="zh-CN" sz="1200">
              <a:solidFill>
                <a:srgbClr val="009999"/>
              </a:solidFill>
              <a:latin typeface="Arial Narrow" panose="020B0606020202030204" pitchFamily="34" charset="0"/>
              <a:ea typeface="宋体" panose="02010600030101010101" pitchFamily="2" charset="-122"/>
            </a:endParaRPr>
          </a:p>
        </p:txBody>
      </p:sp>
      <p:sp>
        <p:nvSpPr>
          <p:cNvPr id="39939" name="日期占位符 2"/>
          <p:cNvSpPr>
            <a:spLocks noGrp="1"/>
          </p:cNvSpPr>
          <p:nvPr>
            <p:ph type="dt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F330C237-E7AC-4355-A459-9D3BC678F35B}" type="datetime1">
              <a:rPr kumimoji="0" lang="zh-CN" altLang="en-US" sz="1200">
                <a:solidFill>
                  <a:srgbClr val="009999"/>
                </a:solidFill>
                <a:latin typeface="Arial Narrow" panose="020B0606020202030204" pitchFamily="34" charset="0"/>
                <a:ea typeface="宋体" panose="02010600030101010101" pitchFamily="2" charset="-122"/>
              </a:rPr>
              <a:t>2024/3/24</a:t>
            </a:fld>
            <a:endParaRPr kumimoji="0" lang="zh-CN" altLang="zh-CN" sz="1200">
              <a:solidFill>
                <a:srgbClr val="009999"/>
              </a:solidFill>
              <a:latin typeface="Arial Narrow" panose="020B0606020202030204" pitchFamily="34" charset="0"/>
              <a:ea typeface="宋体" panose="02010600030101010101" pitchFamily="2" charset="-122"/>
            </a:endParaRPr>
          </a:p>
        </p:txBody>
      </p:sp>
      <p:sp>
        <p:nvSpPr>
          <p:cNvPr id="39940" name="页脚占位符 3"/>
          <p:cNvSpPr>
            <a:spLocks noGrp="1"/>
          </p:cNvSpPr>
          <p:nvPr>
            <p:ph type="ftr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200">
                <a:solidFill>
                  <a:srgbClr val="009999"/>
                </a:solidFill>
                <a:latin typeface="Arial Narrow" panose="020B0606020202030204" pitchFamily="34" charset="0"/>
                <a:ea typeface="宋体" panose="02010600030101010101" pitchFamily="2" charset="-122"/>
              </a:rPr>
              <a:t>School of Computer Science, BUPT</a:t>
            </a:r>
            <a:endParaRPr lang="zh-CN" altLang="en-US" sz="1200">
              <a:solidFill>
                <a:srgbClr val="009999"/>
              </a:solidFill>
              <a:latin typeface="Arial Narrow" panose="020B0606020202030204" pitchFamily="34" charset="0"/>
              <a:ea typeface="宋体" panose="02010600030101010101" pitchFamily="2" charset="-122"/>
            </a:endParaRPr>
          </a:p>
        </p:txBody>
      </p:sp>
      <p:sp>
        <p:nvSpPr>
          <p:cNvPr id="39941" name="Text Box 2"/>
          <p:cNvSpPr txBox="1">
            <a:spLocks noChangeArrowheads="1"/>
          </p:cNvSpPr>
          <p:nvPr/>
        </p:nvSpPr>
        <p:spPr bwMode="auto">
          <a:xfrm>
            <a:off x="457200" y="1371600"/>
            <a:ext cx="8458200" cy="511873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457200" indent="-45720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914400" indent="-45720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algn="just" eaLnBrk="1" hangingPunct="1">
              <a:lnSpc>
                <a:spcPct val="130000"/>
              </a:lnSpc>
              <a:spcBef>
                <a:spcPct val="0"/>
              </a:spcBef>
              <a:buClrTx/>
              <a:buSzTx/>
              <a:buFont typeface="Wingdings" panose="05000000000000000000" pitchFamily="2" charset="2"/>
              <a:buNone/>
            </a:pPr>
            <a:r>
              <a:rPr lang="zh-CN" altLang="en-US" sz="2000" dirty="0">
                <a:solidFill>
                  <a:srgbClr val="333399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证明:  构造</a:t>
            </a:r>
            <a:r>
              <a:rPr lang="en-US" altLang="zh-CN" sz="2000" dirty="0">
                <a:solidFill>
                  <a:srgbClr val="333399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G＝（N，T，P，S） </a:t>
            </a:r>
          </a:p>
          <a:p>
            <a:pPr algn="just" eaLnBrk="1" hangingPunct="1">
              <a:lnSpc>
                <a:spcPct val="130000"/>
              </a:lnSpc>
              <a:spcBef>
                <a:spcPct val="0"/>
              </a:spcBef>
              <a:buClrTx/>
              <a:buSzTx/>
              <a:buFont typeface="Wingdings" panose="05000000000000000000" pitchFamily="2" charset="2"/>
              <a:buNone/>
            </a:pPr>
            <a:r>
              <a:rPr lang="zh-CN" altLang="en-US" sz="2000" dirty="0">
                <a:solidFill>
                  <a:srgbClr val="333399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其中； </a:t>
            </a:r>
            <a:r>
              <a:rPr lang="en-US" altLang="zh-CN" sz="2000" dirty="0">
                <a:solidFill>
                  <a:srgbClr val="333399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N＝N</a:t>
            </a:r>
            <a:r>
              <a:rPr lang="en-US" altLang="zh-CN" sz="2000" baseline="-25000" dirty="0">
                <a:solidFill>
                  <a:srgbClr val="333399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1</a:t>
            </a:r>
            <a:r>
              <a:rPr lang="en-US" altLang="zh-CN" sz="2000" dirty="0">
                <a:solidFill>
                  <a:srgbClr val="333399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 U S，</a:t>
            </a:r>
            <a:r>
              <a:rPr lang="zh-CN" altLang="en-US" sz="2000" dirty="0">
                <a:solidFill>
                  <a:srgbClr val="333399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en-US" altLang="zh-CN" sz="2000" dirty="0">
                <a:solidFill>
                  <a:srgbClr val="333399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SN</a:t>
            </a:r>
            <a:r>
              <a:rPr lang="en-US" altLang="zh-CN" sz="2000" baseline="-30000" dirty="0">
                <a:solidFill>
                  <a:srgbClr val="333399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1</a:t>
            </a:r>
            <a:r>
              <a:rPr lang="en-US" altLang="zh-CN" sz="2000" dirty="0">
                <a:solidFill>
                  <a:srgbClr val="333399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，S</a:t>
            </a:r>
            <a:r>
              <a:rPr lang="zh-CN" altLang="en-US" sz="2000" dirty="0">
                <a:solidFill>
                  <a:srgbClr val="333399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是一个新的非终结符， </a:t>
            </a:r>
          </a:p>
          <a:p>
            <a:pPr algn="just" eaLnBrk="1" hangingPunct="1">
              <a:lnSpc>
                <a:spcPct val="130000"/>
              </a:lnSpc>
              <a:spcBef>
                <a:spcPct val="0"/>
              </a:spcBef>
              <a:buClrTx/>
              <a:buSzTx/>
              <a:buNone/>
            </a:pPr>
            <a:r>
              <a:rPr lang="zh-CN" altLang="en-US" sz="2000" dirty="0">
                <a:solidFill>
                  <a:srgbClr val="333399"/>
                </a:solidFill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生成式</a:t>
            </a:r>
            <a:r>
              <a:rPr lang="en-US" altLang="zh-CN" sz="2000" dirty="0">
                <a:solidFill>
                  <a:srgbClr val="333399"/>
                </a:solidFill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P</a:t>
            </a:r>
            <a:r>
              <a:rPr lang="zh-CN" altLang="en-US" sz="2000" dirty="0">
                <a:solidFill>
                  <a:srgbClr val="333399"/>
                </a:solidFill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为: 	如果</a:t>
            </a:r>
            <a:r>
              <a:rPr lang="en-US" altLang="zh-CN" sz="2000" dirty="0">
                <a:solidFill>
                  <a:srgbClr val="333399"/>
                </a:solidFill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A </a:t>
            </a:r>
            <a:r>
              <a:rPr lang="en-US" altLang="zh-CN" sz="2000" dirty="0">
                <a:solidFill>
                  <a:srgbClr val="333399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</a:t>
            </a:r>
            <a:r>
              <a:rPr lang="en-US" altLang="zh-CN" sz="2000" dirty="0">
                <a:solidFill>
                  <a:srgbClr val="333399"/>
                </a:solidFill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αB ∈ P</a:t>
            </a:r>
            <a:r>
              <a:rPr lang="en-US" altLang="zh-CN" sz="2000" baseline="-25000" dirty="0">
                <a:solidFill>
                  <a:srgbClr val="333399"/>
                </a:solidFill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1 </a:t>
            </a:r>
            <a:r>
              <a:rPr lang="en-US" altLang="zh-CN" sz="2000" dirty="0">
                <a:solidFill>
                  <a:srgbClr val="333399"/>
                </a:solidFill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，</a:t>
            </a:r>
            <a:r>
              <a:rPr lang="zh-CN" altLang="en-US" sz="2000" dirty="0">
                <a:solidFill>
                  <a:srgbClr val="333399"/>
                </a:solidFill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则</a:t>
            </a:r>
            <a:r>
              <a:rPr lang="en-US" altLang="zh-CN" sz="2000" dirty="0">
                <a:solidFill>
                  <a:srgbClr val="333399"/>
                </a:solidFill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A </a:t>
            </a:r>
            <a:r>
              <a:rPr lang="en-US" altLang="zh-CN" sz="2000" dirty="0">
                <a:solidFill>
                  <a:srgbClr val="333399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 </a:t>
            </a:r>
            <a:r>
              <a:rPr lang="en-US" altLang="zh-CN" sz="2000" dirty="0">
                <a:solidFill>
                  <a:srgbClr val="333399"/>
                </a:solidFill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αB∈P。</a:t>
            </a:r>
          </a:p>
          <a:p>
            <a:pPr algn="just" eaLnBrk="1" hangingPunct="1">
              <a:lnSpc>
                <a:spcPct val="130000"/>
              </a:lnSpc>
              <a:spcBef>
                <a:spcPct val="0"/>
              </a:spcBef>
              <a:buClrTx/>
              <a:buSzTx/>
              <a:buNone/>
            </a:pPr>
            <a:r>
              <a:rPr lang="zh-CN" altLang="en-US" sz="2000" dirty="0">
                <a:solidFill>
                  <a:srgbClr val="333399"/>
                </a:solidFill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			如果</a:t>
            </a:r>
            <a:r>
              <a:rPr lang="en-US" altLang="zh-CN" sz="2000" dirty="0">
                <a:solidFill>
                  <a:srgbClr val="333399"/>
                </a:solidFill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A</a:t>
            </a:r>
            <a:r>
              <a:rPr lang="en-US" altLang="zh-CN" sz="2000" dirty="0">
                <a:solidFill>
                  <a:srgbClr val="333399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 </a:t>
            </a:r>
            <a:r>
              <a:rPr lang="en-US" altLang="zh-CN" sz="2000" dirty="0">
                <a:solidFill>
                  <a:srgbClr val="333399"/>
                </a:solidFill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α∈ P</a:t>
            </a:r>
            <a:r>
              <a:rPr lang="en-US" altLang="zh-CN" sz="2000" baseline="-25000" dirty="0">
                <a:solidFill>
                  <a:srgbClr val="333399"/>
                </a:solidFill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1 </a:t>
            </a:r>
            <a:r>
              <a:rPr lang="en-US" altLang="zh-CN" sz="2000" dirty="0">
                <a:solidFill>
                  <a:srgbClr val="333399"/>
                </a:solidFill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，</a:t>
            </a:r>
            <a:r>
              <a:rPr lang="zh-CN" altLang="en-US" sz="2000" dirty="0">
                <a:solidFill>
                  <a:srgbClr val="333399"/>
                </a:solidFill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则</a:t>
            </a:r>
            <a:r>
              <a:rPr lang="en-US" altLang="zh-CN" sz="2000" dirty="0">
                <a:solidFill>
                  <a:srgbClr val="333399"/>
                </a:solidFill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A </a:t>
            </a:r>
            <a:r>
              <a:rPr lang="en-US" altLang="zh-CN" sz="2000" dirty="0">
                <a:solidFill>
                  <a:srgbClr val="333399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 </a:t>
            </a:r>
            <a:r>
              <a:rPr lang="en-US" altLang="zh-CN" sz="2000" dirty="0">
                <a:solidFill>
                  <a:srgbClr val="333399"/>
                </a:solidFill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αS∈P</a:t>
            </a:r>
          </a:p>
          <a:p>
            <a:pPr algn="just" eaLnBrk="1" hangingPunct="1">
              <a:lnSpc>
                <a:spcPct val="130000"/>
              </a:lnSpc>
              <a:spcBef>
                <a:spcPct val="0"/>
              </a:spcBef>
              <a:buClrTx/>
              <a:buSzTx/>
              <a:buNone/>
            </a:pPr>
            <a:r>
              <a:rPr lang="en-US" altLang="zh-CN" sz="2000" dirty="0">
                <a:solidFill>
                  <a:srgbClr val="333399"/>
                </a:solidFill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			S</a:t>
            </a:r>
            <a:r>
              <a:rPr lang="en-US" altLang="zh-CN" sz="2000" dirty="0">
                <a:solidFill>
                  <a:srgbClr val="333399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  </a:t>
            </a:r>
            <a:r>
              <a:rPr lang="en-US" altLang="zh-CN" sz="2000" dirty="0">
                <a:solidFill>
                  <a:srgbClr val="333399"/>
                </a:solidFill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S</a:t>
            </a:r>
            <a:r>
              <a:rPr lang="en-US" altLang="zh-CN" sz="2000" baseline="-30000" dirty="0">
                <a:solidFill>
                  <a:srgbClr val="333399"/>
                </a:solidFill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1</a:t>
            </a:r>
            <a:r>
              <a:rPr lang="en-US" altLang="zh-CN" sz="2000" dirty="0">
                <a:solidFill>
                  <a:srgbClr val="333399"/>
                </a:solidFill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，S</a:t>
            </a:r>
            <a:r>
              <a:rPr lang="en-US" altLang="zh-CN" sz="2000" dirty="0">
                <a:solidFill>
                  <a:srgbClr val="333399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  </a:t>
            </a:r>
            <a:r>
              <a:rPr lang="en-US" altLang="zh-CN" sz="2000" dirty="0" err="1">
                <a:solidFill>
                  <a:srgbClr val="333399"/>
                </a:solidFill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ε∈P</a:t>
            </a:r>
            <a:r>
              <a:rPr lang="en-US" altLang="zh-CN" sz="2000" dirty="0">
                <a:solidFill>
                  <a:srgbClr val="333399"/>
                </a:solidFill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。</a:t>
            </a:r>
          </a:p>
          <a:p>
            <a:pPr algn="just" eaLnBrk="1" hangingPunct="1">
              <a:lnSpc>
                <a:spcPct val="120000"/>
              </a:lnSpc>
              <a:spcBef>
                <a:spcPct val="0"/>
              </a:spcBef>
              <a:buClrTx/>
              <a:buSzTx/>
              <a:buFont typeface="Wingdings" panose="05000000000000000000" pitchFamily="2" charset="2"/>
              <a:buNone/>
            </a:pPr>
            <a:r>
              <a:rPr lang="zh-CN" altLang="en-US" sz="2400" dirty="0">
                <a:solidFill>
                  <a:srgbClr val="800080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先证 </a:t>
            </a:r>
            <a:r>
              <a:rPr lang="en-US" altLang="zh-CN" sz="2400" dirty="0">
                <a:solidFill>
                  <a:srgbClr val="800080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L(G)</a:t>
            </a:r>
            <a:r>
              <a:rPr lang="en-US" altLang="zh-CN" sz="2000" dirty="0">
                <a:solidFill>
                  <a:srgbClr val="333399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en-US" altLang="zh-CN" sz="2400" dirty="0">
                <a:solidFill>
                  <a:srgbClr val="800080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 L(G</a:t>
            </a:r>
            <a:r>
              <a:rPr lang="en-US" altLang="zh-CN" sz="2400" baseline="-25000" dirty="0">
                <a:solidFill>
                  <a:srgbClr val="800080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1</a:t>
            </a:r>
            <a:r>
              <a:rPr lang="en-US" altLang="zh-CN" sz="2400" dirty="0">
                <a:solidFill>
                  <a:srgbClr val="800080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)*</a:t>
            </a:r>
            <a:endParaRPr lang="en-US" altLang="zh-CN" sz="2000" dirty="0">
              <a:solidFill>
                <a:srgbClr val="333399"/>
              </a:solidFill>
              <a:cs typeface="Times New Roman" panose="02020603050405020304" pitchFamily="18" charset="0"/>
              <a:sym typeface="Symbol" panose="05050102010706020507" pitchFamily="18" charset="2"/>
            </a:endParaRPr>
          </a:p>
          <a:p>
            <a:pPr lvl="1" algn="just" eaLnBrk="1" hangingPunct="1">
              <a:lnSpc>
                <a:spcPct val="14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400" b="1" dirty="0">
                <a:solidFill>
                  <a:srgbClr val="333399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若有</a:t>
            </a:r>
            <a:r>
              <a:rPr lang="en-US" altLang="zh-CN" sz="2400" b="1" dirty="0">
                <a:solidFill>
                  <a:srgbClr val="333399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S  S</a:t>
            </a:r>
            <a:r>
              <a:rPr lang="en-US" altLang="zh-CN" b="1" baseline="-25000" dirty="0">
                <a:solidFill>
                  <a:srgbClr val="333399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1</a:t>
            </a:r>
            <a:r>
              <a:rPr lang="en-US" altLang="zh-CN" sz="2400" b="1" dirty="0">
                <a:solidFill>
                  <a:srgbClr val="333399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  ω</a:t>
            </a:r>
            <a:r>
              <a:rPr lang="en-US" altLang="zh-CN" sz="2400" b="1" baseline="-25000" dirty="0">
                <a:solidFill>
                  <a:srgbClr val="333399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1 </a:t>
            </a:r>
            <a:r>
              <a:rPr lang="en-US" altLang="zh-CN" sz="2400" b="1" dirty="0">
                <a:solidFill>
                  <a:srgbClr val="333399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S  ω</a:t>
            </a:r>
            <a:r>
              <a:rPr lang="en-US" altLang="zh-CN" sz="2400" b="1" baseline="-25000" dirty="0">
                <a:solidFill>
                  <a:srgbClr val="333399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1 </a:t>
            </a:r>
            <a:r>
              <a:rPr lang="en-US" altLang="zh-CN" sz="2400" b="1" dirty="0">
                <a:solidFill>
                  <a:srgbClr val="333399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ω</a:t>
            </a:r>
            <a:r>
              <a:rPr lang="en-US" altLang="zh-CN" sz="2400" b="1" baseline="-25000" dirty="0">
                <a:solidFill>
                  <a:srgbClr val="333399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2 </a:t>
            </a:r>
            <a:r>
              <a:rPr lang="en-US" altLang="zh-CN" sz="2400" b="1" dirty="0">
                <a:solidFill>
                  <a:srgbClr val="333399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S … </a:t>
            </a:r>
          </a:p>
          <a:p>
            <a:pPr lvl="1" algn="just" eaLnBrk="1" hangingPunct="1">
              <a:lnSpc>
                <a:spcPct val="14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 b="1" dirty="0">
                <a:solidFill>
                  <a:srgbClr val="333399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	     ω</a:t>
            </a:r>
            <a:r>
              <a:rPr lang="en-US" altLang="zh-CN" sz="2400" b="1" baseline="-25000" dirty="0">
                <a:solidFill>
                  <a:srgbClr val="333399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1 </a:t>
            </a:r>
            <a:r>
              <a:rPr lang="en-US" altLang="zh-CN" sz="2400" b="1" dirty="0">
                <a:solidFill>
                  <a:srgbClr val="333399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ω</a:t>
            </a:r>
            <a:r>
              <a:rPr lang="en-US" altLang="zh-CN" sz="2400" b="1" baseline="-25000" dirty="0">
                <a:solidFill>
                  <a:srgbClr val="333399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2</a:t>
            </a:r>
            <a:r>
              <a:rPr lang="en-US" altLang="zh-CN" sz="2400" b="1" dirty="0">
                <a:solidFill>
                  <a:srgbClr val="333399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 …ω</a:t>
            </a:r>
            <a:r>
              <a:rPr lang="en-US" altLang="zh-CN" sz="2400" b="1" baseline="-25000" dirty="0">
                <a:solidFill>
                  <a:srgbClr val="333399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i-1</a:t>
            </a:r>
            <a:r>
              <a:rPr lang="en-US" altLang="zh-CN" sz="2400" b="1" dirty="0">
                <a:solidFill>
                  <a:srgbClr val="333399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S  ω</a:t>
            </a:r>
            <a:r>
              <a:rPr lang="en-US" altLang="zh-CN" sz="2400" b="1" baseline="-25000" dirty="0">
                <a:solidFill>
                  <a:srgbClr val="333399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1 </a:t>
            </a:r>
            <a:r>
              <a:rPr lang="en-US" altLang="zh-CN" sz="2400" b="1" dirty="0">
                <a:solidFill>
                  <a:srgbClr val="333399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ω</a:t>
            </a:r>
            <a:r>
              <a:rPr lang="en-US" altLang="zh-CN" sz="2400" b="1" baseline="-25000" dirty="0">
                <a:solidFill>
                  <a:srgbClr val="333399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2</a:t>
            </a:r>
            <a:r>
              <a:rPr lang="en-US" altLang="zh-CN" sz="2400" b="1" dirty="0">
                <a:solidFill>
                  <a:srgbClr val="333399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 …</a:t>
            </a:r>
            <a:r>
              <a:rPr lang="en-US" altLang="zh-CN" sz="2400" b="1" dirty="0" err="1">
                <a:solidFill>
                  <a:srgbClr val="333399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ω</a:t>
            </a:r>
            <a:r>
              <a:rPr lang="en-US" altLang="zh-CN" sz="2400" b="1" baseline="-25000" dirty="0" err="1">
                <a:solidFill>
                  <a:srgbClr val="333399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i</a:t>
            </a:r>
            <a:endParaRPr lang="en-US" altLang="zh-CN" sz="2400" b="1" dirty="0">
              <a:solidFill>
                <a:srgbClr val="333399"/>
              </a:solidFill>
              <a:cs typeface="Times New Roman" panose="02020603050405020304" pitchFamily="18" charset="0"/>
              <a:sym typeface="Symbol" panose="05050102010706020507" pitchFamily="18" charset="2"/>
            </a:endParaRPr>
          </a:p>
          <a:p>
            <a:pPr lvl="1" eaLnBrk="1" hangingPunct="1">
              <a:lnSpc>
                <a:spcPct val="14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400" b="1" dirty="0">
                <a:solidFill>
                  <a:srgbClr val="333399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则在</a:t>
            </a:r>
            <a:r>
              <a:rPr lang="en-US" altLang="zh-CN" sz="2400" b="1" dirty="0">
                <a:solidFill>
                  <a:srgbClr val="333399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G</a:t>
            </a:r>
            <a:r>
              <a:rPr lang="en-US" altLang="zh-CN" sz="2400" b="1" baseline="-25000" dirty="0">
                <a:solidFill>
                  <a:srgbClr val="333399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1</a:t>
            </a:r>
            <a:r>
              <a:rPr lang="zh-CN" altLang="en-US" sz="2400" b="1" dirty="0">
                <a:solidFill>
                  <a:srgbClr val="333399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中必然有</a:t>
            </a:r>
          </a:p>
          <a:p>
            <a:pPr lvl="1" eaLnBrk="1" hangingPunct="1">
              <a:lnSpc>
                <a:spcPct val="14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400" b="1" dirty="0">
                <a:solidFill>
                  <a:srgbClr val="333399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en-US" altLang="zh-CN" sz="2400" b="1" dirty="0">
                <a:solidFill>
                  <a:srgbClr val="333399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S</a:t>
            </a:r>
            <a:r>
              <a:rPr lang="en-US" altLang="zh-CN" sz="2400" b="1" baseline="-25000" dirty="0">
                <a:solidFill>
                  <a:srgbClr val="333399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1</a:t>
            </a:r>
            <a:r>
              <a:rPr lang="en-US" altLang="zh-CN" sz="2400" b="1" dirty="0">
                <a:solidFill>
                  <a:srgbClr val="333399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  ω</a:t>
            </a:r>
            <a:r>
              <a:rPr lang="en-US" altLang="zh-CN" sz="2400" b="1" baseline="-25000" dirty="0">
                <a:solidFill>
                  <a:srgbClr val="333399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1</a:t>
            </a:r>
            <a:r>
              <a:rPr lang="en-US" altLang="zh-CN" sz="2400" b="1" dirty="0">
                <a:solidFill>
                  <a:srgbClr val="333399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zh-CN" altLang="en-US" sz="2400" b="1" dirty="0">
                <a:solidFill>
                  <a:srgbClr val="333399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； </a:t>
            </a:r>
            <a:r>
              <a:rPr lang="en-US" altLang="zh-CN" sz="2400" b="1" dirty="0">
                <a:solidFill>
                  <a:srgbClr val="333399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S</a:t>
            </a:r>
            <a:r>
              <a:rPr lang="en-US" altLang="zh-CN" sz="2400" b="1" baseline="-25000" dirty="0">
                <a:solidFill>
                  <a:srgbClr val="333399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1</a:t>
            </a:r>
            <a:r>
              <a:rPr lang="en-US" altLang="zh-CN" sz="2400" b="1" dirty="0">
                <a:solidFill>
                  <a:srgbClr val="333399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  ω</a:t>
            </a:r>
            <a:r>
              <a:rPr lang="en-US" altLang="zh-CN" sz="2400" b="1" baseline="-25000" dirty="0">
                <a:solidFill>
                  <a:srgbClr val="333399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2 </a:t>
            </a:r>
            <a:r>
              <a:rPr lang="en-US" altLang="zh-CN" sz="2400" b="1" dirty="0">
                <a:solidFill>
                  <a:srgbClr val="333399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； </a:t>
            </a:r>
            <a:r>
              <a:rPr lang="en-US" altLang="zh-CN" sz="2400" b="1" baseline="-25000" dirty="0">
                <a:solidFill>
                  <a:srgbClr val="333399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；</a:t>
            </a:r>
            <a:r>
              <a:rPr lang="en-US" altLang="zh-CN" sz="2400" b="1" dirty="0">
                <a:solidFill>
                  <a:srgbClr val="333399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S</a:t>
            </a:r>
            <a:r>
              <a:rPr lang="en-US" altLang="zh-CN" sz="2400" b="1" baseline="-25000" dirty="0">
                <a:solidFill>
                  <a:srgbClr val="333399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1</a:t>
            </a:r>
            <a:r>
              <a:rPr lang="en-US" altLang="zh-CN" sz="2400" b="1" dirty="0">
                <a:solidFill>
                  <a:srgbClr val="333399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  </a:t>
            </a:r>
            <a:r>
              <a:rPr lang="en-US" altLang="zh-CN" sz="2400" b="1" dirty="0" err="1">
                <a:solidFill>
                  <a:srgbClr val="333399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ω</a:t>
            </a:r>
            <a:r>
              <a:rPr lang="en-US" altLang="zh-CN" sz="2400" b="1" baseline="-25000" dirty="0" err="1">
                <a:solidFill>
                  <a:srgbClr val="333399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i</a:t>
            </a:r>
            <a:endParaRPr lang="zh-CN" altLang="en-US" sz="2400" b="1" dirty="0">
              <a:solidFill>
                <a:srgbClr val="333399"/>
              </a:solidFill>
              <a:cs typeface="Times New Roman" panose="02020603050405020304" pitchFamily="18" charset="0"/>
              <a:sym typeface="Symbol" panose="05050102010706020507" pitchFamily="18" charset="2"/>
            </a:endParaRPr>
          </a:p>
          <a:p>
            <a:pPr algn="just" eaLnBrk="1" hangingPunct="1">
              <a:lnSpc>
                <a:spcPct val="14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 dirty="0">
                <a:solidFill>
                  <a:srgbClr val="333399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∴ L(G)  L(G</a:t>
            </a:r>
            <a:r>
              <a:rPr lang="en-US" altLang="zh-CN" baseline="-25000" dirty="0">
                <a:solidFill>
                  <a:srgbClr val="333399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1</a:t>
            </a:r>
            <a:r>
              <a:rPr lang="en-US" altLang="zh-CN" sz="2400" dirty="0">
                <a:solidFill>
                  <a:srgbClr val="333399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)*</a:t>
            </a:r>
            <a:endParaRPr lang="en-US" altLang="zh-CN" sz="2400" dirty="0">
              <a:solidFill>
                <a:srgbClr val="800080"/>
              </a:solidFill>
              <a:cs typeface="Times New Roman" panose="02020603050405020304" pitchFamily="18" charset="0"/>
              <a:sym typeface="Symbol" panose="05050102010706020507" pitchFamily="18" charset="2"/>
            </a:endParaRPr>
          </a:p>
        </p:txBody>
      </p:sp>
      <p:sp>
        <p:nvSpPr>
          <p:cNvPr id="39942" name="Rectangle 3"/>
          <p:cNvSpPr>
            <a:spLocks noChangeArrowheads="1"/>
          </p:cNvSpPr>
          <p:nvPr/>
        </p:nvSpPr>
        <p:spPr bwMode="auto">
          <a:xfrm>
            <a:off x="1520825" y="457200"/>
            <a:ext cx="4835525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algn="r">
              <a:buFont typeface="Wingdings" panose="05000000000000000000" pitchFamily="2" charset="2"/>
              <a:buNone/>
            </a:pPr>
            <a:r>
              <a:rPr lang="zh-CN" altLang="en-US" sz="3200" dirty="0">
                <a:solidFill>
                  <a:srgbClr val="80008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(</a:t>
            </a:r>
            <a:r>
              <a:rPr lang="en-US" altLang="zh-CN" sz="3200" dirty="0">
                <a:solidFill>
                  <a:srgbClr val="80008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c).  </a:t>
            </a:r>
            <a:r>
              <a:rPr lang="zh-CN" altLang="en-US" sz="3200" dirty="0">
                <a:solidFill>
                  <a:srgbClr val="80008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求证</a:t>
            </a:r>
            <a:r>
              <a:rPr lang="en-US" altLang="zh-CN" sz="3200" dirty="0">
                <a:solidFill>
                  <a:srgbClr val="80008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L</a:t>
            </a:r>
            <a:r>
              <a:rPr lang="en-US" altLang="zh-CN" sz="3200" baseline="-25000" dirty="0">
                <a:solidFill>
                  <a:srgbClr val="80008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1</a:t>
            </a:r>
            <a:r>
              <a:rPr lang="en-US" altLang="zh-CN" sz="3200" dirty="0">
                <a:solidFill>
                  <a:srgbClr val="80008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*</a:t>
            </a:r>
            <a:r>
              <a:rPr lang="zh-CN" altLang="en-US" sz="3200" dirty="0">
                <a:solidFill>
                  <a:srgbClr val="80008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是右线性语言</a:t>
            </a:r>
          </a:p>
        </p:txBody>
      </p:sp>
      <p:sp>
        <p:nvSpPr>
          <p:cNvPr id="8" name="Rectangle 5"/>
          <p:cNvSpPr>
            <a:spLocks noChangeArrowheads="1"/>
          </p:cNvSpPr>
          <p:nvPr/>
        </p:nvSpPr>
        <p:spPr bwMode="auto">
          <a:xfrm>
            <a:off x="3847149" y="3841303"/>
            <a:ext cx="220795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altLang="zh-CN" sz="2000" dirty="0">
                <a:solidFill>
                  <a:srgbClr val="002060"/>
                </a:solidFill>
                <a:latin typeface="Calibri" panose="020F0502020204030204" pitchFamily="34" charset="0"/>
              </a:rPr>
              <a:t>+</a:t>
            </a:r>
            <a:endParaRPr kumimoji="0" lang="zh-CN" altLang="zh-CN" sz="1800" b="0" i="0" u="none" strike="noStrike" cap="none" normalizeH="0" baseline="0" dirty="0">
              <a:ln>
                <a:noFill/>
              </a:ln>
              <a:solidFill>
                <a:srgbClr val="002060"/>
              </a:solidFill>
              <a:effectLst/>
            </a:endParaRPr>
          </a:p>
        </p:txBody>
      </p:sp>
      <p:sp>
        <p:nvSpPr>
          <p:cNvPr id="9" name="Rectangle 5"/>
          <p:cNvSpPr>
            <a:spLocks noChangeArrowheads="1"/>
          </p:cNvSpPr>
          <p:nvPr/>
        </p:nvSpPr>
        <p:spPr bwMode="auto">
          <a:xfrm>
            <a:off x="1902933" y="4365104"/>
            <a:ext cx="220795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altLang="zh-CN" sz="2000" dirty="0">
                <a:solidFill>
                  <a:srgbClr val="002060"/>
                </a:solidFill>
                <a:latin typeface="Calibri" panose="020F0502020204030204" pitchFamily="34" charset="0"/>
              </a:rPr>
              <a:t>+</a:t>
            </a:r>
            <a:endParaRPr kumimoji="0" lang="zh-CN" altLang="zh-CN" sz="1800" b="0" i="0" u="none" strike="noStrike" cap="none" normalizeH="0" baseline="0" dirty="0">
              <a:ln>
                <a:noFill/>
              </a:ln>
              <a:solidFill>
                <a:srgbClr val="002060"/>
              </a:solidFill>
              <a:effectLst/>
            </a:endParaRPr>
          </a:p>
        </p:txBody>
      </p:sp>
      <p:sp>
        <p:nvSpPr>
          <p:cNvPr id="10" name="Rectangle 5"/>
          <p:cNvSpPr>
            <a:spLocks noChangeArrowheads="1"/>
          </p:cNvSpPr>
          <p:nvPr/>
        </p:nvSpPr>
        <p:spPr bwMode="auto">
          <a:xfrm>
            <a:off x="1547664" y="5373216"/>
            <a:ext cx="220795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altLang="zh-CN" sz="2000" dirty="0">
                <a:solidFill>
                  <a:srgbClr val="002060"/>
                </a:solidFill>
                <a:latin typeface="Calibri" panose="020F0502020204030204" pitchFamily="34" charset="0"/>
              </a:rPr>
              <a:t>+</a:t>
            </a:r>
            <a:endParaRPr kumimoji="0" lang="zh-CN" altLang="zh-CN" sz="1800" b="0" i="0" u="none" strike="noStrike" cap="none" normalizeH="0" baseline="0" dirty="0">
              <a:ln>
                <a:noFill/>
              </a:ln>
              <a:solidFill>
                <a:srgbClr val="002060"/>
              </a:solidFill>
              <a:effectLst/>
            </a:endParaRPr>
          </a:p>
        </p:txBody>
      </p:sp>
      <p:sp>
        <p:nvSpPr>
          <p:cNvPr id="11" name="Rectangle 5"/>
          <p:cNvSpPr>
            <a:spLocks noChangeArrowheads="1"/>
          </p:cNvSpPr>
          <p:nvPr/>
        </p:nvSpPr>
        <p:spPr bwMode="auto">
          <a:xfrm>
            <a:off x="3149370" y="5373216"/>
            <a:ext cx="126486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altLang="zh-CN" sz="2000" dirty="0">
                <a:solidFill>
                  <a:srgbClr val="002060"/>
                </a:solidFill>
                <a:latin typeface="Calibri" panose="020F0502020204030204" pitchFamily="34" charset="0"/>
              </a:rPr>
              <a:t>+</a:t>
            </a:r>
            <a:endParaRPr kumimoji="0" lang="zh-CN" altLang="zh-CN" sz="1800" b="0" i="0" u="none" strike="noStrike" cap="none" normalizeH="0" baseline="0" dirty="0">
              <a:ln>
                <a:noFill/>
              </a:ln>
              <a:solidFill>
                <a:srgbClr val="002060"/>
              </a:solidFill>
              <a:effectLst/>
            </a:endParaRPr>
          </a:p>
        </p:txBody>
      </p:sp>
      <p:sp>
        <p:nvSpPr>
          <p:cNvPr id="12" name="Rectangle 5"/>
          <p:cNvSpPr>
            <a:spLocks noChangeArrowheads="1"/>
          </p:cNvSpPr>
          <p:nvPr/>
        </p:nvSpPr>
        <p:spPr bwMode="auto">
          <a:xfrm>
            <a:off x="5292080" y="5425479"/>
            <a:ext cx="183612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altLang="zh-CN" sz="2000" dirty="0">
                <a:solidFill>
                  <a:srgbClr val="002060"/>
                </a:solidFill>
                <a:latin typeface="Calibri" panose="020F0502020204030204" pitchFamily="34" charset="0"/>
              </a:rPr>
              <a:t>+</a:t>
            </a:r>
            <a:endParaRPr kumimoji="0" lang="zh-CN" altLang="zh-CN" sz="1800" b="0" i="0" u="none" strike="noStrike" cap="none" normalizeH="0" baseline="0" dirty="0">
              <a:ln>
                <a:noFill/>
              </a:ln>
              <a:solidFill>
                <a:srgbClr val="002060"/>
              </a:solidFill>
              <a:effectLst/>
            </a:endParaRPr>
          </a:p>
        </p:txBody>
      </p:sp>
      <p:sp>
        <p:nvSpPr>
          <p:cNvPr id="13" name="Rectangle 5"/>
          <p:cNvSpPr>
            <a:spLocks noChangeArrowheads="1"/>
          </p:cNvSpPr>
          <p:nvPr/>
        </p:nvSpPr>
        <p:spPr bwMode="auto">
          <a:xfrm>
            <a:off x="2699792" y="3861048"/>
            <a:ext cx="220795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altLang="zh-CN" sz="2000" dirty="0">
                <a:solidFill>
                  <a:srgbClr val="002060"/>
                </a:solidFill>
                <a:latin typeface="Calibri" panose="020F0502020204030204" pitchFamily="34" charset="0"/>
              </a:rPr>
              <a:t>+</a:t>
            </a:r>
            <a:endParaRPr kumimoji="0" lang="zh-CN" altLang="zh-CN" sz="1800" b="0" i="0" u="none" strike="noStrike" cap="none" normalizeH="0" baseline="0" dirty="0">
              <a:ln>
                <a:noFill/>
              </a:ln>
              <a:solidFill>
                <a:srgbClr val="002060"/>
              </a:solidFill>
              <a:effectLst/>
            </a:endParaRPr>
          </a:p>
        </p:txBody>
      </p:sp>
    </p:spTree>
  </p:cSld>
  <p:clrMapOvr>
    <a:masterClrMapping/>
  </p:clrMapOvr>
  <p:transition spd="med" advClick="0">
    <p:wipe dir="r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灯片编号占位符 1"/>
          <p:cNvSpPr>
            <a:spLocks noGrp="1"/>
          </p:cNvSpPr>
          <p:nvPr>
            <p:ph type="sldNum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FFDD5D3B-68AF-4815-838A-A577B48F6818}" type="slidenum">
              <a:rPr kumimoji="0" lang="zh-CN" altLang="en-US" sz="1200" smtClean="0">
                <a:solidFill>
                  <a:srgbClr val="009999"/>
                </a:solidFill>
                <a:latin typeface="Arial Narrow" panose="020B0606020202030204" pitchFamily="34" charset="0"/>
                <a:ea typeface="宋体" panose="02010600030101010101" pitchFamily="2" charset="-122"/>
              </a:rPr>
              <a:t>8</a:t>
            </a:fld>
            <a:endParaRPr kumimoji="0" lang="en-US" altLang="zh-CN" sz="1200">
              <a:solidFill>
                <a:srgbClr val="009999"/>
              </a:solidFill>
              <a:latin typeface="Arial Narrow" panose="020B0606020202030204" pitchFamily="34" charset="0"/>
              <a:ea typeface="宋体" panose="02010600030101010101" pitchFamily="2" charset="-122"/>
            </a:endParaRPr>
          </a:p>
        </p:txBody>
      </p:sp>
      <p:sp>
        <p:nvSpPr>
          <p:cNvPr id="40963" name="日期占位符 2"/>
          <p:cNvSpPr>
            <a:spLocks noGrp="1"/>
          </p:cNvSpPr>
          <p:nvPr>
            <p:ph type="dt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309763AF-6F4F-4BF3-8516-6EE550B771A4}" type="datetime1">
              <a:rPr kumimoji="0" lang="zh-CN" altLang="en-US" sz="1200">
                <a:solidFill>
                  <a:srgbClr val="009999"/>
                </a:solidFill>
                <a:latin typeface="Arial Narrow" panose="020B0606020202030204" pitchFamily="34" charset="0"/>
                <a:ea typeface="宋体" panose="02010600030101010101" pitchFamily="2" charset="-122"/>
              </a:rPr>
              <a:t>2024/3/24</a:t>
            </a:fld>
            <a:endParaRPr kumimoji="0" lang="zh-CN" altLang="zh-CN" sz="1200">
              <a:solidFill>
                <a:srgbClr val="009999"/>
              </a:solidFill>
              <a:latin typeface="Arial Narrow" panose="020B0606020202030204" pitchFamily="34" charset="0"/>
              <a:ea typeface="宋体" panose="02010600030101010101" pitchFamily="2" charset="-122"/>
            </a:endParaRPr>
          </a:p>
        </p:txBody>
      </p:sp>
      <p:sp>
        <p:nvSpPr>
          <p:cNvPr id="40964" name="页脚占位符 3"/>
          <p:cNvSpPr>
            <a:spLocks noGrp="1"/>
          </p:cNvSpPr>
          <p:nvPr>
            <p:ph type="ftr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200">
                <a:solidFill>
                  <a:srgbClr val="009999"/>
                </a:solidFill>
                <a:latin typeface="Arial Narrow" panose="020B0606020202030204" pitchFamily="34" charset="0"/>
                <a:ea typeface="宋体" panose="02010600030101010101" pitchFamily="2" charset="-122"/>
              </a:rPr>
              <a:t>School of Computer Science, BUPT</a:t>
            </a:r>
            <a:endParaRPr lang="zh-CN" altLang="en-US" sz="1200">
              <a:solidFill>
                <a:srgbClr val="009999"/>
              </a:solidFill>
              <a:latin typeface="Arial Narrow" panose="020B0606020202030204" pitchFamily="34" charset="0"/>
              <a:ea typeface="宋体" panose="02010600030101010101" pitchFamily="2" charset="-122"/>
            </a:endParaRPr>
          </a:p>
        </p:txBody>
      </p:sp>
      <p:sp>
        <p:nvSpPr>
          <p:cNvPr id="40965" name="Text Box 2"/>
          <p:cNvSpPr txBox="1">
            <a:spLocks noChangeArrowheads="1"/>
          </p:cNvSpPr>
          <p:nvPr/>
        </p:nvSpPr>
        <p:spPr bwMode="auto">
          <a:xfrm>
            <a:off x="457200" y="1371600"/>
            <a:ext cx="8458200" cy="50050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457200" indent="-45720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914400" indent="-45720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algn="just" eaLnBrk="1" hangingPunct="1">
              <a:lnSpc>
                <a:spcPct val="120000"/>
              </a:lnSpc>
              <a:spcBef>
                <a:spcPct val="0"/>
              </a:spcBef>
              <a:buClrTx/>
              <a:buSzTx/>
              <a:buFont typeface="Wingdings" panose="05000000000000000000" pitchFamily="2" charset="2"/>
              <a:buNone/>
            </a:pPr>
            <a:r>
              <a:rPr lang="zh-CN" altLang="en-US" sz="2400" dirty="0">
                <a:solidFill>
                  <a:srgbClr val="800080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再证 </a:t>
            </a:r>
            <a:r>
              <a:rPr lang="en-US" altLang="zh-CN" sz="2400" dirty="0">
                <a:solidFill>
                  <a:srgbClr val="800080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L(G</a:t>
            </a:r>
            <a:r>
              <a:rPr lang="en-US" altLang="zh-CN" baseline="-25000" dirty="0">
                <a:solidFill>
                  <a:srgbClr val="333399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1</a:t>
            </a:r>
            <a:r>
              <a:rPr lang="en-US" altLang="zh-CN" sz="2400" dirty="0">
                <a:solidFill>
                  <a:srgbClr val="800080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)*</a:t>
            </a:r>
            <a:r>
              <a:rPr lang="en-US" altLang="zh-CN" sz="2000" dirty="0">
                <a:solidFill>
                  <a:srgbClr val="333399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en-US" altLang="zh-CN" sz="2400" dirty="0">
                <a:solidFill>
                  <a:srgbClr val="800080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 L(G)</a:t>
            </a:r>
            <a:endParaRPr lang="en-US" altLang="zh-CN" sz="2000" dirty="0">
              <a:solidFill>
                <a:srgbClr val="333399"/>
              </a:solidFill>
              <a:cs typeface="Times New Roman" panose="02020603050405020304" pitchFamily="18" charset="0"/>
              <a:sym typeface="Symbol" panose="05050102010706020507" pitchFamily="18" charset="2"/>
            </a:endParaRPr>
          </a:p>
          <a:p>
            <a:pPr lvl="1" algn="just" eaLnBrk="1" hangingPunct="1">
              <a:lnSpc>
                <a:spcPct val="14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400" b="1" dirty="0">
                <a:solidFill>
                  <a:srgbClr val="333399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若</a:t>
            </a:r>
            <a:r>
              <a:rPr lang="en-US" altLang="zh-CN" sz="2400" b="1" dirty="0">
                <a:solidFill>
                  <a:srgbClr val="333399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G</a:t>
            </a:r>
            <a:r>
              <a:rPr lang="en-US" altLang="zh-CN" sz="2400" b="1" baseline="-25000" dirty="0">
                <a:solidFill>
                  <a:srgbClr val="333399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1</a:t>
            </a:r>
            <a:r>
              <a:rPr lang="zh-CN" altLang="en-US" sz="2400" b="1" dirty="0">
                <a:solidFill>
                  <a:srgbClr val="333399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中有</a:t>
            </a:r>
          </a:p>
          <a:p>
            <a:pPr lvl="1" eaLnBrk="1" hangingPunct="1">
              <a:lnSpc>
                <a:spcPct val="14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400" b="1" dirty="0">
                <a:solidFill>
                  <a:srgbClr val="333399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en-US" altLang="zh-CN" sz="2400" b="1" dirty="0">
                <a:solidFill>
                  <a:srgbClr val="333399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S</a:t>
            </a:r>
            <a:r>
              <a:rPr lang="en-US" altLang="zh-CN" sz="2400" b="1" baseline="-25000" dirty="0">
                <a:solidFill>
                  <a:srgbClr val="333399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1</a:t>
            </a:r>
            <a:r>
              <a:rPr lang="en-US" altLang="zh-CN" sz="2400" b="1" dirty="0">
                <a:solidFill>
                  <a:srgbClr val="333399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  ω</a:t>
            </a:r>
            <a:r>
              <a:rPr lang="en-US" altLang="zh-CN" sz="2400" b="1" baseline="-25000" dirty="0">
                <a:solidFill>
                  <a:srgbClr val="333399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1</a:t>
            </a:r>
            <a:r>
              <a:rPr lang="en-US" altLang="zh-CN" sz="2400" b="1" dirty="0">
                <a:solidFill>
                  <a:srgbClr val="333399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zh-CN" altLang="en-US" sz="2400" b="1" dirty="0">
                <a:solidFill>
                  <a:srgbClr val="333399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； </a:t>
            </a:r>
            <a:r>
              <a:rPr lang="en-US" altLang="zh-CN" sz="2400" b="1" dirty="0">
                <a:solidFill>
                  <a:srgbClr val="333399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S</a:t>
            </a:r>
            <a:r>
              <a:rPr lang="en-US" altLang="zh-CN" sz="2400" b="1" baseline="-25000" dirty="0">
                <a:solidFill>
                  <a:srgbClr val="333399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1</a:t>
            </a:r>
            <a:r>
              <a:rPr lang="en-US" altLang="zh-CN" sz="2400" b="1" dirty="0">
                <a:solidFill>
                  <a:srgbClr val="333399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  ω</a:t>
            </a:r>
            <a:r>
              <a:rPr lang="en-US" altLang="zh-CN" sz="2400" b="1" baseline="-25000" dirty="0">
                <a:solidFill>
                  <a:srgbClr val="333399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2 </a:t>
            </a:r>
            <a:r>
              <a:rPr lang="en-US" altLang="zh-CN" sz="2400" b="1" dirty="0">
                <a:solidFill>
                  <a:srgbClr val="333399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；</a:t>
            </a:r>
            <a:r>
              <a:rPr lang="en-US" altLang="zh-CN" sz="2400" b="1" baseline="-25000" dirty="0">
                <a:solidFill>
                  <a:srgbClr val="333399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 。。。；</a:t>
            </a:r>
            <a:r>
              <a:rPr lang="en-US" altLang="zh-CN" sz="2400" b="1" dirty="0">
                <a:solidFill>
                  <a:srgbClr val="333399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S</a:t>
            </a:r>
            <a:r>
              <a:rPr lang="en-US" altLang="zh-CN" sz="2400" b="1" baseline="-25000" dirty="0">
                <a:solidFill>
                  <a:srgbClr val="333399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1</a:t>
            </a:r>
            <a:r>
              <a:rPr lang="en-US" altLang="zh-CN" sz="2400" b="1" dirty="0">
                <a:solidFill>
                  <a:srgbClr val="333399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  </a:t>
            </a:r>
            <a:r>
              <a:rPr lang="en-US" altLang="zh-CN" sz="2400" b="1" dirty="0" err="1">
                <a:solidFill>
                  <a:srgbClr val="333399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ω</a:t>
            </a:r>
            <a:r>
              <a:rPr lang="en-US" altLang="zh-CN" sz="2400" b="1" baseline="-25000" dirty="0" err="1">
                <a:solidFill>
                  <a:srgbClr val="333399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i</a:t>
            </a:r>
            <a:endParaRPr lang="en-US" altLang="zh-CN" sz="2400" b="1" baseline="-25000" dirty="0">
              <a:solidFill>
                <a:srgbClr val="333399"/>
              </a:solidFill>
              <a:cs typeface="Times New Roman" panose="02020603050405020304" pitchFamily="18" charset="0"/>
              <a:sym typeface="Symbol" panose="05050102010706020507" pitchFamily="18" charset="2"/>
            </a:endParaRPr>
          </a:p>
          <a:p>
            <a:pPr lvl="1" eaLnBrk="1" hangingPunct="1">
              <a:lnSpc>
                <a:spcPct val="140000"/>
              </a:lnSpc>
              <a:spcBef>
                <a:spcPct val="0"/>
              </a:spcBef>
              <a:buClrTx/>
              <a:buSzTx/>
              <a:buFontTx/>
              <a:buNone/>
            </a:pPr>
            <a:endParaRPr lang="zh-CN" altLang="en-US" sz="2400" b="1" baseline="-25000" dirty="0">
              <a:solidFill>
                <a:srgbClr val="333399"/>
              </a:solidFill>
              <a:cs typeface="Times New Roman" panose="02020603050405020304" pitchFamily="18" charset="0"/>
              <a:sym typeface="Symbol" panose="05050102010706020507" pitchFamily="18" charset="2"/>
            </a:endParaRPr>
          </a:p>
          <a:p>
            <a:pPr lvl="1" algn="just" eaLnBrk="1" hangingPunct="1">
              <a:lnSpc>
                <a:spcPct val="14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400" b="1" dirty="0">
                <a:solidFill>
                  <a:srgbClr val="333399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则在</a:t>
            </a:r>
            <a:r>
              <a:rPr lang="en-US" altLang="zh-CN" sz="2400" b="1" dirty="0">
                <a:solidFill>
                  <a:srgbClr val="333399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G</a:t>
            </a:r>
            <a:r>
              <a:rPr lang="zh-CN" altLang="en-US" sz="2400" b="1" dirty="0">
                <a:solidFill>
                  <a:srgbClr val="333399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中必然有</a:t>
            </a:r>
          </a:p>
          <a:p>
            <a:pPr lvl="1" algn="just" eaLnBrk="1" hangingPunct="1">
              <a:lnSpc>
                <a:spcPct val="14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 b="1" dirty="0">
                <a:solidFill>
                  <a:srgbClr val="333399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S  S</a:t>
            </a:r>
            <a:r>
              <a:rPr lang="en-US" altLang="zh-CN" b="1" baseline="-25000" dirty="0">
                <a:solidFill>
                  <a:srgbClr val="333399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1</a:t>
            </a:r>
            <a:r>
              <a:rPr lang="en-US" altLang="zh-CN" sz="2400" b="1" dirty="0">
                <a:solidFill>
                  <a:srgbClr val="333399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  ω</a:t>
            </a:r>
            <a:r>
              <a:rPr lang="en-US" altLang="zh-CN" sz="2400" b="1" baseline="-25000" dirty="0">
                <a:solidFill>
                  <a:srgbClr val="333399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1 </a:t>
            </a:r>
            <a:r>
              <a:rPr lang="en-US" altLang="zh-CN" sz="2400" b="1" dirty="0">
                <a:solidFill>
                  <a:srgbClr val="333399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S  ω</a:t>
            </a:r>
            <a:r>
              <a:rPr lang="en-US" altLang="zh-CN" sz="2400" b="1" baseline="-25000" dirty="0">
                <a:solidFill>
                  <a:srgbClr val="333399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1 </a:t>
            </a:r>
            <a:r>
              <a:rPr lang="en-US" altLang="zh-CN" sz="2400" b="1" dirty="0">
                <a:solidFill>
                  <a:srgbClr val="333399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ω</a:t>
            </a:r>
            <a:r>
              <a:rPr lang="en-US" altLang="zh-CN" sz="2400" b="1" baseline="-25000" dirty="0">
                <a:solidFill>
                  <a:srgbClr val="333399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2 </a:t>
            </a:r>
            <a:r>
              <a:rPr lang="en-US" altLang="zh-CN" sz="2400" b="1" dirty="0">
                <a:solidFill>
                  <a:srgbClr val="333399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S … </a:t>
            </a:r>
          </a:p>
          <a:p>
            <a:pPr lvl="1" algn="just" eaLnBrk="1" hangingPunct="1">
              <a:lnSpc>
                <a:spcPct val="14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 b="1" dirty="0">
                <a:solidFill>
                  <a:srgbClr val="333399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	     ω</a:t>
            </a:r>
            <a:r>
              <a:rPr lang="en-US" altLang="zh-CN" sz="2400" b="1" baseline="-25000" dirty="0">
                <a:solidFill>
                  <a:srgbClr val="333399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1 </a:t>
            </a:r>
            <a:r>
              <a:rPr lang="en-US" altLang="zh-CN" sz="2400" b="1" dirty="0">
                <a:solidFill>
                  <a:srgbClr val="333399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ω</a:t>
            </a:r>
            <a:r>
              <a:rPr lang="en-US" altLang="zh-CN" sz="2400" b="1" baseline="-25000" dirty="0">
                <a:solidFill>
                  <a:srgbClr val="333399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2</a:t>
            </a:r>
            <a:r>
              <a:rPr lang="en-US" altLang="zh-CN" sz="2400" b="1" dirty="0">
                <a:solidFill>
                  <a:srgbClr val="333399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 …ω</a:t>
            </a:r>
            <a:r>
              <a:rPr lang="en-US" altLang="zh-CN" sz="2400" b="1" baseline="-25000" dirty="0">
                <a:solidFill>
                  <a:srgbClr val="333399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i-1</a:t>
            </a:r>
            <a:r>
              <a:rPr lang="en-US" altLang="zh-CN" sz="2400" b="1" dirty="0">
                <a:solidFill>
                  <a:srgbClr val="333399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S  ω</a:t>
            </a:r>
            <a:r>
              <a:rPr lang="en-US" altLang="zh-CN" sz="2400" b="1" baseline="-25000" dirty="0">
                <a:solidFill>
                  <a:srgbClr val="333399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1 </a:t>
            </a:r>
            <a:r>
              <a:rPr lang="en-US" altLang="zh-CN" sz="2400" b="1" dirty="0">
                <a:solidFill>
                  <a:srgbClr val="333399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ω</a:t>
            </a:r>
            <a:r>
              <a:rPr lang="en-US" altLang="zh-CN" sz="2400" b="1" baseline="-25000" dirty="0">
                <a:solidFill>
                  <a:srgbClr val="333399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2</a:t>
            </a:r>
            <a:r>
              <a:rPr lang="en-US" altLang="zh-CN" sz="2400" b="1" dirty="0">
                <a:solidFill>
                  <a:srgbClr val="333399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 …</a:t>
            </a:r>
            <a:r>
              <a:rPr lang="en-US" altLang="zh-CN" sz="2400" b="1" dirty="0" err="1">
                <a:solidFill>
                  <a:srgbClr val="333399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ω</a:t>
            </a:r>
            <a:r>
              <a:rPr lang="en-US" altLang="zh-CN" sz="2400" b="1" baseline="-25000" dirty="0" err="1">
                <a:solidFill>
                  <a:srgbClr val="333399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i</a:t>
            </a:r>
            <a:endParaRPr lang="en-US" altLang="zh-CN" sz="2400" b="1" dirty="0">
              <a:solidFill>
                <a:srgbClr val="333399"/>
              </a:solidFill>
              <a:cs typeface="Times New Roman" panose="02020603050405020304" pitchFamily="18" charset="0"/>
              <a:sym typeface="Symbol" panose="05050102010706020507" pitchFamily="18" charset="2"/>
            </a:endParaRPr>
          </a:p>
          <a:p>
            <a:pPr algn="just" eaLnBrk="1" hangingPunct="1">
              <a:lnSpc>
                <a:spcPct val="14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 dirty="0">
                <a:solidFill>
                  <a:srgbClr val="333399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∴  L(G</a:t>
            </a:r>
            <a:r>
              <a:rPr lang="en-US" altLang="zh-CN" baseline="-25000" dirty="0">
                <a:solidFill>
                  <a:srgbClr val="333399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1</a:t>
            </a:r>
            <a:r>
              <a:rPr lang="en-US" altLang="zh-CN" sz="2400" dirty="0">
                <a:solidFill>
                  <a:srgbClr val="333399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)*  L(G)</a:t>
            </a:r>
          </a:p>
          <a:p>
            <a:pPr algn="just" eaLnBrk="1" hangingPunct="1">
              <a:lnSpc>
                <a:spcPct val="14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400" dirty="0">
                <a:solidFill>
                  <a:srgbClr val="333399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	因此 </a:t>
            </a:r>
            <a:r>
              <a:rPr lang="en-US" altLang="zh-CN" sz="2400" dirty="0">
                <a:solidFill>
                  <a:srgbClr val="333399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L* </a:t>
            </a:r>
            <a:r>
              <a:rPr lang="zh-CN" altLang="en-US" sz="2400" dirty="0">
                <a:solidFill>
                  <a:srgbClr val="333399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可以用右线性文法描述。</a:t>
            </a:r>
          </a:p>
          <a:p>
            <a:pPr algn="just" eaLnBrk="1" hangingPunct="1">
              <a:lnSpc>
                <a:spcPct val="14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400" dirty="0">
                <a:solidFill>
                  <a:srgbClr val="800080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证毕＃ </a:t>
            </a:r>
            <a:endParaRPr lang="en-US" altLang="zh-CN" sz="2400" dirty="0">
              <a:solidFill>
                <a:srgbClr val="800080"/>
              </a:solidFill>
              <a:cs typeface="Times New Roman" panose="02020603050405020304" pitchFamily="18" charset="0"/>
              <a:sym typeface="Symbol" panose="05050102010706020507" pitchFamily="18" charset="2"/>
            </a:endParaRPr>
          </a:p>
        </p:txBody>
      </p:sp>
      <p:sp>
        <p:nvSpPr>
          <p:cNvPr id="40966" name="Rectangle 3"/>
          <p:cNvSpPr>
            <a:spLocks noChangeArrowheads="1"/>
          </p:cNvSpPr>
          <p:nvPr/>
        </p:nvSpPr>
        <p:spPr bwMode="auto">
          <a:xfrm>
            <a:off x="842963" y="457200"/>
            <a:ext cx="5513387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algn="r">
              <a:buFont typeface="Wingdings" panose="05000000000000000000" pitchFamily="2" charset="2"/>
              <a:buNone/>
            </a:pPr>
            <a:r>
              <a:rPr lang="zh-CN" altLang="en-US" sz="3200" dirty="0">
                <a:solidFill>
                  <a:srgbClr val="80008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(</a:t>
            </a:r>
            <a:r>
              <a:rPr lang="en-US" altLang="zh-CN" sz="3200" dirty="0">
                <a:solidFill>
                  <a:srgbClr val="80008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c).  </a:t>
            </a:r>
            <a:r>
              <a:rPr lang="zh-CN" altLang="en-US" sz="3200" dirty="0">
                <a:solidFill>
                  <a:srgbClr val="80008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求证</a:t>
            </a:r>
            <a:r>
              <a:rPr lang="en-US" altLang="zh-CN" sz="3200" dirty="0">
                <a:solidFill>
                  <a:srgbClr val="80008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L</a:t>
            </a:r>
            <a:r>
              <a:rPr lang="en-US" altLang="zh-CN" sz="3200" baseline="-25000" dirty="0">
                <a:solidFill>
                  <a:srgbClr val="80008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1</a:t>
            </a:r>
            <a:r>
              <a:rPr lang="en-US" altLang="zh-CN" sz="3200" dirty="0">
                <a:solidFill>
                  <a:srgbClr val="80008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*</a:t>
            </a:r>
            <a:r>
              <a:rPr lang="zh-CN" altLang="en-US" sz="3200" dirty="0">
                <a:solidFill>
                  <a:srgbClr val="80008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是右线性语言(续)</a:t>
            </a:r>
          </a:p>
        </p:txBody>
      </p:sp>
      <p:sp>
        <p:nvSpPr>
          <p:cNvPr id="8" name="Rectangle 5"/>
          <p:cNvSpPr>
            <a:spLocks noChangeArrowheads="1"/>
          </p:cNvSpPr>
          <p:nvPr/>
        </p:nvSpPr>
        <p:spPr bwMode="auto">
          <a:xfrm>
            <a:off x="2168865" y="3769295"/>
            <a:ext cx="170887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altLang="zh-CN" sz="2000" dirty="0">
                <a:solidFill>
                  <a:srgbClr val="002060"/>
                </a:solidFill>
                <a:latin typeface="Calibri" panose="020F0502020204030204" pitchFamily="34" charset="0"/>
              </a:rPr>
              <a:t>+</a:t>
            </a:r>
            <a:endParaRPr kumimoji="0" lang="zh-CN" altLang="zh-CN" sz="1800" b="0" i="0" u="none" strike="noStrike" cap="none" normalizeH="0" baseline="0" dirty="0">
              <a:ln>
                <a:noFill/>
              </a:ln>
              <a:solidFill>
                <a:srgbClr val="002060"/>
              </a:solidFill>
              <a:effectLst/>
            </a:endParaRPr>
          </a:p>
        </p:txBody>
      </p:sp>
      <p:sp>
        <p:nvSpPr>
          <p:cNvPr id="9" name="Rectangle 5"/>
          <p:cNvSpPr>
            <a:spLocks noChangeArrowheads="1"/>
          </p:cNvSpPr>
          <p:nvPr/>
        </p:nvSpPr>
        <p:spPr bwMode="auto">
          <a:xfrm>
            <a:off x="1547664" y="2401143"/>
            <a:ext cx="220795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altLang="zh-CN" sz="2000" dirty="0">
                <a:solidFill>
                  <a:srgbClr val="002060"/>
                </a:solidFill>
                <a:latin typeface="Calibri" panose="020F0502020204030204" pitchFamily="34" charset="0"/>
              </a:rPr>
              <a:t>+</a:t>
            </a:r>
            <a:endParaRPr kumimoji="0" lang="zh-CN" altLang="zh-CN" sz="1800" b="0" i="0" u="none" strike="noStrike" cap="none" normalizeH="0" baseline="0" dirty="0">
              <a:ln>
                <a:noFill/>
              </a:ln>
              <a:solidFill>
                <a:srgbClr val="002060"/>
              </a:solidFill>
              <a:effectLst/>
            </a:endParaRPr>
          </a:p>
        </p:txBody>
      </p:sp>
      <p:sp>
        <p:nvSpPr>
          <p:cNvPr id="10" name="Rectangle 5"/>
          <p:cNvSpPr>
            <a:spLocks noChangeArrowheads="1"/>
          </p:cNvSpPr>
          <p:nvPr/>
        </p:nvSpPr>
        <p:spPr bwMode="auto">
          <a:xfrm>
            <a:off x="3131840" y="2348880"/>
            <a:ext cx="202418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altLang="zh-CN" sz="2000" dirty="0">
                <a:solidFill>
                  <a:srgbClr val="002060"/>
                </a:solidFill>
                <a:latin typeface="Calibri" panose="020F0502020204030204" pitchFamily="34" charset="0"/>
              </a:rPr>
              <a:t>+</a:t>
            </a:r>
            <a:endParaRPr kumimoji="0" lang="zh-CN" altLang="zh-CN" sz="1800" b="0" i="0" u="none" strike="noStrike" cap="none" normalizeH="0" baseline="0" dirty="0">
              <a:ln>
                <a:noFill/>
              </a:ln>
              <a:solidFill>
                <a:srgbClr val="002060"/>
              </a:solidFill>
              <a:effectLst/>
            </a:endParaRPr>
          </a:p>
        </p:txBody>
      </p:sp>
      <p:sp>
        <p:nvSpPr>
          <p:cNvPr id="11" name="Rectangle 5"/>
          <p:cNvSpPr>
            <a:spLocks noChangeArrowheads="1"/>
          </p:cNvSpPr>
          <p:nvPr/>
        </p:nvSpPr>
        <p:spPr bwMode="auto">
          <a:xfrm>
            <a:off x="3271085" y="3717032"/>
            <a:ext cx="220795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altLang="zh-CN" sz="2000" dirty="0">
                <a:solidFill>
                  <a:srgbClr val="002060"/>
                </a:solidFill>
                <a:latin typeface="Calibri" panose="020F0502020204030204" pitchFamily="34" charset="0"/>
              </a:rPr>
              <a:t>+</a:t>
            </a:r>
            <a:endParaRPr kumimoji="0" lang="zh-CN" altLang="zh-CN" sz="1800" b="0" i="0" u="none" strike="noStrike" cap="none" normalizeH="0" baseline="0" dirty="0">
              <a:ln>
                <a:noFill/>
              </a:ln>
              <a:solidFill>
                <a:srgbClr val="002060"/>
              </a:solidFill>
              <a:effectLst/>
            </a:endParaRPr>
          </a:p>
        </p:txBody>
      </p:sp>
      <p:sp>
        <p:nvSpPr>
          <p:cNvPr id="12" name="Rectangle 5"/>
          <p:cNvSpPr>
            <a:spLocks noChangeArrowheads="1"/>
          </p:cNvSpPr>
          <p:nvPr/>
        </p:nvSpPr>
        <p:spPr bwMode="auto">
          <a:xfrm>
            <a:off x="1835696" y="4273351"/>
            <a:ext cx="239095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altLang="zh-CN" sz="2000" dirty="0">
                <a:solidFill>
                  <a:srgbClr val="002060"/>
                </a:solidFill>
                <a:latin typeface="Calibri" panose="020F0502020204030204" pitchFamily="34" charset="0"/>
              </a:rPr>
              <a:t>+</a:t>
            </a:r>
            <a:endParaRPr kumimoji="0" lang="zh-CN" altLang="zh-CN" sz="1800" b="0" i="0" u="none" strike="noStrike" cap="none" normalizeH="0" baseline="0" dirty="0">
              <a:ln>
                <a:noFill/>
              </a:ln>
              <a:solidFill>
                <a:srgbClr val="002060"/>
              </a:solidFill>
              <a:effectLst/>
            </a:endParaRPr>
          </a:p>
        </p:txBody>
      </p:sp>
      <p:sp>
        <p:nvSpPr>
          <p:cNvPr id="13" name="Rectangle 5"/>
          <p:cNvSpPr>
            <a:spLocks noChangeArrowheads="1"/>
          </p:cNvSpPr>
          <p:nvPr/>
        </p:nvSpPr>
        <p:spPr bwMode="auto">
          <a:xfrm>
            <a:off x="4207189" y="4221088"/>
            <a:ext cx="220795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altLang="zh-CN" sz="2000" dirty="0">
                <a:solidFill>
                  <a:srgbClr val="002060"/>
                </a:solidFill>
                <a:latin typeface="Calibri" panose="020F0502020204030204" pitchFamily="34" charset="0"/>
              </a:rPr>
              <a:t>+</a:t>
            </a:r>
            <a:endParaRPr kumimoji="0" lang="zh-CN" altLang="zh-CN" sz="1800" b="0" i="0" u="none" strike="noStrike" cap="none" normalizeH="0" baseline="0" dirty="0">
              <a:ln>
                <a:noFill/>
              </a:ln>
              <a:solidFill>
                <a:srgbClr val="002060"/>
              </a:solidFill>
              <a:effectLst/>
            </a:endParaRPr>
          </a:p>
        </p:txBody>
      </p:sp>
      <p:sp>
        <p:nvSpPr>
          <p:cNvPr id="14" name="Rectangle 5"/>
          <p:cNvSpPr>
            <a:spLocks noChangeArrowheads="1"/>
          </p:cNvSpPr>
          <p:nvPr/>
        </p:nvSpPr>
        <p:spPr bwMode="auto">
          <a:xfrm>
            <a:off x="5548097" y="2401143"/>
            <a:ext cx="220795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altLang="zh-CN" sz="2000" dirty="0">
                <a:solidFill>
                  <a:srgbClr val="002060"/>
                </a:solidFill>
                <a:latin typeface="Calibri" panose="020F0502020204030204" pitchFamily="34" charset="0"/>
              </a:rPr>
              <a:t>+</a:t>
            </a:r>
            <a:endParaRPr kumimoji="0" lang="zh-CN" altLang="zh-CN" sz="1800" b="0" i="0" u="none" strike="noStrike" cap="none" normalizeH="0" baseline="0" dirty="0">
              <a:ln>
                <a:noFill/>
              </a:ln>
              <a:solidFill>
                <a:srgbClr val="002060"/>
              </a:solidFill>
              <a:effectLst/>
            </a:endParaRPr>
          </a:p>
        </p:txBody>
      </p:sp>
    </p:spTree>
  </p:cSld>
  <p:clrMapOvr>
    <a:masterClrMapping/>
  </p:clrMapOvr>
  <p:transition spd="med" advClick="0">
    <p:wipe dir="r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灯片编号占位符 1"/>
          <p:cNvSpPr>
            <a:spLocks noGrp="1"/>
          </p:cNvSpPr>
          <p:nvPr>
            <p:ph type="sldNum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DD7D0C03-D88B-4364-9184-477D5A5BC338}" type="slidenum">
              <a:rPr kumimoji="0" lang="zh-CN" altLang="en-US" sz="1200" smtClean="0">
                <a:solidFill>
                  <a:srgbClr val="009999"/>
                </a:solidFill>
                <a:latin typeface="Arial Narrow" panose="020B0606020202030204" pitchFamily="34" charset="0"/>
                <a:ea typeface="宋体" panose="02010600030101010101" pitchFamily="2" charset="-122"/>
              </a:rPr>
              <a:t>9</a:t>
            </a:fld>
            <a:endParaRPr kumimoji="0" lang="en-US" altLang="zh-CN" sz="1200">
              <a:solidFill>
                <a:srgbClr val="009999"/>
              </a:solidFill>
              <a:latin typeface="Arial Narrow" panose="020B0606020202030204" pitchFamily="34" charset="0"/>
              <a:ea typeface="宋体" panose="02010600030101010101" pitchFamily="2" charset="-122"/>
            </a:endParaRPr>
          </a:p>
        </p:txBody>
      </p:sp>
      <p:sp>
        <p:nvSpPr>
          <p:cNvPr id="41987" name="日期占位符 2"/>
          <p:cNvSpPr>
            <a:spLocks noGrp="1"/>
          </p:cNvSpPr>
          <p:nvPr>
            <p:ph type="dt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5E9D6C3C-17FC-47C7-8E18-6BB944972C43}" type="datetime1">
              <a:rPr kumimoji="0" lang="zh-CN" altLang="en-US" sz="1200">
                <a:solidFill>
                  <a:srgbClr val="009999"/>
                </a:solidFill>
                <a:latin typeface="Arial Narrow" panose="020B0606020202030204" pitchFamily="34" charset="0"/>
                <a:ea typeface="宋体" panose="02010600030101010101" pitchFamily="2" charset="-122"/>
              </a:rPr>
              <a:t>2024/3/24</a:t>
            </a:fld>
            <a:endParaRPr kumimoji="0" lang="zh-CN" altLang="zh-CN" sz="1200">
              <a:solidFill>
                <a:srgbClr val="009999"/>
              </a:solidFill>
              <a:latin typeface="Arial Narrow" panose="020B0606020202030204" pitchFamily="34" charset="0"/>
              <a:ea typeface="宋体" panose="02010600030101010101" pitchFamily="2" charset="-122"/>
            </a:endParaRPr>
          </a:p>
        </p:txBody>
      </p:sp>
      <p:sp>
        <p:nvSpPr>
          <p:cNvPr id="41988" name="页脚占位符 3"/>
          <p:cNvSpPr>
            <a:spLocks noGrp="1"/>
          </p:cNvSpPr>
          <p:nvPr>
            <p:ph type="ftr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200">
                <a:solidFill>
                  <a:srgbClr val="009999"/>
                </a:solidFill>
                <a:latin typeface="Arial Narrow" panose="020B0606020202030204" pitchFamily="34" charset="0"/>
                <a:ea typeface="宋体" panose="02010600030101010101" pitchFamily="2" charset="-122"/>
              </a:rPr>
              <a:t>School of Computer Science, BUPT</a:t>
            </a:r>
            <a:endParaRPr lang="zh-CN" altLang="en-US" sz="1200">
              <a:solidFill>
                <a:srgbClr val="009999"/>
              </a:solidFill>
              <a:latin typeface="Arial Narrow" panose="020B0606020202030204" pitchFamily="34" charset="0"/>
              <a:ea typeface="宋体" panose="02010600030101010101" pitchFamily="2" charset="-122"/>
            </a:endParaRPr>
          </a:p>
        </p:txBody>
      </p:sp>
      <p:sp>
        <p:nvSpPr>
          <p:cNvPr id="41989" name="Text Box 3"/>
          <p:cNvSpPr txBox="1">
            <a:spLocks noChangeArrowheads="1"/>
          </p:cNvSpPr>
          <p:nvPr/>
        </p:nvSpPr>
        <p:spPr bwMode="auto">
          <a:xfrm>
            <a:off x="304800" y="1219200"/>
            <a:ext cx="8458200" cy="50158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 typeface="Wingdings" panose="05000000000000000000" pitchFamily="2" charset="2"/>
              <a:buNone/>
            </a:pPr>
            <a:r>
              <a:rPr lang="zh-CN" altLang="en-US" sz="3200" dirty="0">
                <a:solidFill>
                  <a:srgbClr val="800080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思路：</a:t>
            </a:r>
            <a:r>
              <a:rPr lang="zh-CN" altLang="en-US" sz="3200" dirty="0">
                <a:solidFill>
                  <a:srgbClr val="800080"/>
                </a:solidFill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 </a:t>
            </a:r>
          </a:p>
          <a:p>
            <a:pPr eaLnBrk="1" hangingPunct="1">
              <a:spcBef>
                <a:spcPct val="0"/>
              </a:spcBef>
              <a:buClrTx/>
              <a:buSzTx/>
              <a:buFont typeface="Wingdings" panose="05000000000000000000" pitchFamily="2" charset="2"/>
              <a:buNone/>
            </a:pPr>
            <a:r>
              <a:rPr lang="zh-CN" altLang="en-US" dirty="0">
                <a:solidFill>
                  <a:srgbClr val="333399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    由给定的右线性文法可找出正则式，而正则式表示的语言即为正则集。</a:t>
            </a:r>
          </a:p>
          <a:p>
            <a:pPr eaLnBrk="1" hangingPunct="1">
              <a:spcBef>
                <a:spcPct val="0"/>
              </a:spcBef>
              <a:buClrTx/>
              <a:buSzTx/>
              <a:buFont typeface="Wingdings" panose="05000000000000000000" pitchFamily="2" charset="2"/>
              <a:buNone/>
            </a:pPr>
            <a:r>
              <a:rPr lang="zh-CN" altLang="en-US" sz="3200" dirty="0">
                <a:solidFill>
                  <a:srgbClr val="800080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方法：</a:t>
            </a:r>
          </a:p>
          <a:p>
            <a:pPr eaLnBrk="1" hangingPunct="1">
              <a:spcBef>
                <a:spcPct val="0"/>
              </a:spcBef>
              <a:buClrTx/>
              <a:buSzTx/>
              <a:buFont typeface="Wingdings" panose="05000000000000000000" pitchFamily="2" charset="2"/>
              <a:buNone/>
            </a:pPr>
            <a:r>
              <a:rPr lang="zh-CN" altLang="en-US" dirty="0">
                <a:solidFill>
                  <a:srgbClr val="333399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       对右线性文法构造标准形式的正规表达式方程组，</a:t>
            </a:r>
          </a:p>
          <a:p>
            <a:pPr eaLnBrk="1" hangingPunct="1">
              <a:spcBef>
                <a:spcPct val="0"/>
              </a:spcBef>
              <a:buClrTx/>
              <a:buSzTx/>
              <a:buFont typeface="Wingdings" panose="05000000000000000000" pitchFamily="2" charset="2"/>
              <a:buNone/>
            </a:pPr>
            <a:r>
              <a:rPr lang="zh-CN" altLang="en-US" dirty="0">
                <a:solidFill>
                  <a:srgbClr val="333399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应用规则</a:t>
            </a:r>
            <a:r>
              <a:rPr lang="en-US" altLang="zh-CN" dirty="0">
                <a:solidFill>
                  <a:srgbClr val="333399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x＝αx+β   x＝α*β</a:t>
            </a:r>
            <a:r>
              <a:rPr lang="zh-CN" altLang="en-US" dirty="0">
                <a:solidFill>
                  <a:srgbClr val="333399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进行消元，</a:t>
            </a:r>
          </a:p>
          <a:p>
            <a:pPr eaLnBrk="1" hangingPunct="1">
              <a:spcBef>
                <a:spcPct val="0"/>
              </a:spcBef>
              <a:buClrTx/>
              <a:buSzTx/>
              <a:buFont typeface="Wingdings" panose="05000000000000000000" pitchFamily="2" charset="2"/>
              <a:buNone/>
            </a:pPr>
            <a:r>
              <a:rPr lang="zh-CN" altLang="en-US" dirty="0">
                <a:solidFill>
                  <a:srgbClr val="333399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求解方程组，即可得出正规表达式。</a:t>
            </a:r>
          </a:p>
          <a:p>
            <a:pPr eaLnBrk="1" hangingPunct="1">
              <a:spcBef>
                <a:spcPct val="0"/>
              </a:spcBef>
              <a:buClrTx/>
              <a:buSzTx/>
              <a:buFont typeface="Wingdings" panose="05000000000000000000" pitchFamily="2" charset="2"/>
              <a:buNone/>
            </a:pPr>
            <a:endParaRPr lang="zh-CN" altLang="en-US" dirty="0">
              <a:solidFill>
                <a:srgbClr val="333399"/>
              </a:solidFill>
              <a:cs typeface="Times New Roman" panose="02020603050405020304" pitchFamily="18" charset="0"/>
              <a:sym typeface="Symbol" panose="05050102010706020507" pitchFamily="18" charset="2"/>
            </a:endParaRPr>
          </a:p>
          <a:p>
            <a:pPr eaLnBrk="1" hangingPunct="1">
              <a:spcBef>
                <a:spcPct val="0"/>
              </a:spcBef>
              <a:buClrTx/>
              <a:buSzTx/>
              <a:buFont typeface="Wingdings" panose="05000000000000000000" pitchFamily="2" charset="2"/>
              <a:buNone/>
            </a:pPr>
            <a:r>
              <a:rPr lang="zh-CN" altLang="en-US" dirty="0">
                <a:solidFill>
                  <a:srgbClr val="333399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由 (一) 和 (二)即可得出下定理:</a:t>
            </a:r>
          </a:p>
          <a:p>
            <a:pPr eaLnBrk="1" hangingPunct="1">
              <a:spcBef>
                <a:spcPct val="0"/>
              </a:spcBef>
              <a:buClrTx/>
              <a:buSzTx/>
              <a:buFont typeface="Wingdings" panose="05000000000000000000" pitchFamily="2" charset="2"/>
              <a:buNone/>
            </a:pPr>
            <a:r>
              <a:rPr lang="zh-CN" altLang="en-US" sz="3200" dirty="0">
                <a:solidFill>
                  <a:srgbClr val="800080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定理:</a:t>
            </a:r>
            <a:r>
              <a:rPr lang="zh-CN" altLang="en-US" dirty="0">
                <a:solidFill>
                  <a:srgbClr val="333399"/>
                </a:solidFill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zh-CN" altLang="en-US" dirty="0">
                <a:solidFill>
                  <a:srgbClr val="333399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一个语言是正则集，当且仅当该语言为右线性语言。</a:t>
            </a:r>
          </a:p>
        </p:txBody>
      </p:sp>
      <p:sp>
        <p:nvSpPr>
          <p:cNvPr id="41990" name="Rectangle 4"/>
          <p:cNvSpPr>
            <a:spLocks noChangeArrowheads="1"/>
          </p:cNvSpPr>
          <p:nvPr/>
        </p:nvSpPr>
        <p:spPr bwMode="auto">
          <a:xfrm>
            <a:off x="1008063" y="533400"/>
            <a:ext cx="8135937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algn="r" eaLnBrk="1" hangingPunct="1">
              <a:spcBef>
                <a:spcPct val="0"/>
              </a:spcBef>
              <a:buClrTx/>
              <a:buSzTx/>
              <a:buFont typeface="Wingdings" panose="05000000000000000000" pitchFamily="2" charset="2"/>
              <a:buNone/>
            </a:pPr>
            <a:r>
              <a:rPr lang="zh-CN" altLang="en-US" sz="3200">
                <a:solidFill>
                  <a:srgbClr val="80008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(二).  证明由右线性文法产生的语言是正则集</a:t>
            </a:r>
          </a:p>
        </p:txBody>
      </p:sp>
    </p:spTree>
  </p:cSld>
  <p:clrMapOvr>
    <a:masterClrMapping/>
  </p:clrMapOvr>
  <p:transition spd="med" advClick="0">
    <p:wipe dir="r"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灯片编号占位符 1"/>
          <p:cNvSpPr>
            <a:spLocks noGrp="1"/>
          </p:cNvSpPr>
          <p:nvPr>
            <p:ph type="sldNum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E8017BDE-ADF9-4AF2-939F-4131E8116851}" type="slidenum">
              <a:rPr kumimoji="0" lang="zh-CN" altLang="en-US" sz="1200" smtClean="0">
                <a:solidFill>
                  <a:srgbClr val="009999"/>
                </a:solidFill>
                <a:latin typeface="Arial Narrow" panose="020B0606020202030204" pitchFamily="34" charset="0"/>
                <a:ea typeface="宋体" panose="02010600030101010101" pitchFamily="2" charset="-122"/>
              </a:rPr>
              <a:t>10</a:t>
            </a:fld>
            <a:endParaRPr kumimoji="0" lang="en-US" altLang="zh-CN" sz="1200">
              <a:solidFill>
                <a:srgbClr val="009999"/>
              </a:solidFill>
              <a:latin typeface="Arial Narrow" panose="020B0606020202030204" pitchFamily="34" charset="0"/>
              <a:ea typeface="宋体" panose="02010600030101010101" pitchFamily="2" charset="-122"/>
            </a:endParaRPr>
          </a:p>
        </p:txBody>
      </p:sp>
      <p:sp>
        <p:nvSpPr>
          <p:cNvPr id="43011" name="日期占位符 2"/>
          <p:cNvSpPr>
            <a:spLocks noGrp="1"/>
          </p:cNvSpPr>
          <p:nvPr>
            <p:ph type="dt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7413FAEF-3044-44AD-8ADC-AC0220B5795A}" type="datetime1">
              <a:rPr kumimoji="0" lang="zh-CN" altLang="en-US" sz="1200">
                <a:solidFill>
                  <a:srgbClr val="009999"/>
                </a:solidFill>
                <a:latin typeface="Arial Narrow" panose="020B0606020202030204" pitchFamily="34" charset="0"/>
                <a:ea typeface="宋体" panose="02010600030101010101" pitchFamily="2" charset="-122"/>
              </a:rPr>
              <a:t>2024/3/23</a:t>
            </a:fld>
            <a:endParaRPr kumimoji="0" lang="zh-CN" altLang="zh-CN" sz="1200">
              <a:solidFill>
                <a:srgbClr val="009999"/>
              </a:solidFill>
              <a:latin typeface="Arial Narrow" panose="020B0606020202030204" pitchFamily="34" charset="0"/>
              <a:ea typeface="宋体" panose="02010600030101010101" pitchFamily="2" charset="-122"/>
            </a:endParaRPr>
          </a:p>
        </p:txBody>
      </p:sp>
      <p:sp>
        <p:nvSpPr>
          <p:cNvPr id="43012" name="页脚占位符 3"/>
          <p:cNvSpPr>
            <a:spLocks noGrp="1"/>
          </p:cNvSpPr>
          <p:nvPr>
            <p:ph type="ftr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200">
                <a:solidFill>
                  <a:srgbClr val="009999"/>
                </a:solidFill>
                <a:latin typeface="Arial Narrow" panose="020B0606020202030204" pitchFamily="34" charset="0"/>
                <a:ea typeface="宋体" panose="02010600030101010101" pitchFamily="2" charset="-122"/>
              </a:rPr>
              <a:t>School of Computer Science, BUPT</a:t>
            </a:r>
            <a:endParaRPr lang="zh-CN" altLang="en-US" sz="1200">
              <a:solidFill>
                <a:srgbClr val="009999"/>
              </a:solidFill>
              <a:latin typeface="Arial Narrow" panose="020B0606020202030204" pitchFamily="34" charset="0"/>
              <a:ea typeface="宋体" panose="02010600030101010101" pitchFamily="2" charset="-122"/>
            </a:endParaRPr>
          </a:p>
        </p:txBody>
      </p:sp>
      <p:sp>
        <p:nvSpPr>
          <p:cNvPr id="43013" name="Rectangle 2"/>
          <p:cNvSpPr>
            <a:spLocks noChangeArrowheads="1"/>
          </p:cNvSpPr>
          <p:nvPr/>
        </p:nvSpPr>
        <p:spPr bwMode="auto">
          <a:xfrm>
            <a:off x="2133600" y="609600"/>
            <a:ext cx="3886200" cy="381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algn="ctr" eaLnBrk="1" hangingPunct="1">
              <a:lnSpc>
                <a:spcPct val="9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3200">
                <a:solidFill>
                  <a:srgbClr val="800080"/>
                </a:solidFill>
                <a:latin typeface="Arial" panose="020B0604020202020204" pitchFamily="34" charset="0"/>
                <a:ea typeface="华文行楷" panose="02010800040101010101" pitchFamily="2" charset="-122"/>
              </a:rPr>
              <a:t>课堂练习</a:t>
            </a:r>
            <a:r>
              <a:rPr lang="zh-CN" altLang="en-US" sz="3200" i="1">
                <a:solidFill>
                  <a:schemeClr val="hlink"/>
                </a:solidFill>
                <a:latin typeface="CMR10" charset="0"/>
                <a:ea typeface="宋体" panose="02010600030101010101" pitchFamily="2" charset="-122"/>
              </a:rPr>
              <a:t> </a:t>
            </a:r>
          </a:p>
        </p:txBody>
      </p:sp>
      <p:sp>
        <p:nvSpPr>
          <p:cNvPr id="2" name="矩形 1"/>
          <p:cNvSpPr/>
          <p:nvPr/>
        </p:nvSpPr>
        <p:spPr>
          <a:xfrm>
            <a:off x="434340" y="1255395"/>
            <a:ext cx="8075930" cy="50158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>
              <a:spcAft>
                <a:spcPts val="0"/>
              </a:spcAft>
              <a:buSzPts val="1050"/>
            </a:pPr>
            <a:r>
              <a:rPr lang="zh-CN" altLang="zh-CN" sz="2000" b="1" kern="100" dirty="0">
                <a:solidFill>
                  <a:srgbClr val="800080"/>
                </a:solidFill>
                <a:latin typeface="+mn-ea"/>
                <a:ea typeface="+mn-ea"/>
                <a:cs typeface="Times New Roman" panose="02020603050405020304" pitchFamily="18" charset="0"/>
              </a:rPr>
              <a:t>设正则集</a:t>
            </a:r>
            <a:r>
              <a:rPr lang="en-US" altLang="zh-CN" sz="2000" b="1" kern="100" dirty="0">
                <a:solidFill>
                  <a:srgbClr val="800080"/>
                </a:solidFill>
                <a:latin typeface="+mn-ea"/>
                <a:ea typeface="+mn-ea"/>
                <a:cs typeface="Times New Roman" panose="02020603050405020304" pitchFamily="18" charset="0"/>
              </a:rPr>
              <a:t>L</a:t>
            </a:r>
            <a:r>
              <a:rPr lang="zh-CN" altLang="zh-CN" sz="2000" b="1" kern="100" dirty="0">
                <a:solidFill>
                  <a:srgbClr val="800080"/>
                </a:solidFill>
                <a:latin typeface="+mn-ea"/>
                <a:ea typeface="+mn-ea"/>
                <a:cs typeface="Times New Roman" panose="02020603050405020304" pitchFamily="18" charset="0"/>
              </a:rPr>
              <a:t>为含有两个相继</a:t>
            </a:r>
            <a:r>
              <a:rPr lang="en-US" altLang="zh-CN" sz="2000" b="1" kern="100" dirty="0">
                <a:solidFill>
                  <a:srgbClr val="800080"/>
                </a:solidFill>
                <a:latin typeface="+mn-ea"/>
                <a:ea typeface="+mn-ea"/>
                <a:cs typeface="Times New Roman" panose="02020603050405020304" pitchFamily="18" charset="0"/>
              </a:rPr>
              <a:t>a</a:t>
            </a:r>
            <a:r>
              <a:rPr lang="zh-CN" altLang="zh-CN" sz="2000" b="1" kern="100" dirty="0">
                <a:solidFill>
                  <a:srgbClr val="800080"/>
                </a:solidFill>
                <a:latin typeface="+mn-ea"/>
                <a:ea typeface="+mn-ea"/>
                <a:cs typeface="Times New Roman" panose="02020603050405020304" pitchFamily="18" charset="0"/>
              </a:rPr>
              <a:t>和两个相继</a:t>
            </a:r>
            <a:r>
              <a:rPr lang="en-US" altLang="zh-CN" sz="2000" b="1" kern="100" dirty="0">
                <a:solidFill>
                  <a:srgbClr val="800080"/>
                </a:solidFill>
                <a:latin typeface="+mn-ea"/>
                <a:ea typeface="+mn-ea"/>
                <a:cs typeface="Times New Roman" panose="02020603050405020304" pitchFamily="18" charset="0"/>
              </a:rPr>
              <a:t>b</a:t>
            </a:r>
            <a:r>
              <a:rPr lang="zh-CN" altLang="zh-CN" sz="2000" b="1" kern="100" dirty="0">
                <a:solidFill>
                  <a:srgbClr val="800080"/>
                </a:solidFill>
                <a:latin typeface="+mn-ea"/>
                <a:ea typeface="+mn-ea"/>
                <a:cs typeface="Times New Roman" panose="02020603050405020304" pitchFamily="18" charset="0"/>
              </a:rPr>
              <a:t>的由</a:t>
            </a:r>
            <a:r>
              <a:rPr lang="en-US" altLang="zh-CN" sz="2000" b="1" kern="100" dirty="0">
                <a:solidFill>
                  <a:srgbClr val="800080"/>
                </a:solidFill>
                <a:latin typeface="+mn-ea"/>
                <a:ea typeface="+mn-ea"/>
                <a:cs typeface="Times New Roman" panose="02020603050405020304" pitchFamily="18" charset="0"/>
              </a:rPr>
              <a:t>a</a:t>
            </a:r>
            <a:r>
              <a:rPr lang="zh-CN" altLang="zh-CN" sz="2000" b="1" kern="100" dirty="0">
                <a:solidFill>
                  <a:srgbClr val="800080"/>
                </a:solidFill>
                <a:latin typeface="+mn-ea"/>
                <a:ea typeface="+mn-ea"/>
                <a:cs typeface="Times New Roman" panose="02020603050405020304" pitchFamily="18" charset="0"/>
              </a:rPr>
              <a:t>和</a:t>
            </a:r>
            <a:r>
              <a:rPr lang="en-US" altLang="zh-CN" sz="2000" b="1" kern="100" dirty="0">
                <a:solidFill>
                  <a:srgbClr val="800080"/>
                </a:solidFill>
                <a:latin typeface="+mn-ea"/>
                <a:ea typeface="+mn-ea"/>
                <a:cs typeface="Times New Roman" panose="02020603050405020304" pitchFamily="18" charset="0"/>
              </a:rPr>
              <a:t>b</a:t>
            </a:r>
            <a:r>
              <a:rPr lang="zh-CN" altLang="zh-CN" sz="2000" b="1" kern="100" dirty="0">
                <a:solidFill>
                  <a:srgbClr val="800080"/>
                </a:solidFill>
                <a:latin typeface="+mn-ea"/>
                <a:ea typeface="+mn-ea"/>
                <a:cs typeface="Times New Roman" panose="02020603050405020304" pitchFamily="18" charset="0"/>
              </a:rPr>
              <a:t>组成的所有字符串集合，构造产生</a:t>
            </a:r>
            <a:r>
              <a:rPr lang="en-US" altLang="zh-CN" sz="2000" b="1" kern="100" dirty="0">
                <a:solidFill>
                  <a:srgbClr val="800080"/>
                </a:solidFill>
                <a:latin typeface="+mn-ea"/>
                <a:ea typeface="+mn-ea"/>
                <a:cs typeface="Times New Roman" panose="02020603050405020304" pitchFamily="18" charset="0"/>
              </a:rPr>
              <a:t>L</a:t>
            </a:r>
            <a:r>
              <a:rPr lang="zh-CN" altLang="zh-CN" sz="2000" b="1" kern="100" dirty="0">
                <a:solidFill>
                  <a:srgbClr val="800080"/>
                </a:solidFill>
                <a:latin typeface="+mn-ea"/>
                <a:ea typeface="+mn-ea"/>
                <a:cs typeface="Times New Roman" panose="02020603050405020304" pitchFamily="18" charset="0"/>
              </a:rPr>
              <a:t>的右线性文法。</a:t>
            </a:r>
          </a:p>
          <a:p>
            <a:pPr>
              <a:spcAft>
                <a:spcPts val="0"/>
              </a:spcAft>
            </a:pPr>
            <a:endParaRPr lang="en-US" altLang="zh-CN" sz="2000" b="1" kern="100" dirty="0">
              <a:solidFill>
                <a:srgbClr val="003399"/>
              </a:solidFill>
              <a:latin typeface="+mn-ea"/>
              <a:ea typeface="+mn-ea"/>
              <a:cs typeface="Times New Roman" panose="02020603050405020304" pitchFamily="18" charset="0"/>
            </a:endParaRPr>
          </a:p>
          <a:p>
            <a:pPr>
              <a:spcAft>
                <a:spcPts val="0"/>
              </a:spcAft>
            </a:pPr>
            <a:r>
              <a:rPr lang="zh-CN" altLang="zh-CN" sz="2000" b="1" kern="100" dirty="0">
                <a:solidFill>
                  <a:srgbClr val="800080"/>
                </a:solidFill>
                <a:latin typeface="+mn-ea"/>
                <a:ea typeface="+mn-ea"/>
                <a:cs typeface="Times New Roman" panose="02020603050405020304" pitchFamily="18" charset="0"/>
              </a:rPr>
              <a:t>分析：</a:t>
            </a:r>
          </a:p>
          <a:p>
            <a:pPr marL="342900" lvl="0" indent="-342900">
              <a:spcAft>
                <a:spcPts val="0"/>
              </a:spcAft>
              <a:buFont typeface="+mj-lt"/>
              <a:buAutoNum type="arabicPeriod"/>
            </a:pPr>
            <a:r>
              <a:rPr lang="zh-CN" altLang="zh-CN" sz="2000" b="1" kern="100" dirty="0">
                <a:solidFill>
                  <a:srgbClr val="003399"/>
                </a:solidFill>
                <a:latin typeface="+mn-ea"/>
                <a:ea typeface="+mn-ea"/>
                <a:cs typeface="Times New Roman" panose="02020603050405020304" pitchFamily="18" charset="0"/>
              </a:rPr>
              <a:t>字符串中需包含</a:t>
            </a:r>
            <a:r>
              <a:rPr lang="en-US" altLang="zh-CN" sz="2000" b="1" kern="100" dirty="0">
                <a:solidFill>
                  <a:srgbClr val="003399"/>
                </a:solidFill>
                <a:latin typeface="+mn-ea"/>
                <a:ea typeface="+mn-ea"/>
                <a:cs typeface="Times New Roman" panose="02020603050405020304" pitchFamily="18" charset="0"/>
              </a:rPr>
              <a:t>aa</a:t>
            </a:r>
            <a:r>
              <a:rPr lang="zh-CN" altLang="zh-CN" sz="2000" b="1" kern="100" dirty="0">
                <a:solidFill>
                  <a:srgbClr val="003399"/>
                </a:solidFill>
                <a:latin typeface="+mn-ea"/>
                <a:ea typeface="+mn-ea"/>
                <a:cs typeface="Times New Roman" panose="02020603050405020304" pitchFamily="18" charset="0"/>
              </a:rPr>
              <a:t>和</a:t>
            </a:r>
            <a:r>
              <a:rPr lang="en-US" altLang="zh-CN" sz="2000" b="1" kern="100" dirty="0">
                <a:solidFill>
                  <a:srgbClr val="003399"/>
                </a:solidFill>
                <a:latin typeface="+mn-ea"/>
                <a:ea typeface="+mn-ea"/>
                <a:cs typeface="Times New Roman" panose="02020603050405020304" pitchFamily="18" charset="0"/>
              </a:rPr>
              <a:t>bb</a:t>
            </a:r>
            <a:r>
              <a:rPr lang="zh-CN" altLang="zh-CN" sz="2000" b="1" kern="100" dirty="0">
                <a:solidFill>
                  <a:srgbClr val="003399"/>
                </a:solidFill>
                <a:latin typeface="+mn-ea"/>
                <a:ea typeface="+mn-ea"/>
                <a:cs typeface="Times New Roman" panose="02020603050405020304" pitchFamily="18" charset="0"/>
              </a:rPr>
              <a:t>，分两种情况：</a:t>
            </a:r>
            <a:r>
              <a:rPr lang="en-US" altLang="zh-CN" sz="2000" b="1" kern="100" dirty="0">
                <a:solidFill>
                  <a:srgbClr val="003399"/>
                </a:solidFill>
                <a:latin typeface="+mn-ea"/>
                <a:ea typeface="+mn-ea"/>
                <a:cs typeface="Times New Roman" panose="02020603050405020304" pitchFamily="18" charset="0"/>
              </a:rPr>
              <a:t>aa</a:t>
            </a:r>
            <a:r>
              <a:rPr lang="zh-CN" altLang="zh-CN" sz="2000" b="1" kern="100" dirty="0">
                <a:solidFill>
                  <a:srgbClr val="003399"/>
                </a:solidFill>
                <a:latin typeface="+mn-ea"/>
                <a:ea typeface="+mn-ea"/>
                <a:cs typeface="Times New Roman" panose="02020603050405020304" pitchFamily="18" charset="0"/>
              </a:rPr>
              <a:t>出现在</a:t>
            </a:r>
            <a:r>
              <a:rPr lang="en-US" altLang="zh-CN" sz="2000" b="1" kern="100" dirty="0">
                <a:solidFill>
                  <a:srgbClr val="003399"/>
                </a:solidFill>
                <a:latin typeface="+mn-ea"/>
                <a:ea typeface="+mn-ea"/>
                <a:cs typeface="Times New Roman" panose="02020603050405020304" pitchFamily="18" charset="0"/>
              </a:rPr>
              <a:t>bb</a:t>
            </a:r>
            <a:r>
              <a:rPr lang="zh-CN" altLang="zh-CN" sz="2000" b="1" kern="100" dirty="0">
                <a:solidFill>
                  <a:srgbClr val="003399"/>
                </a:solidFill>
                <a:latin typeface="+mn-ea"/>
                <a:ea typeface="+mn-ea"/>
                <a:cs typeface="Times New Roman" panose="02020603050405020304" pitchFamily="18" charset="0"/>
              </a:rPr>
              <a:t>前面，或</a:t>
            </a:r>
            <a:r>
              <a:rPr lang="en-US" altLang="zh-CN" sz="2000" b="1" kern="100" dirty="0">
                <a:solidFill>
                  <a:srgbClr val="003399"/>
                </a:solidFill>
                <a:latin typeface="+mn-ea"/>
                <a:ea typeface="+mn-ea"/>
                <a:cs typeface="Times New Roman" panose="02020603050405020304" pitchFamily="18" charset="0"/>
              </a:rPr>
              <a:t>bb</a:t>
            </a:r>
            <a:r>
              <a:rPr lang="zh-CN" altLang="zh-CN" sz="2000" b="1" kern="100" dirty="0">
                <a:solidFill>
                  <a:srgbClr val="003399"/>
                </a:solidFill>
                <a:latin typeface="+mn-ea"/>
                <a:ea typeface="+mn-ea"/>
                <a:cs typeface="Times New Roman" panose="02020603050405020304" pitchFamily="18" charset="0"/>
              </a:rPr>
              <a:t>出现在</a:t>
            </a:r>
            <a:r>
              <a:rPr lang="en-US" altLang="zh-CN" sz="2000" b="1" kern="100" dirty="0">
                <a:solidFill>
                  <a:srgbClr val="003399"/>
                </a:solidFill>
                <a:latin typeface="+mn-ea"/>
                <a:ea typeface="+mn-ea"/>
                <a:cs typeface="Times New Roman" panose="02020603050405020304" pitchFamily="18" charset="0"/>
              </a:rPr>
              <a:t>aa</a:t>
            </a:r>
            <a:r>
              <a:rPr lang="zh-CN" altLang="zh-CN" sz="2000" b="1" kern="100" dirty="0">
                <a:solidFill>
                  <a:srgbClr val="003399"/>
                </a:solidFill>
                <a:latin typeface="+mn-ea"/>
                <a:ea typeface="+mn-ea"/>
                <a:cs typeface="Times New Roman" panose="02020603050405020304" pitchFamily="18" charset="0"/>
              </a:rPr>
              <a:t>前面。</a:t>
            </a:r>
            <a:r>
              <a:rPr lang="en-US" altLang="zh-CN" sz="2000" b="1" kern="100" dirty="0" err="1">
                <a:solidFill>
                  <a:srgbClr val="003399"/>
                </a:solidFill>
                <a:latin typeface="+mn-ea"/>
                <a:ea typeface="+mn-ea"/>
                <a:cs typeface="Times New Roman" panose="02020603050405020304" pitchFamily="18" charset="0"/>
              </a:rPr>
              <a:t>aa,bb</a:t>
            </a:r>
            <a:r>
              <a:rPr lang="zh-CN" altLang="zh-CN" sz="2000" b="1" kern="100" dirty="0">
                <a:solidFill>
                  <a:srgbClr val="003399"/>
                </a:solidFill>
                <a:latin typeface="+mn-ea"/>
                <a:ea typeface="+mn-ea"/>
                <a:cs typeface="Times New Roman" panose="02020603050405020304" pitchFamily="18" charset="0"/>
              </a:rPr>
              <a:t>之间（之前或之后）可存在任意由</a:t>
            </a:r>
            <a:r>
              <a:rPr lang="en-US" altLang="zh-CN" sz="2000" b="1" kern="100" dirty="0">
                <a:solidFill>
                  <a:srgbClr val="003399"/>
                </a:solidFill>
                <a:latin typeface="+mn-ea"/>
                <a:ea typeface="+mn-ea"/>
                <a:cs typeface="Times New Roman" panose="02020603050405020304" pitchFamily="18" charset="0"/>
              </a:rPr>
              <a:t>a</a:t>
            </a:r>
            <a:r>
              <a:rPr lang="zh-CN" altLang="zh-CN" sz="2000" b="1" kern="100" dirty="0">
                <a:solidFill>
                  <a:srgbClr val="003399"/>
                </a:solidFill>
                <a:latin typeface="+mn-ea"/>
                <a:ea typeface="+mn-ea"/>
                <a:cs typeface="Times New Roman" panose="02020603050405020304" pitchFamily="18" charset="0"/>
              </a:rPr>
              <a:t>和</a:t>
            </a:r>
            <a:r>
              <a:rPr lang="en-US" altLang="zh-CN" sz="2000" b="1" kern="100" dirty="0">
                <a:solidFill>
                  <a:srgbClr val="003399"/>
                </a:solidFill>
                <a:latin typeface="+mn-ea"/>
                <a:ea typeface="+mn-ea"/>
                <a:cs typeface="Times New Roman" panose="02020603050405020304" pitchFamily="18" charset="0"/>
              </a:rPr>
              <a:t>b</a:t>
            </a:r>
            <a:r>
              <a:rPr lang="zh-CN" altLang="zh-CN" sz="2000" b="1" kern="100" dirty="0">
                <a:solidFill>
                  <a:srgbClr val="003399"/>
                </a:solidFill>
                <a:latin typeface="+mn-ea"/>
                <a:ea typeface="+mn-ea"/>
                <a:cs typeface="Times New Roman" panose="02020603050405020304" pitchFamily="18" charset="0"/>
              </a:rPr>
              <a:t>组成的字符串。</a:t>
            </a:r>
          </a:p>
          <a:p>
            <a:pPr marL="342900" lvl="0" indent="-342900">
              <a:spcAft>
                <a:spcPts val="0"/>
              </a:spcAft>
              <a:buFont typeface="+mj-lt"/>
              <a:buAutoNum type="arabicPeriod"/>
            </a:pPr>
            <a:r>
              <a:rPr lang="zh-CN" altLang="zh-CN" sz="2000" b="1" kern="100" dirty="0">
                <a:solidFill>
                  <a:srgbClr val="003399"/>
                </a:solidFill>
                <a:latin typeface="+mn-ea"/>
                <a:ea typeface="+mn-ea"/>
                <a:cs typeface="Times New Roman" panose="02020603050405020304" pitchFamily="18" charset="0"/>
              </a:rPr>
              <a:t>可用正则式</a:t>
            </a:r>
            <a:r>
              <a:rPr lang="en-US" altLang="zh-CN" sz="2000" b="1" kern="100" dirty="0">
                <a:solidFill>
                  <a:srgbClr val="003399"/>
                </a:solidFill>
                <a:latin typeface="+mn-ea"/>
                <a:ea typeface="+mn-ea"/>
                <a:cs typeface="Times New Roman" panose="02020603050405020304" pitchFamily="18" charset="0"/>
              </a:rPr>
              <a:t>(</a:t>
            </a:r>
            <a:r>
              <a:rPr lang="en-US" altLang="zh-CN" sz="2000" b="1" kern="100" dirty="0" err="1">
                <a:solidFill>
                  <a:srgbClr val="003399"/>
                </a:solidFill>
                <a:latin typeface="+mn-ea"/>
                <a:ea typeface="+mn-ea"/>
                <a:cs typeface="Times New Roman" panose="02020603050405020304" pitchFamily="18" charset="0"/>
              </a:rPr>
              <a:t>a+b</a:t>
            </a:r>
            <a:r>
              <a:rPr lang="en-US" altLang="zh-CN" sz="2000" b="1" kern="100" dirty="0">
                <a:solidFill>
                  <a:srgbClr val="003399"/>
                </a:solidFill>
                <a:latin typeface="+mn-ea"/>
                <a:ea typeface="+mn-ea"/>
                <a:cs typeface="Times New Roman" panose="02020603050405020304" pitchFamily="18" charset="0"/>
              </a:rPr>
              <a:t>)</a:t>
            </a:r>
            <a:r>
              <a:rPr lang="en-US" altLang="zh-CN" sz="2000" b="1" kern="100" baseline="30000" dirty="0">
                <a:solidFill>
                  <a:srgbClr val="003399"/>
                </a:solidFill>
                <a:latin typeface="+mn-ea"/>
                <a:ea typeface="+mn-ea"/>
                <a:cs typeface="Times New Roman" panose="02020603050405020304" pitchFamily="18" charset="0"/>
              </a:rPr>
              <a:t>*</a:t>
            </a:r>
            <a:r>
              <a:rPr lang="en-US" altLang="zh-CN" sz="2000" b="1" kern="100" dirty="0">
                <a:solidFill>
                  <a:srgbClr val="003399"/>
                </a:solidFill>
                <a:latin typeface="+mn-ea"/>
                <a:ea typeface="+mn-ea"/>
                <a:cs typeface="Times New Roman" panose="02020603050405020304" pitchFamily="18" charset="0"/>
              </a:rPr>
              <a:t>aa(</a:t>
            </a:r>
            <a:r>
              <a:rPr lang="en-US" altLang="zh-CN" sz="2000" b="1" kern="100" dirty="0" err="1">
                <a:solidFill>
                  <a:srgbClr val="003399"/>
                </a:solidFill>
                <a:latin typeface="+mn-ea"/>
                <a:ea typeface="+mn-ea"/>
                <a:cs typeface="Times New Roman" panose="02020603050405020304" pitchFamily="18" charset="0"/>
              </a:rPr>
              <a:t>a+b</a:t>
            </a:r>
            <a:r>
              <a:rPr lang="en-US" altLang="zh-CN" sz="2000" b="1" kern="100" dirty="0">
                <a:solidFill>
                  <a:srgbClr val="003399"/>
                </a:solidFill>
                <a:latin typeface="+mn-ea"/>
                <a:ea typeface="+mn-ea"/>
                <a:cs typeface="Times New Roman" panose="02020603050405020304" pitchFamily="18" charset="0"/>
              </a:rPr>
              <a:t>)</a:t>
            </a:r>
            <a:r>
              <a:rPr lang="en-US" altLang="zh-CN" sz="2000" b="1" kern="100" baseline="30000" dirty="0">
                <a:solidFill>
                  <a:srgbClr val="003399"/>
                </a:solidFill>
                <a:latin typeface="+mn-ea"/>
                <a:ea typeface="+mn-ea"/>
                <a:cs typeface="Times New Roman" panose="02020603050405020304" pitchFamily="18" charset="0"/>
              </a:rPr>
              <a:t>*</a:t>
            </a:r>
            <a:r>
              <a:rPr lang="en-US" altLang="zh-CN" sz="2000" b="1" kern="100" dirty="0">
                <a:solidFill>
                  <a:srgbClr val="003399"/>
                </a:solidFill>
                <a:latin typeface="+mn-ea"/>
                <a:ea typeface="+mn-ea"/>
                <a:cs typeface="Times New Roman" panose="02020603050405020304" pitchFamily="18" charset="0"/>
              </a:rPr>
              <a:t>bb(</a:t>
            </a:r>
            <a:r>
              <a:rPr lang="en-US" altLang="zh-CN" sz="2000" b="1" kern="100" dirty="0" err="1">
                <a:solidFill>
                  <a:srgbClr val="003399"/>
                </a:solidFill>
                <a:latin typeface="+mn-ea"/>
                <a:ea typeface="+mn-ea"/>
                <a:cs typeface="Times New Roman" panose="02020603050405020304" pitchFamily="18" charset="0"/>
              </a:rPr>
              <a:t>a+b</a:t>
            </a:r>
            <a:r>
              <a:rPr lang="en-US" altLang="zh-CN" sz="2000" b="1" kern="100" dirty="0">
                <a:solidFill>
                  <a:srgbClr val="003399"/>
                </a:solidFill>
                <a:latin typeface="+mn-ea"/>
                <a:ea typeface="+mn-ea"/>
                <a:cs typeface="Times New Roman" panose="02020603050405020304" pitchFamily="18" charset="0"/>
              </a:rPr>
              <a:t>)</a:t>
            </a:r>
            <a:r>
              <a:rPr lang="en-US" altLang="zh-CN" sz="2000" b="1" kern="100" baseline="30000" dirty="0">
                <a:solidFill>
                  <a:srgbClr val="003399"/>
                </a:solidFill>
                <a:latin typeface="+mn-ea"/>
                <a:ea typeface="+mn-ea"/>
                <a:cs typeface="Times New Roman" panose="02020603050405020304" pitchFamily="18" charset="0"/>
              </a:rPr>
              <a:t>*</a:t>
            </a:r>
            <a:r>
              <a:rPr lang="en-US" altLang="zh-CN" sz="2000" b="1" kern="100" dirty="0">
                <a:solidFill>
                  <a:srgbClr val="003399"/>
                </a:solidFill>
                <a:latin typeface="+mn-ea"/>
                <a:ea typeface="+mn-ea"/>
                <a:cs typeface="Times New Roman" panose="02020603050405020304" pitchFamily="18" charset="0"/>
              </a:rPr>
              <a:t>+ (</a:t>
            </a:r>
            <a:r>
              <a:rPr lang="en-US" altLang="zh-CN" sz="2000" b="1" kern="100" dirty="0" err="1">
                <a:solidFill>
                  <a:srgbClr val="003399"/>
                </a:solidFill>
                <a:latin typeface="+mn-ea"/>
                <a:ea typeface="+mn-ea"/>
                <a:cs typeface="Times New Roman" panose="02020603050405020304" pitchFamily="18" charset="0"/>
              </a:rPr>
              <a:t>a+b</a:t>
            </a:r>
            <a:r>
              <a:rPr lang="en-US" altLang="zh-CN" sz="2000" b="1" kern="100" dirty="0">
                <a:solidFill>
                  <a:srgbClr val="003399"/>
                </a:solidFill>
                <a:latin typeface="+mn-ea"/>
                <a:ea typeface="+mn-ea"/>
                <a:cs typeface="Times New Roman" panose="02020603050405020304" pitchFamily="18" charset="0"/>
              </a:rPr>
              <a:t>)</a:t>
            </a:r>
            <a:r>
              <a:rPr lang="en-US" altLang="zh-CN" sz="2000" b="1" kern="100" baseline="30000" dirty="0">
                <a:solidFill>
                  <a:srgbClr val="003399"/>
                </a:solidFill>
                <a:latin typeface="+mn-ea"/>
                <a:ea typeface="+mn-ea"/>
                <a:cs typeface="Times New Roman" panose="02020603050405020304" pitchFamily="18" charset="0"/>
              </a:rPr>
              <a:t>*</a:t>
            </a:r>
            <a:r>
              <a:rPr lang="en-US" altLang="zh-CN" sz="2000" b="1" kern="100" dirty="0">
                <a:solidFill>
                  <a:srgbClr val="003399"/>
                </a:solidFill>
                <a:latin typeface="+mn-ea"/>
                <a:ea typeface="+mn-ea"/>
                <a:cs typeface="Times New Roman" panose="02020603050405020304" pitchFamily="18" charset="0"/>
              </a:rPr>
              <a:t> bb (</a:t>
            </a:r>
            <a:r>
              <a:rPr lang="en-US" altLang="zh-CN" sz="2000" b="1" kern="100" dirty="0" err="1">
                <a:solidFill>
                  <a:srgbClr val="003399"/>
                </a:solidFill>
                <a:latin typeface="+mn-ea"/>
                <a:ea typeface="+mn-ea"/>
                <a:cs typeface="Times New Roman" panose="02020603050405020304" pitchFamily="18" charset="0"/>
              </a:rPr>
              <a:t>a+b</a:t>
            </a:r>
            <a:r>
              <a:rPr lang="en-US" altLang="zh-CN" sz="2000" b="1" kern="100" dirty="0">
                <a:solidFill>
                  <a:srgbClr val="003399"/>
                </a:solidFill>
                <a:latin typeface="+mn-ea"/>
                <a:ea typeface="+mn-ea"/>
                <a:cs typeface="Times New Roman" panose="02020603050405020304" pitchFamily="18" charset="0"/>
              </a:rPr>
              <a:t>)</a:t>
            </a:r>
            <a:r>
              <a:rPr lang="en-US" altLang="zh-CN" sz="2000" b="1" kern="100" baseline="30000" dirty="0">
                <a:solidFill>
                  <a:srgbClr val="003399"/>
                </a:solidFill>
                <a:latin typeface="+mn-ea"/>
                <a:ea typeface="+mn-ea"/>
                <a:cs typeface="Times New Roman" panose="02020603050405020304" pitchFamily="18" charset="0"/>
              </a:rPr>
              <a:t>*</a:t>
            </a:r>
            <a:r>
              <a:rPr lang="en-US" altLang="zh-CN" sz="2000" b="1" kern="100" dirty="0">
                <a:solidFill>
                  <a:srgbClr val="003399"/>
                </a:solidFill>
                <a:latin typeface="+mn-ea"/>
                <a:ea typeface="+mn-ea"/>
                <a:cs typeface="Times New Roman" panose="02020603050405020304" pitchFamily="18" charset="0"/>
              </a:rPr>
              <a:t> aa (</a:t>
            </a:r>
            <a:r>
              <a:rPr lang="en-US" altLang="zh-CN" sz="2000" b="1" kern="100" dirty="0" err="1">
                <a:solidFill>
                  <a:srgbClr val="003399"/>
                </a:solidFill>
                <a:latin typeface="+mn-ea"/>
                <a:ea typeface="+mn-ea"/>
                <a:cs typeface="Times New Roman" panose="02020603050405020304" pitchFamily="18" charset="0"/>
              </a:rPr>
              <a:t>a+b</a:t>
            </a:r>
            <a:r>
              <a:rPr lang="en-US" altLang="zh-CN" sz="2000" b="1" kern="100" dirty="0">
                <a:solidFill>
                  <a:srgbClr val="003399"/>
                </a:solidFill>
                <a:latin typeface="+mn-ea"/>
                <a:ea typeface="+mn-ea"/>
                <a:cs typeface="Times New Roman" panose="02020603050405020304" pitchFamily="18" charset="0"/>
              </a:rPr>
              <a:t>)</a:t>
            </a:r>
            <a:r>
              <a:rPr lang="en-US" altLang="zh-CN" sz="2000" b="1" kern="100" baseline="30000" dirty="0">
                <a:solidFill>
                  <a:srgbClr val="003399"/>
                </a:solidFill>
                <a:latin typeface="+mn-ea"/>
                <a:ea typeface="+mn-ea"/>
                <a:cs typeface="Times New Roman" panose="02020603050405020304" pitchFamily="18" charset="0"/>
              </a:rPr>
              <a:t>*</a:t>
            </a:r>
            <a:r>
              <a:rPr lang="zh-CN" altLang="zh-CN" sz="2000" b="1" kern="100" dirty="0">
                <a:solidFill>
                  <a:srgbClr val="003399"/>
                </a:solidFill>
                <a:latin typeface="+mn-ea"/>
                <a:ea typeface="+mn-ea"/>
                <a:cs typeface="Times New Roman" panose="02020603050405020304" pitchFamily="18" charset="0"/>
              </a:rPr>
              <a:t>表示此正则集。</a:t>
            </a:r>
          </a:p>
          <a:p>
            <a:pPr marL="457200" indent="266700">
              <a:spcAft>
                <a:spcPts val="0"/>
              </a:spcAft>
            </a:pPr>
            <a:r>
              <a:rPr lang="en-US" altLang="zh-CN" sz="2000" b="1" kern="100" dirty="0">
                <a:solidFill>
                  <a:srgbClr val="003399"/>
                </a:solidFill>
                <a:latin typeface="+mn-ea"/>
                <a:ea typeface="+mn-ea"/>
                <a:cs typeface="Times New Roman" panose="02020603050405020304" pitchFamily="18" charset="0"/>
              </a:rPr>
              <a:t> </a:t>
            </a:r>
            <a:endParaRPr lang="zh-CN" altLang="zh-CN" sz="2000" b="1" kern="100" dirty="0">
              <a:solidFill>
                <a:srgbClr val="003399"/>
              </a:solidFill>
              <a:latin typeface="+mn-ea"/>
              <a:ea typeface="+mn-ea"/>
              <a:cs typeface="Times New Roman" panose="02020603050405020304" pitchFamily="18" charset="0"/>
            </a:endParaRPr>
          </a:p>
          <a:p>
            <a:pPr>
              <a:spcAft>
                <a:spcPts val="0"/>
              </a:spcAft>
            </a:pPr>
            <a:r>
              <a:rPr lang="zh-CN" altLang="zh-CN" sz="2000" b="1" kern="100" dirty="0">
                <a:solidFill>
                  <a:srgbClr val="800080"/>
                </a:solidFill>
                <a:latin typeface="+mn-ea"/>
                <a:ea typeface="+mn-ea"/>
                <a:cs typeface="Times New Roman" panose="02020603050405020304" pitchFamily="18" charset="0"/>
              </a:rPr>
              <a:t>答案</a:t>
            </a:r>
            <a:r>
              <a:rPr lang="zh-CN" altLang="en-US" sz="2000" b="1" kern="100" dirty="0">
                <a:solidFill>
                  <a:srgbClr val="800080"/>
                </a:solidFill>
                <a:latin typeface="+mn-ea"/>
                <a:ea typeface="+mn-ea"/>
                <a:cs typeface="Times New Roman" panose="02020603050405020304" pitchFamily="18" charset="0"/>
              </a:rPr>
              <a:t>（不唯一）</a:t>
            </a:r>
            <a:r>
              <a:rPr lang="zh-CN" altLang="zh-CN" sz="2000" b="1" kern="100" dirty="0">
                <a:solidFill>
                  <a:srgbClr val="800080"/>
                </a:solidFill>
                <a:latin typeface="+mn-ea"/>
                <a:ea typeface="+mn-ea"/>
                <a:cs typeface="Times New Roman" panose="02020603050405020304" pitchFamily="18" charset="0"/>
              </a:rPr>
              <a:t>：</a:t>
            </a:r>
          </a:p>
          <a:p>
            <a:pPr algn="just">
              <a:spcAft>
                <a:spcPts val="0"/>
              </a:spcAft>
            </a:pPr>
            <a:r>
              <a:rPr lang="zh-CN" altLang="zh-CN" sz="2000" b="1" kern="100" dirty="0">
                <a:solidFill>
                  <a:srgbClr val="003399"/>
                </a:solidFill>
                <a:latin typeface="+mn-ea"/>
                <a:ea typeface="+mn-ea"/>
                <a:cs typeface="Times New Roman" panose="02020603050405020304" pitchFamily="18" charset="0"/>
              </a:rPr>
              <a:t>右线性文法</a:t>
            </a:r>
            <a:r>
              <a:rPr lang="en-US" altLang="zh-CN" sz="2000" b="1" kern="100" dirty="0">
                <a:solidFill>
                  <a:srgbClr val="003399"/>
                </a:solidFill>
                <a:latin typeface="+mn-ea"/>
                <a:ea typeface="+mn-ea"/>
                <a:cs typeface="Times New Roman" panose="02020603050405020304" pitchFamily="18" charset="0"/>
              </a:rPr>
              <a:t>G=({S,A,B,C},{</a:t>
            </a:r>
            <a:r>
              <a:rPr lang="en-US" altLang="zh-CN" sz="2000" b="1" kern="100" dirty="0" err="1">
                <a:solidFill>
                  <a:srgbClr val="003399"/>
                </a:solidFill>
                <a:latin typeface="+mn-ea"/>
                <a:ea typeface="+mn-ea"/>
                <a:cs typeface="Times New Roman" panose="02020603050405020304" pitchFamily="18" charset="0"/>
              </a:rPr>
              <a:t>a,b</a:t>
            </a:r>
            <a:r>
              <a:rPr lang="en-US" altLang="zh-CN" sz="2000" b="1" kern="100" dirty="0">
                <a:solidFill>
                  <a:srgbClr val="003399"/>
                </a:solidFill>
                <a:latin typeface="+mn-ea"/>
                <a:ea typeface="+mn-ea"/>
                <a:cs typeface="Times New Roman" panose="02020603050405020304" pitchFamily="18" charset="0"/>
              </a:rPr>
              <a:t>},P,S)</a:t>
            </a:r>
            <a:r>
              <a:rPr lang="zh-CN" altLang="zh-CN" sz="2000" b="1" kern="100" dirty="0">
                <a:solidFill>
                  <a:srgbClr val="003399"/>
                </a:solidFill>
                <a:latin typeface="+mn-ea"/>
                <a:ea typeface="+mn-ea"/>
                <a:cs typeface="Times New Roman" panose="02020603050405020304" pitchFamily="18" charset="0"/>
              </a:rPr>
              <a:t>，生成式</a:t>
            </a:r>
            <a:r>
              <a:rPr lang="en-US" altLang="zh-CN" sz="2000" b="1" kern="100" dirty="0">
                <a:solidFill>
                  <a:srgbClr val="003399"/>
                </a:solidFill>
                <a:latin typeface="+mn-ea"/>
                <a:ea typeface="+mn-ea"/>
                <a:cs typeface="Times New Roman" panose="02020603050405020304" pitchFamily="18" charset="0"/>
              </a:rPr>
              <a:t>P</a:t>
            </a:r>
            <a:r>
              <a:rPr lang="zh-CN" altLang="zh-CN" sz="2000" b="1" kern="100" dirty="0">
                <a:solidFill>
                  <a:srgbClr val="003399"/>
                </a:solidFill>
                <a:latin typeface="+mn-ea"/>
                <a:ea typeface="+mn-ea"/>
                <a:cs typeface="Times New Roman" panose="02020603050405020304" pitchFamily="18" charset="0"/>
              </a:rPr>
              <a:t>如下：</a:t>
            </a:r>
          </a:p>
          <a:p>
            <a:pPr marL="533400" algn="just">
              <a:spcAft>
                <a:spcPts val="0"/>
              </a:spcAft>
            </a:pPr>
            <a:r>
              <a:rPr lang="en-US" altLang="zh-CN" sz="2000" b="1" kern="100" dirty="0" err="1">
                <a:solidFill>
                  <a:srgbClr val="003399"/>
                </a:solidFill>
                <a:latin typeface="+mn-ea"/>
                <a:ea typeface="+mn-ea"/>
                <a:cs typeface="Times New Roman" panose="02020603050405020304" pitchFamily="18" charset="0"/>
              </a:rPr>
              <a:t>S→aS|bS|aaA|bbB</a:t>
            </a:r>
            <a:endParaRPr lang="zh-CN" altLang="zh-CN" sz="2000" b="1" kern="100" dirty="0">
              <a:solidFill>
                <a:srgbClr val="003399"/>
              </a:solidFill>
              <a:latin typeface="+mn-ea"/>
              <a:ea typeface="+mn-ea"/>
              <a:cs typeface="Times New Roman" panose="02020603050405020304" pitchFamily="18" charset="0"/>
            </a:endParaRPr>
          </a:p>
          <a:p>
            <a:pPr marL="266700" indent="266700" algn="just">
              <a:spcAft>
                <a:spcPts val="0"/>
              </a:spcAft>
            </a:pPr>
            <a:r>
              <a:rPr lang="en-US" altLang="zh-CN" sz="2000" b="1" kern="100" dirty="0" err="1">
                <a:solidFill>
                  <a:srgbClr val="003399"/>
                </a:solidFill>
                <a:latin typeface="+mn-ea"/>
                <a:ea typeface="+mn-ea"/>
                <a:cs typeface="Times New Roman" panose="02020603050405020304" pitchFamily="18" charset="0"/>
              </a:rPr>
              <a:t>A→aA|bA|bbC</a:t>
            </a:r>
            <a:endParaRPr lang="zh-CN" altLang="zh-CN" sz="2000" b="1" kern="100" dirty="0">
              <a:solidFill>
                <a:srgbClr val="003399"/>
              </a:solidFill>
              <a:latin typeface="+mn-ea"/>
              <a:ea typeface="+mn-ea"/>
              <a:cs typeface="Times New Roman" panose="02020603050405020304" pitchFamily="18" charset="0"/>
            </a:endParaRPr>
          </a:p>
          <a:p>
            <a:pPr marL="266700" indent="266700" algn="just">
              <a:spcAft>
                <a:spcPts val="0"/>
              </a:spcAft>
            </a:pPr>
            <a:r>
              <a:rPr lang="en-US" altLang="zh-CN" sz="2000" b="1" kern="100" dirty="0" err="1">
                <a:solidFill>
                  <a:srgbClr val="003399"/>
                </a:solidFill>
                <a:latin typeface="+mn-ea"/>
                <a:ea typeface="+mn-ea"/>
                <a:cs typeface="Times New Roman" panose="02020603050405020304" pitchFamily="18" charset="0"/>
              </a:rPr>
              <a:t>B→aB|bB|aaC</a:t>
            </a:r>
            <a:endParaRPr lang="zh-CN" altLang="zh-CN" sz="2000" b="1" kern="100" dirty="0">
              <a:solidFill>
                <a:srgbClr val="003399"/>
              </a:solidFill>
              <a:latin typeface="+mn-ea"/>
              <a:ea typeface="+mn-ea"/>
              <a:cs typeface="Times New Roman" panose="02020603050405020304" pitchFamily="18" charset="0"/>
            </a:endParaRPr>
          </a:p>
          <a:p>
            <a:pPr marL="266700" indent="266700" algn="just">
              <a:spcAft>
                <a:spcPts val="0"/>
              </a:spcAft>
            </a:pPr>
            <a:r>
              <a:rPr lang="en-US" altLang="zh-CN" sz="2000" b="1" kern="100" dirty="0" err="1">
                <a:solidFill>
                  <a:srgbClr val="003399"/>
                </a:solidFill>
                <a:latin typeface="+mn-ea"/>
                <a:ea typeface="+mn-ea"/>
                <a:cs typeface="Times New Roman" panose="02020603050405020304" pitchFamily="18" charset="0"/>
              </a:rPr>
              <a:t>C→aC|bC|ε</a:t>
            </a:r>
            <a:endParaRPr lang="zh-CN" altLang="zh-CN" sz="2000" b="1" kern="100" dirty="0">
              <a:solidFill>
                <a:srgbClr val="003399"/>
              </a:solidFill>
              <a:latin typeface="+mn-ea"/>
              <a:ea typeface="+mn-ea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灯片编号占位符 1"/>
          <p:cNvSpPr>
            <a:spLocks noGrp="1"/>
          </p:cNvSpPr>
          <p:nvPr>
            <p:ph type="sldNum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BA473B12-FB7E-4687-8481-41BB49103FE0}" type="slidenum">
              <a:rPr kumimoji="0" lang="zh-CN" altLang="en-US" sz="1200">
                <a:solidFill>
                  <a:srgbClr val="009999"/>
                </a:solidFill>
                <a:latin typeface="Arial Narrow" panose="020B0606020202030204" pitchFamily="34" charset="0"/>
                <a:ea typeface="宋体" panose="02010600030101010101" pitchFamily="2" charset="-122"/>
              </a:rPr>
              <a:t>11</a:t>
            </a:fld>
            <a:endParaRPr kumimoji="0" lang="en-US" altLang="zh-CN" sz="1200">
              <a:solidFill>
                <a:srgbClr val="009999"/>
              </a:solidFill>
              <a:latin typeface="Arial Narrow" panose="020B0606020202030204" pitchFamily="34" charset="0"/>
              <a:ea typeface="宋体" panose="02010600030101010101" pitchFamily="2" charset="-122"/>
            </a:endParaRPr>
          </a:p>
        </p:txBody>
      </p:sp>
      <p:sp>
        <p:nvSpPr>
          <p:cNvPr id="4099" name="日期占位符 2"/>
          <p:cNvSpPr>
            <a:spLocks noGrp="1"/>
          </p:cNvSpPr>
          <p:nvPr>
            <p:ph type="dt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985AE3C2-7DEB-49A5-84A4-DE01FEC5C0A3}" type="datetime1">
              <a:rPr kumimoji="0" lang="zh-CN" altLang="en-US" sz="1200">
                <a:solidFill>
                  <a:srgbClr val="009999"/>
                </a:solidFill>
                <a:latin typeface="Arial Narrow" panose="020B0606020202030204" pitchFamily="34" charset="0"/>
                <a:ea typeface="宋体" panose="02010600030101010101" pitchFamily="2" charset="-122"/>
              </a:rPr>
              <a:t>2024/3/24</a:t>
            </a:fld>
            <a:endParaRPr kumimoji="0" lang="zh-CN" altLang="zh-CN" sz="1200">
              <a:solidFill>
                <a:srgbClr val="009999"/>
              </a:solidFill>
              <a:latin typeface="Arial Narrow" panose="020B0606020202030204" pitchFamily="34" charset="0"/>
              <a:ea typeface="宋体" panose="02010600030101010101" pitchFamily="2" charset="-122"/>
            </a:endParaRPr>
          </a:p>
        </p:txBody>
      </p:sp>
      <p:sp>
        <p:nvSpPr>
          <p:cNvPr id="4100" name="页脚占位符 3"/>
          <p:cNvSpPr>
            <a:spLocks noGrp="1"/>
          </p:cNvSpPr>
          <p:nvPr>
            <p:ph type="ftr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200">
                <a:solidFill>
                  <a:srgbClr val="009999"/>
                </a:solidFill>
                <a:latin typeface="Arial Narrow" panose="020B0606020202030204" pitchFamily="34" charset="0"/>
                <a:ea typeface="宋体" panose="02010600030101010101" pitchFamily="2" charset="-122"/>
              </a:rPr>
              <a:t>School of Computer Science, BUPT</a:t>
            </a:r>
            <a:endParaRPr lang="zh-CN" altLang="en-US" sz="1200">
              <a:solidFill>
                <a:srgbClr val="009999"/>
              </a:solidFill>
              <a:latin typeface="Arial Narrow" panose="020B0606020202030204" pitchFamily="34" charset="0"/>
              <a:ea typeface="宋体" panose="02010600030101010101" pitchFamily="2" charset="-122"/>
            </a:endParaRPr>
          </a:p>
        </p:txBody>
      </p:sp>
      <p:sp>
        <p:nvSpPr>
          <p:cNvPr id="4101" name="Text Box 9">
            <a:hlinkClick r:id="rId3" action="ppaction://hlinksldjump"/>
          </p:cNvPr>
          <p:cNvSpPr txBox="1">
            <a:spLocks noChangeArrowheads="1"/>
          </p:cNvSpPr>
          <p:nvPr/>
        </p:nvSpPr>
        <p:spPr bwMode="auto">
          <a:xfrm>
            <a:off x="609600" y="2286000"/>
            <a:ext cx="6759575" cy="2139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eaLnBrk="1" hangingPunct="1">
              <a:lnSpc>
                <a:spcPct val="140000"/>
              </a:lnSpc>
              <a:spcBef>
                <a:spcPct val="0"/>
              </a:spcBef>
              <a:buClr>
                <a:srgbClr val="333399"/>
              </a:buClr>
              <a:buSzTx/>
              <a:buFont typeface="Wingdings" panose="05000000000000000000" pitchFamily="2" charset="2"/>
              <a:buChar char="²"/>
            </a:pPr>
            <a:r>
              <a:rPr lang="zh-CN" altLang="en-US" sz="3200">
                <a:solidFill>
                  <a:srgbClr val="800080"/>
                </a:solidFill>
                <a:ea typeface="华文行楷" panose="02010800040101010101" pitchFamily="2" charset="-122"/>
              </a:rPr>
              <a:t>  正则表达式与有限自动机的关系</a:t>
            </a:r>
          </a:p>
          <a:p>
            <a:pPr eaLnBrk="1" hangingPunct="1">
              <a:lnSpc>
                <a:spcPct val="140000"/>
              </a:lnSpc>
              <a:spcBef>
                <a:spcPct val="0"/>
              </a:spcBef>
              <a:buClr>
                <a:srgbClr val="333399"/>
              </a:buClr>
              <a:buSzTx/>
              <a:buFont typeface="Wingdings" panose="05000000000000000000" pitchFamily="2" charset="2"/>
              <a:buChar char="²"/>
            </a:pPr>
            <a:r>
              <a:rPr lang="zh-CN" altLang="en-US" sz="3200">
                <a:solidFill>
                  <a:srgbClr val="800080"/>
                </a:solidFill>
                <a:ea typeface="华文行楷" panose="02010800040101010101" pitchFamily="2" charset="-122"/>
              </a:rPr>
              <a:t>  右线性语言与有限自动机的关系</a:t>
            </a:r>
            <a:endParaRPr lang="en-US" altLang="zh-CN" sz="3200">
              <a:solidFill>
                <a:srgbClr val="800080"/>
              </a:solidFill>
              <a:ea typeface="华文行楷" panose="02010800040101010101" pitchFamily="2" charset="-122"/>
            </a:endParaRPr>
          </a:p>
          <a:p>
            <a:pPr eaLnBrk="1" hangingPunct="1">
              <a:lnSpc>
                <a:spcPct val="140000"/>
              </a:lnSpc>
              <a:spcBef>
                <a:spcPct val="0"/>
              </a:spcBef>
              <a:buClr>
                <a:srgbClr val="333399"/>
              </a:buClr>
              <a:buSzTx/>
              <a:buFontTx/>
              <a:buNone/>
            </a:pPr>
            <a:endParaRPr lang="en-US" altLang="zh-CN" sz="3200">
              <a:solidFill>
                <a:srgbClr val="800080"/>
              </a:solidFill>
              <a:ea typeface="华文行楷" panose="02010800040101010101" pitchFamily="2" charset="-122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灯片编号占位符 1"/>
          <p:cNvSpPr>
            <a:spLocks noGrp="1"/>
          </p:cNvSpPr>
          <p:nvPr>
            <p:ph type="sldNum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83AEDB2F-218F-4BA2-BA0C-440D980DD328}" type="slidenum">
              <a:rPr kumimoji="0" lang="zh-CN" altLang="en-US" sz="1200">
                <a:solidFill>
                  <a:srgbClr val="009999"/>
                </a:solidFill>
                <a:latin typeface="Arial Narrow" panose="020B0606020202030204" pitchFamily="34" charset="0"/>
                <a:ea typeface="宋体" panose="02010600030101010101" pitchFamily="2" charset="-122"/>
              </a:rPr>
              <a:t>12</a:t>
            </a:fld>
            <a:endParaRPr kumimoji="0" lang="en-US" altLang="zh-CN" sz="1200">
              <a:solidFill>
                <a:srgbClr val="009999"/>
              </a:solidFill>
              <a:latin typeface="Arial Narrow" panose="020B0606020202030204" pitchFamily="34" charset="0"/>
              <a:ea typeface="宋体" panose="02010600030101010101" pitchFamily="2" charset="-122"/>
            </a:endParaRPr>
          </a:p>
        </p:txBody>
      </p:sp>
      <p:sp>
        <p:nvSpPr>
          <p:cNvPr id="6147" name="日期占位符 2"/>
          <p:cNvSpPr>
            <a:spLocks noGrp="1"/>
          </p:cNvSpPr>
          <p:nvPr>
            <p:ph type="dt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713DD75F-4AC2-49CE-AF7D-84C4674BC841}" type="datetime1">
              <a:rPr kumimoji="0" lang="zh-CN" altLang="en-US" sz="1200">
                <a:solidFill>
                  <a:srgbClr val="009999"/>
                </a:solidFill>
                <a:latin typeface="Arial Narrow" panose="020B0606020202030204" pitchFamily="34" charset="0"/>
                <a:ea typeface="宋体" panose="02010600030101010101" pitchFamily="2" charset="-122"/>
              </a:rPr>
              <a:t>2024/3/24</a:t>
            </a:fld>
            <a:endParaRPr kumimoji="0" lang="zh-CN" altLang="zh-CN" sz="1200">
              <a:solidFill>
                <a:srgbClr val="009999"/>
              </a:solidFill>
              <a:latin typeface="Arial Narrow" panose="020B0606020202030204" pitchFamily="34" charset="0"/>
              <a:ea typeface="宋体" panose="02010600030101010101" pitchFamily="2" charset="-122"/>
            </a:endParaRPr>
          </a:p>
        </p:txBody>
      </p:sp>
      <p:sp>
        <p:nvSpPr>
          <p:cNvPr id="6148" name="页脚占位符 3"/>
          <p:cNvSpPr>
            <a:spLocks noGrp="1"/>
          </p:cNvSpPr>
          <p:nvPr>
            <p:ph type="ftr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200">
                <a:solidFill>
                  <a:srgbClr val="009999"/>
                </a:solidFill>
                <a:latin typeface="Arial Narrow" panose="020B0606020202030204" pitchFamily="34" charset="0"/>
                <a:ea typeface="宋体" panose="02010600030101010101" pitchFamily="2" charset="-122"/>
              </a:rPr>
              <a:t>School of Computer Science, BUPT</a:t>
            </a:r>
            <a:endParaRPr lang="zh-CN" altLang="en-US" sz="1200">
              <a:solidFill>
                <a:srgbClr val="009999"/>
              </a:solidFill>
              <a:latin typeface="Arial Narrow" panose="020B0606020202030204" pitchFamily="34" charset="0"/>
              <a:ea typeface="宋体" panose="02010600030101010101" pitchFamily="2" charset="-122"/>
            </a:endParaRPr>
          </a:p>
        </p:txBody>
      </p:sp>
      <p:sp>
        <p:nvSpPr>
          <p:cNvPr id="6149" name="Rectangle 6"/>
          <p:cNvSpPr>
            <a:spLocks noGrp="1" noChangeArrowheads="1"/>
          </p:cNvSpPr>
          <p:nvPr>
            <p:ph type="title" idx="4294967295"/>
          </p:nvPr>
        </p:nvSpPr>
        <p:spPr>
          <a:xfrm>
            <a:off x="1331913" y="511175"/>
            <a:ext cx="7010400" cy="685800"/>
          </a:xfrm>
        </p:spPr>
        <p:txBody>
          <a:bodyPr/>
          <a:lstStyle/>
          <a:p>
            <a:pPr algn="ctr" eaLnBrk="1" hangingPunct="1"/>
            <a:r>
              <a:rPr lang="zh-CN" altLang="en-US" sz="3200">
                <a:solidFill>
                  <a:srgbClr val="800080"/>
                </a:solidFill>
                <a:latin typeface="Times New Roman" panose="02020603050405020304" pitchFamily="18" charset="0"/>
                <a:ea typeface="华文行楷" panose="02010800040101010101" pitchFamily="2" charset="-122"/>
              </a:rPr>
              <a:t>3.7   正则表达式与有限自动机的关系</a:t>
            </a:r>
          </a:p>
        </p:txBody>
      </p:sp>
      <p:sp>
        <p:nvSpPr>
          <p:cNvPr id="6150" name="Text Box 7"/>
          <p:cNvSpPr txBox="1">
            <a:spLocks noChangeArrowheads="1"/>
          </p:cNvSpPr>
          <p:nvPr/>
        </p:nvSpPr>
        <p:spPr bwMode="auto">
          <a:xfrm>
            <a:off x="685800" y="1447800"/>
            <a:ext cx="7878763" cy="1098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algn="just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>
                <a:solidFill>
                  <a:srgbClr val="800080"/>
                </a:solidFill>
                <a:latin typeface="Arial" panose="020B0604020202020204" pitchFamily="34" charset="0"/>
              </a:rPr>
              <a:t>结论: </a:t>
            </a:r>
            <a:r>
              <a:rPr lang="zh-CN" altLang="en-US">
                <a:solidFill>
                  <a:srgbClr val="333399"/>
                </a:solidFill>
                <a:latin typeface="Arial" panose="020B0604020202020204" pitchFamily="34" charset="0"/>
              </a:rPr>
              <a:t> 有限自动机、右（左）线性文法、正则表达式都定义了同一种语言-- 正则语言</a:t>
            </a:r>
            <a:r>
              <a:rPr lang="en-US" altLang="zh-CN">
                <a:solidFill>
                  <a:srgbClr val="333399"/>
                </a:solidFill>
                <a:latin typeface="Arial" panose="020B0604020202020204" pitchFamily="34" charset="0"/>
              </a:rPr>
              <a:t>.</a:t>
            </a:r>
          </a:p>
          <a:p>
            <a:pPr eaLnBrk="1" hangingPunct="1">
              <a:spcBef>
                <a:spcPct val="0"/>
              </a:spcBef>
              <a:buClrTx/>
              <a:buSzTx/>
              <a:buFont typeface="Wingdings" panose="05000000000000000000" pitchFamily="2" charset="2"/>
              <a:buChar char=" "/>
            </a:pPr>
            <a:r>
              <a:rPr lang="zh-CN" altLang="en-US" sz="1000">
                <a:solidFill>
                  <a:srgbClr val="333399"/>
                </a:solidFill>
              </a:rPr>
              <a:t> </a:t>
            </a:r>
          </a:p>
        </p:txBody>
      </p:sp>
      <p:sp>
        <p:nvSpPr>
          <p:cNvPr id="6151" name="Rectangle 8"/>
          <p:cNvSpPr>
            <a:spLocks noChangeArrowheads="1"/>
          </p:cNvSpPr>
          <p:nvPr/>
        </p:nvSpPr>
        <p:spPr bwMode="auto">
          <a:xfrm>
            <a:off x="685800" y="2640013"/>
            <a:ext cx="16129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>
                <a:solidFill>
                  <a:srgbClr val="800080"/>
                </a:solidFill>
                <a:latin typeface="楷体_GB2312" pitchFamily="49" charset="-122"/>
              </a:rPr>
              <a:t>证明策略</a:t>
            </a:r>
          </a:p>
        </p:txBody>
      </p:sp>
      <p:grpSp>
        <p:nvGrpSpPr>
          <p:cNvPr id="6152" name="Group 32"/>
          <p:cNvGrpSpPr/>
          <p:nvPr/>
        </p:nvGrpSpPr>
        <p:grpSpPr bwMode="auto">
          <a:xfrm>
            <a:off x="2514600" y="3276600"/>
            <a:ext cx="3886200" cy="2514600"/>
            <a:chOff x="1680" y="2544"/>
            <a:chExt cx="1966" cy="1152"/>
          </a:xfrm>
        </p:grpSpPr>
        <p:graphicFrame>
          <p:nvGraphicFramePr>
            <p:cNvPr id="6154" name="Object 13"/>
            <p:cNvGraphicFramePr>
              <a:graphicFrameLocks noChangeAspect="1"/>
            </p:cNvGraphicFramePr>
            <p:nvPr/>
          </p:nvGraphicFramePr>
          <p:xfrm>
            <a:off x="2116" y="3456"/>
            <a:ext cx="1165" cy="15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VISIO" r:id="rId2" imgW="1838325" imgH="254635" progId="Visio.Drawing.6">
                    <p:embed/>
                  </p:oleObj>
                </mc:Choice>
                <mc:Fallback>
                  <p:oleObj name="VISIO" r:id="rId2" imgW="1838325" imgH="254635" progId="Visio.Drawing.6">
                    <p:embed/>
                    <p:pic>
                      <p:nvPicPr>
                        <p:cNvPr id="0" name="Object 1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116" y="3456"/>
                          <a:ext cx="1165" cy="15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6155" name="Object 14"/>
            <p:cNvGraphicFramePr>
              <a:graphicFrameLocks noChangeAspect="1"/>
            </p:cNvGraphicFramePr>
            <p:nvPr/>
          </p:nvGraphicFramePr>
          <p:xfrm>
            <a:off x="1923" y="2794"/>
            <a:ext cx="158" cy="66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VISIO" r:id="rId4" imgW="254635" imgH="1046480" progId="Visio.Drawing.6">
                    <p:embed/>
                  </p:oleObj>
                </mc:Choice>
                <mc:Fallback>
                  <p:oleObj name="VISIO" r:id="rId4" imgW="254635" imgH="1046480" progId="Visio.Drawing.6">
                    <p:embed/>
                    <p:pic>
                      <p:nvPicPr>
                        <p:cNvPr id="0" name="Object 1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923" y="2794"/>
                          <a:ext cx="158" cy="66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pSp>
          <p:nvGrpSpPr>
            <p:cNvPr id="6156" name="Group 15"/>
            <p:cNvGrpSpPr/>
            <p:nvPr/>
          </p:nvGrpSpPr>
          <p:grpSpPr bwMode="auto">
            <a:xfrm>
              <a:off x="1680" y="2563"/>
              <a:ext cx="545" cy="317"/>
              <a:chOff x="1764" y="2563"/>
              <a:chExt cx="461" cy="317"/>
            </a:xfrm>
          </p:grpSpPr>
          <p:graphicFrame>
            <p:nvGraphicFramePr>
              <p:cNvPr id="6169" name="Object 16"/>
              <p:cNvGraphicFramePr>
                <a:graphicFrameLocks noChangeAspect="1"/>
              </p:cNvGraphicFramePr>
              <p:nvPr/>
            </p:nvGraphicFramePr>
            <p:xfrm>
              <a:off x="1764" y="2563"/>
              <a:ext cx="461" cy="317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VISIO" r:id="rId6" imgW="733425" imgH="504825" progId="Visio.Drawing.6">
                      <p:embed/>
                    </p:oleObj>
                  </mc:Choice>
                  <mc:Fallback>
                    <p:oleObj name="VISIO" r:id="rId6" imgW="733425" imgH="504825" progId="Visio.Drawing.6">
                      <p:embed/>
                      <p:pic>
                        <p:nvPicPr>
                          <p:cNvPr id="0" name="Object 16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7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1764" y="2563"/>
                            <a:ext cx="461" cy="317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chemeClr val="accent1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chemeClr val="tx1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chemeClr val="bg2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6170" name="Rectangle 17"/>
              <p:cNvSpPr>
                <a:spLocks noChangeArrowheads="1"/>
              </p:cNvSpPr>
              <p:nvPr/>
            </p:nvSpPr>
            <p:spPr bwMode="auto">
              <a:xfrm>
                <a:off x="1776" y="2610"/>
                <a:ext cx="380" cy="16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zh-CN" altLang="en-US" sz="1800" i="1">
                    <a:solidFill>
                      <a:srgbClr val="800080"/>
                    </a:solidFill>
                    <a:latin typeface="Arial" panose="020B0604020202020204" pitchFamily="34" charset="0"/>
                    <a:ea typeface="华文行楷" panose="02010800040101010101" pitchFamily="2" charset="-122"/>
                    <a:sym typeface="Symbol" panose="05050102010706020507" pitchFamily="18" charset="2"/>
                  </a:rPr>
                  <a:t> </a:t>
                </a:r>
                <a:r>
                  <a:rPr lang="zh-CN" altLang="en-US" sz="1600">
                    <a:solidFill>
                      <a:srgbClr val="800080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- </a:t>
                </a:r>
                <a:r>
                  <a:rPr lang="en-US" altLang="zh-CN" sz="1600" i="1">
                    <a:solidFill>
                      <a:srgbClr val="800080"/>
                    </a:solidFill>
                    <a:latin typeface="Arial" panose="020B0604020202020204" pitchFamily="34" charset="0"/>
                    <a:ea typeface="华文行楷" panose="02010800040101010101" pitchFamily="2" charset="-122"/>
                  </a:rPr>
                  <a:t>NFA</a:t>
                </a:r>
              </a:p>
            </p:txBody>
          </p:sp>
        </p:grpSp>
        <p:grpSp>
          <p:nvGrpSpPr>
            <p:cNvPr id="6157" name="Group 18"/>
            <p:cNvGrpSpPr/>
            <p:nvPr/>
          </p:nvGrpSpPr>
          <p:grpSpPr bwMode="auto">
            <a:xfrm>
              <a:off x="3185" y="2544"/>
              <a:ext cx="461" cy="317"/>
              <a:chOff x="3185" y="2544"/>
              <a:chExt cx="461" cy="317"/>
            </a:xfrm>
          </p:grpSpPr>
          <p:graphicFrame>
            <p:nvGraphicFramePr>
              <p:cNvPr id="6167" name="Object 19"/>
              <p:cNvGraphicFramePr>
                <a:graphicFrameLocks noChangeAspect="1"/>
              </p:cNvGraphicFramePr>
              <p:nvPr/>
            </p:nvGraphicFramePr>
            <p:xfrm>
              <a:off x="3185" y="2544"/>
              <a:ext cx="461" cy="317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VISIO" r:id="rId8" imgW="733425" imgH="504825" progId="Visio.Drawing.6">
                      <p:embed/>
                    </p:oleObj>
                  </mc:Choice>
                  <mc:Fallback>
                    <p:oleObj name="VISIO" r:id="rId8" imgW="733425" imgH="504825" progId="Visio.Drawing.6">
                      <p:embed/>
                      <p:pic>
                        <p:nvPicPr>
                          <p:cNvPr id="0" name="Object 19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7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3185" y="2544"/>
                            <a:ext cx="461" cy="317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chemeClr val="accent1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chemeClr val="tx1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chemeClr val="bg2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6168" name="Rectangle 20"/>
              <p:cNvSpPr>
                <a:spLocks noChangeArrowheads="1"/>
              </p:cNvSpPr>
              <p:nvPr/>
            </p:nvSpPr>
            <p:spPr bwMode="auto">
              <a:xfrm>
                <a:off x="3253" y="2581"/>
                <a:ext cx="304" cy="15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CN" sz="1600" i="1">
                    <a:solidFill>
                      <a:srgbClr val="800080"/>
                    </a:solidFill>
                    <a:latin typeface="Arial" panose="020B0604020202020204" pitchFamily="34" charset="0"/>
                    <a:ea typeface="华文行楷" panose="02010800040101010101" pitchFamily="2" charset="-122"/>
                  </a:rPr>
                  <a:t>NFA</a:t>
                </a:r>
              </a:p>
            </p:txBody>
          </p:sp>
        </p:grpSp>
        <p:grpSp>
          <p:nvGrpSpPr>
            <p:cNvPr id="6158" name="Group 21"/>
            <p:cNvGrpSpPr/>
            <p:nvPr/>
          </p:nvGrpSpPr>
          <p:grpSpPr bwMode="auto">
            <a:xfrm>
              <a:off x="3185" y="3360"/>
              <a:ext cx="461" cy="317"/>
              <a:chOff x="3185" y="3360"/>
              <a:chExt cx="461" cy="317"/>
            </a:xfrm>
          </p:grpSpPr>
          <p:graphicFrame>
            <p:nvGraphicFramePr>
              <p:cNvPr id="6165" name="Object 22"/>
              <p:cNvGraphicFramePr>
                <a:graphicFrameLocks noChangeAspect="1"/>
              </p:cNvGraphicFramePr>
              <p:nvPr/>
            </p:nvGraphicFramePr>
            <p:xfrm>
              <a:off x="3185" y="3360"/>
              <a:ext cx="461" cy="317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VISIO" r:id="rId9" imgW="733425" imgH="504825" progId="Visio.Drawing.6">
                      <p:embed/>
                    </p:oleObj>
                  </mc:Choice>
                  <mc:Fallback>
                    <p:oleObj name="VISIO" r:id="rId9" imgW="733425" imgH="504825" progId="Visio.Drawing.6">
                      <p:embed/>
                      <p:pic>
                        <p:nvPicPr>
                          <p:cNvPr id="0" name="Object 22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7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3185" y="3360"/>
                            <a:ext cx="461" cy="317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chemeClr val="accent1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chemeClr val="tx1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chemeClr val="bg2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6166" name="Rectangle 23"/>
              <p:cNvSpPr>
                <a:spLocks noChangeArrowheads="1"/>
              </p:cNvSpPr>
              <p:nvPr/>
            </p:nvSpPr>
            <p:spPr bwMode="auto">
              <a:xfrm>
                <a:off x="3253" y="3397"/>
                <a:ext cx="304" cy="15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CN" sz="1600" i="1">
                    <a:solidFill>
                      <a:srgbClr val="800080"/>
                    </a:solidFill>
                    <a:latin typeface="Arial" panose="020B0604020202020204" pitchFamily="34" charset="0"/>
                    <a:ea typeface="华文行楷" panose="02010800040101010101" pitchFamily="2" charset="-122"/>
                  </a:rPr>
                  <a:t>DFA</a:t>
                </a:r>
              </a:p>
            </p:txBody>
          </p:sp>
        </p:grpSp>
        <p:grpSp>
          <p:nvGrpSpPr>
            <p:cNvPr id="6159" name="Group 24"/>
            <p:cNvGrpSpPr/>
            <p:nvPr/>
          </p:nvGrpSpPr>
          <p:grpSpPr bwMode="auto">
            <a:xfrm>
              <a:off x="1745" y="3379"/>
              <a:ext cx="461" cy="317"/>
              <a:chOff x="1745" y="3379"/>
              <a:chExt cx="461" cy="317"/>
            </a:xfrm>
          </p:grpSpPr>
          <p:graphicFrame>
            <p:nvGraphicFramePr>
              <p:cNvPr id="6163" name="Object 25"/>
              <p:cNvGraphicFramePr>
                <a:graphicFrameLocks noChangeAspect="1"/>
              </p:cNvGraphicFramePr>
              <p:nvPr/>
            </p:nvGraphicFramePr>
            <p:xfrm>
              <a:off x="1745" y="3379"/>
              <a:ext cx="461" cy="317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VISIO" r:id="rId10" imgW="733425" imgH="504825" progId="Visio.Drawing.6">
                      <p:embed/>
                    </p:oleObj>
                  </mc:Choice>
                  <mc:Fallback>
                    <p:oleObj name="VISIO" r:id="rId10" imgW="733425" imgH="504825" progId="Visio.Drawing.6">
                      <p:embed/>
                      <p:pic>
                        <p:nvPicPr>
                          <p:cNvPr id="0" name="Object 25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7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1745" y="3379"/>
                            <a:ext cx="461" cy="317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chemeClr val="accent1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chemeClr val="tx1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chemeClr val="bg2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6164" name="Rectangle 26"/>
              <p:cNvSpPr>
                <a:spLocks noChangeArrowheads="1"/>
              </p:cNvSpPr>
              <p:nvPr/>
            </p:nvSpPr>
            <p:spPr bwMode="auto">
              <a:xfrm>
                <a:off x="1840" y="3445"/>
                <a:ext cx="235" cy="15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CN" sz="1600" i="1">
                    <a:solidFill>
                      <a:srgbClr val="800080"/>
                    </a:solidFill>
                    <a:latin typeface="Arial" panose="020B0604020202020204" pitchFamily="34" charset="0"/>
                    <a:ea typeface="华文行楷" panose="02010800040101010101" pitchFamily="2" charset="-122"/>
                  </a:rPr>
                  <a:t>RE</a:t>
                </a:r>
              </a:p>
            </p:txBody>
          </p:sp>
        </p:grpSp>
        <p:sp>
          <p:nvSpPr>
            <p:cNvPr id="6160" name="Line 29"/>
            <p:cNvSpPr>
              <a:spLocks noChangeShapeType="1"/>
            </p:cNvSpPr>
            <p:nvPr/>
          </p:nvSpPr>
          <p:spPr bwMode="auto">
            <a:xfrm>
              <a:off x="2208" y="2688"/>
              <a:ext cx="960" cy="0"/>
            </a:xfrm>
            <a:prstGeom prst="line">
              <a:avLst/>
            </a:prstGeom>
            <a:noFill/>
            <a:ln w="9525">
              <a:solidFill>
                <a:srgbClr val="80008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161" name="Line 30"/>
            <p:cNvSpPr>
              <a:spLocks noChangeShapeType="1"/>
            </p:cNvSpPr>
            <p:nvPr/>
          </p:nvSpPr>
          <p:spPr bwMode="auto">
            <a:xfrm>
              <a:off x="2208" y="2688"/>
              <a:ext cx="1008" cy="0"/>
            </a:xfrm>
            <a:prstGeom prst="line">
              <a:avLst/>
            </a:prstGeom>
            <a:noFill/>
            <a:ln w="28575">
              <a:solidFill>
                <a:srgbClr val="800080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162" name="Line 31"/>
            <p:cNvSpPr>
              <a:spLocks noChangeShapeType="1"/>
            </p:cNvSpPr>
            <p:nvPr/>
          </p:nvSpPr>
          <p:spPr bwMode="auto">
            <a:xfrm>
              <a:off x="3456" y="2880"/>
              <a:ext cx="0" cy="480"/>
            </a:xfrm>
            <a:prstGeom prst="line">
              <a:avLst/>
            </a:prstGeom>
            <a:noFill/>
            <a:ln w="28575">
              <a:solidFill>
                <a:srgbClr val="800080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6153" name="Text Box 33"/>
          <p:cNvSpPr txBox="1">
            <a:spLocks noChangeArrowheads="1"/>
          </p:cNvSpPr>
          <p:nvPr/>
        </p:nvSpPr>
        <p:spPr bwMode="auto">
          <a:xfrm>
            <a:off x="381000" y="6096000"/>
            <a:ext cx="5715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>
              <a:spcBef>
                <a:spcPct val="50000"/>
              </a:spcBef>
              <a:buFont typeface="Wingdings" panose="05000000000000000000" pitchFamily="2" charset="2"/>
              <a:buNone/>
            </a:pPr>
            <a:r>
              <a:rPr lang="en-US" altLang="zh-CN" sz="1800" i="1">
                <a:solidFill>
                  <a:srgbClr val="800080"/>
                </a:solidFill>
                <a:latin typeface="Arial" panose="020B0604020202020204" pitchFamily="34" charset="0"/>
                <a:ea typeface="华文行楷" panose="02010800040101010101" pitchFamily="2" charset="-122"/>
              </a:rPr>
              <a:t>RE( Regular Expression) --- </a:t>
            </a:r>
            <a:r>
              <a:rPr lang="zh-CN" altLang="en-US" sz="2400" b="0">
                <a:solidFill>
                  <a:srgbClr val="800080"/>
                </a:solidFill>
                <a:ea typeface="华文行楷" panose="02010800040101010101" pitchFamily="2" charset="-122"/>
              </a:rPr>
              <a:t>正则表达式</a:t>
            </a:r>
          </a:p>
        </p:txBody>
      </p:sp>
    </p:spTree>
  </p:cSld>
  <p:clrMapOvr>
    <a:masterClrMapping/>
  </p:clrMapOvr>
  <p:transition spd="med">
    <p:wipe dir="r"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灯片编号占位符 1"/>
          <p:cNvSpPr>
            <a:spLocks noGrp="1"/>
          </p:cNvSpPr>
          <p:nvPr>
            <p:ph type="sldNum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5607BC67-75A5-4802-970E-B64BAC26FE65}" type="slidenum">
              <a:rPr kumimoji="0" lang="zh-CN" altLang="en-US" sz="1200">
                <a:solidFill>
                  <a:srgbClr val="009999"/>
                </a:solidFill>
                <a:latin typeface="Arial Narrow" panose="020B0606020202030204" pitchFamily="34" charset="0"/>
                <a:ea typeface="宋体" panose="02010600030101010101" pitchFamily="2" charset="-122"/>
              </a:rPr>
              <a:t>13</a:t>
            </a:fld>
            <a:endParaRPr kumimoji="0" lang="en-US" altLang="zh-CN" sz="1200">
              <a:solidFill>
                <a:srgbClr val="009999"/>
              </a:solidFill>
              <a:latin typeface="Arial Narrow" panose="020B0606020202030204" pitchFamily="34" charset="0"/>
              <a:ea typeface="宋体" panose="02010600030101010101" pitchFamily="2" charset="-122"/>
            </a:endParaRPr>
          </a:p>
        </p:txBody>
      </p:sp>
      <p:sp>
        <p:nvSpPr>
          <p:cNvPr id="7171" name="日期占位符 2"/>
          <p:cNvSpPr>
            <a:spLocks noGrp="1"/>
          </p:cNvSpPr>
          <p:nvPr>
            <p:ph type="dt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6BBCF2A6-B8E4-4618-9E08-222D54D5B435}" type="datetime1">
              <a:rPr kumimoji="0" lang="zh-CN" altLang="en-US" sz="1200">
                <a:solidFill>
                  <a:srgbClr val="009999"/>
                </a:solidFill>
                <a:latin typeface="Arial Narrow" panose="020B0606020202030204" pitchFamily="34" charset="0"/>
                <a:ea typeface="宋体" panose="02010600030101010101" pitchFamily="2" charset="-122"/>
              </a:rPr>
              <a:t>2024/3/24</a:t>
            </a:fld>
            <a:endParaRPr kumimoji="0" lang="zh-CN" altLang="zh-CN" sz="1200">
              <a:solidFill>
                <a:srgbClr val="009999"/>
              </a:solidFill>
              <a:latin typeface="Arial Narrow" panose="020B0606020202030204" pitchFamily="34" charset="0"/>
              <a:ea typeface="宋体" panose="02010600030101010101" pitchFamily="2" charset="-122"/>
            </a:endParaRPr>
          </a:p>
        </p:txBody>
      </p:sp>
      <p:sp>
        <p:nvSpPr>
          <p:cNvPr id="7172" name="页脚占位符 3"/>
          <p:cNvSpPr>
            <a:spLocks noGrp="1"/>
          </p:cNvSpPr>
          <p:nvPr>
            <p:ph type="ftr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200">
                <a:solidFill>
                  <a:srgbClr val="009999"/>
                </a:solidFill>
                <a:latin typeface="Arial Narrow" panose="020B0606020202030204" pitchFamily="34" charset="0"/>
                <a:ea typeface="宋体" panose="02010600030101010101" pitchFamily="2" charset="-122"/>
              </a:rPr>
              <a:t>School of Computer Science, BUPT</a:t>
            </a:r>
            <a:endParaRPr lang="zh-CN" altLang="en-US" sz="1200">
              <a:solidFill>
                <a:srgbClr val="009999"/>
              </a:solidFill>
              <a:latin typeface="Arial Narrow" panose="020B0606020202030204" pitchFamily="34" charset="0"/>
              <a:ea typeface="宋体" panose="02010600030101010101" pitchFamily="2" charset="-122"/>
            </a:endParaRPr>
          </a:p>
        </p:txBody>
      </p:sp>
      <p:sp>
        <p:nvSpPr>
          <p:cNvPr id="7173" name="Rectangle 2"/>
          <p:cNvSpPr>
            <a:spLocks noChangeArrowheads="1"/>
          </p:cNvSpPr>
          <p:nvPr/>
        </p:nvSpPr>
        <p:spPr bwMode="auto">
          <a:xfrm>
            <a:off x="914400" y="304800"/>
            <a:ext cx="8001000" cy="838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algn="ctr" eaLnBrk="1" hangingPunct="1">
              <a:lnSpc>
                <a:spcPct val="9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3200">
                <a:solidFill>
                  <a:srgbClr val="800080"/>
                </a:solidFill>
                <a:ea typeface="华文行楷" panose="02010800040101010101" pitchFamily="2" charset="-122"/>
              </a:rPr>
              <a:t>从 </a:t>
            </a:r>
            <a:r>
              <a:rPr lang="en-US" altLang="zh-CN" sz="2400" i="1">
                <a:solidFill>
                  <a:srgbClr val="800080"/>
                </a:solidFill>
                <a:latin typeface="Arial" panose="020B0604020202020204" pitchFamily="34" charset="0"/>
                <a:ea typeface="华文行楷" panose="02010800040101010101" pitchFamily="2" charset="-122"/>
              </a:rPr>
              <a:t>DFA </a:t>
            </a:r>
            <a:r>
              <a:rPr lang="zh-CN" altLang="en-US" sz="3200">
                <a:solidFill>
                  <a:srgbClr val="800080"/>
                </a:solidFill>
                <a:ea typeface="华文行楷" panose="02010800040101010101" pitchFamily="2" charset="-122"/>
              </a:rPr>
              <a:t>构造等价的</a:t>
            </a:r>
            <a:r>
              <a:rPr lang="zh-CN" altLang="en-US" sz="3200">
                <a:solidFill>
                  <a:srgbClr val="800080"/>
                </a:solidFill>
                <a:latin typeface="华文行楷" panose="02010800040101010101" pitchFamily="2" charset="-122"/>
                <a:ea typeface="华文行楷" panose="02010800040101010101" pitchFamily="2" charset="-122"/>
              </a:rPr>
              <a:t>正则表达式</a:t>
            </a:r>
          </a:p>
          <a:p>
            <a:pPr algn="ctr" eaLnBrk="1" hangingPunct="1">
              <a:lnSpc>
                <a:spcPct val="9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400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</a:rPr>
              <a:t>（状态消去法）</a:t>
            </a:r>
          </a:p>
        </p:txBody>
      </p:sp>
      <p:sp>
        <p:nvSpPr>
          <p:cNvPr id="7174" name="Text Box 7"/>
          <p:cNvSpPr txBox="1">
            <a:spLocks noChangeArrowheads="1"/>
          </p:cNvSpPr>
          <p:nvPr/>
        </p:nvSpPr>
        <p:spPr bwMode="auto">
          <a:xfrm>
            <a:off x="381000" y="1676400"/>
            <a:ext cx="8382000" cy="4041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algn="just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400">
                <a:solidFill>
                  <a:srgbClr val="800080"/>
                </a:solidFill>
                <a:latin typeface="楷体_GB2312" pitchFamily="49" charset="-122"/>
              </a:rPr>
              <a:t>思路:</a:t>
            </a:r>
            <a:endParaRPr lang="zh-CN" altLang="en-US" sz="2400">
              <a:solidFill>
                <a:srgbClr val="333399"/>
              </a:solidFill>
              <a:latin typeface="楷体_GB2312" pitchFamily="49" charset="-122"/>
            </a:endParaRPr>
          </a:p>
          <a:p>
            <a:pPr eaLnBrk="1" hangingPunct="1">
              <a:spcBef>
                <a:spcPct val="0"/>
              </a:spcBef>
              <a:buClrTx/>
              <a:buSzTx/>
              <a:buFont typeface="Wingdings" panose="05000000000000000000" pitchFamily="2" charset="2"/>
              <a:buChar char=" "/>
            </a:pPr>
            <a:r>
              <a:rPr lang="zh-CN" altLang="en-US" sz="1000">
                <a:solidFill>
                  <a:srgbClr val="333399"/>
                </a:solidFill>
              </a:rPr>
              <a:t> </a:t>
            </a:r>
          </a:p>
          <a:p>
            <a:pPr algn="just" eaLnBrk="1" hangingPunct="1">
              <a:lnSpc>
                <a:spcPct val="12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400" b="0" i="1">
                <a:solidFill>
                  <a:srgbClr val="333399"/>
                </a:solidFill>
                <a:latin typeface="Arial" panose="020B0604020202020204" pitchFamily="34" charset="0"/>
              </a:rPr>
              <a:t>       (1) </a:t>
            </a:r>
            <a:r>
              <a:rPr lang="zh-CN" altLang="en-US" sz="2400" b="0">
                <a:solidFill>
                  <a:srgbClr val="333399"/>
                </a:solidFill>
                <a:latin typeface="Arial" panose="020B0604020202020204" pitchFamily="34" charset="0"/>
              </a:rPr>
              <a:t>扩展自动机的概念，允许正则表达式作为转移弧的标记。 这样，就有可能在消去某一中间状态时，保证自动机能够接受的字符串集合保持不变。</a:t>
            </a:r>
          </a:p>
          <a:p>
            <a:pPr eaLnBrk="1" hangingPunct="1">
              <a:lnSpc>
                <a:spcPct val="120000"/>
              </a:lnSpc>
              <a:spcBef>
                <a:spcPct val="0"/>
              </a:spcBef>
              <a:buClrTx/>
              <a:buSzTx/>
              <a:buFont typeface="Wingdings" panose="05000000000000000000" pitchFamily="2" charset="2"/>
              <a:buChar char=" "/>
            </a:pPr>
            <a:r>
              <a:rPr lang="zh-CN" altLang="en-US" sz="1000" b="0">
                <a:solidFill>
                  <a:srgbClr val="333399"/>
                </a:solidFill>
                <a:latin typeface="Arial" panose="020B0604020202020204" pitchFamily="34" charset="0"/>
              </a:rPr>
              <a:t> </a:t>
            </a:r>
          </a:p>
          <a:p>
            <a:pPr algn="just" eaLnBrk="1" hangingPunct="1">
              <a:lnSpc>
                <a:spcPct val="12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400" b="0" i="1">
                <a:solidFill>
                  <a:srgbClr val="333399"/>
                </a:solidFill>
                <a:latin typeface="Arial" panose="020B0604020202020204" pitchFamily="34" charset="0"/>
              </a:rPr>
              <a:t>       (2) </a:t>
            </a:r>
            <a:r>
              <a:rPr lang="zh-CN" altLang="en-US" sz="2400" b="0">
                <a:solidFill>
                  <a:srgbClr val="333399"/>
                </a:solidFill>
                <a:latin typeface="Arial" panose="020B0604020202020204" pitchFamily="34" charset="0"/>
              </a:rPr>
              <a:t>在消去某一中间状态时，与其相关的转移弧也将同时消去，所造成的影响将通过修改从</a:t>
            </a:r>
            <a:r>
              <a:rPr lang="zh-CN" altLang="en-US" sz="2400" b="0">
                <a:solidFill>
                  <a:srgbClr val="800080"/>
                </a:solidFill>
                <a:latin typeface="Arial" panose="020B0604020202020204" pitchFamily="34" charset="0"/>
              </a:rPr>
              <a:t>每一个前趋状态</a:t>
            </a:r>
            <a:r>
              <a:rPr lang="zh-CN" altLang="en-US" sz="2400" b="0">
                <a:solidFill>
                  <a:srgbClr val="333399"/>
                </a:solidFill>
                <a:latin typeface="Arial" panose="020B0604020202020204" pitchFamily="34" charset="0"/>
              </a:rPr>
              <a:t>到</a:t>
            </a:r>
            <a:r>
              <a:rPr lang="zh-CN" altLang="en-US" sz="2400" b="0">
                <a:solidFill>
                  <a:srgbClr val="800080"/>
                </a:solidFill>
                <a:latin typeface="Arial" panose="020B0604020202020204" pitchFamily="34" charset="0"/>
              </a:rPr>
              <a:t>每一个后继状态</a:t>
            </a:r>
            <a:r>
              <a:rPr lang="zh-CN" altLang="en-US" sz="2400" b="0">
                <a:solidFill>
                  <a:srgbClr val="333399"/>
                </a:solidFill>
                <a:latin typeface="Arial" panose="020B0604020202020204" pitchFamily="34" charset="0"/>
              </a:rPr>
              <a:t>的转移弧标记来弥补。 </a:t>
            </a:r>
            <a:endParaRPr lang="zh-CN" altLang="en-US" sz="1000" b="0">
              <a:solidFill>
                <a:srgbClr val="333399"/>
              </a:solidFill>
              <a:latin typeface="Arial" panose="020B0604020202020204" pitchFamily="34" charset="0"/>
            </a:endParaRPr>
          </a:p>
          <a:p>
            <a:pPr eaLnBrk="1" hangingPunct="1">
              <a:lnSpc>
                <a:spcPct val="120000"/>
              </a:lnSpc>
              <a:spcBef>
                <a:spcPct val="0"/>
              </a:spcBef>
              <a:buClrTx/>
              <a:buSzTx/>
              <a:buFont typeface="Wingdings" panose="05000000000000000000" pitchFamily="2" charset="2"/>
              <a:buChar char=" "/>
            </a:pPr>
            <a:r>
              <a:rPr lang="zh-CN" altLang="en-US" sz="1000" b="0">
                <a:solidFill>
                  <a:srgbClr val="333399"/>
                </a:solidFill>
                <a:latin typeface="Arial" panose="020B0604020202020204" pitchFamily="34" charset="0"/>
              </a:rPr>
              <a:t> </a:t>
            </a:r>
          </a:p>
          <a:p>
            <a:pPr algn="just" eaLnBrk="1" hangingPunct="1">
              <a:lnSpc>
                <a:spcPct val="12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400" b="0" i="1">
                <a:solidFill>
                  <a:srgbClr val="333399"/>
                </a:solidFill>
                <a:latin typeface="Arial" panose="020B0604020202020204" pitchFamily="34" charset="0"/>
              </a:rPr>
              <a:t>       </a:t>
            </a:r>
            <a:r>
              <a:rPr lang="zh-CN" altLang="en-US" sz="2400" b="0">
                <a:solidFill>
                  <a:srgbClr val="333399"/>
                </a:solidFill>
                <a:latin typeface="Arial" panose="020B0604020202020204" pitchFamily="34" charset="0"/>
              </a:rPr>
              <a:t>以下分别介绍中间状态的消去与正则表达式构造过程。</a:t>
            </a:r>
          </a:p>
        </p:txBody>
      </p:sp>
    </p:spTree>
  </p:cSld>
  <p:clrMapOvr>
    <a:masterClrMapping/>
  </p:clrMapOvr>
  <p:transition spd="med" advClick="0">
    <p:wipe dir="r"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灯片编号占位符 1"/>
          <p:cNvSpPr>
            <a:spLocks noGrp="1"/>
          </p:cNvSpPr>
          <p:nvPr>
            <p:ph type="sldNum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E966FC38-C7FA-423D-8225-0BE295E77F26}" type="slidenum">
              <a:rPr kumimoji="0" lang="zh-CN" altLang="en-US" sz="1200">
                <a:solidFill>
                  <a:srgbClr val="009999"/>
                </a:solidFill>
                <a:latin typeface="Arial Narrow" panose="020B0606020202030204" pitchFamily="34" charset="0"/>
                <a:ea typeface="宋体" panose="02010600030101010101" pitchFamily="2" charset="-122"/>
              </a:rPr>
              <a:t>14</a:t>
            </a:fld>
            <a:endParaRPr kumimoji="0" lang="en-US" altLang="zh-CN" sz="1200">
              <a:solidFill>
                <a:srgbClr val="009999"/>
              </a:solidFill>
              <a:latin typeface="Arial Narrow" panose="020B0606020202030204" pitchFamily="34" charset="0"/>
              <a:ea typeface="宋体" panose="02010600030101010101" pitchFamily="2" charset="-122"/>
            </a:endParaRPr>
          </a:p>
        </p:txBody>
      </p:sp>
      <p:sp>
        <p:nvSpPr>
          <p:cNvPr id="8195" name="日期占位符 2"/>
          <p:cNvSpPr>
            <a:spLocks noGrp="1"/>
          </p:cNvSpPr>
          <p:nvPr>
            <p:ph type="dt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FAD8CCEC-66DD-403F-939B-2467E8C8B071}" type="datetime1">
              <a:rPr kumimoji="0" lang="zh-CN" altLang="en-US" sz="1200">
                <a:solidFill>
                  <a:srgbClr val="009999"/>
                </a:solidFill>
                <a:latin typeface="Arial Narrow" panose="020B0606020202030204" pitchFamily="34" charset="0"/>
                <a:ea typeface="宋体" panose="02010600030101010101" pitchFamily="2" charset="-122"/>
              </a:rPr>
              <a:t>2024/3/24</a:t>
            </a:fld>
            <a:endParaRPr kumimoji="0" lang="zh-CN" altLang="zh-CN" sz="1200">
              <a:solidFill>
                <a:srgbClr val="009999"/>
              </a:solidFill>
              <a:latin typeface="Arial Narrow" panose="020B0606020202030204" pitchFamily="34" charset="0"/>
              <a:ea typeface="宋体" panose="02010600030101010101" pitchFamily="2" charset="-122"/>
            </a:endParaRPr>
          </a:p>
        </p:txBody>
      </p:sp>
      <p:sp>
        <p:nvSpPr>
          <p:cNvPr id="8196" name="页脚占位符 3"/>
          <p:cNvSpPr>
            <a:spLocks noGrp="1"/>
          </p:cNvSpPr>
          <p:nvPr>
            <p:ph type="ftr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200">
                <a:solidFill>
                  <a:srgbClr val="009999"/>
                </a:solidFill>
                <a:latin typeface="Arial Narrow" panose="020B0606020202030204" pitchFamily="34" charset="0"/>
                <a:ea typeface="宋体" panose="02010600030101010101" pitchFamily="2" charset="-122"/>
              </a:rPr>
              <a:t>School of Computer Science, BUPT</a:t>
            </a:r>
            <a:endParaRPr lang="zh-CN" altLang="en-US" sz="1200">
              <a:solidFill>
                <a:srgbClr val="009999"/>
              </a:solidFill>
              <a:latin typeface="Arial Narrow" panose="020B0606020202030204" pitchFamily="34" charset="0"/>
              <a:ea typeface="宋体" panose="02010600030101010101" pitchFamily="2" charset="-122"/>
            </a:endParaRPr>
          </a:p>
        </p:txBody>
      </p:sp>
      <p:sp>
        <p:nvSpPr>
          <p:cNvPr id="8197" name="Rectangle 2"/>
          <p:cNvSpPr>
            <a:spLocks noChangeArrowheads="1"/>
          </p:cNvSpPr>
          <p:nvPr/>
        </p:nvSpPr>
        <p:spPr bwMode="auto">
          <a:xfrm>
            <a:off x="914400" y="304800"/>
            <a:ext cx="8001000" cy="838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algn="ctr" eaLnBrk="1" hangingPunct="1">
              <a:lnSpc>
                <a:spcPct val="9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3200">
                <a:solidFill>
                  <a:srgbClr val="800080"/>
                </a:solidFill>
                <a:ea typeface="华文行楷" panose="02010800040101010101" pitchFamily="2" charset="-122"/>
              </a:rPr>
              <a:t>从 </a:t>
            </a:r>
            <a:r>
              <a:rPr lang="en-US" altLang="zh-CN" sz="2400" i="1">
                <a:solidFill>
                  <a:srgbClr val="800080"/>
                </a:solidFill>
                <a:latin typeface="Arial" panose="020B0604020202020204" pitchFamily="34" charset="0"/>
                <a:ea typeface="华文行楷" panose="02010800040101010101" pitchFamily="2" charset="-122"/>
              </a:rPr>
              <a:t>DFA </a:t>
            </a:r>
            <a:r>
              <a:rPr lang="zh-CN" altLang="en-US" sz="3200">
                <a:solidFill>
                  <a:srgbClr val="800080"/>
                </a:solidFill>
                <a:ea typeface="华文行楷" panose="02010800040101010101" pitchFamily="2" charset="-122"/>
              </a:rPr>
              <a:t>构造等价的</a:t>
            </a:r>
            <a:r>
              <a:rPr lang="zh-CN" altLang="en-US" sz="3200">
                <a:solidFill>
                  <a:srgbClr val="800080"/>
                </a:solidFill>
                <a:latin typeface="华文行楷" panose="02010800040101010101" pitchFamily="2" charset="-122"/>
                <a:ea typeface="华文行楷" panose="02010800040101010101" pitchFamily="2" charset="-122"/>
              </a:rPr>
              <a:t>正则表达式</a:t>
            </a:r>
          </a:p>
          <a:p>
            <a:pPr algn="ctr" eaLnBrk="1" hangingPunct="1">
              <a:lnSpc>
                <a:spcPct val="9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400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</a:rPr>
              <a:t>（中间状态的消去）</a:t>
            </a:r>
          </a:p>
        </p:txBody>
      </p:sp>
      <p:grpSp>
        <p:nvGrpSpPr>
          <p:cNvPr id="8198" name="Group 45"/>
          <p:cNvGrpSpPr/>
          <p:nvPr/>
        </p:nvGrpSpPr>
        <p:grpSpPr bwMode="auto">
          <a:xfrm>
            <a:off x="1295400" y="1828800"/>
            <a:ext cx="6750050" cy="735013"/>
            <a:chOff x="2891" y="11585"/>
            <a:chExt cx="5878" cy="602"/>
          </a:xfrm>
        </p:grpSpPr>
        <p:grpSp>
          <p:nvGrpSpPr>
            <p:cNvPr id="8248" name="Group 46"/>
            <p:cNvGrpSpPr/>
            <p:nvPr/>
          </p:nvGrpSpPr>
          <p:grpSpPr bwMode="auto">
            <a:xfrm>
              <a:off x="6691" y="11605"/>
              <a:ext cx="2078" cy="582"/>
              <a:chOff x="3091" y="10178"/>
              <a:chExt cx="2166" cy="620"/>
            </a:xfrm>
          </p:grpSpPr>
          <p:grpSp>
            <p:nvGrpSpPr>
              <p:cNvPr id="8264" name="Group 47"/>
              <p:cNvGrpSpPr/>
              <p:nvPr/>
            </p:nvGrpSpPr>
            <p:grpSpPr bwMode="auto">
              <a:xfrm>
                <a:off x="3091" y="10318"/>
                <a:ext cx="460" cy="480"/>
                <a:chOff x="3111" y="9265"/>
                <a:chExt cx="460" cy="480"/>
              </a:xfrm>
            </p:grpSpPr>
            <p:sp>
              <p:nvSpPr>
                <p:cNvPr id="8270" name="Oval 48"/>
                <p:cNvSpPr>
                  <a:spLocks noChangeArrowheads="1"/>
                </p:cNvSpPr>
                <p:nvPr/>
              </p:nvSpPr>
              <p:spPr bwMode="auto">
                <a:xfrm>
                  <a:off x="3111" y="9305"/>
                  <a:ext cx="380" cy="380"/>
                </a:xfrm>
                <a:prstGeom prst="ellipse">
                  <a:avLst/>
                </a:prstGeom>
                <a:noFill/>
                <a:ln w="9525">
                  <a:solidFill>
                    <a:srgbClr val="000000"/>
                  </a:solidFill>
                  <a:rou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>
                  <a:lvl1pPr>
                    <a:spcBef>
                      <a:spcPct val="20000"/>
                    </a:spcBef>
                    <a:buClr>
                      <a:schemeClr val="folHlink"/>
                    </a:buClr>
                    <a:buSzPct val="60000"/>
                    <a:buFont typeface="Wingdings" panose="05000000000000000000" pitchFamily="2" charset="2"/>
                    <a:buChar char="n"/>
                    <a:defRPr kumimoji="1" sz="28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hlink"/>
                    </a:buClr>
                    <a:buSzPct val="55000"/>
                    <a:buFont typeface="Wingdings" panose="05000000000000000000" pitchFamily="2" charset="2"/>
                    <a:buChar char="n"/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folHlink"/>
                    </a:buClr>
                    <a:buSzPct val="50000"/>
                    <a:buFont typeface="Wingdings" panose="05000000000000000000" pitchFamily="2" charset="2"/>
                    <a:buChar char="n"/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accent2"/>
                    </a:buClr>
                    <a:buSzPct val="55000"/>
                    <a:buFont typeface="Wingdings" panose="05000000000000000000" pitchFamily="2" charset="2"/>
                    <a:buChar char="n"/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9pPr>
                </a:lstStyle>
                <a:p>
                  <a:pPr algn="r">
                    <a:buFont typeface="Wingdings" panose="05000000000000000000" pitchFamily="2" charset="2"/>
                    <a:buNone/>
                  </a:pPr>
                  <a:endParaRPr lang="zh-CN" altLang="en-US" sz="1800" b="0">
                    <a:solidFill>
                      <a:srgbClr val="009999"/>
                    </a:solidFill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8271" name="Text Box 49"/>
                <p:cNvSpPr txBox="1">
                  <a:spLocks noChangeArrowheads="1"/>
                </p:cNvSpPr>
                <p:nvPr/>
              </p:nvSpPr>
              <p:spPr bwMode="auto">
                <a:xfrm>
                  <a:off x="3111" y="9265"/>
                  <a:ext cx="460" cy="48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>
                  <a:lvl1pPr>
                    <a:spcBef>
                      <a:spcPct val="20000"/>
                    </a:spcBef>
                    <a:buClr>
                      <a:schemeClr val="folHlink"/>
                    </a:buClr>
                    <a:buSzPct val="60000"/>
                    <a:buFont typeface="Wingdings" panose="05000000000000000000" pitchFamily="2" charset="2"/>
                    <a:buChar char="n"/>
                    <a:defRPr kumimoji="1" sz="28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hlink"/>
                    </a:buClr>
                    <a:buSzPct val="55000"/>
                    <a:buFont typeface="Wingdings" panose="05000000000000000000" pitchFamily="2" charset="2"/>
                    <a:buChar char="n"/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folHlink"/>
                    </a:buClr>
                    <a:buSzPct val="50000"/>
                    <a:buFont typeface="Wingdings" panose="05000000000000000000" pitchFamily="2" charset="2"/>
                    <a:buChar char="n"/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accent2"/>
                    </a:buClr>
                    <a:buSzPct val="55000"/>
                    <a:buFont typeface="Wingdings" panose="05000000000000000000" pitchFamily="2" charset="2"/>
                    <a:buChar char="n"/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r>
                    <a:rPr lang="en-US" altLang="zh-CN" sz="2400" b="0">
                      <a:solidFill>
                        <a:srgbClr val="800080"/>
                      </a:solidFill>
                      <a:ea typeface="宋体" panose="02010600030101010101" pitchFamily="2" charset="-122"/>
                    </a:rPr>
                    <a:t>x</a:t>
                  </a:r>
                </a:p>
              </p:txBody>
            </p:sp>
          </p:grpSp>
          <p:grpSp>
            <p:nvGrpSpPr>
              <p:cNvPr id="8265" name="Group 50"/>
              <p:cNvGrpSpPr/>
              <p:nvPr/>
            </p:nvGrpSpPr>
            <p:grpSpPr bwMode="auto">
              <a:xfrm>
                <a:off x="4797" y="10318"/>
                <a:ext cx="460" cy="480"/>
                <a:chOff x="3111" y="9265"/>
                <a:chExt cx="460" cy="480"/>
              </a:xfrm>
            </p:grpSpPr>
            <p:sp>
              <p:nvSpPr>
                <p:cNvPr id="8268" name="Oval 51"/>
                <p:cNvSpPr>
                  <a:spLocks noChangeArrowheads="1"/>
                </p:cNvSpPr>
                <p:nvPr/>
              </p:nvSpPr>
              <p:spPr bwMode="auto">
                <a:xfrm>
                  <a:off x="3111" y="9305"/>
                  <a:ext cx="380" cy="380"/>
                </a:xfrm>
                <a:prstGeom prst="ellipse">
                  <a:avLst/>
                </a:prstGeom>
                <a:noFill/>
                <a:ln w="6350">
                  <a:solidFill>
                    <a:srgbClr val="000000"/>
                  </a:solidFill>
                  <a:rou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>
                  <a:lvl1pPr>
                    <a:spcBef>
                      <a:spcPct val="20000"/>
                    </a:spcBef>
                    <a:buClr>
                      <a:schemeClr val="folHlink"/>
                    </a:buClr>
                    <a:buSzPct val="60000"/>
                    <a:buFont typeface="Wingdings" panose="05000000000000000000" pitchFamily="2" charset="2"/>
                    <a:buChar char="n"/>
                    <a:defRPr kumimoji="1" sz="28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hlink"/>
                    </a:buClr>
                    <a:buSzPct val="55000"/>
                    <a:buFont typeface="Wingdings" panose="05000000000000000000" pitchFamily="2" charset="2"/>
                    <a:buChar char="n"/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folHlink"/>
                    </a:buClr>
                    <a:buSzPct val="50000"/>
                    <a:buFont typeface="Wingdings" panose="05000000000000000000" pitchFamily="2" charset="2"/>
                    <a:buChar char="n"/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accent2"/>
                    </a:buClr>
                    <a:buSzPct val="55000"/>
                    <a:buFont typeface="Wingdings" panose="05000000000000000000" pitchFamily="2" charset="2"/>
                    <a:buChar char="n"/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9pPr>
                </a:lstStyle>
                <a:p>
                  <a:pPr algn="r">
                    <a:buFont typeface="Wingdings" panose="05000000000000000000" pitchFamily="2" charset="2"/>
                    <a:buNone/>
                  </a:pPr>
                  <a:endParaRPr lang="zh-CN" altLang="en-US" sz="1800" b="0">
                    <a:solidFill>
                      <a:srgbClr val="009999"/>
                    </a:solidFill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8269" name="Text Box 52"/>
                <p:cNvSpPr txBox="1">
                  <a:spLocks noChangeArrowheads="1"/>
                </p:cNvSpPr>
                <p:nvPr/>
              </p:nvSpPr>
              <p:spPr bwMode="auto">
                <a:xfrm>
                  <a:off x="3111" y="9265"/>
                  <a:ext cx="460" cy="48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6350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>
                  <a:lvl1pPr>
                    <a:spcBef>
                      <a:spcPct val="20000"/>
                    </a:spcBef>
                    <a:buClr>
                      <a:schemeClr val="folHlink"/>
                    </a:buClr>
                    <a:buSzPct val="60000"/>
                    <a:buFont typeface="Wingdings" panose="05000000000000000000" pitchFamily="2" charset="2"/>
                    <a:buChar char="n"/>
                    <a:defRPr kumimoji="1" sz="28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hlink"/>
                    </a:buClr>
                    <a:buSzPct val="55000"/>
                    <a:buFont typeface="Wingdings" panose="05000000000000000000" pitchFamily="2" charset="2"/>
                    <a:buChar char="n"/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folHlink"/>
                    </a:buClr>
                    <a:buSzPct val="50000"/>
                    <a:buFont typeface="Wingdings" panose="05000000000000000000" pitchFamily="2" charset="2"/>
                    <a:buChar char="n"/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accent2"/>
                    </a:buClr>
                    <a:buSzPct val="55000"/>
                    <a:buFont typeface="Wingdings" panose="05000000000000000000" pitchFamily="2" charset="2"/>
                    <a:buChar char="n"/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r>
                    <a:rPr lang="en-US" altLang="zh-CN" sz="2400" b="0">
                      <a:solidFill>
                        <a:srgbClr val="800080"/>
                      </a:solidFill>
                      <a:ea typeface="宋体" panose="02010600030101010101" pitchFamily="2" charset="-122"/>
                    </a:rPr>
                    <a:t>y</a:t>
                  </a:r>
                </a:p>
              </p:txBody>
            </p:sp>
          </p:grpSp>
          <p:sp>
            <p:nvSpPr>
              <p:cNvPr id="8266" name="Line 53"/>
              <p:cNvSpPr>
                <a:spLocks noChangeShapeType="1"/>
              </p:cNvSpPr>
              <p:nvPr/>
            </p:nvSpPr>
            <p:spPr bwMode="auto">
              <a:xfrm>
                <a:off x="3471" y="10558"/>
                <a:ext cx="1340" cy="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tailEnd type="triangle" w="sm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8267" name="Text Box 54"/>
              <p:cNvSpPr txBox="1">
                <a:spLocks noChangeArrowheads="1"/>
              </p:cNvSpPr>
              <p:nvPr/>
            </p:nvSpPr>
            <p:spPr bwMode="auto">
              <a:xfrm>
                <a:off x="3711" y="10178"/>
                <a:ext cx="840" cy="44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zh-CN" altLang="zh-CN" sz="2400" b="0">
                    <a:solidFill>
                      <a:srgbClr val="800080"/>
                    </a:solidFill>
                    <a:ea typeface="宋体" panose="02010600030101010101" pitchFamily="2" charset="-122"/>
                  </a:rPr>
                  <a:t> </a:t>
                </a:r>
                <a:r>
                  <a:rPr lang="en-US" altLang="zh-CN" sz="2400" b="0">
                    <a:solidFill>
                      <a:srgbClr val="800080"/>
                    </a:solidFill>
                    <a:ea typeface="宋体" panose="02010600030101010101" pitchFamily="2" charset="-122"/>
                  </a:rPr>
                  <a:t>r</a:t>
                </a:r>
                <a:r>
                  <a:rPr lang="en-US" altLang="zh-CN" sz="2400" b="0" baseline="-25000">
                    <a:solidFill>
                      <a:srgbClr val="800080"/>
                    </a:solidFill>
                    <a:ea typeface="宋体" panose="02010600030101010101" pitchFamily="2" charset="-122"/>
                  </a:rPr>
                  <a:t>1</a:t>
                </a:r>
                <a:r>
                  <a:rPr lang="en-US" altLang="zh-CN" sz="2400" b="0">
                    <a:solidFill>
                      <a:srgbClr val="800080"/>
                    </a:solidFill>
                    <a:ea typeface="宋体" panose="02010600030101010101" pitchFamily="2" charset="-122"/>
                  </a:rPr>
                  <a:t>r</a:t>
                </a:r>
                <a:r>
                  <a:rPr lang="en-US" altLang="zh-CN" sz="2400" b="0" baseline="-25000">
                    <a:solidFill>
                      <a:srgbClr val="800080"/>
                    </a:solidFill>
                    <a:ea typeface="宋体" panose="02010600030101010101" pitchFamily="2" charset="-122"/>
                  </a:rPr>
                  <a:t>2</a:t>
                </a:r>
                <a:endParaRPr lang="en-US" altLang="zh-CN" sz="2400" b="0">
                  <a:solidFill>
                    <a:srgbClr val="800080"/>
                  </a:solidFill>
                  <a:ea typeface="宋体" panose="02010600030101010101" pitchFamily="2" charset="-122"/>
                </a:endParaRPr>
              </a:p>
            </p:txBody>
          </p:sp>
        </p:grpSp>
        <p:grpSp>
          <p:nvGrpSpPr>
            <p:cNvPr id="8249" name="Group 55"/>
            <p:cNvGrpSpPr/>
            <p:nvPr/>
          </p:nvGrpSpPr>
          <p:grpSpPr bwMode="auto">
            <a:xfrm>
              <a:off x="2891" y="11585"/>
              <a:ext cx="2461" cy="588"/>
              <a:chOff x="6551" y="10665"/>
              <a:chExt cx="2566" cy="627"/>
            </a:xfrm>
          </p:grpSpPr>
          <p:grpSp>
            <p:nvGrpSpPr>
              <p:cNvPr id="8251" name="Group 56"/>
              <p:cNvGrpSpPr/>
              <p:nvPr/>
            </p:nvGrpSpPr>
            <p:grpSpPr bwMode="auto">
              <a:xfrm>
                <a:off x="6551" y="10805"/>
                <a:ext cx="460" cy="480"/>
                <a:chOff x="3111" y="9265"/>
                <a:chExt cx="460" cy="480"/>
              </a:xfrm>
            </p:grpSpPr>
            <p:sp>
              <p:nvSpPr>
                <p:cNvPr id="8262" name="Oval 57"/>
                <p:cNvSpPr>
                  <a:spLocks noChangeArrowheads="1"/>
                </p:cNvSpPr>
                <p:nvPr/>
              </p:nvSpPr>
              <p:spPr bwMode="auto">
                <a:xfrm>
                  <a:off x="3111" y="9305"/>
                  <a:ext cx="380" cy="380"/>
                </a:xfrm>
                <a:prstGeom prst="ellipse">
                  <a:avLst/>
                </a:prstGeom>
                <a:noFill/>
                <a:ln w="9525">
                  <a:solidFill>
                    <a:srgbClr val="000000"/>
                  </a:solidFill>
                  <a:rou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>
                  <a:lvl1pPr>
                    <a:spcBef>
                      <a:spcPct val="20000"/>
                    </a:spcBef>
                    <a:buClr>
                      <a:schemeClr val="folHlink"/>
                    </a:buClr>
                    <a:buSzPct val="60000"/>
                    <a:buFont typeface="Wingdings" panose="05000000000000000000" pitchFamily="2" charset="2"/>
                    <a:buChar char="n"/>
                    <a:defRPr kumimoji="1" sz="28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hlink"/>
                    </a:buClr>
                    <a:buSzPct val="55000"/>
                    <a:buFont typeface="Wingdings" panose="05000000000000000000" pitchFamily="2" charset="2"/>
                    <a:buChar char="n"/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folHlink"/>
                    </a:buClr>
                    <a:buSzPct val="50000"/>
                    <a:buFont typeface="Wingdings" panose="05000000000000000000" pitchFamily="2" charset="2"/>
                    <a:buChar char="n"/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accent2"/>
                    </a:buClr>
                    <a:buSzPct val="55000"/>
                    <a:buFont typeface="Wingdings" panose="05000000000000000000" pitchFamily="2" charset="2"/>
                    <a:buChar char="n"/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9pPr>
                </a:lstStyle>
                <a:p>
                  <a:pPr algn="r">
                    <a:buFont typeface="Wingdings" panose="05000000000000000000" pitchFamily="2" charset="2"/>
                    <a:buNone/>
                  </a:pPr>
                  <a:endParaRPr lang="zh-CN" altLang="en-US" sz="1800" b="0">
                    <a:solidFill>
                      <a:srgbClr val="009999"/>
                    </a:solidFill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8263" name="Text Box 58"/>
                <p:cNvSpPr txBox="1">
                  <a:spLocks noChangeArrowheads="1"/>
                </p:cNvSpPr>
                <p:nvPr/>
              </p:nvSpPr>
              <p:spPr bwMode="auto">
                <a:xfrm>
                  <a:off x="3111" y="9265"/>
                  <a:ext cx="460" cy="48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>
                  <a:lvl1pPr>
                    <a:spcBef>
                      <a:spcPct val="20000"/>
                    </a:spcBef>
                    <a:buClr>
                      <a:schemeClr val="folHlink"/>
                    </a:buClr>
                    <a:buSzPct val="60000"/>
                    <a:buFont typeface="Wingdings" panose="05000000000000000000" pitchFamily="2" charset="2"/>
                    <a:buChar char="n"/>
                    <a:defRPr kumimoji="1" sz="28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hlink"/>
                    </a:buClr>
                    <a:buSzPct val="55000"/>
                    <a:buFont typeface="Wingdings" panose="05000000000000000000" pitchFamily="2" charset="2"/>
                    <a:buChar char="n"/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folHlink"/>
                    </a:buClr>
                    <a:buSzPct val="50000"/>
                    <a:buFont typeface="Wingdings" panose="05000000000000000000" pitchFamily="2" charset="2"/>
                    <a:buChar char="n"/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accent2"/>
                    </a:buClr>
                    <a:buSzPct val="55000"/>
                    <a:buFont typeface="Wingdings" panose="05000000000000000000" pitchFamily="2" charset="2"/>
                    <a:buChar char="n"/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r>
                    <a:rPr lang="en-US" altLang="zh-CN" sz="2400" b="0">
                      <a:solidFill>
                        <a:srgbClr val="800080"/>
                      </a:solidFill>
                      <a:ea typeface="宋体" panose="02010600030101010101" pitchFamily="2" charset="-122"/>
                    </a:rPr>
                    <a:t>x</a:t>
                  </a:r>
                </a:p>
              </p:txBody>
            </p:sp>
          </p:grpSp>
          <p:grpSp>
            <p:nvGrpSpPr>
              <p:cNvPr id="8252" name="Group 59"/>
              <p:cNvGrpSpPr/>
              <p:nvPr/>
            </p:nvGrpSpPr>
            <p:grpSpPr bwMode="auto">
              <a:xfrm>
                <a:off x="7597" y="10805"/>
                <a:ext cx="460" cy="480"/>
                <a:chOff x="3111" y="9265"/>
                <a:chExt cx="460" cy="480"/>
              </a:xfrm>
            </p:grpSpPr>
            <p:sp>
              <p:nvSpPr>
                <p:cNvPr id="8260" name="Oval 60"/>
                <p:cNvSpPr>
                  <a:spLocks noChangeArrowheads="1"/>
                </p:cNvSpPr>
                <p:nvPr/>
              </p:nvSpPr>
              <p:spPr bwMode="auto">
                <a:xfrm>
                  <a:off x="3111" y="9305"/>
                  <a:ext cx="380" cy="380"/>
                </a:xfrm>
                <a:prstGeom prst="ellipse">
                  <a:avLst/>
                </a:prstGeom>
                <a:noFill/>
                <a:ln w="6350">
                  <a:solidFill>
                    <a:srgbClr val="000000"/>
                  </a:solidFill>
                  <a:rou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>
                  <a:lvl1pPr>
                    <a:spcBef>
                      <a:spcPct val="20000"/>
                    </a:spcBef>
                    <a:buClr>
                      <a:schemeClr val="folHlink"/>
                    </a:buClr>
                    <a:buSzPct val="60000"/>
                    <a:buFont typeface="Wingdings" panose="05000000000000000000" pitchFamily="2" charset="2"/>
                    <a:buChar char="n"/>
                    <a:defRPr kumimoji="1" sz="28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hlink"/>
                    </a:buClr>
                    <a:buSzPct val="55000"/>
                    <a:buFont typeface="Wingdings" panose="05000000000000000000" pitchFamily="2" charset="2"/>
                    <a:buChar char="n"/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folHlink"/>
                    </a:buClr>
                    <a:buSzPct val="50000"/>
                    <a:buFont typeface="Wingdings" panose="05000000000000000000" pitchFamily="2" charset="2"/>
                    <a:buChar char="n"/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accent2"/>
                    </a:buClr>
                    <a:buSzPct val="55000"/>
                    <a:buFont typeface="Wingdings" panose="05000000000000000000" pitchFamily="2" charset="2"/>
                    <a:buChar char="n"/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9pPr>
                </a:lstStyle>
                <a:p>
                  <a:pPr algn="r">
                    <a:buFont typeface="Wingdings" panose="05000000000000000000" pitchFamily="2" charset="2"/>
                    <a:buNone/>
                  </a:pPr>
                  <a:endParaRPr lang="zh-CN" altLang="en-US" sz="1800" b="0">
                    <a:solidFill>
                      <a:srgbClr val="009999"/>
                    </a:solidFill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8261" name="Text Box 61"/>
                <p:cNvSpPr txBox="1">
                  <a:spLocks noChangeArrowheads="1"/>
                </p:cNvSpPr>
                <p:nvPr/>
              </p:nvSpPr>
              <p:spPr bwMode="auto">
                <a:xfrm>
                  <a:off x="3111" y="9265"/>
                  <a:ext cx="460" cy="48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6350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>
                  <a:lvl1pPr>
                    <a:spcBef>
                      <a:spcPct val="20000"/>
                    </a:spcBef>
                    <a:buClr>
                      <a:schemeClr val="folHlink"/>
                    </a:buClr>
                    <a:buSzPct val="60000"/>
                    <a:buFont typeface="Wingdings" panose="05000000000000000000" pitchFamily="2" charset="2"/>
                    <a:buChar char="n"/>
                    <a:defRPr kumimoji="1" sz="28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hlink"/>
                    </a:buClr>
                    <a:buSzPct val="55000"/>
                    <a:buFont typeface="Wingdings" panose="05000000000000000000" pitchFamily="2" charset="2"/>
                    <a:buChar char="n"/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folHlink"/>
                    </a:buClr>
                    <a:buSzPct val="50000"/>
                    <a:buFont typeface="Wingdings" panose="05000000000000000000" pitchFamily="2" charset="2"/>
                    <a:buChar char="n"/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accent2"/>
                    </a:buClr>
                    <a:buSzPct val="55000"/>
                    <a:buFont typeface="Wingdings" panose="05000000000000000000" pitchFamily="2" charset="2"/>
                    <a:buChar char="n"/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r>
                    <a:rPr lang="en-US" altLang="zh-CN" sz="2400" b="0">
                      <a:solidFill>
                        <a:srgbClr val="800080"/>
                      </a:solidFill>
                      <a:ea typeface="宋体" panose="02010600030101010101" pitchFamily="2" charset="-122"/>
                    </a:rPr>
                    <a:t>z</a:t>
                  </a:r>
                </a:p>
              </p:txBody>
            </p:sp>
          </p:grpSp>
          <p:sp>
            <p:nvSpPr>
              <p:cNvPr id="8253" name="Line 62"/>
              <p:cNvSpPr>
                <a:spLocks noChangeShapeType="1"/>
              </p:cNvSpPr>
              <p:nvPr/>
            </p:nvSpPr>
            <p:spPr bwMode="auto">
              <a:xfrm flipV="1">
                <a:off x="6931" y="11045"/>
                <a:ext cx="640" cy="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tailEnd type="triangle" w="sm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8254" name="Text Box 63"/>
              <p:cNvSpPr txBox="1">
                <a:spLocks noChangeArrowheads="1"/>
              </p:cNvSpPr>
              <p:nvPr/>
            </p:nvSpPr>
            <p:spPr bwMode="auto">
              <a:xfrm>
                <a:off x="6857" y="10665"/>
                <a:ext cx="620" cy="44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zh-CN" altLang="zh-CN" sz="2400" b="0">
                    <a:solidFill>
                      <a:srgbClr val="800080"/>
                    </a:solidFill>
                    <a:ea typeface="宋体" panose="02010600030101010101" pitchFamily="2" charset="-122"/>
                  </a:rPr>
                  <a:t>  </a:t>
                </a:r>
                <a:r>
                  <a:rPr lang="en-US" altLang="zh-CN" sz="2400" b="0">
                    <a:solidFill>
                      <a:srgbClr val="800080"/>
                    </a:solidFill>
                    <a:ea typeface="宋体" panose="02010600030101010101" pitchFamily="2" charset="-122"/>
                  </a:rPr>
                  <a:t>r</a:t>
                </a:r>
                <a:r>
                  <a:rPr lang="en-US" altLang="zh-CN" sz="2400" b="0" baseline="-25000">
                    <a:solidFill>
                      <a:srgbClr val="800080"/>
                    </a:solidFill>
                    <a:ea typeface="宋体" panose="02010600030101010101" pitchFamily="2" charset="-122"/>
                  </a:rPr>
                  <a:t>1</a:t>
                </a:r>
                <a:endParaRPr lang="en-US" altLang="zh-CN" sz="2400" b="0">
                  <a:solidFill>
                    <a:srgbClr val="800080"/>
                  </a:solidFill>
                  <a:ea typeface="宋体" panose="02010600030101010101" pitchFamily="2" charset="-122"/>
                </a:endParaRPr>
              </a:p>
            </p:txBody>
          </p:sp>
          <p:grpSp>
            <p:nvGrpSpPr>
              <p:cNvPr id="8255" name="Group 64"/>
              <p:cNvGrpSpPr/>
              <p:nvPr/>
            </p:nvGrpSpPr>
            <p:grpSpPr bwMode="auto">
              <a:xfrm>
                <a:off x="8657" y="10812"/>
                <a:ext cx="460" cy="480"/>
                <a:chOff x="3111" y="9265"/>
                <a:chExt cx="460" cy="480"/>
              </a:xfrm>
            </p:grpSpPr>
            <p:sp>
              <p:nvSpPr>
                <p:cNvPr id="8258" name="Oval 65"/>
                <p:cNvSpPr>
                  <a:spLocks noChangeArrowheads="1"/>
                </p:cNvSpPr>
                <p:nvPr/>
              </p:nvSpPr>
              <p:spPr bwMode="auto">
                <a:xfrm>
                  <a:off x="3111" y="9305"/>
                  <a:ext cx="380" cy="380"/>
                </a:xfrm>
                <a:prstGeom prst="ellipse">
                  <a:avLst/>
                </a:prstGeom>
                <a:noFill/>
                <a:ln w="6350">
                  <a:solidFill>
                    <a:srgbClr val="000000"/>
                  </a:solidFill>
                  <a:rou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>
                  <a:lvl1pPr>
                    <a:spcBef>
                      <a:spcPct val="20000"/>
                    </a:spcBef>
                    <a:buClr>
                      <a:schemeClr val="folHlink"/>
                    </a:buClr>
                    <a:buSzPct val="60000"/>
                    <a:buFont typeface="Wingdings" panose="05000000000000000000" pitchFamily="2" charset="2"/>
                    <a:buChar char="n"/>
                    <a:defRPr kumimoji="1" sz="28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hlink"/>
                    </a:buClr>
                    <a:buSzPct val="55000"/>
                    <a:buFont typeface="Wingdings" panose="05000000000000000000" pitchFamily="2" charset="2"/>
                    <a:buChar char="n"/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folHlink"/>
                    </a:buClr>
                    <a:buSzPct val="50000"/>
                    <a:buFont typeface="Wingdings" panose="05000000000000000000" pitchFamily="2" charset="2"/>
                    <a:buChar char="n"/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accent2"/>
                    </a:buClr>
                    <a:buSzPct val="55000"/>
                    <a:buFont typeface="Wingdings" panose="05000000000000000000" pitchFamily="2" charset="2"/>
                    <a:buChar char="n"/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9pPr>
                </a:lstStyle>
                <a:p>
                  <a:pPr algn="r">
                    <a:buFont typeface="Wingdings" panose="05000000000000000000" pitchFamily="2" charset="2"/>
                    <a:buNone/>
                  </a:pPr>
                  <a:endParaRPr lang="zh-CN" altLang="en-US" sz="1800" b="0">
                    <a:solidFill>
                      <a:srgbClr val="009999"/>
                    </a:solidFill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8259" name="Text Box 66"/>
                <p:cNvSpPr txBox="1">
                  <a:spLocks noChangeArrowheads="1"/>
                </p:cNvSpPr>
                <p:nvPr/>
              </p:nvSpPr>
              <p:spPr bwMode="auto">
                <a:xfrm>
                  <a:off x="3111" y="9265"/>
                  <a:ext cx="460" cy="48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6350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>
                  <a:lvl1pPr>
                    <a:spcBef>
                      <a:spcPct val="20000"/>
                    </a:spcBef>
                    <a:buClr>
                      <a:schemeClr val="folHlink"/>
                    </a:buClr>
                    <a:buSzPct val="60000"/>
                    <a:buFont typeface="Wingdings" panose="05000000000000000000" pitchFamily="2" charset="2"/>
                    <a:buChar char="n"/>
                    <a:defRPr kumimoji="1" sz="28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hlink"/>
                    </a:buClr>
                    <a:buSzPct val="55000"/>
                    <a:buFont typeface="Wingdings" panose="05000000000000000000" pitchFamily="2" charset="2"/>
                    <a:buChar char="n"/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folHlink"/>
                    </a:buClr>
                    <a:buSzPct val="50000"/>
                    <a:buFont typeface="Wingdings" panose="05000000000000000000" pitchFamily="2" charset="2"/>
                    <a:buChar char="n"/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accent2"/>
                    </a:buClr>
                    <a:buSzPct val="55000"/>
                    <a:buFont typeface="Wingdings" panose="05000000000000000000" pitchFamily="2" charset="2"/>
                    <a:buChar char="n"/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r>
                    <a:rPr lang="en-US" altLang="zh-CN" sz="2400" b="0">
                      <a:solidFill>
                        <a:srgbClr val="800080"/>
                      </a:solidFill>
                      <a:ea typeface="宋体" panose="02010600030101010101" pitchFamily="2" charset="-122"/>
                    </a:rPr>
                    <a:t>y</a:t>
                  </a:r>
                </a:p>
              </p:txBody>
            </p:sp>
          </p:grpSp>
          <p:sp>
            <p:nvSpPr>
              <p:cNvPr id="8256" name="Line 67"/>
              <p:cNvSpPr>
                <a:spLocks noChangeShapeType="1"/>
              </p:cNvSpPr>
              <p:nvPr/>
            </p:nvSpPr>
            <p:spPr bwMode="auto">
              <a:xfrm flipV="1">
                <a:off x="7991" y="11052"/>
                <a:ext cx="666" cy="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tailEnd type="triangle" w="sm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8257" name="Text Box 68"/>
              <p:cNvSpPr txBox="1">
                <a:spLocks noChangeArrowheads="1"/>
              </p:cNvSpPr>
              <p:nvPr/>
            </p:nvSpPr>
            <p:spPr bwMode="auto">
              <a:xfrm>
                <a:off x="7917" y="10672"/>
                <a:ext cx="620" cy="44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zh-CN" altLang="zh-CN" sz="2400" b="0">
                    <a:solidFill>
                      <a:srgbClr val="800080"/>
                    </a:solidFill>
                    <a:ea typeface="宋体" panose="02010600030101010101" pitchFamily="2" charset="-122"/>
                  </a:rPr>
                  <a:t>  </a:t>
                </a:r>
                <a:r>
                  <a:rPr lang="en-US" altLang="zh-CN" sz="2400" b="0">
                    <a:solidFill>
                      <a:srgbClr val="800080"/>
                    </a:solidFill>
                    <a:ea typeface="宋体" panose="02010600030101010101" pitchFamily="2" charset="-122"/>
                  </a:rPr>
                  <a:t>r</a:t>
                </a:r>
                <a:r>
                  <a:rPr lang="en-US" altLang="zh-CN" sz="2400" b="0" baseline="-25000">
                    <a:solidFill>
                      <a:srgbClr val="800080"/>
                    </a:solidFill>
                    <a:ea typeface="宋体" panose="02010600030101010101" pitchFamily="2" charset="-122"/>
                  </a:rPr>
                  <a:t>2</a:t>
                </a:r>
                <a:endParaRPr lang="en-US" altLang="zh-CN" sz="2400" b="0">
                  <a:solidFill>
                    <a:srgbClr val="800080"/>
                  </a:solidFill>
                  <a:ea typeface="宋体" panose="02010600030101010101" pitchFamily="2" charset="-122"/>
                </a:endParaRPr>
              </a:p>
            </p:txBody>
          </p:sp>
        </p:grpSp>
        <p:sp>
          <p:nvSpPr>
            <p:cNvPr id="8250" name="Text Box 69"/>
            <p:cNvSpPr txBox="1">
              <a:spLocks noChangeArrowheads="1"/>
            </p:cNvSpPr>
            <p:nvPr/>
          </p:nvSpPr>
          <p:spPr bwMode="auto">
            <a:xfrm>
              <a:off x="5491" y="11705"/>
              <a:ext cx="1189" cy="4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2000" b="0">
                  <a:solidFill>
                    <a:srgbClr val="800080"/>
                  </a:solidFill>
                  <a:ea typeface="宋体" panose="02010600030101010101" pitchFamily="2" charset="-122"/>
                </a:rPr>
                <a:t>代之以</a:t>
              </a:r>
              <a:r>
                <a:rPr lang="zh-CN" altLang="en-US" sz="2400" b="0">
                  <a:solidFill>
                    <a:srgbClr val="800080"/>
                  </a:solidFill>
                  <a:ea typeface="宋体" panose="02010600030101010101" pitchFamily="2" charset="-122"/>
                </a:rPr>
                <a:t>：</a:t>
              </a:r>
            </a:p>
          </p:txBody>
        </p:sp>
      </p:grpSp>
      <p:grpSp>
        <p:nvGrpSpPr>
          <p:cNvPr id="8199" name="Group 70"/>
          <p:cNvGrpSpPr/>
          <p:nvPr/>
        </p:nvGrpSpPr>
        <p:grpSpPr bwMode="auto">
          <a:xfrm>
            <a:off x="1143000" y="2819400"/>
            <a:ext cx="6729413" cy="1303338"/>
            <a:chOff x="2991" y="12257"/>
            <a:chExt cx="5860" cy="1068"/>
          </a:xfrm>
        </p:grpSpPr>
        <p:grpSp>
          <p:nvGrpSpPr>
            <p:cNvPr id="8227" name="Group 71"/>
            <p:cNvGrpSpPr/>
            <p:nvPr/>
          </p:nvGrpSpPr>
          <p:grpSpPr bwMode="auto">
            <a:xfrm>
              <a:off x="6731" y="12605"/>
              <a:ext cx="2120" cy="620"/>
              <a:chOff x="3091" y="11025"/>
              <a:chExt cx="2166" cy="620"/>
            </a:xfrm>
          </p:grpSpPr>
          <p:grpSp>
            <p:nvGrpSpPr>
              <p:cNvPr id="8240" name="Group 72"/>
              <p:cNvGrpSpPr/>
              <p:nvPr/>
            </p:nvGrpSpPr>
            <p:grpSpPr bwMode="auto">
              <a:xfrm>
                <a:off x="3091" y="11165"/>
                <a:ext cx="460" cy="480"/>
                <a:chOff x="3111" y="9265"/>
                <a:chExt cx="460" cy="480"/>
              </a:xfrm>
            </p:grpSpPr>
            <p:sp>
              <p:nvSpPr>
                <p:cNvPr id="8246" name="Oval 73"/>
                <p:cNvSpPr>
                  <a:spLocks noChangeArrowheads="1"/>
                </p:cNvSpPr>
                <p:nvPr/>
              </p:nvSpPr>
              <p:spPr bwMode="auto">
                <a:xfrm>
                  <a:off x="3111" y="9305"/>
                  <a:ext cx="380" cy="380"/>
                </a:xfrm>
                <a:prstGeom prst="ellipse">
                  <a:avLst/>
                </a:prstGeom>
                <a:noFill/>
                <a:ln w="9525">
                  <a:solidFill>
                    <a:srgbClr val="000000"/>
                  </a:solidFill>
                  <a:rou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>
                  <a:lvl1pPr>
                    <a:spcBef>
                      <a:spcPct val="20000"/>
                    </a:spcBef>
                    <a:buClr>
                      <a:schemeClr val="folHlink"/>
                    </a:buClr>
                    <a:buSzPct val="60000"/>
                    <a:buFont typeface="Wingdings" panose="05000000000000000000" pitchFamily="2" charset="2"/>
                    <a:buChar char="n"/>
                    <a:defRPr kumimoji="1" sz="28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hlink"/>
                    </a:buClr>
                    <a:buSzPct val="55000"/>
                    <a:buFont typeface="Wingdings" panose="05000000000000000000" pitchFamily="2" charset="2"/>
                    <a:buChar char="n"/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folHlink"/>
                    </a:buClr>
                    <a:buSzPct val="50000"/>
                    <a:buFont typeface="Wingdings" panose="05000000000000000000" pitchFamily="2" charset="2"/>
                    <a:buChar char="n"/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accent2"/>
                    </a:buClr>
                    <a:buSzPct val="55000"/>
                    <a:buFont typeface="Wingdings" panose="05000000000000000000" pitchFamily="2" charset="2"/>
                    <a:buChar char="n"/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9pPr>
                </a:lstStyle>
                <a:p>
                  <a:pPr algn="r">
                    <a:buFont typeface="Wingdings" panose="05000000000000000000" pitchFamily="2" charset="2"/>
                    <a:buNone/>
                  </a:pPr>
                  <a:endParaRPr lang="zh-CN" altLang="en-US" sz="1800" b="0">
                    <a:solidFill>
                      <a:srgbClr val="009999"/>
                    </a:solidFill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8247" name="Text Box 74"/>
                <p:cNvSpPr txBox="1">
                  <a:spLocks noChangeArrowheads="1"/>
                </p:cNvSpPr>
                <p:nvPr/>
              </p:nvSpPr>
              <p:spPr bwMode="auto">
                <a:xfrm>
                  <a:off x="3111" y="9265"/>
                  <a:ext cx="460" cy="48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>
                  <a:lvl1pPr>
                    <a:spcBef>
                      <a:spcPct val="20000"/>
                    </a:spcBef>
                    <a:buClr>
                      <a:schemeClr val="folHlink"/>
                    </a:buClr>
                    <a:buSzPct val="60000"/>
                    <a:buFont typeface="Wingdings" panose="05000000000000000000" pitchFamily="2" charset="2"/>
                    <a:buChar char="n"/>
                    <a:defRPr kumimoji="1" sz="28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hlink"/>
                    </a:buClr>
                    <a:buSzPct val="55000"/>
                    <a:buFont typeface="Wingdings" panose="05000000000000000000" pitchFamily="2" charset="2"/>
                    <a:buChar char="n"/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folHlink"/>
                    </a:buClr>
                    <a:buSzPct val="50000"/>
                    <a:buFont typeface="Wingdings" panose="05000000000000000000" pitchFamily="2" charset="2"/>
                    <a:buChar char="n"/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accent2"/>
                    </a:buClr>
                    <a:buSzPct val="55000"/>
                    <a:buFont typeface="Wingdings" panose="05000000000000000000" pitchFamily="2" charset="2"/>
                    <a:buChar char="n"/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r>
                    <a:rPr lang="en-US" altLang="zh-CN" sz="2400" b="0">
                      <a:solidFill>
                        <a:srgbClr val="800080"/>
                      </a:solidFill>
                      <a:ea typeface="宋体" panose="02010600030101010101" pitchFamily="2" charset="-122"/>
                    </a:rPr>
                    <a:t>x</a:t>
                  </a:r>
                </a:p>
              </p:txBody>
            </p:sp>
          </p:grpSp>
          <p:grpSp>
            <p:nvGrpSpPr>
              <p:cNvPr id="8241" name="Group 75"/>
              <p:cNvGrpSpPr/>
              <p:nvPr/>
            </p:nvGrpSpPr>
            <p:grpSpPr bwMode="auto">
              <a:xfrm>
                <a:off x="4797" y="11165"/>
                <a:ext cx="460" cy="480"/>
                <a:chOff x="3111" y="9265"/>
                <a:chExt cx="460" cy="480"/>
              </a:xfrm>
            </p:grpSpPr>
            <p:sp>
              <p:nvSpPr>
                <p:cNvPr id="8244" name="Oval 76"/>
                <p:cNvSpPr>
                  <a:spLocks noChangeArrowheads="1"/>
                </p:cNvSpPr>
                <p:nvPr/>
              </p:nvSpPr>
              <p:spPr bwMode="auto">
                <a:xfrm>
                  <a:off x="3111" y="9305"/>
                  <a:ext cx="380" cy="380"/>
                </a:xfrm>
                <a:prstGeom prst="ellipse">
                  <a:avLst/>
                </a:prstGeom>
                <a:noFill/>
                <a:ln w="6350">
                  <a:solidFill>
                    <a:srgbClr val="000000"/>
                  </a:solidFill>
                  <a:rou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>
                  <a:lvl1pPr>
                    <a:spcBef>
                      <a:spcPct val="20000"/>
                    </a:spcBef>
                    <a:buClr>
                      <a:schemeClr val="folHlink"/>
                    </a:buClr>
                    <a:buSzPct val="60000"/>
                    <a:buFont typeface="Wingdings" panose="05000000000000000000" pitchFamily="2" charset="2"/>
                    <a:buChar char="n"/>
                    <a:defRPr kumimoji="1" sz="28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hlink"/>
                    </a:buClr>
                    <a:buSzPct val="55000"/>
                    <a:buFont typeface="Wingdings" panose="05000000000000000000" pitchFamily="2" charset="2"/>
                    <a:buChar char="n"/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folHlink"/>
                    </a:buClr>
                    <a:buSzPct val="50000"/>
                    <a:buFont typeface="Wingdings" panose="05000000000000000000" pitchFamily="2" charset="2"/>
                    <a:buChar char="n"/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accent2"/>
                    </a:buClr>
                    <a:buSzPct val="55000"/>
                    <a:buFont typeface="Wingdings" panose="05000000000000000000" pitchFamily="2" charset="2"/>
                    <a:buChar char="n"/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9pPr>
                </a:lstStyle>
                <a:p>
                  <a:pPr algn="r">
                    <a:buFont typeface="Wingdings" panose="05000000000000000000" pitchFamily="2" charset="2"/>
                    <a:buNone/>
                  </a:pPr>
                  <a:endParaRPr lang="zh-CN" altLang="en-US" sz="1800" b="0">
                    <a:solidFill>
                      <a:srgbClr val="009999"/>
                    </a:solidFill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8245" name="Text Box 77"/>
                <p:cNvSpPr txBox="1">
                  <a:spLocks noChangeArrowheads="1"/>
                </p:cNvSpPr>
                <p:nvPr/>
              </p:nvSpPr>
              <p:spPr bwMode="auto">
                <a:xfrm>
                  <a:off x="3111" y="9265"/>
                  <a:ext cx="460" cy="48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6350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>
                  <a:lvl1pPr>
                    <a:spcBef>
                      <a:spcPct val="20000"/>
                    </a:spcBef>
                    <a:buClr>
                      <a:schemeClr val="folHlink"/>
                    </a:buClr>
                    <a:buSzPct val="60000"/>
                    <a:buFont typeface="Wingdings" panose="05000000000000000000" pitchFamily="2" charset="2"/>
                    <a:buChar char="n"/>
                    <a:defRPr kumimoji="1" sz="28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hlink"/>
                    </a:buClr>
                    <a:buSzPct val="55000"/>
                    <a:buFont typeface="Wingdings" panose="05000000000000000000" pitchFamily="2" charset="2"/>
                    <a:buChar char="n"/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folHlink"/>
                    </a:buClr>
                    <a:buSzPct val="50000"/>
                    <a:buFont typeface="Wingdings" panose="05000000000000000000" pitchFamily="2" charset="2"/>
                    <a:buChar char="n"/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accent2"/>
                    </a:buClr>
                    <a:buSzPct val="55000"/>
                    <a:buFont typeface="Wingdings" panose="05000000000000000000" pitchFamily="2" charset="2"/>
                    <a:buChar char="n"/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r>
                    <a:rPr lang="en-US" altLang="zh-CN" sz="2400" b="0">
                      <a:solidFill>
                        <a:srgbClr val="800080"/>
                      </a:solidFill>
                      <a:ea typeface="宋体" panose="02010600030101010101" pitchFamily="2" charset="-122"/>
                    </a:rPr>
                    <a:t>y</a:t>
                  </a:r>
                </a:p>
              </p:txBody>
            </p:sp>
          </p:grpSp>
          <p:sp>
            <p:nvSpPr>
              <p:cNvPr id="8242" name="Line 78"/>
              <p:cNvSpPr>
                <a:spLocks noChangeShapeType="1"/>
              </p:cNvSpPr>
              <p:nvPr/>
            </p:nvSpPr>
            <p:spPr bwMode="auto">
              <a:xfrm>
                <a:off x="3471" y="11405"/>
                <a:ext cx="1340" cy="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tailEnd type="triangle" w="sm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8243" name="Text Box 79"/>
              <p:cNvSpPr txBox="1">
                <a:spLocks noChangeArrowheads="1"/>
              </p:cNvSpPr>
              <p:nvPr/>
            </p:nvSpPr>
            <p:spPr bwMode="auto">
              <a:xfrm>
                <a:off x="3711" y="11025"/>
                <a:ext cx="840" cy="44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zh-CN" altLang="zh-CN" sz="2400" b="0">
                    <a:solidFill>
                      <a:srgbClr val="800080"/>
                    </a:solidFill>
                    <a:ea typeface="宋体" panose="02010600030101010101" pitchFamily="2" charset="-122"/>
                  </a:rPr>
                  <a:t>  </a:t>
                </a:r>
                <a:r>
                  <a:rPr lang="en-US" altLang="zh-CN" sz="2400" b="0">
                    <a:solidFill>
                      <a:srgbClr val="800080"/>
                    </a:solidFill>
                    <a:ea typeface="宋体" panose="02010600030101010101" pitchFamily="2" charset="-122"/>
                  </a:rPr>
                  <a:t>r</a:t>
                </a:r>
                <a:r>
                  <a:rPr lang="en-US" altLang="zh-CN" sz="2400" b="0" baseline="-25000">
                    <a:solidFill>
                      <a:srgbClr val="800080"/>
                    </a:solidFill>
                    <a:ea typeface="宋体" panose="02010600030101010101" pitchFamily="2" charset="-122"/>
                  </a:rPr>
                  <a:t>1</a:t>
                </a:r>
                <a:r>
                  <a:rPr lang="en-US" altLang="zh-CN" sz="2400" b="0">
                    <a:solidFill>
                      <a:srgbClr val="800080"/>
                    </a:solidFill>
                    <a:ea typeface="宋体" panose="02010600030101010101" pitchFamily="2" charset="-122"/>
                  </a:rPr>
                  <a:t>+r</a:t>
                </a:r>
                <a:r>
                  <a:rPr lang="en-US" altLang="zh-CN" sz="2400" b="0" baseline="-25000">
                    <a:solidFill>
                      <a:srgbClr val="800080"/>
                    </a:solidFill>
                    <a:ea typeface="宋体" panose="02010600030101010101" pitchFamily="2" charset="-122"/>
                  </a:rPr>
                  <a:t>2</a:t>
                </a:r>
                <a:endParaRPr lang="en-US" altLang="zh-CN" sz="2400" b="0">
                  <a:solidFill>
                    <a:srgbClr val="800080"/>
                  </a:solidFill>
                  <a:ea typeface="宋体" panose="02010600030101010101" pitchFamily="2" charset="-122"/>
                </a:endParaRPr>
              </a:p>
            </p:txBody>
          </p:sp>
        </p:grpSp>
        <p:grpSp>
          <p:nvGrpSpPr>
            <p:cNvPr id="8228" name="Group 80"/>
            <p:cNvGrpSpPr/>
            <p:nvPr/>
          </p:nvGrpSpPr>
          <p:grpSpPr bwMode="auto">
            <a:xfrm>
              <a:off x="2991" y="12257"/>
              <a:ext cx="2120" cy="1068"/>
              <a:chOff x="6731" y="10997"/>
              <a:chExt cx="2166" cy="1068"/>
            </a:xfrm>
          </p:grpSpPr>
          <p:grpSp>
            <p:nvGrpSpPr>
              <p:cNvPr id="8230" name="Group 81"/>
              <p:cNvGrpSpPr/>
              <p:nvPr/>
            </p:nvGrpSpPr>
            <p:grpSpPr bwMode="auto">
              <a:xfrm>
                <a:off x="6731" y="11477"/>
                <a:ext cx="460" cy="480"/>
                <a:chOff x="3111" y="9265"/>
                <a:chExt cx="460" cy="480"/>
              </a:xfrm>
            </p:grpSpPr>
            <p:sp>
              <p:nvSpPr>
                <p:cNvPr id="8238" name="Oval 82"/>
                <p:cNvSpPr>
                  <a:spLocks noChangeArrowheads="1"/>
                </p:cNvSpPr>
                <p:nvPr/>
              </p:nvSpPr>
              <p:spPr bwMode="auto">
                <a:xfrm>
                  <a:off x="3111" y="9305"/>
                  <a:ext cx="380" cy="380"/>
                </a:xfrm>
                <a:prstGeom prst="ellipse">
                  <a:avLst/>
                </a:prstGeom>
                <a:noFill/>
                <a:ln w="9525">
                  <a:solidFill>
                    <a:srgbClr val="000000"/>
                  </a:solidFill>
                  <a:rou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>
                  <a:lvl1pPr>
                    <a:spcBef>
                      <a:spcPct val="20000"/>
                    </a:spcBef>
                    <a:buClr>
                      <a:schemeClr val="folHlink"/>
                    </a:buClr>
                    <a:buSzPct val="60000"/>
                    <a:buFont typeface="Wingdings" panose="05000000000000000000" pitchFamily="2" charset="2"/>
                    <a:buChar char="n"/>
                    <a:defRPr kumimoji="1" sz="28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hlink"/>
                    </a:buClr>
                    <a:buSzPct val="55000"/>
                    <a:buFont typeface="Wingdings" panose="05000000000000000000" pitchFamily="2" charset="2"/>
                    <a:buChar char="n"/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folHlink"/>
                    </a:buClr>
                    <a:buSzPct val="50000"/>
                    <a:buFont typeface="Wingdings" panose="05000000000000000000" pitchFamily="2" charset="2"/>
                    <a:buChar char="n"/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accent2"/>
                    </a:buClr>
                    <a:buSzPct val="55000"/>
                    <a:buFont typeface="Wingdings" panose="05000000000000000000" pitchFamily="2" charset="2"/>
                    <a:buChar char="n"/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9pPr>
                </a:lstStyle>
                <a:p>
                  <a:pPr algn="r">
                    <a:buFont typeface="Wingdings" panose="05000000000000000000" pitchFamily="2" charset="2"/>
                    <a:buNone/>
                  </a:pPr>
                  <a:endParaRPr lang="zh-CN" altLang="en-US" sz="1800" b="0">
                    <a:solidFill>
                      <a:srgbClr val="009999"/>
                    </a:solidFill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8239" name="Text Box 83"/>
                <p:cNvSpPr txBox="1">
                  <a:spLocks noChangeArrowheads="1"/>
                </p:cNvSpPr>
                <p:nvPr/>
              </p:nvSpPr>
              <p:spPr bwMode="auto">
                <a:xfrm>
                  <a:off x="3111" y="9265"/>
                  <a:ext cx="460" cy="48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>
                  <a:lvl1pPr>
                    <a:spcBef>
                      <a:spcPct val="20000"/>
                    </a:spcBef>
                    <a:buClr>
                      <a:schemeClr val="folHlink"/>
                    </a:buClr>
                    <a:buSzPct val="60000"/>
                    <a:buFont typeface="Wingdings" panose="05000000000000000000" pitchFamily="2" charset="2"/>
                    <a:buChar char="n"/>
                    <a:defRPr kumimoji="1" sz="28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hlink"/>
                    </a:buClr>
                    <a:buSzPct val="55000"/>
                    <a:buFont typeface="Wingdings" panose="05000000000000000000" pitchFamily="2" charset="2"/>
                    <a:buChar char="n"/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folHlink"/>
                    </a:buClr>
                    <a:buSzPct val="50000"/>
                    <a:buFont typeface="Wingdings" panose="05000000000000000000" pitchFamily="2" charset="2"/>
                    <a:buChar char="n"/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accent2"/>
                    </a:buClr>
                    <a:buSzPct val="55000"/>
                    <a:buFont typeface="Wingdings" panose="05000000000000000000" pitchFamily="2" charset="2"/>
                    <a:buChar char="n"/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r>
                    <a:rPr lang="en-US" altLang="zh-CN" sz="2400" b="0">
                      <a:solidFill>
                        <a:srgbClr val="800080"/>
                      </a:solidFill>
                      <a:ea typeface="宋体" panose="02010600030101010101" pitchFamily="2" charset="-122"/>
                    </a:rPr>
                    <a:t>x</a:t>
                  </a:r>
                </a:p>
              </p:txBody>
            </p:sp>
          </p:grpSp>
          <p:grpSp>
            <p:nvGrpSpPr>
              <p:cNvPr id="8231" name="Group 84"/>
              <p:cNvGrpSpPr/>
              <p:nvPr/>
            </p:nvGrpSpPr>
            <p:grpSpPr bwMode="auto">
              <a:xfrm>
                <a:off x="8437" y="11477"/>
                <a:ext cx="460" cy="480"/>
                <a:chOff x="3111" y="9265"/>
                <a:chExt cx="460" cy="480"/>
              </a:xfrm>
            </p:grpSpPr>
            <p:sp>
              <p:nvSpPr>
                <p:cNvPr id="8236" name="Oval 85"/>
                <p:cNvSpPr>
                  <a:spLocks noChangeArrowheads="1"/>
                </p:cNvSpPr>
                <p:nvPr/>
              </p:nvSpPr>
              <p:spPr bwMode="auto">
                <a:xfrm>
                  <a:off x="3111" y="9305"/>
                  <a:ext cx="380" cy="380"/>
                </a:xfrm>
                <a:prstGeom prst="ellipse">
                  <a:avLst/>
                </a:prstGeom>
                <a:noFill/>
                <a:ln w="6350">
                  <a:solidFill>
                    <a:srgbClr val="000000"/>
                  </a:solidFill>
                  <a:rou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>
                  <a:lvl1pPr>
                    <a:spcBef>
                      <a:spcPct val="20000"/>
                    </a:spcBef>
                    <a:buClr>
                      <a:schemeClr val="folHlink"/>
                    </a:buClr>
                    <a:buSzPct val="60000"/>
                    <a:buFont typeface="Wingdings" panose="05000000000000000000" pitchFamily="2" charset="2"/>
                    <a:buChar char="n"/>
                    <a:defRPr kumimoji="1" sz="28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hlink"/>
                    </a:buClr>
                    <a:buSzPct val="55000"/>
                    <a:buFont typeface="Wingdings" panose="05000000000000000000" pitchFamily="2" charset="2"/>
                    <a:buChar char="n"/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folHlink"/>
                    </a:buClr>
                    <a:buSzPct val="50000"/>
                    <a:buFont typeface="Wingdings" panose="05000000000000000000" pitchFamily="2" charset="2"/>
                    <a:buChar char="n"/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accent2"/>
                    </a:buClr>
                    <a:buSzPct val="55000"/>
                    <a:buFont typeface="Wingdings" panose="05000000000000000000" pitchFamily="2" charset="2"/>
                    <a:buChar char="n"/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9pPr>
                </a:lstStyle>
                <a:p>
                  <a:pPr algn="r">
                    <a:buFont typeface="Wingdings" panose="05000000000000000000" pitchFamily="2" charset="2"/>
                    <a:buNone/>
                  </a:pPr>
                  <a:endParaRPr lang="zh-CN" altLang="en-US" sz="1800" b="0">
                    <a:solidFill>
                      <a:srgbClr val="009999"/>
                    </a:solidFill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8237" name="Text Box 86"/>
                <p:cNvSpPr txBox="1">
                  <a:spLocks noChangeArrowheads="1"/>
                </p:cNvSpPr>
                <p:nvPr/>
              </p:nvSpPr>
              <p:spPr bwMode="auto">
                <a:xfrm>
                  <a:off x="3111" y="9265"/>
                  <a:ext cx="460" cy="48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6350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>
                  <a:lvl1pPr>
                    <a:spcBef>
                      <a:spcPct val="20000"/>
                    </a:spcBef>
                    <a:buClr>
                      <a:schemeClr val="folHlink"/>
                    </a:buClr>
                    <a:buSzPct val="60000"/>
                    <a:buFont typeface="Wingdings" panose="05000000000000000000" pitchFamily="2" charset="2"/>
                    <a:buChar char="n"/>
                    <a:defRPr kumimoji="1" sz="28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hlink"/>
                    </a:buClr>
                    <a:buSzPct val="55000"/>
                    <a:buFont typeface="Wingdings" panose="05000000000000000000" pitchFamily="2" charset="2"/>
                    <a:buChar char="n"/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folHlink"/>
                    </a:buClr>
                    <a:buSzPct val="50000"/>
                    <a:buFont typeface="Wingdings" panose="05000000000000000000" pitchFamily="2" charset="2"/>
                    <a:buChar char="n"/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accent2"/>
                    </a:buClr>
                    <a:buSzPct val="55000"/>
                    <a:buFont typeface="Wingdings" panose="05000000000000000000" pitchFamily="2" charset="2"/>
                    <a:buChar char="n"/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r>
                    <a:rPr lang="en-US" altLang="zh-CN" sz="2400" b="0">
                      <a:solidFill>
                        <a:srgbClr val="800080"/>
                      </a:solidFill>
                      <a:ea typeface="宋体" panose="02010600030101010101" pitchFamily="2" charset="-122"/>
                    </a:rPr>
                    <a:t>y</a:t>
                  </a:r>
                </a:p>
              </p:txBody>
            </p:sp>
          </p:grpSp>
          <p:sp>
            <p:nvSpPr>
              <p:cNvPr id="8232" name="Text Box 87"/>
              <p:cNvSpPr txBox="1">
                <a:spLocks noChangeArrowheads="1"/>
              </p:cNvSpPr>
              <p:nvPr/>
            </p:nvSpPr>
            <p:spPr bwMode="auto">
              <a:xfrm>
                <a:off x="7631" y="11625"/>
                <a:ext cx="480" cy="44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CN" sz="2400" b="0">
                    <a:solidFill>
                      <a:srgbClr val="800080"/>
                    </a:solidFill>
                    <a:ea typeface="宋体" panose="02010600030101010101" pitchFamily="2" charset="-122"/>
                  </a:rPr>
                  <a:t>r</a:t>
                </a:r>
                <a:r>
                  <a:rPr lang="en-US" altLang="zh-CN" sz="2400" b="0" baseline="-25000">
                    <a:solidFill>
                      <a:srgbClr val="800080"/>
                    </a:solidFill>
                    <a:ea typeface="宋体" panose="02010600030101010101" pitchFamily="2" charset="-122"/>
                  </a:rPr>
                  <a:t>2</a:t>
                </a:r>
                <a:endParaRPr lang="en-US" altLang="zh-CN" sz="2400" b="0">
                  <a:solidFill>
                    <a:srgbClr val="800080"/>
                  </a:solidFill>
                  <a:ea typeface="宋体" panose="02010600030101010101" pitchFamily="2" charset="-122"/>
                </a:endParaRPr>
              </a:p>
            </p:txBody>
          </p:sp>
          <p:sp>
            <p:nvSpPr>
              <p:cNvPr id="8233" name="Arc 88"/>
              <p:cNvSpPr/>
              <p:nvPr/>
            </p:nvSpPr>
            <p:spPr bwMode="auto">
              <a:xfrm flipV="1">
                <a:off x="7071" y="11845"/>
                <a:ext cx="1460" cy="160"/>
              </a:xfrm>
              <a:custGeom>
                <a:avLst/>
                <a:gdLst>
                  <a:gd name="T0" fmla="*/ 0 w 43200"/>
                  <a:gd name="T1" fmla="*/ 0 h 23695"/>
                  <a:gd name="T2" fmla="*/ 0 w 43200"/>
                  <a:gd name="T3" fmla="*/ 0 h 23695"/>
                  <a:gd name="T4" fmla="*/ 0 w 43200"/>
                  <a:gd name="T5" fmla="*/ 0 h 23695"/>
                  <a:gd name="T6" fmla="*/ 0 60000 65536"/>
                  <a:gd name="T7" fmla="*/ 0 60000 65536"/>
                  <a:gd name="T8" fmla="*/ 0 60000 65536"/>
                  <a:gd name="T9" fmla="*/ 0 w 43200"/>
                  <a:gd name="T10" fmla="*/ 0 h 23695"/>
                  <a:gd name="T11" fmla="*/ 43200 w 43200"/>
                  <a:gd name="T12" fmla="*/ 23695 h 23695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43200" h="23695" fill="none" extrusionOk="0">
                    <a:moveTo>
                      <a:pt x="101" y="23695"/>
                    </a:moveTo>
                    <a:cubicBezTo>
                      <a:pt x="33" y="22998"/>
                      <a:pt x="0" y="22299"/>
                      <a:pt x="0" y="21600"/>
                    </a:cubicBezTo>
                    <a:cubicBezTo>
                      <a:pt x="0" y="9670"/>
                      <a:pt x="9670" y="0"/>
                      <a:pt x="21600" y="0"/>
                    </a:cubicBezTo>
                    <a:cubicBezTo>
                      <a:pt x="33529" y="-1"/>
                      <a:pt x="43199" y="9670"/>
                      <a:pt x="43200" y="21599"/>
                    </a:cubicBezTo>
                  </a:path>
                  <a:path w="43200" h="23695" stroke="0" extrusionOk="0">
                    <a:moveTo>
                      <a:pt x="101" y="23695"/>
                    </a:moveTo>
                    <a:cubicBezTo>
                      <a:pt x="33" y="22998"/>
                      <a:pt x="0" y="22299"/>
                      <a:pt x="0" y="21600"/>
                    </a:cubicBezTo>
                    <a:cubicBezTo>
                      <a:pt x="0" y="9670"/>
                      <a:pt x="9670" y="0"/>
                      <a:pt x="21600" y="0"/>
                    </a:cubicBezTo>
                    <a:cubicBezTo>
                      <a:pt x="33529" y="-1"/>
                      <a:pt x="43199" y="9670"/>
                      <a:pt x="43200" y="21599"/>
                    </a:cubicBezTo>
                    <a:lnTo>
                      <a:pt x="21600" y="21600"/>
                    </a:lnTo>
                    <a:lnTo>
                      <a:pt x="101" y="23695"/>
                    </a:lnTo>
                    <a:close/>
                  </a:path>
                </a:pathLst>
              </a:custGeom>
              <a:noFill/>
              <a:ln w="9525">
                <a:solidFill>
                  <a:srgbClr val="000000"/>
                </a:solidFill>
                <a:round/>
                <a:tailEnd type="triangle" w="sm" len="med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8234" name="Arc 89"/>
              <p:cNvSpPr/>
              <p:nvPr/>
            </p:nvSpPr>
            <p:spPr bwMode="auto">
              <a:xfrm>
                <a:off x="7071" y="11397"/>
                <a:ext cx="1460" cy="183"/>
              </a:xfrm>
              <a:custGeom>
                <a:avLst/>
                <a:gdLst>
                  <a:gd name="T0" fmla="*/ 0 w 42593"/>
                  <a:gd name="T1" fmla="*/ 0 h 21600"/>
                  <a:gd name="T2" fmla="*/ 0 w 42593"/>
                  <a:gd name="T3" fmla="*/ 0 h 21600"/>
                  <a:gd name="T4" fmla="*/ 0 w 42593"/>
                  <a:gd name="T5" fmla="*/ 0 h 21600"/>
                  <a:gd name="T6" fmla="*/ 0 60000 65536"/>
                  <a:gd name="T7" fmla="*/ 0 60000 65536"/>
                  <a:gd name="T8" fmla="*/ 0 60000 65536"/>
                  <a:gd name="T9" fmla="*/ 0 w 42593"/>
                  <a:gd name="T10" fmla="*/ 0 h 21600"/>
                  <a:gd name="T11" fmla="*/ 42593 w 42593"/>
                  <a:gd name="T12" fmla="*/ 21600 h 21600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42593" h="21600" fill="none" extrusionOk="0">
                    <a:moveTo>
                      <a:pt x="0" y="19648"/>
                    </a:moveTo>
                    <a:cubicBezTo>
                      <a:pt x="1010" y="8520"/>
                      <a:pt x="10339" y="-1"/>
                      <a:pt x="21512" y="0"/>
                    </a:cubicBezTo>
                    <a:cubicBezTo>
                      <a:pt x="31628" y="0"/>
                      <a:pt x="40389" y="7021"/>
                      <a:pt x="42593" y="16894"/>
                    </a:cubicBezTo>
                  </a:path>
                  <a:path w="42593" h="21600" stroke="0" extrusionOk="0">
                    <a:moveTo>
                      <a:pt x="0" y="19648"/>
                    </a:moveTo>
                    <a:cubicBezTo>
                      <a:pt x="1010" y="8520"/>
                      <a:pt x="10339" y="-1"/>
                      <a:pt x="21512" y="0"/>
                    </a:cubicBezTo>
                    <a:cubicBezTo>
                      <a:pt x="31628" y="0"/>
                      <a:pt x="40389" y="7021"/>
                      <a:pt x="42593" y="16894"/>
                    </a:cubicBezTo>
                    <a:lnTo>
                      <a:pt x="21512" y="21600"/>
                    </a:lnTo>
                    <a:lnTo>
                      <a:pt x="0" y="19648"/>
                    </a:lnTo>
                    <a:close/>
                  </a:path>
                </a:pathLst>
              </a:custGeom>
              <a:noFill/>
              <a:ln w="9525">
                <a:solidFill>
                  <a:srgbClr val="000000"/>
                </a:solidFill>
                <a:round/>
                <a:tailEnd type="triangle" w="sm" len="med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8235" name="Text Box 90"/>
              <p:cNvSpPr txBox="1">
                <a:spLocks noChangeArrowheads="1"/>
              </p:cNvSpPr>
              <p:nvPr/>
            </p:nvSpPr>
            <p:spPr bwMode="auto">
              <a:xfrm>
                <a:off x="7611" y="10997"/>
                <a:ext cx="480" cy="44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CN" sz="2400" b="0">
                    <a:solidFill>
                      <a:srgbClr val="800080"/>
                    </a:solidFill>
                    <a:ea typeface="宋体" panose="02010600030101010101" pitchFamily="2" charset="-122"/>
                  </a:rPr>
                  <a:t>r</a:t>
                </a:r>
                <a:r>
                  <a:rPr lang="en-US" altLang="zh-CN" sz="2400" b="0" baseline="-25000">
                    <a:solidFill>
                      <a:srgbClr val="800080"/>
                    </a:solidFill>
                    <a:ea typeface="宋体" panose="02010600030101010101" pitchFamily="2" charset="-122"/>
                  </a:rPr>
                  <a:t>1</a:t>
                </a:r>
                <a:endParaRPr lang="en-US" altLang="zh-CN" sz="2400" b="0">
                  <a:solidFill>
                    <a:srgbClr val="800080"/>
                  </a:solidFill>
                  <a:ea typeface="宋体" panose="02010600030101010101" pitchFamily="2" charset="-122"/>
                </a:endParaRPr>
              </a:p>
            </p:txBody>
          </p:sp>
        </p:grpSp>
        <p:sp>
          <p:nvSpPr>
            <p:cNvPr id="8229" name="Text Box 91"/>
            <p:cNvSpPr txBox="1">
              <a:spLocks noChangeArrowheads="1"/>
            </p:cNvSpPr>
            <p:nvPr/>
          </p:nvSpPr>
          <p:spPr bwMode="auto">
            <a:xfrm>
              <a:off x="5498" y="12725"/>
              <a:ext cx="1273" cy="44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2000" b="0">
                  <a:solidFill>
                    <a:srgbClr val="800080"/>
                  </a:solidFill>
                  <a:ea typeface="宋体" panose="02010600030101010101" pitchFamily="2" charset="-122"/>
                </a:rPr>
                <a:t>代之以</a:t>
              </a:r>
              <a:r>
                <a:rPr lang="zh-CN" altLang="en-US" sz="2400" b="0">
                  <a:solidFill>
                    <a:srgbClr val="800080"/>
                  </a:solidFill>
                  <a:ea typeface="宋体" panose="02010600030101010101" pitchFamily="2" charset="-122"/>
                </a:rPr>
                <a:t>：</a:t>
              </a:r>
            </a:p>
          </p:txBody>
        </p:sp>
      </p:grpSp>
      <p:grpSp>
        <p:nvGrpSpPr>
          <p:cNvPr id="8200" name="Group 92"/>
          <p:cNvGrpSpPr/>
          <p:nvPr/>
        </p:nvGrpSpPr>
        <p:grpSpPr bwMode="auto">
          <a:xfrm>
            <a:off x="1219200" y="4495800"/>
            <a:ext cx="6858000" cy="1171575"/>
            <a:chOff x="2851" y="13385"/>
            <a:chExt cx="5972" cy="960"/>
          </a:xfrm>
        </p:grpSpPr>
        <p:grpSp>
          <p:nvGrpSpPr>
            <p:cNvPr id="8201" name="Group 93"/>
            <p:cNvGrpSpPr/>
            <p:nvPr/>
          </p:nvGrpSpPr>
          <p:grpSpPr bwMode="auto">
            <a:xfrm>
              <a:off x="6751" y="13705"/>
              <a:ext cx="2072" cy="607"/>
              <a:chOff x="3091" y="12045"/>
              <a:chExt cx="2166" cy="620"/>
            </a:xfrm>
          </p:grpSpPr>
          <p:grpSp>
            <p:nvGrpSpPr>
              <p:cNvPr id="8219" name="Group 94"/>
              <p:cNvGrpSpPr/>
              <p:nvPr/>
            </p:nvGrpSpPr>
            <p:grpSpPr bwMode="auto">
              <a:xfrm>
                <a:off x="3091" y="12185"/>
                <a:ext cx="460" cy="480"/>
                <a:chOff x="3111" y="9265"/>
                <a:chExt cx="460" cy="480"/>
              </a:xfrm>
            </p:grpSpPr>
            <p:sp>
              <p:nvSpPr>
                <p:cNvPr id="8225" name="Oval 95"/>
                <p:cNvSpPr>
                  <a:spLocks noChangeArrowheads="1"/>
                </p:cNvSpPr>
                <p:nvPr/>
              </p:nvSpPr>
              <p:spPr bwMode="auto">
                <a:xfrm>
                  <a:off x="3111" y="9305"/>
                  <a:ext cx="380" cy="380"/>
                </a:xfrm>
                <a:prstGeom prst="ellipse">
                  <a:avLst/>
                </a:prstGeom>
                <a:noFill/>
                <a:ln w="9525">
                  <a:solidFill>
                    <a:srgbClr val="000000"/>
                  </a:solidFill>
                  <a:rou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>
                  <a:lvl1pPr>
                    <a:spcBef>
                      <a:spcPct val="20000"/>
                    </a:spcBef>
                    <a:buClr>
                      <a:schemeClr val="folHlink"/>
                    </a:buClr>
                    <a:buSzPct val="60000"/>
                    <a:buFont typeface="Wingdings" panose="05000000000000000000" pitchFamily="2" charset="2"/>
                    <a:buChar char="n"/>
                    <a:defRPr kumimoji="1" sz="28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hlink"/>
                    </a:buClr>
                    <a:buSzPct val="55000"/>
                    <a:buFont typeface="Wingdings" panose="05000000000000000000" pitchFamily="2" charset="2"/>
                    <a:buChar char="n"/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folHlink"/>
                    </a:buClr>
                    <a:buSzPct val="50000"/>
                    <a:buFont typeface="Wingdings" panose="05000000000000000000" pitchFamily="2" charset="2"/>
                    <a:buChar char="n"/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accent2"/>
                    </a:buClr>
                    <a:buSzPct val="55000"/>
                    <a:buFont typeface="Wingdings" panose="05000000000000000000" pitchFamily="2" charset="2"/>
                    <a:buChar char="n"/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9pPr>
                </a:lstStyle>
                <a:p>
                  <a:pPr algn="r">
                    <a:buFont typeface="Wingdings" panose="05000000000000000000" pitchFamily="2" charset="2"/>
                    <a:buNone/>
                  </a:pPr>
                  <a:endParaRPr lang="zh-CN" altLang="en-US" sz="1800" b="0">
                    <a:solidFill>
                      <a:srgbClr val="009999"/>
                    </a:solidFill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8226" name="Text Box 96"/>
                <p:cNvSpPr txBox="1">
                  <a:spLocks noChangeArrowheads="1"/>
                </p:cNvSpPr>
                <p:nvPr/>
              </p:nvSpPr>
              <p:spPr bwMode="auto">
                <a:xfrm>
                  <a:off x="3111" y="9265"/>
                  <a:ext cx="460" cy="48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>
                  <a:lvl1pPr>
                    <a:spcBef>
                      <a:spcPct val="20000"/>
                    </a:spcBef>
                    <a:buClr>
                      <a:schemeClr val="folHlink"/>
                    </a:buClr>
                    <a:buSzPct val="60000"/>
                    <a:buFont typeface="Wingdings" panose="05000000000000000000" pitchFamily="2" charset="2"/>
                    <a:buChar char="n"/>
                    <a:defRPr kumimoji="1" sz="28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hlink"/>
                    </a:buClr>
                    <a:buSzPct val="55000"/>
                    <a:buFont typeface="Wingdings" panose="05000000000000000000" pitchFamily="2" charset="2"/>
                    <a:buChar char="n"/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folHlink"/>
                    </a:buClr>
                    <a:buSzPct val="50000"/>
                    <a:buFont typeface="Wingdings" panose="05000000000000000000" pitchFamily="2" charset="2"/>
                    <a:buChar char="n"/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accent2"/>
                    </a:buClr>
                    <a:buSzPct val="55000"/>
                    <a:buFont typeface="Wingdings" panose="05000000000000000000" pitchFamily="2" charset="2"/>
                    <a:buChar char="n"/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r>
                    <a:rPr lang="en-US" altLang="zh-CN" sz="2400" b="0">
                      <a:solidFill>
                        <a:srgbClr val="800080"/>
                      </a:solidFill>
                      <a:ea typeface="宋体" panose="02010600030101010101" pitchFamily="2" charset="-122"/>
                    </a:rPr>
                    <a:t>x</a:t>
                  </a:r>
                </a:p>
              </p:txBody>
            </p:sp>
          </p:grpSp>
          <p:grpSp>
            <p:nvGrpSpPr>
              <p:cNvPr id="8220" name="Group 97"/>
              <p:cNvGrpSpPr/>
              <p:nvPr/>
            </p:nvGrpSpPr>
            <p:grpSpPr bwMode="auto">
              <a:xfrm>
                <a:off x="4797" y="12185"/>
                <a:ext cx="460" cy="480"/>
                <a:chOff x="3111" y="9265"/>
                <a:chExt cx="460" cy="480"/>
              </a:xfrm>
            </p:grpSpPr>
            <p:sp>
              <p:nvSpPr>
                <p:cNvPr id="8223" name="Oval 98"/>
                <p:cNvSpPr>
                  <a:spLocks noChangeArrowheads="1"/>
                </p:cNvSpPr>
                <p:nvPr/>
              </p:nvSpPr>
              <p:spPr bwMode="auto">
                <a:xfrm>
                  <a:off x="3111" y="9305"/>
                  <a:ext cx="380" cy="380"/>
                </a:xfrm>
                <a:prstGeom prst="ellipse">
                  <a:avLst/>
                </a:prstGeom>
                <a:noFill/>
                <a:ln w="6350">
                  <a:solidFill>
                    <a:srgbClr val="000000"/>
                  </a:solidFill>
                  <a:rou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>
                  <a:lvl1pPr>
                    <a:spcBef>
                      <a:spcPct val="20000"/>
                    </a:spcBef>
                    <a:buClr>
                      <a:schemeClr val="folHlink"/>
                    </a:buClr>
                    <a:buSzPct val="60000"/>
                    <a:buFont typeface="Wingdings" panose="05000000000000000000" pitchFamily="2" charset="2"/>
                    <a:buChar char="n"/>
                    <a:defRPr kumimoji="1" sz="28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hlink"/>
                    </a:buClr>
                    <a:buSzPct val="55000"/>
                    <a:buFont typeface="Wingdings" panose="05000000000000000000" pitchFamily="2" charset="2"/>
                    <a:buChar char="n"/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folHlink"/>
                    </a:buClr>
                    <a:buSzPct val="50000"/>
                    <a:buFont typeface="Wingdings" panose="05000000000000000000" pitchFamily="2" charset="2"/>
                    <a:buChar char="n"/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accent2"/>
                    </a:buClr>
                    <a:buSzPct val="55000"/>
                    <a:buFont typeface="Wingdings" panose="05000000000000000000" pitchFamily="2" charset="2"/>
                    <a:buChar char="n"/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9pPr>
                </a:lstStyle>
                <a:p>
                  <a:pPr algn="r">
                    <a:buFont typeface="Wingdings" panose="05000000000000000000" pitchFamily="2" charset="2"/>
                    <a:buNone/>
                  </a:pPr>
                  <a:endParaRPr lang="zh-CN" altLang="en-US" sz="1800" b="0">
                    <a:solidFill>
                      <a:srgbClr val="009999"/>
                    </a:solidFill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8224" name="Text Box 99"/>
                <p:cNvSpPr txBox="1">
                  <a:spLocks noChangeArrowheads="1"/>
                </p:cNvSpPr>
                <p:nvPr/>
              </p:nvSpPr>
              <p:spPr bwMode="auto">
                <a:xfrm>
                  <a:off x="3111" y="9265"/>
                  <a:ext cx="460" cy="48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6350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>
                  <a:lvl1pPr>
                    <a:spcBef>
                      <a:spcPct val="20000"/>
                    </a:spcBef>
                    <a:buClr>
                      <a:schemeClr val="folHlink"/>
                    </a:buClr>
                    <a:buSzPct val="60000"/>
                    <a:buFont typeface="Wingdings" panose="05000000000000000000" pitchFamily="2" charset="2"/>
                    <a:buChar char="n"/>
                    <a:defRPr kumimoji="1" sz="28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hlink"/>
                    </a:buClr>
                    <a:buSzPct val="55000"/>
                    <a:buFont typeface="Wingdings" panose="05000000000000000000" pitchFamily="2" charset="2"/>
                    <a:buChar char="n"/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folHlink"/>
                    </a:buClr>
                    <a:buSzPct val="50000"/>
                    <a:buFont typeface="Wingdings" panose="05000000000000000000" pitchFamily="2" charset="2"/>
                    <a:buChar char="n"/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accent2"/>
                    </a:buClr>
                    <a:buSzPct val="55000"/>
                    <a:buFont typeface="Wingdings" panose="05000000000000000000" pitchFamily="2" charset="2"/>
                    <a:buChar char="n"/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r>
                    <a:rPr lang="en-US" altLang="zh-CN" sz="2400" b="0">
                      <a:solidFill>
                        <a:srgbClr val="800080"/>
                      </a:solidFill>
                      <a:ea typeface="宋体" panose="02010600030101010101" pitchFamily="2" charset="-122"/>
                    </a:rPr>
                    <a:t>y</a:t>
                  </a:r>
                </a:p>
              </p:txBody>
            </p:sp>
          </p:grpSp>
          <p:sp>
            <p:nvSpPr>
              <p:cNvPr id="8221" name="Line 100"/>
              <p:cNvSpPr>
                <a:spLocks noChangeShapeType="1"/>
              </p:cNvSpPr>
              <p:nvPr/>
            </p:nvSpPr>
            <p:spPr bwMode="auto">
              <a:xfrm>
                <a:off x="3471" y="12425"/>
                <a:ext cx="1340" cy="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tailEnd type="triangle" w="sm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8222" name="Text Box 101"/>
              <p:cNvSpPr txBox="1">
                <a:spLocks noChangeArrowheads="1"/>
              </p:cNvSpPr>
              <p:nvPr/>
            </p:nvSpPr>
            <p:spPr bwMode="auto">
              <a:xfrm>
                <a:off x="3711" y="12045"/>
                <a:ext cx="840" cy="44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zh-CN" altLang="zh-CN" sz="2400" b="0">
                    <a:solidFill>
                      <a:srgbClr val="800080"/>
                    </a:solidFill>
                    <a:ea typeface="宋体" panose="02010600030101010101" pitchFamily="2" charset="-122"/>
                  </a:rPr>
                  <a:t>  </a:t>
                </a:r>
                <a:r>
                  <a:rPr lang="en-US" altLang="zh-CN" sz="2400" b="0">
                    <a:solidFill>
                      <a:srgbClr val="800080"/>
                    </a:solidFill>
                    <a:ea typeface="宋体" panose="02010600030101010101" pitchFamily="2" charset="-122"/>
                  </a:rPr>
                  <a:t>r</a:t>
                </a:r>
                <a:r>
                  <a:rPr lang="en-US" altLang="zh-CN" sz="2400" b="0" baseline="-25000">
                    <a:solidFill>
                      <a:srgbClr val="800080"/>
                    </a:solidFill>
                    <a:ea typeface="宋体" panose="02010600030101010101" pitchFamily="2" charset="-122"/>
                  </a:rPr>
                  <a:t>1</a:t>
                </a:r>
                <a:r>
                  <a:rPr lang="en-US" altLang="zh-CN" sz="2400" b="0" baseline="30000">
                    <a:solidFill>
                      <a:srgbClr val="800080"/>
                    </a:solidFill>
                    <a:ea typeface="宋体" panose="02010600030101010101" pitchFamily="2" charset="-122"/>
                  </a:rPr>
                  <a:t>*</a:t>
                </a:r>
                <a:endParaRPr lang="en-US" altLang="zh-CN" sz="2400" b="0">
                  <a:solidFill>
                    <a:srgbClr val="800080"/>
                  </a:solidFill>
                  <a:ea typeface="宋体" panose="02010600030101010101" pitchFamily="2" charset="-122"/>
                </a:endParaRPr>
              </a:p>
            </p:txBody>
          </p:sp>
        </p:grpSp>
        <p:grpSp>
          <p:nvGrpSpPr>
            <p:cNvPr id="8202" name="Group 102"/>
            <p:cNvGrpSpPr/>
            <p:nvPr/>
          </p:nvGrpSpPr>
          <p:grpSpPr bwMode="auto">
            <a:xfrm>
              <a:off x="2851" y="13385"/>
              <a:ext cx="2454" cy="960"/>
              <a:chOff x="6691" y="12305"/>
              <a:chExt cx="2566" cy="980"/>
            </a:xfrm>
          </p:grpSpPr>
          <p:grpSp>
            <p:nvGrpSpPr>
              <p:cNvPr id="8204" name="Group 103"/>
              <p:cNvGrpSpPr/>
              <p:nvPr/>
            </p:nvGrpSpPr>
            <p:grpSpPr bwMode="auto">
              <a:xfrm>
                <a:off x="6691" y="12798"/>
                <a:ext cx="460" cy="480"/>
                <a:chOff x="3111" y="9265"/>
                <a:chExt cx="460" cy="480"/>
              </a:xfrm>
            </p:grpSpPr>
            <p:sp>
              <p:nvSpPr>
                <p:cNvPr id="8217" name="Oval 104"/>
                <p:cNvSpPr>
                  <a:spLocks noChangeArrowheads="1"/>
                </p:cNvSpPr>
                <p:nvPr/>
              </p:nvSpPr>
              <p:spPr bwMode="auto">
                <a:xfrm>
                  <a:off x="3111" y="9305"/>
                  <a:ext cx="380" cy="380"/>
                </a:xfrm>
                <a:prstGeom prst="ellipse">
                  <a:avLst/>
                </a:prstGeom>
                <a:noFill/>
                <a:ln w="9525">
                  <a:solidFill>
                    <a:srgbClr val="000000"/>
                  </a:solidFill>
                  <a:rou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>
                  <a:lvl1pPr>
                    <a:spcBef>
                      <a:spcPct val="20000"/>
                    </a:spcBef>
                    <a:buClr>
                      <a:schemeClr val="folHlink"/>
                    </a:buClr>
                    <a:buSzPct val="60000"/>
                    <a:buFont typeface="Wingdings" panose="05000000000000000000" pitchFamily="2" charset="2"/>
                    <a:buChar char="n"/>
                    <a:defRPr kumimoji="1" sz="28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hlink"/>
                    </a:buClr>
                    <a:buSzPct val="55000"/>
                    <a:buFont typeface="Wingdings" panose="05000000000000000000" pitchFamily="2" charset="2"/>
                    <a:buChar char="n"/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folHlink"/>
                    </a:buClr>
                    <a:buSzPct val="50000"/>
                    <a:buFont typeface="Wingdings" panose="05000000000000000000" pitchFamily="2" charset="2"/>
                    <a:buChar char="n"/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accent2"/>
                    </a:buClr>
                    <a:buSzPct val="55000"/>
                    <a:buFont typeface="Wingdings" panose="05000000000000000000" pitchFamily="2" charset="2"/>
                    <a:buChar char="n"/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9pPr>
                </a:lstStyle>
                <a:p>
                  <a:pPr algn="r">
                    <a:buFont typeface="Wingdings" panose="05000000000000000000" pitchFamily="2" charset="2"/>
                    <a:buNone/>
                  </a:pPr>
                  <a:endParaRPr lang="zh-CN" altLang="en-US" sz="1800" b="0">
                    <a:solidFill>
                      <a:srgbClr val="009999"/>
                    </a:solidFill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8218" name="Text Box 105"/>
                <p:cNvSpPr txBox="1">
                  <a:spLocks noChangeArrowheads="1"/>
                </p:cNvSpPr>
                <p:nvPr/>
              </p:nvSpPr>
              <p:spPr bwMode="auto">
                <a:xfrm>
                  <a:off x="3111" y="9265"/>
                  <a:ext cx="460" cy="48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>
                  <a:lvl1pPr>
                    <a:spcBef>
                      <a:spcPct val="20000"/>
                    </a:spcBef>
                    <a:buClr>
                      <a:schemeClr val="folHlink"/>
                    </a:buClr>
                    <a:buSzPct val="60000"/>
                    <a:buFont typeface="Wingdings" panose="05000000000000000000" pitchFamily="2" charset="2"/>
                    <a:buChar char="n"/>
                    <a:defRPr kumimoji="1" sz="28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hlink"/>
                    </a:buClr>
                    <a:buSzPct val="55000"/>
                    <a:buFont typeface="Wingdings" panose="05000000000000000000" pitchFamily="2" charset="2"/>
                    <a:buChar char="n"/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folHlink"/>
                    </a:buClr>
                    <a:buSzPct val="50000"/>
                    <a:buFont typeface="Wingdings" panose="05000000000000000000" pitchFamily="2" charset="2"/>
                    <a:buChar char="n"/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accent2"/>
                    </a:buClr>
                    <a:buSzPct val="55000"/>
                    <a:buFont typeface="Wingdings" panose="05000000000000000000" pitchFamily="2" charset="2"/>
                    <a:buChar char="n"/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r>
                    <a:rPr lang="en-US" altLang="zh-CN" sz="2400" b="0">
                      <a:solidFill>
                        <a:srgbClr val="800080"/>
                      </a:solidFill>
                      <a:ea typeface="宋体" panose="02010600030101010101" pitchFamily="2" charset="-122"/>
                    </a:rPr>
                    <a:t>x</a:t>
                  </a:r>
                </a:p>
              </p:txBody>
            </p:sp>
          </p:grpSp>
          <p:grpSp>
            <p:nvGrpSpPr>
              <p:cNvPr id="8205" name="Group 106"/>
              <p:cNvGrpSpPr/>
              <p:nvPr/>
            </p:nvGrpSpPr>
            <p:grpSpPr bwMode="auto">
              <a:xfrm>
                <a:off x="7737" y="12798"/>
                <a:ext cx="460" cy="480"/>
                <a:chOff x="3111" y="9265"/>
                <a:chExt cx="460" cy="480"/>
              </a:xfrm>
            </p:grpSpPr>
            <p:sp>
              <p:nvSpPr>
                <p:cNvPr id="8215" name="Oval 107"/>
                <p:cNvSpPr>
                  <a:spLocks noChangeArrowheads="1"/>
                </p:cNvSpPr>
                <p:nvPr/>
              </p:nvSpPr>
              <p:spPr bwMode="auto">
                <a:xfrm>
                  <a:off x="3111" y="9305"/>
                  <a:ext cx="380" cy="380"/>
                </a:xfrm>
                <a:prstGeom prst="ellipse">
                  <a:avLst/>
                </a:prstGeom>
                <a:noFill/>
                <a:ln w="6350">
                  <a:solidFill>
                    <a:srgbClr val="000000"/>
                  </a:solidFill>
                  <a:rou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>
                  <a:lvl1pPr>
                    <a:spcBef>
                      <a:spcPct val="20000"/>
                    </a:spcBef>
                    <a:buClr>
                      <a:schemeClr val="folHlink"/>
                    </a:buClr>
                    <a:buSzPct val="60000"/>
                    <a:buFont typeface="Wingdings" panose="05000000000000000000" pitchFamily="2" charset="2"/>
                    <a:buChar char="n"/>
                    <a:defRPr kumimoji="1" sz="28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hlink"/>
                    </a:buClr>
                    <a:buSzPct val="55000"/>
                    <a:buFont typeface="Wingdings" panose="05000000000000000000" pitchFamily="2" charset="2"/>
                    <a:buChar char="n"/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folHlink"/>
                    </a:buClr>
                    <a:buSzPct val="50000"/>
                    <a:buFont typeface="Wingdings" panose="05000000000000000000" pitchFamily="2" charset="2"/>
                    <a:buChar char="n"/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accent2"/>
                    </a:buClr>
                    <a:buSzPct val="55000"/>
                    <a:buFont typeface="Wingdings" panose="05000000000000000000" pitchFamily="2" charset="2"/>
                    <a:buChar char="n"/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9pPr>
                </a:lstStyle>
                <a:p>
                  <a:pPr algn="r">
                    <a:buFont typeface="Wingdings" panose="05000000000000000000" pitchFamily="2" charset="2"/>
                    <a:buNone/>
                  </a:pPr>
                  <a:endParaRPr lang="zh-CN" altLang="en-US" sz="1800" b="0">
                    <a:solidFill>
                      <a:srgbClr val="009999"/>
                    </a:solidFill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8216" name="Text Box 108"/>
                <p:cNvSpPr txBox="1">
                  <a:spLocks noChangeArrowheads="1"/>
                </p:cNvSpPr>
                <p:nvPr/>
              </p:nvSpPr>
              <p:spPr bwMode="auto">
                <a:xfrm>
                  <a:off x="3111" y="9265"/>
                  <a:ext cx="460" cy="48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6350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>
                  <a:lvl1pPr>
                    <a:spcBef>
                      <a:spcPct val="20000"/>
                    </a:spcBef>
                    <a:buClr>
                      <a:schemeClr val="folHlink"/>
                    </a:buClr>
                    <a:buSzPct val="60000"/>
                    <a:buFont typeface="Wingdings" panose="05000000000000000000" pitchFamily="2" charset="2"/>
                    <a:buChar char="n"/>
                    <a:defRPr kumimoji="1" sz="28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hlink"/>
                    </a:buClr>
                    <a:buSzPct val="55000"/>
                    <a:buFont typeface="Wingdings" panose="05000000000000000000" pitchFamily="2" charset="2"/>
                    <a:buChar char="n"/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folHlink"/>
                    </a:buClr>
                    <a:buSzPct val="50000"/>
                    <a:buFont typeface="Wingdings" panose="05000000000000000000" pitchFamily="2" charset="2"/>
                    <a:buChar char="n"/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accent2"/>
                    </a:buClr>
                    <a:buSzPct val="55000"/>
                    <a:buFont typeface="Wingdings" panose="05000000000000000000" pitchFamily="2" charset="2"/>
                    <a:buChar char="n"/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r>
                    <a:rPr lang="en-US" altLang="zh-CN" sz="2400" b="0">
                      <a:solidFill>
                        <a:srgbClr val="800080"/>
                      </a:solidFill>
                      <a:ea typeface="宋体" panose="02010600030101010101" pitchFamily="2" charset="-122"/>
                    </a:rPr>
                    <a:t>z</a:t>
                  </a:r>
                </a:p>
              </p:txBody>
            </p:sp>
          </p:grpSp>
          <p:sp>
            <p:nvSpPr>
              <p:cNvPr id="8206" name="Line 109"/>
              <p:cNvSpPr>
                <a:spLocks noChangeShapeType="1"/>
              </p:cNvSpPr>
              <p:nvPr/>
            </p:nvSpPr>
            <p:spPr bwMode="auto">
              <a:xfrm flipV="1">
                <a:off x="7071" y="13045"/>
                <a:ext cx="640" cy="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tailEnd type="triangle" w="sm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8207" name="Text Box 110"/>
              <p:cNvSpPr txBox="1">
                <a:spLocks noChangeArrowheads="1"/>
              </p:cNvSpPr>
              <p:nvPr/>
            </p:nvSpPr>
            <p:spPr bwMode="auto">
              <a:xfrm>
                <a:off x="6997" y="12658"/>
                <a:ext cx="620" cy="44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zh-CN" altLang="en-US" sz="2400" b="0">
                    <a:solidFill>
                      <a:srgbClr val="800080"/>
                    </a:solidFill>
                    <a:ea typeface="宋体" panose="02010600030101010101" pitchFamily="2" charset="-122"/>
                    <a:sym typeface="Symbol" panose="05050102010706020507" pitchFamily="18" charset="2"/>
                  </a:rPr>
                  <a:t>   </a:t>
                </a:r>
                <a:endParaRPr lang="zh-CN" altLang="en-US" sz="2400" b="0">
                  <a:solidFill>
                    <a:srgbClr val="800080"/>
                  </a:solidFill>
                  <a:ea typeface="宋体" panose="02010600030101010101" pitchFamily="2" charset="-122"/>
                </a:endParaRPr>
              </a:p>
            </p:txBody>
          </p:sp>
          <p:grpSp>
            <p:nvGrpSpPr>
              <p:cNvPr id="8208" name="Group 111"/>
              <p:cNvGrpSpPr/>
              <p:nvPr/>
            </p:nvGrpSpPr>
            <p:grpSpPr bwMode="auto">
              <a:xfrm>
                <a:off x="8797" y="12805"/>
                <a:ext cx="460" cy="480"/>
                <a:chOff x="3111" y="9265"/>
                <a:chExt cx="460" cy="480"/>
              </a:xfrm>
            </p:grpSpPr>
            <p:sp>
              <p:nvSpPr>
                <p:cNvPr id="8213" name="Oval 112"/>
                <p:cNvSpPr>
                  <a:spLocks noChangeArrowheads="1"/>
                </p:cNvSpPr>
                <p:nvPr/>
              </p:nvSpPr>
              <p:spPr bwMode="auto">
                <a:xfrm>
                  <a:off x="3111" y="9305"/>
                  <a:ext cx="380" cy="380"/>
                </a:xfrm>
                <a:prstGeom prst="ellipse">
                  <a:avLst/>
                </a:prstGeom>
                <a:noFill/>
                <a:ln w="6350">
                  <a:solidFill>
                    <a:srgbClr val="000000"/>
                  </a:solidFill>
                  <a:rou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>
                  <a:lvl1pPr>
                    <a:spcBef>
                      <a:spcPct val="20000"/>
                    </a:spcBef>
                    <a:buClr>
                      <a:schemeClr val="folHlink"/>
                    </a:buClr>
                    <a:buSzPct val="60000"/>
                    <a:buFont typeface="Wingdings" panose="05000000000000000000" pitchFamily="2" charset="2"/>
                    <a:buChar char="n"/>
                    <a:defRPr kumimoji="1" sz="28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hlink"/>
                    </a:buClr>
                    <a:buSzPct val="55000"/>
                    <a:buFont typeface="Wingdings" panose="05000000000000000000" pitchFamily="2" charset="2"/>
                    <a:buChar char="n"/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folHlink"/>
                    </a:buClr>
                    <a:buSzPct val="50000"/>
                    <a:buFont typeface="Wingdings" panose="05000000000000000000" pitchFamily="2" charset="2"/>
                    <a:buChar char="n"/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accent2"/>
                    </a:buClr>
                    <a:buSzPct val="55000"/>
                    <a:buFont typeface="Wingdings" panose="05000000000000000000" pitchFamily="2" charset="2"/>
                    <a:buChar char="n"/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9pPr>
                </a:lstStyle>
                <a:p>
                  <a:pPr algn="r">
                    <a:buFont typeface="Wingdings" panose="05000000000000000000" pitchFamily="2" charset="2"/>
                    <a:buNone/>
                  </a:pPr>
                  <a:endParaRPr lang="zh-CN" altLang="en-US" sz="1800" b="0">
                    <a:solidFill>
                      <a:srgbClr val="009999"/>
                    </a:solidFill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8214" name="Text Box 113"/>
                <p:cNvSpPr txBox="1">
                  <a:spLocks noChangeArrowheads="1"/>
                </p:cNvSpPr>
                <p:nvPr/>
              </p:nvSpPr>
              <p:spPr bwMode="auto">
                <a:xfrm>
                  <a:off x="3111" y="9265"/>
                  <a:ext cx="460" cy="48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6350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>
                  <a:lvl1pPr>
                    <a:spcBef>
                      <a:spcPct val="20000"/>
                    </a:spcBef>
                    <a:buClr>
                      <a:schemeClr val="folHlink"/>
                    </a:buClr>
                    <a:buSzPct val="60000"/>
                    <a:buFont typeface="Wingdings" panose="05000000000000000000" pitchFamily="2" charset="2"/>
                    <a:buChar char="n"/>
                    <a:defRPr kumimoji="1" sz="28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hlink"/>
                    </a:buClr>
                    <a:buSzPct val="55000"/>
                    <a:buFont typeface="Wingdings" panose="05000000000000000000" pitchFamily="2" charset="2"/>
                    <a:buChar char="n"/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folHlink"/>
                    </a:buClr>
                    <a:buSzPct val="50000"/>
                    <a:buFont typeface="Wingdings" panose="05000000000000000000" pitchFamily="2" charset="2"/>
                    <a:buChar char="n"/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accent2"/>
                    </a:buClr>
                    <a:buSzPct val="55000"/>
                    <a:buFont typeface="Wingdings" panose="05000000000000000000" pitchFamily="2" charset="2"/>
                    <a:buChar char="n"/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r>
                    <a:rPr lang="en-US" altLang="zh-CN" sz="2400" b="0">
                      <a:solidFill>
                        <a:srgbClr val="800080"/>
                      </a:solidFill>
                      <a:ea typeface="宋体" panose="02010600030101010101" pitchFamily="2" charset="-122"/>
                    </a:rPr>
                    <a:t>y</a:t>
                  </a:r>
                </a:p>
              </p:txBody>
            </p:sp>
          </p:grpSp>
          <p:sp>
            <p:nvSpPr>
              <p:cNvPr id="8209" name="Line 114"/>
              <p:cNvSpPr>
                <a:spLocks noChangeShapeType="1"/>
              </p:cNvSpPr>
              <p:nvPr/>
            </p:nvSpPr>
            <p:spPr bwMode="auto">
              <a:xfrm flipV="1">
                <a:off x="8131" y="13045"/>
                <a:ext cx="666" cy="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tailEnd type="triangle" w="sm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8210" name="Text Box 115"/>
              <p:cNvSpPr txBox="1">
                <a:spLocks noChangeArrowheads="1"/>
              </p:cNvSpPr>
              <p:nvPr/>
            </p:nvSpPr>
            <p:spPr bwMode="auto">
              <a:xfrm>
                <a:off x="8057" y="12665"/>
                <a:ext cx="620" cy="44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zh-CN" altLang="en-US" sz="2400" b="0">
                    <a:solidFill>
                      <a:srgbClr val="800080"/>
                    </a:solidFill>
                    <a:ea typeface="宋体" panose="02010600030101010101" pitchFamily="2" charset="-122"/>
                    <a:sym typeface="Symbol" panose="05050102010706020507" pitchFamily="18" charset="2"/>
                  </a:rPr>
                  <a:t>   </a:t>
                </a:r>
                <a:endParaRPr lang="zh-CN" altLang="en-US" sz="2400" b="0">
                  <a:solidFill>
                    <a:srgbClr val="800080"/>
                  </a:solidFill>
                  <a:ea typeface="宋体" panose="02010600030101010101" pitchFamily="2" charset="-122"/>
                </a:endParaRPr>
              </a:p>
            </p:txBody>
          </p:sp>
          <p:sp>
            <p:nvSpPr>
              <p:cNvPr id="8211" name="Arc 116"/>
              <p:cNvSpPr/>
              <p:nvPr/>
            </p:nvSpPr>
            <p:spPr bwMode="auto">
              <a:xfrm flipH="1" flipV="1">
                <a:off x="7751" y="12505"/>
                <a:ext cx="380" cy="346"/>
              </a:xfrm>
              <a:custGeom>
                <a:avLst/>
                <a:gdLst>
                  <a:gd name="T0" fmla="*/ 0 w 43200"/>
                  <a:gd name="T1" fmla="*/ 0 h 41402"/>
                  <a:gd name="T2" fmla="*/ 0 w 43200"/>
                  <a:gd name="T3" fmla="*/ 0 h 41402"/>
                  <a:gd name="T4" fmla="*/ 0 w 43200"/>
                  <a:gd name="T5" fmla="*/ 0 h 41402"/>
                  <a:gd name="T6" fmla="*/ 0 60000 65536"/>
                  <a:gd name="T7" fmla="*/ 0 60000 65536"/>
                  <a:gd name="T8" fmla="*/ 0 60000 65536"/>
                  <a:gd name="T9" fmla="*/ 0 w 43200"/>
                  <a:gd name="T10" fmla="*/ 0 h 41402"/>
                  <a:gd name="T11" fmla="*/ 43200 w 43200"/>
                  <a:gd name="T12" fmla="*/ 41402 h 41402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43200" h="41402" fill="none" extrusionOk="0">
                    <a:moveTo>
                      <a:pt x="31561" y="636"/>
                    </a:moveTo>
                    <a:cubicBezTo>
                      <a:pt x="38712" y="4353"/>
                      <a:pt x="43200" y="11742"/>
                      <a:pt x="43200" y="19802"/>
                    </a:cubicBezTo>
                    <a:cubicBezTo>
                      <a:pt x="43200" y="31731"/>
                      <a:pt x="33529" y="41402"/>
                      <a:pt x="21600" y="41402"/>
                    </a:cubicBezTo>
                    <a:cubicBezTo>
                      <a:pt x="9670" y="41402"/>
                      <a:pt x="0" y="31731"/>
                      <a:pt x="0" y="19802"/>
                    </a:cubicBezTo>
                    <a:cubicBezTo>
                      <a:pt x="-1" y="11208"/>
                      <a:pt x="5093" y="3432"/>
                      <a:pt x="12972" y="0"/>
                    </a:cubicBezTo>
                  </a:path>
                  <a:path w="43200" h="41402" stroke="0" extrusionOk="0">
                    <a:moveTo>
                      <a:pt x="31561" y="636"/>
                    </a:moveTo>
                    <a:cubicBezTo>
                      <a:pt x="38712" y="4353"/>
                      <a:pt x="43200" y="11742"/>
                      <a:pt x="43200" y="19802"/>
                    </a:cubicBezTo>
                    <a:cubicBezTo>
                      <a:pt x="43200" y="31731"/>
                      <a:pt x="33529" y="41402"/>
                      <a:pt x="21600" y="41402"/>
                    </a:cubicBezTo>
                    <a:cubicBezTo>
                      <a:pt x="9670" y="41402"/>
                      <a:pt x="0" y="31731"/>
                      <a:pt x="0" y="19802"/>
                    </a:cubicBezTo>
                    <a:cubicBezTo>
                      <a:pt x="-1" y="11208"/>
                      <a:pt x="5093" y="3432"/>
                      <a:pt x="12972" y="0"/>
                    </a:cubicBezTo>
                    <a:lnTo>
                      <a:pt x="21600" y="19802"/>
                    </a:lnTo>
                    <a:lnTo>
                      <a:pt x="31561" y="636"/>
                    </a:lnTo>
                    <a:close/>
                  </a:path>
                </a:pathLst>
              </a:custGeom>
              <a:noFill/>
              <a:ln w="9525">
                <a:solidFill>
                  <a:srgbClr val="000000"/>
                </a:solidFill>
                <a:round/>
                <a:tailEnd type="triangle" w="sm" len="med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8212" name="Text Box 117"/>
              <p:cNvSpPr txBox="1">
                <a:spLocks noChangeArrowheads="1"/>
              </p:cNvSpPr>
              <p:nvPr/>
            </p:nvSpPr>
            <p:spPr bwMode="auto">
              <a:xfrm>
                <a:off x="7991" y="12305"/>
                <a:ext cx="620" cy="44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zh-CN" altLang="zh-CN" sz="2400" b="0">
                    <a:solidFill>
                      <a:srgbClr val="800080"/>
                    </a:solidFill>
                    <a:ea typeface="宋体" panose="02010600030101010101" pitchFamily="2" charset="-122"/>
                  </a:rPr>
                  <a:t>  </a:t>
                </a:r>
                <a:r>
                  <a:rPr lang="en-US" altLang="zh-CN" sz="2400" b="0">
                    <a:solidFill>
                      <a:srgbClr val="800080"/>
                    </a:solidFill>
                    <a:ea typeface="宋体" panose="02010600030101010101" pitchFamily="2" charset="-122"/>
                  </a:rPr>
                  <a:t>r</a:t>
                </a:r>
                <a:r>
                  <a:rPr lang="en-US" altLang="zh-CN" sz="2400" b="0" baseline="-25000">
                    <a:solidFill>
                      <a:srgbClr val="800080"/>
                    </a:solidFill>
                    <a:ea typeface="宋体" panose="02010600030101010101" pitchFamily="2" charset="-122"/>
                  </a:rPr>
                  <a:t>1</a:t>
                </a:r>
                <a:endParaRPr lang="en-US" altLang="zh-CN" sz="2400" b="0">
                  <a:solidFill>
                    <a:srgbClr val="800080"/>
                  </a:solidFill>
                  <a:ea typeface="宋体" panose="02010600030101010101" pitchFamily="2" charset="-122"/>
                </a:endParaRPr>
              </a:p>
            </p:txBody>
          </p:sp>
        </p:grpSp>
        <p:sp>
          <p:nvSpPr>
            <p:cNvPr id="8203" name="Text Box 118"/>
            <p:cNvSpPr txBox="1">
              <a:spLocks noChangeArrowheads="1"/>
            </p:cNvSpPr>
            <p:nvPr/>
          </p:nvSpPr>
          <p:spPr bwMode="auto">
            <a:xfrm>
              <a:off x="5511" y="13885"/>
              <a:ext cx="1160" cy="4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2000" b="0">
                  <a:solidFill>
                    <a:srgbClr val="800080"/>
                  </a:solidFill>
                  <a:ea typeface="宋体" panose="02010600030101010101" pitchFamily="2" charset="-122"/>
                </a:rPr>
                <a:t>代之以</a:t>
              </a:r>
              <a:r>
                <a:rPr lang="zh-CN" altLang="en-US" sz="2400" b="0">
                  <a:solidFill>
                    <a:srgbClr val="800080"/>
                  </a:solidFill>
                  <a:ea typeface="宋体" panose="02010600030101010101" pitchFamily="2" charset="-122"/>
                </a:rPr>
                <a:t>：</a:t>
              </a:r>
            </a:p>
          </p:txBody>
        </p:sp>
      </p:grpSp>
    </p:spTree>
  </p:cSld>
  <p:clrMapOvr>
    <a:masterClrMapping/>
  </p:clrMapOvr>
  <p:transition spd="med">
    <p:wipe dir="r"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灯片编号占位符 1"/>
          <p:cNvSpPr>
            <a:spLocks noGrp="1"/>
          </p:cNvSpPr>
          <p:nvPr>
            <p:ph type="sldNum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7708BCAE-ED4B-4624-A2A9-D9D5A69C45EF}" type="slidenum">
              <a:rPr kumimoji="0" lang="zh-CN" altLang="en-US" sz="1200">
                <a:solidFill>
                  <a:srgbClr val="009999"/>
                </a:solidFill>
                <a:latin typeface="Arial Narrow" panose="020B0606020202030204" pitchFamily="34" charset="0"/>
                <a:ea typeface="宋体" panose="02010600030101010101" pitchFamily="2" charset="-122"/>
              </a:rPr>
              <a:t>15</a:t>
            </a:fld>
            <a:endParaRPr kumimoji="0" lang="en-US" altLang="zh-CN" sz="1200">
              <a:solidFill>
                <a:srgbClr val="009999"/>
              </a:solidFill>
              <a:latin typeface="Arial Narrow" panose="020B0606020202030204" pitchFamily="34" charset="0"/>
              <a:ea typeface="宋体" panose="02010600030101010101" pitchFamily="2" charset="-122"/>
            </a:endParaRPr>
          </a:p>
        </p:txBody>
      </p:sp>
      <p:sp>
        <p:nvSpPr>
          <p:cNvPr id="9219" name="日期占位符 2"/>
          <p:cNvSpPr>
            <a:spLocks noGrp="1"/>
          </p:cNvSpPr>
          <p:nvPr>
            <p:ph type="dt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23E1F6A0-2755-496D-AB43-7961CF9EDDE8}" type="datetime1">
              <a:rPr kumimoji="0" lang="zh-CN" altLang="en-US" sz="1200">
                <a:solidFill>
                  <a:srgbClr val="009999"/>
                </a:solidFill>
                <a:latin typeface="Arial Narrow" panose="020B0606020202030204" pitchFamily="34" charset="0"/>
                <a:ea typeface="宋体" panose="02010600030101010101" pitchFamily="2" charset="-122"/>
              </a:rPr>
              <a:t>2024/3/24</a:t>
            </a:fld>
            <a:endParaRPr kumimoji="0" lang="zh-CN" altLang="zh-CN" sz="1200">
              <a:solidFill>
                <a:srgbClr val="009999"/>
              </a:solidFill>
              <a:latin typeface="Arial Narrow" panose="020B0606020202030204" pitchFamily="34" charset="0"/>
              <a:ea typeface="宋体" panose="02010600030101010101" pitchFamily="2" charset="-122"/>
            </a:endParaRPr>
          </a:p>
        </p:txBody>
      </p:sp>
      <p:sp>
        <p:nvSpPr>
          <p:cNvPr id="9220" name="页脚占位符 3"/>
          <p:cNvSpPr>
            <a:spLocks noGrp="1"/>
          </p:cNvSpPr>
          <p:nvPr>
            <p:ph type="ftr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200">
                <a:solidFill>
                  <a:srgbClr val="009999"/>
                </a:solidFill>
                <a:latin typeface="Arial Narrow" panose="020B0606020202030204" pitchFamily="34" charset="0"/>
                <a:ea typeface="宋体" panose="02010600030101010101" pitchFamily="2" charset="-122"/>
              </a:rPr>
              <a:t>School of Computer Science, BUPT</a:t>
            </a:r>
            <a:endParaRPr lang="zh-CN" altLang="en-US" sz="1200">
              <a:solidFill>
                <a:srgbClr val="009999"/>
              </a:solidFill>
              <a:latin typeface="Arial Narrow" panose="020B0606020202030204" pitchFamily="34" charset="0"/>
              <a:ea typeface="宋体" panose="02010600030101010101" pitchFamily="2" charset="-122"/>
            </a:endParaRPr>
          </a:p>
        </p:txBody>
      </p:sp>
      <p:sp>
        <p:nvSpPr>
          <p:cNvPr id="9221" name="Rectangle 2"/>
          <p:cNvSpPr>
            <a:spLocks noChangeArrowheads="1"/>
          </p:cNvSpPr>
          <p:nvPr/>
        </p:nvSpPr>
        <p:spPr bwMode="auto">
          <a:xfrm>
            <a:off x="914400" y="304800"/>
            <a:ext cx="8001000" cy="838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algn="ctr" eaLnBrk="1" hangingPunct="1">
              <a:lnSpc>
                <a:spcPct val="9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3200">
                <a:solidFill>
                  <a:srgbClr val="800080"/>
                </a:solidFill>
                <a:ea typeface="华文行楷" panose="02010800040101010101" pitchFamily="2" charset="-122"/>
              </a:rPr>
              <a:t>从 </a:t>
            </a:r>
            <a:r>
              <a:rPr lang="en-US" altLang="zh-CN" sz="2400" i="1">
                <a:solidFill>
                  <a:srgbClr val="800080"/>
                </a:solidFill>
                <a:latin typeface="Arial" panose="020B0604020202020204" pitchFamily="34" charset="0"/>
                <a:ea typeface="华文行楷" panose="02010800040101010101" pitchFamily="2" charset="-122"/>
              </a:rPr>
              <a:t>DFA </a:t>
            </a:r>
            <a:r>
              <a:rPr lang="zh-CN" altLang="en-US" sz="3200">
                <a:solidFill>
                  <a:srgbClr val="800080"/>
                </a:solidFill>
                <a:ea typeface="华文行楷" panose="02010800040101010101" pitchFamily="2" charset="-122"/>
              </a:rPr>
              <a:t>构造等价的</a:t>
            </a:r>
            <a:r>
              <a:rPr lang="zh-CN" altLang="en-US" sz="3200">
                <a:solidFill>
                  <a:srgbClr val="800080"/>
                </a:solidFill>
                <a:latin typeface="华文行楷" panose="02010800040101010101" pitchFamily="2" charset="-122"/>
                <a:ea typeface="华文行楷" panose="02010800040101010101" pitchFamily="2" charset="-122"/>
              </a:rPr>
              <a:t>正则表达式</a:t>
            </a:r>
          </a:p>
          <a:p>
            <a:pPr algn="ctr" eaLnBrk="1" hangingPunct="1">
              <a:lnSpc>
                <a:spcPct val="9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400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</a:rPr>
              <a:t>（中间状态的消去）</a:t>
            </a:r>
          </a:p>
        </p:txBody>
      </p:sp>
      <p:grpSp>
        <p:nvGrpSpPr>
          <p:cNvPr id="9222" name="Group 3"/>
          <p:cNvGrpSpPr/>
          <p:nvPr/>
        </p:nvGrpSpPr>
        <p:grpSpPr bwMode="auto">
          <a:xfrm>
            <a:off x="533400" y="1905000"/>
            <a:ext cx="3046413" cy="3689350"/>
            <a:chOff x="624" y="1622"/>
            <a:chExt cx="1919" cy="2324"/>
          </a:xfrm>
        </p:grpSpPr>
        <p:graphicFrame>
          <p:nvGraphicFramePr>
            <p:cNvPr id="9241" name="Object 4"/>
            <p:cNvGraphicFramePr>
              <a:graphicFrameLocks noChangeAspect="1"/>
            </p:cNvGraphicFramePr>
            <p:nvPr/>
          </p:nvGraphicFramePr>
          <p:xfrm>
            <a:off x="624" y="1695"/>
            <a:ext cx="1919" cy="224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Visio" r:id="rId2" imgW="3048000" imgH="3562350" progId="Visio.Drawing.11">
                    <p:embed/>
                  </p:oleObj>
                </mc:Choice>
                <mc:Fallback>
                  <p:oleObj name="Visio" r:id="rId2" imgW="3048000" imgH="3562350" progId="Visio.Drawing.11">
                    <p:embed/>
                    <p:pic>
                      <p:nvPicPr>
                        <p:cNvPr id="0" name="Object 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624" y="1695"/>
                          <a:ext cx="1919" cy="2241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9242" name="Text Box 5"/>
            <p:cNvSpPr txBox="1">
              <a:spLocks noChangeArrowheads="1"/>
            </p:cNvSpPr>
            <p:nvPr/>
          </p:nvSpPr>
          <p:spPr bwMode="auto">
            <a:xfrm>
              <a:off x="672" y="2448"/>
              <a:ext cx="250" cy="17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1200" b="0">
                  <a:solidFill>
                    <a:srgbClr val="800080"/>
                  </a:solidFill>
                  <a:ea typeface="宋体" panose="02010600030101010101" pitchFamily="2" charset="-122"/>
                  <a:sym typeface="Wingdings" panose="05000000000000000000" pitchFamily="2" charset="2"/>
                </a:rPr>
                <a:t></a:t>
              </a:r>
              <a:endParaRPr lang="zh-CN" altLang="en-US" sz="1200" b="0">
                <a:solidFill>
                  <a:srgbClr val="800080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9243" name="Text Box 6"/>
            <p:cNvSpPr txBox="1">
              <a:spLocks noChangeArrowheads="1"/>
            </p:cNvSpPr>
            <p:nvPr/>
          </p:nvSpPr>
          <p:spPr bwMode="auto">
            <a:xfrm>
              <a:off x="672" y="2736"/>
              <a:ext cx="250" cy="17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1200" b="0">
                  <a:solidFill>
                    <a:srgbClr val="800080"/>
                  </a:solidFill>
                  <a:ea typeface="宋体" panose="02010600030101010101" pitchFamily="2" charset="-122"/>
                  <a:sym typeface="Wingdings" panose="05000000000000000000" pitchFamily="2" charset="2"/>
                </a:rPr>
                <a:t></a:t>
              </a:r>
              <a:endParaRPr lang="zh-CN" altLang="en-US" sz="1200" b="0">
                <a:solidFill>
                  <a:srgbClr val="800080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9244" name="Text Box 7"/>
            <p:cNvSpPr txBox="1">
              <a:spLocks noChangeArrowheads="1"/>
            </p:cNvSpPr>
            <p:nvPr/>
          </p:nvSpPr>
          <p:spPr bwMode="auto">
            <a:xfrm>
              <a:off x="672" y="3024"/>
              <a:ext cx="250" cy="17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1200" b="0">
                  <a:solidFill>
                    <a:srgbClr val="800080"/>
                  </a:solidFill>
                  <a:ea typeface="宋体" panose="02010600030101010101" pitchFamily="2" charset="-122"/>
                  <a:sym typeface="Wingdings" panose="05000000000000000000" pitchFamily="2" charset="2"/>
                </a:rPr>
                <a:t></a:t>
              </a:r>
              <a:endParaRPr lang="zh-CN" altLang="en-US" sz="1200" b="0">
                <a:solidFill>
                  <a:srgbClr val="800080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9245" name="Text Box 8"/>
            <p:cNvSpPr txBox="1">
              <a:spLocks noChangeArrowheads="1"/>
            </p:cNvSpPr>
            <p:nvPr/>
          </p:nvSpPr>
          <p:spPr bwMode="auto">
            <a:xfrm>
              <a:off x="2006" y="2467"/>
              <a:ext cx="250" cy="17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1200" b="0">
                  <a:solidFill>
                    <a:srgbClr val="800080"/>
                  </a:solidFill>
                  <a:ea typeface="宋体" panose="02010600030101010101" pitchFamily="2" charset="-122"/>
                  <a:sym typeface="Wingdings" panose="05000000000000000000" pitchFamily="2" charset="2"/>
                </a:rPr>
                <a:t></a:t>
              </a:r>
              <a:endParaRPr lang="zh-CN" altLang="en-US" sz="1200" b="0">
                <a:solidFill>
                  <a:srgbClr val="800080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9246" name="Text Box 9"/>
            <p:cNvSpPr txBox="1">
              <a:spLocks noChangeArrowheads="1"/>
            </p:cNvSpPr>
            <p:nvPr/>
          </p:nvSpPr>
          <p:spPr bwMode="auto">
            <a:xfrm>
              <a:off x="2006" y="2755"/>
              <a:ext cx="250" cy="17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1200" b="0">
                  <a:solidFill>
                    <a:srgbClr val="800080"/>
                  </a:solidFill>
                  <a:ea typeface="宋体" panose="02010600030101010101" pitchFamily="2" charset="-122"/>
                  <a:sym typeface="Wingdings" panose="05000000000000000000" pitchFamily="2" charset="2"/>
                </a:rPr>
                <a:t></a:t>
              </a:r>
              <a:endParaRPr lang="zh-CN" altLang="en-US" sz="1200" b="0">
                <a:solidFill>
                  <a:srgbClr val="800080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9247" name="Text Box 10"/>
            <p:cNvSpPr txBox="1">
              <a:spLocks noChangeArrowheads="1"/>
            </p:cNvSpPr>
            <p:nvPr/>
          </p:nvSpPr>
          <p:spPr bwMode="auto">
            <a:xfrm>
              <a:off x="2006" y="3043"/>
              <a:ext cx="250" cy="17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1200" b="0">
                  <a:solidFill>
                    <a:srgbClr val="800080"/>
                  </a:solidFill>
                  <a:ea typeface="宋体" panose="02010600030101010101" pitchFamily="2" charset="-122"/>
                  <a:sym typeface="Wingdings" panose="05000000000000000000" pitchFamily="2" charset="2"/>
                </a:rPr>
                <a:t></a:t>
              </a:r>
              <a:endParaRPr lang="zh-CN" altLang="en-US" sz="1200" b="0">
                <a:solidFill>
                  <a:srgbClr val="800080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9248" name="Text Box 11"/>
            <p:cNvSpPr txBox="1">
              <a:spLocks noChangeArrowheads="1"/>
            </p:cNvSpPr>
            <p:nvPr/>
          </p:nvSpPr>
          <p:spPr bwMode="auto">
            <a:xfrm>
              <a:off x="672" y="2054"/>
              <a:ext cx="272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000" i="1">
                  <a:solidFill>
                    <a:srgbClr val="800080"/>
                  </a:solidFill>
                  <a:latin typeface="Arial" panose="020B0604020202020204" pitchFamily="34" charset="0"/>
                  <a:ea typeface="宋体" panose="02010600030101010101" pitchFamily="2" charset="-122"/>
                </a:rPr>
                <a:t>q</a:t>
              </a:r>
              <a:r>
                <a:rPr lang="en-US" altLang="zh-CN" sz="2000" i="1" baseline="-25000">
                  <a:solidFill>
                    <a:srgbClr val="800080"/>
                  </a:solidFill>
                  <a:latin typeface="Arial" panose="020B0604020202020204" pitchFamily="34" charset="0"/>
                  <a:ea typeface="宋体" panose="02010600030101010101" pitchFamily="2" charset="-122"/>
                </a:rPr>
                <a:t>1</a:t>
              </a:r>
            </a:p>
          </p:txBody>
        </p:sp>
        <p:sp>
          <p:nvSpPr>
            <p:cNvPr id="9249" name="Text Box 12"/>
            <p:cNvSpPr txBox="1">
              <a:spLocks noChangeArrowheads="1"/>
            </p:cNvSpPr>
            <p:nvPr/>
          </p:nvSpPr>
          <p:spPr bwMode="auto">
            <a:xfrm>
              <a:off x="672" y="3350"/>
              <a:ext cx="272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000" i="1">
                  <a:solidFill>
                    <a:srgbClr val="800080"/>
                  </a:solidFill>
                  <a:latin typeface="Arial" panose="020B0604020202020204" pitchFamily="34" charset="0"/>
                  <a:ea typeface="宋体" panose="02010600030101010101" pitchFamily="2" charset="-122"/>
                </a:rPr>
                <a:t>q</a:t>
              </a:r>
              <a:r>
                <a:rPr lang="en-US" altLang="zh-CN" sz="2000" i="1" baseline="-25000">
                  <a:solidFill>
                    <a:srgbClr val="800080"/>
                  </a:solidFill>
                  <a:latin typeface="Arial" panose="020B0604020202020204" pitchFamily="34" charset="0"/>
                  <a:ea typeface="宋体" panose="02010600030101010101" pitchFamily="2" charset="-122"/>
                </a:rPr>
                <a:t>k</a:t>
              </a:r>
            </a:p>
          </p:txBody>
        </p:sp>
        <p:sp>
          <p:nvSpPr>
            <p:cNvPr id="9250" name="Text Box 13"/>
            <p:cNvSpPr txBox="1">
              <a:spLocks noChangeArrowheads="1"/>
            </p:cNvSpPr>
            <p:nvPr/>
          </p:nvSpPr>
          <p:spPr bwMode="auto">
            <a:xfrm>
              <a:off x="1968" y="2054"/>
              <a:ext cx="272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000" i="1">
                  <a:solidFill>
                    <a:srgbClr val="800080"/>
                  </a:solidFill>
                  <a:latin typeface="Arial" panose="020B0604020202020204" pitchFamily="34" charset="0"/>
                  <a:ea typeface="宋体" panose="02010600030101010101" pitchFamily="2" charset="-122"/>
                </a:rPr>
                <a:t>p</a:t>
              </a:r>
              <a:r>
                <a:rPr lang="en-US" altLang="zh-CN" sz="2000" i="1" baseline="-25000">
                  <a:solidFill>
                    <a:srgbClr val="800080"/>
                  </a:solidFill>
                  <a:latin typeface="Arial" panose="020B0604020202020204" pitchFamily="34" charset="0"/>
                  <a:ea typeface="宋体" panose="02010600030101010101" pitchFamily="2" charset="-122"/>
                </a:rPr>
                <a:t>1</a:t>
              </a:r>
            </a:p>
          </p:txBody>
        </p:sp>
        <p:sp>
          <p:nvSpPr>
            <p:cNvPr id="9251" name="Text Box 14"/>
            <p:cNvSpPr txBox="1">
              <a:spLocks noChangeArrowheads="1"/>
            </p:cNvSpPr>
            <p:nvPr/>
          </p:nvSpPr>
          <p:spPr bwMode="auto">
            <a:xfrm>
              <a:off x="1950" y="3350"/>
              <a:ext cx="306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000" i="1">
                  <a:solidFill>
                    <a:srgbClr val="800080"/>
                  </a:solidFill>
                  <a:latin typeface="Arial" panose="020B0604020202020204" pitchFamily="34" charset="0"/>
                  <a:ea typeface="宋体" panose="02010600030101010101" pitchFamily="2" charset="-122"/>
                </a:rPr>
                <a:t>p</a:t>
              </a:r>
              <a:r>
                <a:rPr lang="en-US" altLang="zh-CN" sz="2000" i="1" baseline="-25000">
                  <a:solidFill>
                    <a:srgbClr val="800080"/>
                  </a:solidFill>
                  <a:latin typeface="Arial" panose="020B0604020202020204" pitchFamily="34" charset="0"/>
                  <a:ea typeface="宋体" panose="02010600030101010101" pitchFamily="2" charset="-122"/>
                </a:rPr>
                <a:t>m</a:t>
              </a:r>
            </a:p>
          </p:txBody>
        </p:sp>
        <p:sp>
          <p:nvSpPr>
            <p:cNvPr id="9252" name="Text Box 15"/>
            <p:cNvSpPr txBox="1">
              <a:spLocks noChangeArrowheads="1"/>
            </p:cNvSpPr>
            <p:nvPr/>
          </p:nvSpPr>
          <p:spPr bwMode="auto">
            <a:xfrm>
              <a:off x="1728" y="2496"/>
              <a:ext cx="281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000" i="1">
                  <a:solidFill>
                    <a:srgbClr val="800080"/>
                  </a:solidFill>
                  <a:latin typeface="Arial" panose="020B0604020202020204" pitchFamily="34" charset="0"/>
                  <a:ea typeface="宋体" panose="02010600030101010101" pitchFamily="2" charset="-122"/>
                </a:rPr>
                <a:t>P</a:t>
              </a:r>
              <a:r>
                <a:rPr lang="en-US" altLang="zh-CN" sz="2000" i="1" baseline="-25000">
                  <a:solidFill>
                    <a:srgbClr val="800080"/>
                  </a:solidFill>
                  <a:latin typeface="Arial" panose="020B0604020202020204" pitchFamily="34" charset="0"/>
                  <a:ea typeface="宋体" panose="02010600030101010101" pitchFamily="2" charset="-122"/>
                </a:rPr>
                <a:t>1</a:t>
              </a:r>
            </a:p>
          </p:txBody>
        </p:sp>
        <p:sp>
          <p:nvSpPr>
            <p:cNvPr id="9253" name="Text Box 16"/>
            <p:cNvSpPr txBox="1">
              <a:spLocks noChangeArrowheads="1"/>
            </p:cNvSpPr>
            <p:nvPr/>
          </p:nvSpPr>
          <p:spPr bwMode="auto">
            <a:xfrm>
              <a:off x="1728" y="2966"/>
              <a:ext cx="315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000" i="1">
                  <a:solidFill>
                    <a:srgbClr val="800080"/>
                  </a:solidFill>
                  <a:latin typeface="Arial" panose="020B0604020202020204" pitchFamily="34" charset="0"/>
                  <a:ea typeface="宋体" panose="02010600030101010101" pitchFamily="2" charset="-122"/>
                </a:rPr>
                <a:t>P</a:t>
              </a:r>
              <a:r>
                <a:rPr lang="en-US" altLang="zh-CN" sz="2000" i="1" baseline="-25000">
                  <a:solidFill>
                    <a:srgbClr val="800080"/>
                  </a:solidFill>
                  <a:latin typeface="Arial" panose="020B0604020202020204" pitchFamily="34" charset="0"/>
                  <a:ea typeface="宋体" panose="02010600030101010101" pitchFamily="2" charset="-122"/>
                </a:rPr>
                <a:t>m</a:t>
              </a:r>
            </a:p>
          </p:txBody>
        </p:sp>
        <p:sp>
          <p:nvSpPr>
            <p:cNvPr id="9254" name="Text Box 17"/>
            <p:cNvSpPr txBox="1">
              <a:spLocks noChangeArrowheads="1"/>
            </p:cNvSpPr>
            <p:nvPr/>
          </p:nvSpPr>
          <p:spPr bwMode="auto">
            <a:xfrm>
              <a:off x="1046" y="3110"/>
              <a:ext cx="298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000" i="1">
                  <a:solidFill>
                    <a:srgbClr val="800080"/>
                  </a:solidFill>
                  <a:latin typeface="Arial" panose="020B0604020202020204" pitchFamily="34" charset="0"/>
                  <a:ea typeface="宋体" panose="02010600030101010101" pitchFamily="2" charset="-122"/>
                </a:rPr>
                <a:t>Q</a:t>
              </a:r>
              <a:r>
                <a:rPr lang="en-US" altLang="zh-CN" sz="2000" i="1" baseline="-25000">
                  <a:solidFill>
                    <a:srgbClr val="800080"/>
                  </a:solidFill>
                  <a:latin typeface="Arial" panose="020B0604020202020204" pitchFamily="34" charset="0"/>
                  <a:ea typeface="宋体" panose="02010600030101010101" pitchFamily="2" charset="-122"/>
                </a:rPr>
                <a:t>k</a:t>
              </a:r>
            </a:p>
          </p:txBody>
        </p:sp>
        <p:sp>
          <p:nvSpPr>
            <p:cNvPr id="9255" name="Text Box 18"/>
            <p:cNvSpPr txBox="1">
              <a:spLocks noChangeArrowheads="1"/>
            </p:cNvSpPr>
            <p:nvPr/>
          </p:nvSpPr>
          <p:spPr bwMode="auto">
            <a:xfrm>
              <a:off x="950" y="2294"/>
              <a:ext cx="298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000" i="1">
                  <a:solidFill>
                    <a:srgbClr val="800080"/>
                  </a:solidFill>
                  <a:latin typeface="Arial" panose="020B0604020202020204" pitchFamily="34" charset="0"/>
                  <a:ea typeface="宋体" panose="02010600030101010101" pitchFamily="2" charset="-122"/>
                </a:rPr>
                <a:t>Q</a:t>
              </a:r>
              <a:r>
                <a:rPr lang="en-US" altLang="zh-CN" sz="2000" i="1" baseline="-25000">
                  <a:solidFill>
                    <a:srgbClr val="800080"/>
                  </a:solidFill>
                  <a:latin typeface="Arial" panose="020B0604020202020204" pitchFamily="34" charset="0"/>
                  <a:ea typeface="宋体" panose="02010600030101010101" pitchFamily="2" charset="-122"/>
                </a:rPr>
                <a:t>1</a:t>
              </a:r>
            </a:p>
          </p:txBody>
        </p:sp>
        <p:sp>
          <p:nvSpPr>
            <p:cNvPr id="9256" name="Text Box 19"/>
            <p:cNvSpPr txBox="1">
              <a:spLocks noChangeArrowheads="1"/>
            </p:cNvSpPr>
            <p:nvPr/>
          </p:nvSpPr>
          <p:spPr bwMode="auto">
            <a:xfrm>
              <a:off x="1524" y="1862"/>
              <a:ext cx="348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000" i="1">
                  <a:solidFill>
                    <a:srgbClr val="800080"/>
                  </a:solidFill>
                  <a:latin typeface="Arial" panose="020B0604020202020204" pitchFamily="34" charset="0"/>
                  <a:ea typeface="宋体" panose="02010600030101010101" pitchFamily="2" charset="-122"/>
                </a:rPr>
                <a:t>R</a:t>
              </a:r>
              <a:r>
                <a:rPr lang="en-US" altLang="zh-CN" sz="2000" i="1" baseline="-25000">
                  <a:solidFill>
                    <a:srgbClr val="800080"/>
                  </a:solidFill>
                  <a:latin typeface="Arial" panose="020B0604020202020204" pitchFamily="34" charset="0"/>
                  <a:ea typeface="宋体" panose="02010600030101010101" pitchFamily="2" charset="-122"/>
                </a:rPr>
                <a:t>11</a:t>
              </a:r>
            </a:p>
          </p:txBody>
        </p:sp>
        <p:sp>
          <p:nvSpPr>
            <p:cNvPr id="9257" name="Text Box 20"/>
            <p:cNvSpPr txBox="1">
              <a:spLocks noChangeArrowheads="1"/>
            </p:cNvSpPr>
            <p:nvPr/>
          </p:nvSpPr>
          <p:spPr bwMode="auto">
            <a:xfrm>
              <a:off x="1056" y="1622"/>
              <a:ext cx="382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000" i="1">
                  <a:solidFill>
                    <a:srgbClr val="800080"/>
                  </a:solidFill>
                  <a:latin typeface="Arial" panose="020B0604020202020204" pitchFamily="34" charset="0"/>
                  <a:ea typeface="宋体" panose="02010600030101010101" pitchFamily="2" charset="-122"/>
                </a:rPr>
                <a:t>R</a:t>
              </a:r>
              <a:r>
                <a:rPr lang="en-US" altLang="zh-CN" sz="2000" i="1" baseline="-25000">
                  <a:solidFill>
                    <a:srgbClr val="800080"/>
                  </a:solidFill>
                  <a:latin typeface="Arial" panose="020B0604020202020204" pitchFamily="34" charset="0"/>
                  <a:ea typeface="宋体" panose="02010600030101010101" pitchFamily="2" charset="-122"/>
                </a:rPr>
                <a:t>1m</a:t>
              </a:r>
            </a:p>
          </p:txBody>
        </p:sp>
        <p:sp>
          <p:nvSpPr>
            <p:cNvPr id="9258" name="Text Box 21"/>
            <p:cNvSpPr txBox="1">
              <a:spLocks noChangeArrowheads="1"/>
            </p:cNvSpPr>
            <p:nvPr/>
          </p:nvSpPr>
          <p:spPr bwMode="auto">
            <a:xfrm>
              <a:off x="1346" y="3456"/>
              <a:ext cx="382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000" i="1">
                  <a:solidFill>
                    <a:srgbClr val="800080"/>
                  </a:solidFill>
                  <a:latin typeface="Arial" panose="020B0604020202020204" pitchFamily="34" charset="0"/>
                  <a:ea typeface="宋体" panose="02010600030101010101" pitchFamily="2" charset="-122"/>
                </a:rPr>
                <a:t>R</a:t>
              </a:r>
              <a:r>
                <a:rPr lang="en-US" altLang="zh-CN" sz="2000" i="1" baseline="-25000">
                  <a:solidFill>
                    <a:srgbClr val="800080"/>
                  </a:solidFill>
                  <a:latin typeface="Arial" panose="020B0604020202020204" pitchFamily="34" charset="0"/>
                  <a:ea typeface="宋体" panose="02010600030101010101" pitchFamily="2" charset="-122"/>
                </a:rPr>
                <a:t>km</a:t>
              </a:r>
            </a:p>
          </p:txBody>
        </p:sp>
        <p:sp>
          <p:nvSpPr>
            <p:cNvPr id="9259" name="Text Box 22"/>
            <p:cNvSpPr txBox="1">
              <a:spLocks noChangeArrowheads="1"/>
            </p:cNvSpPr>
            <p:nvPr/>
          </p:nvSpPr>
          <p:spPr bwMode="auto">
            <a:xfrm>
              <a:off x="1008" y="3696"/>
              <a:ext cx="348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000" i="1">
                  <a:solidFill>
                    <a:srgbClr val="800080"/>
                  </a:solidFill>
                  <a:latin typeface="Arial" panose="020B0604020202020204" pitchFamily="34" charset="0"/>
                  <a:ea typeface="宋体" panose="02010600030101010101" pitchFamily="2" charset="-122"/>
                </a:rPr>
                <a:t>R</a:t>
              </a:r>
              <a:r>
                <a:rPr lang="en-US" altLang="zh-CN" sz="2000" i="1" baseline="-25000">
                  <a:solidFill>
                    <a:srgbClr val="800080"/>
                  </a:solidFill>
                  <a:latin typeface="Arial" panose="020B0604020202020204" pitchFamily="34" charset="0"/>
                  <a:ea typeface="宋体" panose="02010600030101010101" pitchFamily="2" charset="-122"/>
                </a:rPr>
                <a:t>k1</a:t>
              </a:r>
            </a:p>
          </p:txBody>
        </p:sp>
      </p:grpSp>
      <p:grpSp>
        <p:nvGrpSpPr>
          <p:cNvPr id="9223" name="Group 23"/>
          <p:cNvGrpSpPr/>
          <p:nvPr/>
        </p:nvGrpSpPr>
        <p:grpSpPr bwMode="auto">
          <a:xfrm>
            <a:off x="4419600" y="2209800"/>
            <a:ext cx="3886200" cy="2774950"/>
            <a:chOff x="2784" y="1948"/>
            <a:chExt cx="2448" cy="1748"/>
          </a:xfrm>
        </p:grpSpPr>
        <p:graphicFrame>
          <p:nvGraphicFramePr>
            <p:cNvPr id="9224" name="Object 24"/>
            <p:cNvGraphicFramePr>
              <a:graphicFrameLocks noChangeAspect="1"/>
            </p:cNvGraphicFramePr>
            <p:nvPr/>
          </p:nvGraphicFramePr>
          <p:xfrm>
            <a:off x="3611" y="2027"/>
            <a:ext cx="1621" cy="162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VISIO" r:id="rId4" imgW="2581275" imgH="2581275" progId="Visio.Drawing.6">
                    <p:embed/>
                  </p:oleObj>
                </mc:Choice>
                <mc:Fallback>
                  <p:oleObj name="VISIO" r:id="rId4" imgW="2581275" imgH="2581275" progId="Visio.Drawing.6">
                    <p:embed/>
                    <p:pic>
                      <p:nvPicPr>
                        <p:cNvPr id="0" name="Object 2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611" y="2027"/>
                          <a:ext cx="1621" cy="1621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9225" name="Object 25"/>
            <p:cNvGraphicFramePr>
              <a:graphicFrameLocks noChangeAspect="1"/>
            </p:cNvGraphicFramePr>
            <p:nvPr/>
          </p:nvGraphicFramePr>
          <p:xfrm>
            <a:off x="2784" y="2858"/>
            <a:ext cx="528" cy="35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VISIO" r:id="rId6" imgW="1066800" imgH="723900" progId="Visio.Drawing.6">
                    <p:embed/>
                  </p:oleObj>
                </mc:Choice>
                <mc:Fallback>
                  <p:oleObj name="VISIO" r:id="rId6" imgW="1066800" imgH="723900" progId="Visio.Drawing.6">
                    <p:embed/>
                    <p:pic>
                      <p:nvPicPr>
                        <p:cNvPr id="0" name="Object 2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784" y="2858"/>
                          <a:ext cx="528" cy="35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9226" name="Text Box 26"/>
            <p:cNvSpPr txBox="1">
              <a:spLocks noChangeArrowheads="1"/>
            </p:cNvSpPr>
            <p:nvPr/>
          </p:nvSpPr>
          <p:spPr bwMode="auto">
            <a:xfrm>
              <a:off x="3648" y="2448"/>
              <a:ext cx="250" cy="17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1200" b="0">
                  <a:solidFill>
                    <a:srgbClr val="800080"/>
                  </a:solidFill>
                  <a:ea typeface="宋体" panose="02010600030101010101" pitchFamily="2" charset="-122"/>
                  <a:sym typeface="Wingdings" panose="05000000000000000000" pitchFamily="2" charset="2"/>
                </a:rPr>
                <a:t></a:t>
              </a:r>
              <a:endParaRPr lang="zh-CN" altLang="en-US" sz="1200" b="0">
                <a:solidFill>
                  <a:srgbClr val="800080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9227" name="Text Box 27"/>
            <p:cNvSpPr txBox="1">
              <a:spLocks noChangeArrowheads="1"/>
            </p:cNvSpPr>
            <p:nvPr/>
          </p:nvSpPr>
          <p:spPr bwMode="auto">
            <a:xfrm>
              <a:off x="3648" y="2736"/>
              <a:ext cx="250" cy="17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1200" b="0">
                  <a:solidFill>
                    <a:srgbClr val="800080"/>
                  </a:solidFill>
                  <a:ea typeface="宋体" panose="02010600030101010101" pitchFamily="2" charset="-122"/>
                  <a:sym typeface="Wingdings" panose="05000000000000000000" pitchFamily="2" charset="2"/>
                </a:rPr>
                <a:t></a:t>
              </a:r>
              <a:endParaRPr lang="zh-CN" altLang="en-US" sz="1200" b="0">
                <a:solidFill>
                  <a:srgbClr val="800080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9228" name="Text Box 28"/>
            <p:cNvSpPr txBox="1">
              <a:spLocks noChangeArrowheads="1"/>
            </p:cNvSpPr>
            <p:nvPr/>
          </p:nvSpPr>
          <p:spPr bwMode="auto">
            <a:xfrm>
              <a:off x="3648" y="3024"/>
              <a:ext cx="250" cy="17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1200" b="0">
                  <a:solidFill>
                    <a:srgbClr val="800080"/>
                  </a:solidFill>
                  <a:ea typeface="宋体" panose="02010600030101010101" pitchFamily="2" charset="-122"/>
                  <a:sym typeface="Wingdings" panose="05000000000000000000" pitchFamily="2" charset="2"/>
                </a:rPr>
                <a:t></a:t>
              </a:r>
              <a:endParaRPr lang="zh-CN" altLang="en-US" sz="1200" b="0">
                <a:solidFill>
                  <a:srgbClr val="800080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9229" name="Text Box 29"/>
            <p:cNvSpPr txBox="1">
              <a:spLocks noChangeArrowheads="1"/>
            </p:cNvSpPr>
            <p:nvPr/>
          </p:nvSpPr>
          <p:spPr bwMode="auto">
            <a:xfrm>
              <a:off x="4982" y="2467"/>
              <a:ext cx="250" cy="17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1200" b="0">
                  <a:solidFill>
                    <a:srgbClr val="800080"/>
                  </a:solidFill>
                  <a:ea typeface="宋体" panose="02010600030101010101" pitchFamily="2" charset="-122"/>
                  <a:sym typeface="Wingdings" panose="05000000000000000000" pitchFamily="2" charset="2"/>
                </a:rPr>
                <a:t></a:t>
              </a:r>
              <a:endParaRPr lang="zh-CN" altLang="en-US" sz="1200" b="0">
                <a:solidFill>
                  <a:srgbClr val="800080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9230" name="Text Box 30"/>
            <p:cNvSpPr txBox="1">
              <a:spLocks noChangeArrowheads="1"/>
            </p:cNvSpPr>
            <p:nvPr/>
          </p:nvSpPr>
          <p:spPr bwMode="auto">
            <a:xfrm>
              <a:off x="4982" y="2755"/>
              <a:ext cx="250" cy="17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1200" b="0">
                  <a:solidFill>
                    <a:srgbClr val="800080"/>
                  </a:solidFill>
                  <a:ea typeface="宋体" panose="02010600030101010101" pitchFamily="2" charset="-122"/>
                  <a:sym typeface="Wingdings" panose="05000000000000000000" pitchFamily="2" charset="2"/>
                </a:rPr>
                <a:t></a:t>
              </a:r>
              <a:endParaRPr lang="zh-CN" altLang="en-US" sz="1200" b="0">
                <a:solidFill>
                  <a:srgbClr val="800080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9231" name="Text Box 31"/>
            <p:cNvSpPr txBox="1">
              <a:spLocks noChangeArrowheads="1"/>
            </p:cNvSpPr>
            <p:nvPr/>
          </p:nvSpPr>
          <p:spPr bwMode="auto">
            <a:xfrm>
              <a:off x="4982" y="3043"/>
              <a:ext cx="250" cy="17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1200" b="0">
                  <a:solidFill>
                    <a:srgbClr val="800080"/>
                  </a:solidFill>
                  <a:ea typeface="宋体" panose="02010600030101010101" pitchFamily="2" charset="-122"/>
                  <a:sym typeface="Wingdings" panose="05000000000000000000" pitchFamily="2" charset="2"/>
                </a:rPr>
                <a:t></a:t>
              </a:r>
              <a:endParaRPr lang="zh-CN" altLang="en-US" sz="1200" b="0">
                <a:solidFill>
                  <a:srgbClr val="800080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9232" name="Text Box 32"/>
            <p:cNvSpPr txBox="1">
              <a:spLocks noChangeArrowheads="1"/>
            </p:cNvSpPr>
            <p:nvPr/>
          </p:nvSpPr>
          <p:spPr bwMode="auto">
            <a:xfrm>
              <a:off x="3977" y="1948"/>
              <a:ext cx="871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600" i="1">
                  <a:solidFill>
                    <a:srgbClr val="800080"/>
                  </a:solidFill>
                  <a:latin typeface="Arial" panose="020B0604020202020204" pitchFamily="34" charset="0"/>
                  <a:ea typeface="宋体" panose="02010600030101010101" pitchFamily="2" charset="-122"/>
                </a:rPr>
                <a:t>R</a:t>
              </a:r>
              <a:r>
                <a:rPr lang="en-US" altLang="zh-CN" sz="1600" i="1" baseline="-25000">
                  <a:solidFill>
                    <a:srgbClr val="800080"/>
                  </a:solidFill>
                  <a:latin typeface="Arial" panose="020B0604020202020204" pitchFamily="34" charset="0"/>
                  <a:ea typeface="宋体" panose="02010600030101010101" pitchFamily="2" charset="-122"/>
                </a:rPr>
                <a:t>11</a:t>
              </a:r>
              <a:r>
                <a:rPr lang="en-US" altLang="zh-CN" sz="1600" i="1">
                  <a:solidFill>
                    <a:srgbClr val="800080"/>
                  </a:solidFill>
                  <a:latin typeface="Arial" panose="020B0604020202020204" pitchFamily="34" charset="0"/>
                  <a:ea typeface="宋体" panose="02010600030101010101" pitchFamily="2" charset="-122"/>
                </a:rPr>
                <a:t>+ Q</a:t>
              </a:r>
              <a:r>
                <a:rPr lang="en-US" altLang="zh-CN" sz="1600" i="1" baseline="-25000">
                  <a:solidFill>
                    <a:srgbClr val="800080"/>
                  </a:solidFill>
                  <a:latin typeface="Arial" panose="020B0604020202020204" pitchFamily="34" charset="0"/>
                  <a:ea typeface="宋体" panose="02010600030101010101" pitchFamily="2" charset="-122"/>
                </a:rPr>
                <a:t>1</a:t>
              </a:r>
              <a:r>
                <a:rPr lang="en-US" altLang="zh-CN" sz="1600" i="1">
                  <a:solidFill>
                    <a:srgbClr val="800080"/>
                  </a:solidFill>
                  <a:latin typeface="Arial" panose="020B0604020202020204" pitchFamily="34" charset="0"/>
                  <a:ea typeface="宋体" panose="02010600030101010101" pitchFamily="2" charset="-122"/>
                </a:rPr>
                <a:t>S* P</a:t>
              </a:r>
              <a:r>
                <a:rPr lang="en-US" altLang="zh-CN" sz="1600" i="1" baseline="-25000">
                  <a:solidFill>
                    <a:srgbClr val="800080"/>
                  </a:solidFill>
                  <a:latin typeface="Arial" panose="020B0604020202020204" pitchFamily="34" charset="0"/>
                  <a:ea typeface="宋体" panose="02010600030101010101" pitchFamily="2" charset="-122"/>
                </a:rPr>
                <a:t>1</a:t>
              </a:r>
            </a:p>
          </p:txBody>
        </p:sp>
        <p:sp>
          <p:nvSpPr>
            <p:cNvPr id="9233" name="Text Box 33"/>
            <p:cNvSpPr txBox="1">
              <a:spLocks noChangeArrowheads="1"/>
            </p:cNvSpPr>
            <p:nvPr/>
          </p:nvSpPr>
          <p:spPr bwMode="auto">
            <a:xfrm>
              <a:off x="3800" y="2366"/>
              <a:ext cx="929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600" i="1" dirty="0">
                  <a:solidFill>
                    <a:srgbClr val="800080"/>
                  </a:solidFill>
                  <a:latin typeface="Arial" panose="020B0604020202020204" pitchFamily="34" charset="0"/>
                  <a:ea typeface="宋体" panose="02010600030101010101" pitchFamily="2" charset="-122"/>
                </a:rPr>
                <a:t>R</a:t>
              </a:r>
              <a:r>
                <a:rPr lang="en-US" altLang="zh-CN" sz="1600" i="1" baseline="-25000" dirty="0">
                  <a:solidFill>
                    <a:srgbClr val="800080"/>
                  </a:solidFill>
                  <a:latin typeface="Arial" panose="020B0604020202020204" pitchFamily="34" charset="0"/>
                  <a:ea typeface="宋体" panose="02010600030101010101" pitchFamily="2" charset="-122"/>
                </a:rPr>
                <a:t>1m</a:t>
              </a:r>
              <a:r>
                <a:rPr lang="en-US" altLang="zh-CN" sz="1600" i="1" dirty="0">
                  <a:solidFill>
                    <a:srgbClr val="800080"/>
                  </a:solidFill>
                  <a:latin typeface="Arial" panose="020B0604020202020204" pitchFamily="34" charset="0"/>
                  <a:ea typeface="宋体" panose="02010600030101010101" pitchFamily="2" charset="-122"/>
                </a:rPr>
                <a:t>+ Q</a:t>
              </a:r>
              <a:r>
                <a:rPr lang="en-US" altLang="zh-CN" sz="1600" i="1" baseline="-25000" dirty="0">
                  <a:solidFill>
                    <a:srgbClr val="800080"/>
                  </a:solidFill>
                  <a:latin typeface="Arial" panose="020B0604020202020204" pitchFamily="34" charset="0"/>
                  <a:ea typeface="宋体" panose="02010600030101010101" pitchFamily="2" charset="-122"/>
                </a:rPr>
                <a:t>1</a:t>
              </a:r>
              <a:r>
                <a:rPr lang="en-US" altLang="zh-CN" sz="1600" i="1" dirty="0">
                  <a:solidFill>
                    <a:srgbClr val="800080"/>
                  </a:solidFill>
                  <a:latin typeface="Arial" panose="020B0604020202020204" pitchFamily="34" charset="0"/>
                  <a:ea typeface="宋体" panose="02010600030101010101" pitchFamily="2" charset="-122"/>
                </a:rPr>
                <a:t>S* P</a:t>
              </a:r>
              <a:r>
                <a:rPr lang="en-US" altLang="zh-CN" sz="1600" i="1" baseline="-25000" dirty="0">
                  <a:solidFill>
                    <a:srgbClr val="800080"/>
                  </a:solidFill>
                  <a:latin typeface="Arial" panose="020B0604020202020204" pitchFamily="34" charset="0"/>
                  <a:ea typeface="宋体" panose="02010600030101010101" pitchFamily="2" charset="-122"/>
                </a:rPr>
                <a:t>m</a:t>
              </a:r>
            </a:p>
          </p:txBody>
        </p:sp>
        <p:sp>
          <p:nvSpPr>
            <p:cNvPr id="9234" name="Text Box 34"/>
            <p:cNvSpPr txBox="1">
              <a:spLocks noChangeArrowheads="1"/>
            </p:cNvSpPr>
            <p:nvPr/>
          </p:nvSpPr>
          <p:spPr bwMode="auto">
            <a:xfrm>
              <a:off x="3977" y="3484"/>
              <a:ext cx="929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600" i="1">
                  <a:solidFill>
                    <a:srgbClr val="800080"/>
                  </a:solidFill>
                  <a:latin typeface="Arial" panose="020B0604020202020204" pitchFamily="34" charset="0"/>
                  <a:ea typeface="宋体" panose="02010600030101010101" pitchFamily="2" charset="-122"/>
                </a:rPr>
                <a:t>R</a:t>
              </a:r>
              <a:r>
                <a:rPr lang="en-US" altLang="zh-CN" sz="1600" i="1" baseline="-25000">
                  <a:solidFill>
                    <a:srgbClr val="800080"/>
                  </a:solidFill>
                  <a:latin typeface="Arial" panose="020B0604020202020204" pitchFamily="34" charset="0"/>
                  <a:ea typeface="宋体" panose="02010600030101010101" pitchFamily="2" charset="-122"/>
                </a:rPr>
                <a:t>km</a:t>
              </a:r>
              <a:r>
                <a:rPr lang="en-US" altLang="zh-CN" sz="1600" i="1">
                  <a:solidFill>
                    <a:srgbClr val="800080"/>
                  </a:solidFill>
                  <a:latin typeface="Arial" panose="020B0604020202020204" pitchFamily="34" charset="0"/>
                  <a:ea typeface="宋体" panose="02010600030101010101" pitchFamily="2" charset="-122"/>
                </a:rPr>
                <a:t>+ Q</a:t>
              </a:r>
              <a:r>
                <a:rPr lang="en-US" altLang="zh-CN" sz="1600" i="1" baseline="-25000">
                  <a:solidFill>
                    <a:srgbClr val="800080"/>
                  </a:solidFill>
                  <a:latin typeface="Arial" panose="020B0604020202020204" pitchFamily="34" charset="0"/>
                  <a:ea typeface="宋体" panose="02010600030101010101" pitchFamily="2" charset="-122"/>
                </a:rPr>
                <a:t>k</a:t>
              </a:r>
              <a:r>
                <a:rPr lang="en-US" altLang="zh-CN" sz="1600" i="1">
                  <a:solidFill>
                    <a:srgbClr val="800080"/>
                  </a:solidFill>
                  <a:latin typeface="Arial" panose="020B0604020202020204" pitchFamily="34" charset="0"/>
                  <a:ea typeface="宋体" panose="02010600030101010101" pitchFamily="2" charset="-122"/>
                </a:rPr>
                <a:t>S* P</a:t>
              </a:r>
              <a:r>
                <a:rPr lang="en-US" altLang="zh-CN" sz="1600" i="1" baseline="-25000">
                  <a:solidFill>
                    <a:srgbClr val="800080"/>
                  </a:solidFill>
                  <a:latin typeface="Arial" panose="020B0604020202020204" pitchFamily="34" charset="0"/>
                  <a:ea typeface="宋体" panose="02010600030101010101" pitchFamily="2" charset="-122"/>
                </a:rPr>
                <a:t>m</a:t>
              </a:r>
            </a:p>
          </p:txBody>
        </p:sp>
        <p:sp>
          <p:nvSpPr>
            <p:cNvPr id="9235" name="Text Box 35"/>
            <p:cNvSpPr txBox="1">
              <a:spLocks noChangeArrowheads="1"/>
            </p:cNvSpPr>
            <p:nvPr/>
          </p:nvSpPr>
          <p:spPr bwMode="auto">
            <a:xfrm>
              <a:off x="3749" y="3056"/>
              <a:ext cx="895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600" i="1" dirty="0">
                  <a:solidFill>
                    <a:srgbClr val="800080"/>
                  </a:solidFill>
                  <a:latin typeface="Arial" panose="020B0604020202020204" pitchFamily="34" charset="0"/>
                  <a:ea typeface="宋体" panose="02010600030101010101" pitchFamily="2" charset="-122"/>
                </a:rPr>
                <a:t>R</a:t>
              </a:r>
              <a:r>
                <a:rPr lang="en-US" altLang="zh-CN" sz="1600" i="1" baseline="-25000" dirty="0">
                  <a:solidFill>
                    <a:srgbClr val="800080"/>
                  </a:solidFill>
                  <a:latin typeface="Arial" panose="020B0604020202020204" pitchFamily="34" charset="0"/>
                  <a:ea typeface="宋体" panose="02010600030101010101" pitchFamily="2" charset="-122"/>
                </a:rPr>
                <a:t>k1 </a:t>
              </a:r>
              <a:r>
                <a:rPr lang="en-US" altLang="zh-CN" sz="1600" i="1" dirty="0">
                  <a:solidFill>
                    <a:srgbClr val="800080"/>
                  </a:solidFill>
                  <a:latin typeface="Arial" panose="020B0604020202020204" pitchFamily="34" charset="0"/>
                  <a:ea typeface="宋体" panose="02010600030101010101" pitchFamily="2" charset="-122"/>
                </a:rPr>
                <a:t>+ </a:t>
              </a:r>
              <a:r>
                <a:rPr lang="en-US" altLang="zh-CN" sz="1600" i="1" dirty="0" err="1">
                  <a:solidFill>
                    <a:srgbClr val="800080"/>
                  </a:solidFill>
                  <a:latin typeface="Arial" panose="020B0604020202020204" pitchFamily="34" charset="0"/>
                  <a:ea typeface="宋体" panose="02010600030101010101" pitchFamily="2" charset="-122"/>
                </a:rPr>
                <a:t>Q</a:t>
              </a:r>
              <a:r>
                <a:rPr lang="en-US" altLang="zh-CN" sz="1600" i="1" baseline="-25000" dirty="0" err="1">
                  <a:solidFill>
                    <a:srgbClr val="800080"/>
                  </a:solidFill>
                  <a:latin typeface="Arial" panose="020B0604020202020204" pitchFamily="34" charset="0"/>
                  <a:ea typeface="宋体" panose="02010600030101010101" pitchFamily="2" charset="-122"/>
                </a:rPr>
                <a:t>k</a:t>
              </a:r>
              <a:r>
                <a:rPr lang="en-US" altLang="zh-CN" sz="1600" i="1" dirty="0" err="1">
                  <a:solidFill>
                    <a:srgbClr val="800080"/>
                  </a:solidFill>
                  <a:latin typeface="Arial" panose="020B0604020202020204" pitchFamily="34" charset="0"/>
                  <a:ea typeface="宋体" panose="02010600030101010101" pitchFamily="2" charset="-122"/>
                </a:rPr>
                <a:t>S</a:t>
              </a:r>
              <a:r>
                <a:rPr lang="en-US" altLang="zh-CN" sz="1600" i="1" dirty="0">
                  <a:solidFill>
                    <a:srgbClr val="800080"/>
                  </a:solidFill>
                  <a:latin typeface="Arial" panose="020B0604020202020204" pitchFamily="34" charset="0"/>
                  <a:ea typeface="宋体" panose="02010600030101010101" pitchFamily="2" charset="-122"/>
                </a:rPr>
                <a:t>* P</a:t>
              </a:r>
              <a:r>
                <a:rPr lang="en-US" altLang="zh-CN" sz="1600" i="1" baseline="-25000" dirty="0">
                  <a:solidFill>
                    <a:srgbClr val="800080"/>
                  </a:solidFill>
                  <a:latin typeface="Arial" panose="020B0604020202020204" pitchFamily="34" charset="0"/>
                  <a:ea typeface="宋体" panose="02010600030101010101" pitchFamily="2" charset="-122"/>
                </a:rPr>
                <a:t>1</a:t>
              </a:r>
            </a:p>
          </p:txBody>
        </p:sp>
        <p:sp>
          <p:nvSpPr>
            <p:cNvPr id="9236" name="Text Box 36"/>
            <p:cNvSpPr txBox="1">
              <a:spLocks noChangeArrowheads="1"/>
            </p:cNvSpPr>
            <p:nvPr/>
          </p:nvSpPr>
          <p:spPr bwMode="auto">
            <a:xfrm>
              <a:off x="3664" y="2054"/>
              <a:ext cx="272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000" i="1">
                  <a:solidFill>
                    <a:srgbClr val="800080"/>
                  </a:solidFill>
                  <a:latin typeface="Arial" panose="020B0604020202020204" pitchFamily="34" charset="0"/>
                  <a:ea typeface="宋体" panose="02010600030101010101" pitchFamily="2" charset="-122"/>
                </a:rPr>
                <a:t>q</a:t>
              </a:r>
              <a:r>
                <a:rPr lang="en-US" altLang="zh-CN" sz="2000" i="1" baseline="-25000">
                  <a:solidFill>
                    <a:srgbClr val="800080"/>
                  </a:solidFill>
                  <a:latin typeface="Arial" panose="020B0604020202020204" pitchFamily="34" charset="0"/>
                  <a:ea typeface="宋体" panose="02010600030101010101" pitchFamily="2" charset="-122"/>
                </a:rPr>
                <a:t>1</a:t>
              </a:r>
            </a:p>
          </p:txBody>
        </p:sp>
        <p:sp>
          <p:nvSpPr>
            <p:cNvPr id="9237" name="Text Box 37"/>
            <p:cNvSpPr txBox="1">
              <a:spLocks noChangeArrowheads="1"/>
            </p:cNvSpPr>
            <p:nvPr/>
          </p:nvSpPr>
          <p:spPr bwMode="auto">
            <a:xfrm>
              <a:off x="4960" y="2016"/>
              <a:ext cx="272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000" i="1">
                  <a:solidFill>
                    <a:srgbClr val="800080"/>
                  </a:solidFill>
                  <a:latin typeface="Arial" panose="020B0604020202020204" pitchFamily="34" charset="0"/>
                  <a:ea typeface="宋体" panose="02010600030101010101" pitchFamily="2" charset="-122"/>
                </a:rPr>
                <a:t>p</a:t>
              </a:r>
              <a:r>
                <a:rPr lang="en-US" altLang="zh-CN" sz="2000" i="1" baseline="-25000">
                  <a:solidFill>
                    <a:srgbClr val="800080"/>
                  </a:solidFill>
                  <a:latin typeface="Arial" panose="020B0604020202020204" pitchFamily="34" charset="0"/>
                  <a:ea typeface="宋体" panose="02010600030101010101" pitchFamily="2" charset="-122"/>
                </a:rPr>
                <a:t>1</a:t>
              </a:r>
            </a:p>
          </p:txBody>
        </p:sp>
        <p:sp>
          <p:nvSpPr>
            <p:cNvPr id="9238" name="Text Box 38"/>
            <p:cNvSpPr txBox="1">
              <a:spLocks noChangeArrowheads="1"/>
            </p:cNvSpPr>
            <p:nvPr/>
          </p:nvSpPr>
          <p:spPr bwMode="auto">
            <a:xfrm>
              <a:off x="3648" y="3312"/>
              <a:ext cx="272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000" i="1">
                  <a:solidFill>
                    <a:srgbClr val="800080"/>
                  </a:solidFill>
                  <a:latin typeface="Arial" panose="020B0604020202020204" pitchFamily="34" charset="0"/>
                  <a:ea typeface="宋体" panose="02010600030101010101" pitchFamily="2" charset="-122"/>
                </a:rPr>
                <a:t>q</a:t>
              </a:r>
              <a:r>
                <a:rPr lang="en-US" altLang="zh-CN" sz="2000" i="1" baseline="-25000">
                  <a:solidFill>
                    <a:srgbClr val="800080"/>
                  </a:solidFill>
                  <a:latin typeface="Arial" panose="020B0604020202020204" pitchFamily="34" charset="0"/>
                  <a:ea typeface="宋体" panose="02010600030101010101" pitchFamily="2" charset="-122"/>
                </a:rPr>
                <a:t>k</a:t>
              </a:r>
            </a:p>
          </p:txBody>
        </p:sp>
        <p:sp>
          <p:nvSpPr>
            <p:cNvPr id="9239" name="Text Box 39"/>
            <p:cNvSpPr txBox="1">
              <a:spLocks noChangeArrowheads="1"/>
            </p:cNvSpPr>
            <p:nvPr/>
          </p:nvSpPr>
          <p:spPr bwMode="auto">
            <a:xfrm>
              <a:off x="4926" y="3312"/>
              <a:ext cx="306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000" i="1">
                  <a:solidFill>
                    <a:srgbClr val="800080"/>
                  </a:solidFill>
                  <a:latin typeface="Arial" panose="020B0604020202020204" pitchFamily="34" charset="0"/>
                  <a:ea typeface="宋体" panose="02010600030101010101" pitchFamily="2" charset="-122"/>
                </a:rPr>
                <a:t>p</a:t>
              </a:r>
              <a:r>
                <a:rPr lang="en-US" altLang="zh-CN" sz="2000" i="1" baseline="-25000">
                  <a:solidFill>
                    <a:srgbClr val="800080"/>
                  </a:solidFill>
                  <a:latin typeface="Arial" panose="020B0604020202020204" pitchFamily="34" charset="0"/>
                  <a:ea typeface="宋体" panose="02010600030101010101" pitchFamily="2" charset="-122"/>
                </a:rPr>
                <a:t>m</a:t>
              </a:r>
            </a:p>
          </p:txBody>
        </p:sp>
        <p:sp>
          <p:nvSpPr>
            <p:cNvPr id="9240" name="Text Box 40"/>
            <p:cNvSpPr txBox="1">
              <a:spLocks noChangeArrowheads="1"/>
            </p:cNvSpPr>
            <p:nvPr/>
          </p:nvSpPr>
          <p:spPr bwMode="auto">
            <a:xfrm>
              <a:off x="2785" y="2666"/>
              <a:ext cx="479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1600" dirty="0">
                  <a:solidFill>
                    <a:srgbClr val="800080"/>
                  </a:solidFill>
                  <a:latin typeface="Arial" panose="020B0604020202020204" pitchFamily="34" charset="0"/>
                  <a:ea typeface="华文行楷" panose="02010800040101010101" pitchFamily="2" charset="-122"/>
                </a:rPr>
                <a:t>消去 </a:t>
              </a:r>
              <a:r>
                <a:rPr lang="en-US" altLang="zh-CN" sz="1600" i="1" dirty="0">
                  <a:solidFill>
                    <a:srgbClr val="800080"/>
                  </a:solidFill>
                  <a:latin typeface="Arial" panose="020B0604020202020204" pitchFamily="34" charset="0"/>
                  <a:ea typeface="华文行楷" panose="02010800040101010101" pitchFamily="2" charset="-122"/>
                </a:rPr>
                <a:t>s</a:t>
              </a:r>
              <a:endParaRPr lang="en-US" altLang="zh-CN" sz="1600" i="1" baseline="-25000" dirty="0">
                <a:solidFill>
                  <a:srgbClr val="800080"/>
                </a:solidFill>
                <a:latin typeface="Arial" panose="020B0604020202020204" pitchFamily="34" charset="0"/>
                <a:ea typeface="华文行楷" panose="02010800040101010101" pitchFamily="2" charset="-122"/>
              </a:endParaRPr>
            </a:p>
          </p:txBody>
        </p:sp>
      </p:grpSp>
    </p:spTree>
  </p:cSld>
  <p:clrMapOvr>
    <a:masterClrMapping/>
  </p:clrMapOvr>
  <p:transition spd="med">
    <p:wipe dir="r"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灯片编号占位符 1"/>
          <p:cNvSpPr>
            <a:spLocks noGrp="1"/>
          </p:cNvSpPr>
          <p:nvPr>
            <p:ph type="sldNum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D11CB9EA-035A-4260-A9B4-27150A398DA5}" type="slidenum">
              <a:rPr kumimoji="0" lang="zh-CN" altLang="en-US" sz="1200">
                <a:solidFill>
                  <a:srgbClr val="009999"/>
                </a:solidFill>
                <a:latin typeface="Arial Narrow" panose="020B0606020202030204" pitchFamily="34" charset="0"/>
                <a:ea typeface="宋体" panose="02010600030101010101" pitchFamily="2" charset="-122"/>
              </a:rPr>
              <a:t>16</a:t>
            </a:fld>
            <a:endParaRPr kumimoji="0" lang="en-US" altLang="zh-CN" sz="1200">
              <a:solidFill>
                <a:srgbClr val="009999"/>
              </a:solidFill>
              <a:latin typeface="Arial Narrow" panose="020B0606020202030204" pitchFamily="34" charset="0"/>
              <a:ea typeface="宋体" panose="02010600030101010101" pitchFamily="2" charset="-122"/>
            </a:endParaRPr>
          </a:p>
        </p:txBody>
      </p:sp>
      <p:sp>
        <p:nvSpPr>
          <p:cNvPr id="10243" name="日期占位符 2"/>
          <p:cNvSpPr>
            <a:spLocks noGrp="1"/>
          </p:cNvSpPr>
          <p:nvPr>
            <p:ph type="dt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8A300B7A-DF1F-41A7-9A76-B5772384E025}" type="datetime1">
              <a:rPr kumimoji="0" lang="zh-CN" altLang="en-US" sz="1200">
                <a:solidFill>
                  <a:srgbClr val="009999"/>
                </a:solidFill>
                <a:latin typeface="Arial Narrow" panose="020B0606020202030204" pitchFamily="34" charset="0"/>
                <a:ea typeface="宋体" panose="02010600030101010101" pitchFamily="2" charset="-122"/>
              </a:rPr>
              <a:t>2024/3/24</a:t>
            </a:fld>
            <a:endParaRPr kumimoji="0" lang="zh-CN" altLang="zh-CN" sz="1200">
              <a:solidFill>
                <a:srgbClr val="009999"/>
              </a:solidFill>
              <a:latin typeface="Arial Narrow" panose="020B0606020202030204" pitchFamily="34" charset="0"/>
              <a:ea typeface="宋体" panose="02010600030101010101" pitchFamily="2" charset="-122"/>
            </a:endParaRPr>
          </a:p>
        </p:txBody>
      </p:sp>
      <p:sp>
        <p:nvSpPr>
          <p:cNvPr id="10244" name="页脚占位符 3"/>
          <p:cNvSpPr>
            <a:spLocks noGrp="1"/>
          </p:cNvSpPr>
          <p:nvPr>
            <p:ph type="ftr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200">
                <a:solidFill>
                  <a:srgbClr val="009999"/>
                </a:solidFill>
                <a:latin typeface="Arial Narrow" panose="020B0606020202030204" pitchFamily="34" charset="0"/>
                <a:ea typeface="宋体" panose="02010600030101010101" pitchFamily="2" charset="-122"/>
              </a:rPr>
              <a:t>School of Computer Science, BUPT</a:t>
            </a:r>
            <a:endParaRPr lang="zh-CN" altLang="en-US" sz="1200">
              <a:solidFill>
                <a:srgbClr val="009999"/>
              </a:solidFill>
              <a:latin typeface="Arial Narrow" panose="020B0606020202030204" pitchFamily="34" charset="0"/>
              <a:ea typeface="宋体" panose="02010600030101010101" pitchFamily="2" charset="-122"/>
            </a:endParaRPr>
          </a:p>
        </p:txBody>
      </p:sp>
      <p:sp>
        <p:nvSpPr>
          <p:cNvPr id="10245" name="Rectangle 2"/>
          <p:cNvSpPr>
            <a:spLocks noChangeArrowheads="1"/>
          </p:cNvSpPr>
          <p:nvPr/>
        </p:nvSpPr>
        <p:spPr bwMode="auto">
          <a:xfrm>
            <a:off x="1143000" y="381000"/>
            <a:ext cx="8001000" cy="838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algn="ctr" eaLnBrk="1" hangingPunct="1">
              <a:lnSpc>
                <a:spcPct val="9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3200">
                <a:solidFill>
                  <a:srgbClr val="800080"/>
                </a:solidFill>
                <a:ea typeface="华文行楷" panose="02010800040101010101" pitchFamily="2" charset="-122"/>
              </a:rPr>
              <a:t>从 </a:t>
            </a:r>
            <a:r>
              <a:rPr lang="en-US" altLang="zh-CN" sz="2400" i="1">
                <a:solidFill>
                  <a:srgbClr val="800080"/>
                </a:solidFill>
                <a:latin typeface="Arial" panose="020B0604020202020204" pitchFamily="34" charset="0"/>
                <a:ea typeface="华文行楷" panose="02010800040101010101" pitchFamily="2" charset="-122"/>
              </a:rPr>
              <a:t>DFA </a:t>
            </a:r>
            <a:r>
              <a:rPr lang="zh-CN" altLang="en-US" sz="3200">
                <a:solidFill>
                  <a:srgbClr val="800080"/>
                </a:solidFill>
                <a:ea typeface="华文行楷" panose="02010800040101010101" pitchFamily="2" charset="-122"/>
              </a:rPr>
              <a:t>构造等价的</a:t>
            </a:r>
            <a:r>
              <a:rPr lang="zh-CN" altLang="en-US" sz="3200">
                <a:solidFill>
                  <a:srgbClr val="800080"/>
                </a:solidFill>
                <a:latin typeface="华文行楷" panose="02010800040101010101" pitchFamily="2" charset="-122"/>
                <a:ea typeface="华文行楷" panose="02010800040101010101" pitchFamily="2" charset="-122"/>
              </a:rPr>
              <a:t>正则表达式</a:t>
            </a:r>
          </a:p>
          <a:p>
            <a:pPr algn="ctr" eaLnBrk="1" hangingPunct="1">
              <a:lnSpc>
                <a:spcPct val="9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400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</a:rPr>
              <a:t>（状态消去法）</a:t>
            </a:r>
          </a:p>
        </p:txBody>
      </p:sp>
      <p:sp>
        <p:nvSpPr>
          <p:cNvPr id="10246" name="Text Box 7"/>
          <p:cNvSpPr txBox="1">
            <a:spLocks noChangeArrowheads="1"/>
          </p:cNvSpPr>
          <p:nvPr/>
        </p:nvSpPr>
        <p:spPr bwMode="auto">
          <a:xfrm>
            <a:off x="381000" y="1447800"/>
            <a:ext cx="8305800" cy="974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algn="just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400">
                <a:solidFill>
                  <a:srgbClr val="800080"/>
                </a:solidFill>
                <a:latin typeface="华文行楷" panose="02010800040101010101" pitchFamily="2" charset="-122"/>
                <a:ea typeface="华文行楷" panose="02010800040101010101" pitchFamily="2" charset="-122"/>
              </a:rPr>
              <a:t>步骤:</a:t>
            </a:r>
            <a:endParaRPr lang="zh-CN" altLang="en-US" sz="2400">
              <a:solidFill>
                <a:srgbClr val="333399"/>
              </a:solidFill>
              <a:ea typeface="华文行楷" panose="02010800040101010101" pitchFamily="2" charset="-122"/>
            </a:endParaRPr>
          </a:p>
          <a:p>
            <a:pPr eaLnBrk="1" hangingPunct="1">
              <a:spcBef>
                <a:spcPct val="0"/>
              </a:spcBef>
              <a:buClrTx/>
              <a:buSzTx/>
              <a:buFont typeface="Wingdings" panose="05000000000000000000" pitchFamily="2" charset="2"/>
              <a:buChar char=" "/>
            </a:pPr>
            <a:r>
              <a:rPr lang="zh-CN" altLang="en-US" sz="1000">
                <a:solidFill>
                  <a:srgbClr val="333399"/>
                </a:solidFill>
              </a:rPr>
              <a:t> </a:t>
            </a:r>
          </a:p>
          <a:p>
            <a:pPr algn="just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400" i="1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</a:rPr>
              <a:t>  (1) </a:t>
            </a:r>
            <a:r>
              <a:rPr lang="zh-CN" altLang="en-US" sz="2400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</a:rPr>
              <a:t>对每一终态</a:t>
            </a:r>
            <a:r>
              <a:rPr lang="en-US" altLang="zh-CN" sz="2400" i="1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</a:rPr>
              <a:t>q</a:t>
            </a:r>
            <a:r>
              <a:rPr lang="en-US" altLang="zh-CN" sz="2400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</a:rPr>
              <a:t>，</a:t>
            </a:r>
            <a:r>
              <a:rPr lang="zh-CN" altLang="en-US" sz="2400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</a:rPr>
              <a:t>依次消去除 </a:t>
            </a:r>
            <a:r>
              <a:rPr lang="en-US" altLang="zh-CN" sz="2400" i="1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</a:rPr>
              <a:t>q </a:t>
            </a:r>
            <a:r>
              <a:rPr lang="zh-CN" altLang="en-US" sz="2400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</a:rPr>
              <a:t>和初态 </a:t>
            </a:r>
            <a:r>
              <a:rPr lang="en-US" altLang="zh-CN" sz="2400" i="1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</a:rPr>
              <a:t>q</a:t>
            </a:r>
            <a:r>
              <a:rPr lang="en-US" altLang="zh-CN" sz="2400" i="1" baseline="-25000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</a:rPr>
              <a:t>0 </a:t>
            </a:r>
            <a:r>
              <a:rPr lang="zh-CN" altLang="en-US" sz="2400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</a:rPr>
              <a:t>之外的其它状态</a:t>
            </a:r>
            <a:r>
              <a:rPr lang="zh-CN" altLang="en-US" sz="2400">
                <a:solidFill>
                  <a:srgbClr val="333399"/>
                </a:solidFill>
                <a:latin typeface="华文行楷" panose="02010800040101010101" pitchFamily="2" charset="-122"/>
                <a:ea typeface="华文行楷" panose="02010800040101010101" pitchFamily="2" charset="-122"/>
              </a:rPr>
              <a:t>;</a:t>
            </a:r>
            <a:endParaRPr lang="zh-CN" altLang="en-US" sz="2400">
              <a:solidFill>
                <a:srgbClr val="333399"/>
              </a:solidFill>
              <a:latin typeface="Arial" panose="020B0604020202020204" pitchFamily="34" charset="0"/>
              <a:ea typeface="华文行楷" panose="02010800040101010101" pitchFamily="2" charset="-122"/>
            </a:endParaRPr>
          </a:p>
        </p:txBody>
      </p:sp>
      <p:graphicFrame>
        <p:nvGraphicFramePr>
          <p:cNvPr id="10247" name="Object 8"/>
          <p:cNvGraphicFramePr>
            <a:graphicFrameLocks noChangeAspect="1"/>
          </p:cNvGraphicFramePr>
          <p:nvPr/>
        </p:nvGraphicFramePr>
        <p:xfrm>
          <a:off x="1524000" y="3962400"/>
          <a:ext cx="5562600" cy="18002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2" imgW="4995545" imgH="1345565" progId="Visio.Drawing.6">
                  <p:embed/>
                </p:oleObj>
              </mc:Choice>
              <mc:Fallback>
                <p:oleObj name="VISIO" r:id="rId2" imgW="4995545" imgH="1345565" progId="Visio.Drawing.6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24000" y="3962400"/>
                        <a:ext cx="5562600" cy="18002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248" name="Rectangle 9"/>
          <p:cNvSpPr>
            <a:spLocks noChangeArrowheads="1"/>
          </p:cNvSpPr>
          <p:nvPr/>
        </p:nvSpPr>
        <p:spPr bwMode="auto">
          <a:xfrm>
            <a:off x="563563" y="2432050"/>
            <a:ext cx="8159606" cy="8309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400" i="1" dirty="0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</a:rPr>
              <a:t>(2) </a:t>
            </a:r>
            <a:r>
              <a:rPr lang="zh-CN" altLang="en-US" sz="2400" dirty="0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</a:rPr>
              <a:t>若</a:t>
            </a:r>
            <a:r>
              <a:rPr lang="en-US" altLang="zh-CN" sz="2400" i="1" dirty="0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</a:rPr>
              <a:t>q</a:t>
            </a:r>
            <a:r>
              <a:rPr lang="en-US" altLang="zh-CN" sz="2400" i="1" dirty="0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  <a:sym typeface="Symbol" panose="05050102010706020507" pitchFamily="18" charset="2"/>
              </a:rPr>
              <a:t> </a:t>
            </a:r>
            <a:r>
              <a:rPr lang="en-US" altLang="zh-CN" sz="2400" i="1" dirty="0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</a:rPr>
              <a:t>q</a:t>
            </a:r>
            <a:r>
              <a:rPr lang="en-US" altLang="zh-CN" sz="2400" i="1" baseline="-25000" dirty="0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</a:rPr>
              <a:t>0</a:t>
            </a:r>
            <a:r>
              <a:rPr lang="en-US" altLang="zh-CN" sz="2400" dirty="0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</a:rPr>
              <a:t>，</a:t>
            </a:r>
            <a:r>
              <a:rPr lang="zh-CN" altLang="en-US" sz="2400" dirty="0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</a:rPr>
              <a:t>最终可得到一般</a:t>
            </a:r>
            <a:r>
              <a:rPr lang="zh-CN" altLang="en-US" sz="2400" dirty="0">
                <a:solidFill>
                  <a:srgbClr val="333399"/>
                </a:solidFill>
                <a:latin typeface="华文行楷" panose="02010800040101010101" pitchFamily="2" charset="-122"/>
                <a:ea typeface="华文行楷" panose="02010800040101010101" pitchFamily="2" charset="-122"/>
              </a:rPr>
              <a:t>形式如下左图</a:t>
            </a:r>
            <a:r>
              <a:rPr lang="zh-CN" altLang="en-US" sz="2400" dirty="0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</a:rPr>
              <a:t>的状态自动机，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400" dirty="0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</a:rPr>
              <a:t>      </a:t>
            </a:r>
            <a:r>
              <a:rPr lang="zh-CN" altLang="en-US" sz="2400" dirty="0">
                <a:solidFill>
                  <a:srgbClr val="333399"/>
                </a:solidFill>
                <a:latin typeface="华文行楷" panose="02010800040101010101" pitchFamily="2" charset="-122"/>
                <a:ea typeface="华文行楷" panose="02010800040101010101" pitchFamily="2" charset="-122"/>
              </a:rPr>
              <a:t>该自动机对应的正则表达式可表示为 </a:t>
            </a:r>
            <a:r>
              <a:rPr lang="zh-CN" altLang="en-US" sz="2400" i="1" dirty="0">
                <a:solidFill>
                  <a:srgbClr val="800080"/>
                </a:solidFill>
                <a:latin typeface="Arial" panose="020B0604020202020204" pitchFamily="34" charset="0"/>
                <a:ea typeface="华文行楷" panose="02010800040101010101" pitchFamily="2" charset="-122"/>
              </a:rPr>
              <a:t>( </a:t>
            </a:r>
            <a:r>
              <a:rPr lang="en-US" altLang="zh-CN" sz="2400" i="1" dirty="0">
                <a:solidFill>
                  <a:srgbClr val="800080"/>
                </a:solidFill>
                <a:latin typeface="Arial" panose="020B0604020202020204" pitchFamily="34" charset="0"/>
                <a:ea typeface="华文行楷" panose="02010800040101010101" pitchFamily="2" charset="-122"/>
              </a:rPr>
              <a:t>R*+SU*T )*SU*</a:t>
            </a:r>
            <a:r>
              <a:rPr lang="en-US" altLang="zh-CN" sz="2400" i="1" dirty="0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</a:rPr>
              <a:t>.</a:t>
            </a:r>
          </a:p>
        </p:txBody>
      </p:sp>
      <p:sp>
        <p:nvSpPr>
          <p:cNvPr id="10249" name="Rectangle 10"/>
          <p:cNvSpPr>
            <a:spLocks noChangeArrowheads="1"/>
          </p:cNvSpPr>
          <p:nvPr/>
        </p:nvSpPr>
        <p:spPr bwMode="auto">
          <a:xfrm>
            <a:off x="538163" y="3200400"/>
            <a:ext cx="8093075" cy="822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400" i="1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</a:rPr>
              <a:t>(3) </a:t>
            </a:r>
            <a:r>
              <a:rPr lang="zh-CN" altLang="en-US" sz="2400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</a:rPr>
              <a:t>若</a:t>
            </a:r>
            <a:r>
              <a:rPr lang="en-US" altLang="zh-CN" sz="2400" i="1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</a:rPr>
              <a:t>q</a:t>
            </a:r>
            <a:r>
              <a:rPr lang="en-US" altLang="zh-CN" sz="2400" i="1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  <a:sym typeface="Symbol" panose="05050102010706020507" pitchFamily="18" charset="2"/>
              </a:rPr>
              <a:t>= </a:t>
            </a:r>
            <a:r>
              <a:rPr lang="en-US" altLang="zh-CN" sz="2400" i="1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</a:rPr>
              <a:t>q</a:t>
            </a:r>
            <a:r>
              <a:rPr lang="en-US" altLang="zh-CN" sz="2400" i="1" baseline="-25000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</a:rPr>
              <a:t>0</a:t>
            </a:r>
            <a:r>
              <a:rPr lang="en-US" altLang="zh-CN" sz="2400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</a:rPr>
              <a:t>，</a:t>
            </a:r>
            <a:r>
              <a:rPr lang="zh-CN" altLang="en-US" sz="2400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</a:rPr>
              <a:t>最终可得到</a:t>
            </a:r>
            <a:r>
              <a:rPr lang="zh-CN" altLang="en-US" sz="2400">
                <a:solidFill>
                  <a:srgbClr val="333399"/>
                </a:solidFill>
                <a:latin typeface="华文行楷" panose="02010800040101010101" pitchFamily="2" charset="-122"/>
                <a:ea typeface="华文行楷" panose="02010800040101010101" pitchFamily="2" charset="-122"/>
              </a:rPr>
              <a:t>如下右图的自动机，它对应的正则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400">
                <a:solidFill>
                  <a:srgbClr val="333399"/>
                </a:solidFill>
                <a:latin typeface="华文行楷" panose="02010800040101010101" pitchFamily="2" charset="-122"/>
                <a:ea typeface="华文行楷" panose="02010800040101010101" pitchFamily="2" charset="-122"/>
              </a:rPr>
              <a:t>      表达式可以表示为 </a:t>
            </a:r>
            <a:r>
              <a:rPr lang="en-US" altLang="zh-CN" sz="2400" i="1">
                <a:solidFill>
                  <a:srgbClr val="800080"/>
                </a:solidFill>
                <a:latin typeface="Arial" panose="020B0604020202020204" pitchFamily="34" charset="0"/>
                <a:ea typeface="华文行楷" panose="02010800040101010101" pitchFamily="2" charset="-122"/>
              </a:rPr>
              <a:t>R*</a:t>
            </a:r>
            <a:r>
              <a:rPr lang="en-US" altLang="zh-CN" sz="2400" i="1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</a:rPr>
              <a:t>.</a:t>
            </a:r>
            <a:endParaRPr lang="en-US" altLang="zh-CN" sz="2400">
              <a:solidFill>
                <a:srgbClr val="333399"/>
              </a:solidFill>
              <a:latin typeface="华文行楷" panose="02010800040101010101" pitchFamily="2" charset="-122"/>
              <a:ea typeface="华文行楷" panose="02010800040101010101" pitchFamily="2" charset="-122"/>
            </a:endParaRPr>
          </a:p>
        </p:txBody>
      </p:sp>
      <p:sp>
        <p:nvSpPr>
          <p:cNvPr id="10250" name="Rectangle 11"/>
          <p:cNvSpPr>
            <a:spLocks noChangeArrowheads="1"/>
          </p:cNvSpPr>
          <p:nvPr/>
        </p:nvSpPr>
        <p:spPr bwMode="auto">
          <a:xfrm>
            <a:off x="533400" y="5562600"/>
            <a:ext cx="5518150" cy="822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400" i="1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</a:rPr>
              <a:t>(4) </a:t>
            </a:r>
            <a:r>
              <a:rPr lang="zh-CN" altLang="en-US" sz="2400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</a:rPr>
              <a:t>最终</a:t>
            </a:r>
            <a:r>
              <a:rPr lang="zh-CN" altLang="en-US" sz="2400">
                <a:solidFill>
                  <a:srgbClr val="333399"/>
                </a:solidFill>
                <a:latin typeface="华文行楷" panose="02010800040101010101" pitchFamily="2" charset="-122"/>
                <a:ea typeface="华文行楷" panose="02010800040101010101" pitchFamily="2" charset="-122"/>
              </a:rPr>
              <a:t>的正则表达式为</a:t>
            </a:r>
            <a:r>
              <a:rPr lang="zh-CN" altLang="en-US" sz="2400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</a:rPr>
              <a:t>每一终态对应的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400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</a:rPr>
              <a:t>     正则表达式之和（并）.</a:t>
            </a:r>
            <a:endParaRPr lang="zh-CN" altLang="en-US" sz="2400">
              <a:solidFill>
                <a:srgbClr val="333399"/>
              </a:solidFill>
              <a:latin typeface="华文行楷" panose="02010800040101010101" pitchFamily="2" charset="-122"/>
              <a:ea typeface="华文行楷" panose="02010800040101010101" pitchFamily="2" charset="-122"/>
            </a:endParaRPr>
          </a:p>
        </p:txBody>
      </p:sp>
    </p:spTree>
  </p:cSld>
  <p:clrMapOvr>
    <a:masterClrMapping/>
  </p:clrMapOvr>
  <p:transition spd="med">
    <p:wipe dir="r"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灯片编号占位符 1"/>
          <p:cNvSpPr>
            <a:spLocks noGrp="1"/>
          </p:cNvSpPr>
          <p:nvPr>
            <p:ph type="sldNum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991102F6-ED4E-4E7B-9C97-754E04F04A5E}" type="slidenum">
              <a:rPr kumimoji="0" lang="zh-CN" altLang="en-US" sz="1200">
                <a:solidFill>
                  <a:srgbClr val="009999"/>
                </a:solidFill>
                <a:latin typeface="Arial Narrow" panose="020B0606020202030204" pitchFamily="34" charset="0"/>
                <a:ea typeface="宋体" panose="02010600030101010101" pitchFamily="2" charset="-122"/>
              </a:rPr>
              <a:t>17</a:t>
            </a:fld>
            <a:endParaRPr kumimoji="0" lang="en-US" altLang="zh-CN" sz="1200">
              <a:solidFill>
                <a:srgbClr val="009999"/>
              </a:solidFill>
              <a:latin typeface="Arial Narrow" panose="020B0606020202030204" pitchFamily="34" charset="0"/>
              <a:ea typeface="宋体" panose="02010600030101010101" pitchFamily="2" charset="-122"/>
            </a:endParaRPr>
          </a:p>
        </p:txBody>
      </p:sp>
      <p:sp>
        <p:nvSpPr>
          <p:cNvPr id="11267" name="日期占位符 2"/>
          <p:cNvSpPr>
            <a:spLocks noGrp="1"/>
          </p:cNvSpPr>
          <p:nvPr>
            <p:ph type="dt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498E5933-8E8E-433E-B382-A43C6BE1FD9E}" type="datetime1">
              <a:rPr kumimoji="0" lang="zh-CN" altLang="en-US" sz="1200">
                <a:solidFill>
                  <a:srgbClr val="009999"/>
                </a:solidFill>
                <a:latin typeface="Arial Narrow" panose="020B0606020202030204" pitchFamily="34" charset="0"/>
                <a:ea typeface="宋体" panose="02010600030101010101" pitchFamily="2" charset="-122"/>
              </a:rPr>
              <a:t>2024/3/24</a:t>
            </a:fld>
            <a:endParaRPr kumimoji="0" lang="zh-CN" altLang="zh-CN" sz="1200">
              <a:solidFill>
                <a:srgbClr val="009999"/>
              </a:solidFill>
              <a:latin typeface="Arial Narrow" panose="020B0606020202030204" pitchFamily="34" charset="0"/>
              <a:ea typeface="宋体" panose="02010600030101010101" pitchFamily="2" charset="-122"/>
            </a:endParaRPr>
          </a:p>
        </p:txBody>
      </p:sp>
      <p:sp>
        <p:nvSpPr>
          <p:cNvPr id="11268" name="页脚占位符 3"/>
          <p:cNvSpPr>
            <a:spLocks noGrp="1"/>
          </p:cNvSpPr>
          <p:nvPr>
            <p:ph type="ftr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200">
                <a:solidFill>
                  <a:srgbClr val="009999"/>
                </a:solidFill>
                <a:latin typeface="Arial Narrow" panose="020B0606020202030204" pitchFamily="34" charset="0"/>
                <a:ea typeface="宋体" panose="02010600030101010101" pitchFamily="2" charset="-122"/>
              </a:rPr>
              <a:t>School of Computer Science, BUPT</a:t>
            </a:r>
            <a:endParaRPr lang="zh-CN" altLang="en-US" sz="1200">
              <a:solidFill>
                <a:srgbClr val="009999"/>
              </a:solidFill>
              <a:latin typeface="Arial Narrow" panose="020B0606020202030204" pitchFamily="34" charset="0"/>
              <a:ea typeface="宋体" panose="02010600030101010101" pitchFamily="2" charset="-122"/>
            </a:endParaRPr>
          </a:p>
        </p:txBody>
      </p:sp>
      <p:sp>
        <p:nvSpPr>
          <p:cNvPr id="11269" name="Rectangle 6"/>
          <p:cNvSpPr>
            <a:spLocks noChangeArrowheads="1"/>
          </p:cNvSpPr>
          <p:nvPr/>
        </p:nvSpPr>
        <p:spPr bwMode="auto">
          <a:xfrm>
            <a:off x="838200" y="533400"/>
            <a:ext cx="6553200" cy="533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algn="ctr" eaLnBrk="1" hangingPunct="1">
              <a:lnSpc>
                <a:spcPct val="9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3200">
                <a:solidFill>
                  <a:srgbClr val="800080"/>
                </a:solidFill>
                <a:latin typeface="华文行楷" panose="02010800040101010101" pitchFamily="2" charset="-122"/>
                <a:ea typeface="华文行楷" panose="02010800040101010101" pitchFamily="2" charset="-122"/>
              </a:rPr>
              <a:t>状态消去法举例</a:t>
            </a:r>
            <a:endParaRPr lang="zh-CN" altLang="en-US" sz="3600">
              <a:solidFill>
                <a:schemeClr val="tx2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graphicFrame>
        <p:nvGraphicFramePr>
          <p:cNvPr id="11270" name="Object 7"/>
          <p:cNvGraphicFramePr>
            <a:graphicFrameLocks noChangeAspect="1"/>
          </p:cNvGraphicFramePr>
          <p:nvPr/>
        </p:nvGraphicFramePr>
        <p:xfrm>
          <a:off x="1828800" y="1196752"/>
          <a:ext cx="5530850" cy="1073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2" imgW="5534025" imgH="1076325" progId="Visio.Drawing.6">
                  <p:embed/>
                </p:oleObj>
              </mc:Choice>
              <mc:Fallback>
                <p:oleObj name="VISIO" r:id="rId2" imgW="5534025" imgH="1076325" progId="Visio.Drawing.6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28800" y="1196752"/>
                        <a:ext cx="5530850" cy="10731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1271" name="Group 8"/>
          <p:cNvGrpSpPr/>
          <p:nvPr/>
        </p:nvGrpSpPr>
        <p:grpSpPr bwMode="auto">
          <a:xfrm>
            <a:off x="585789" y="2420888"/>
            <a:ext cx="6119813" cy="1073150"/>
            <a:chOff x="417" y="1924"/>
            <a:chExt cx="3855" cy="676"/>
          </a:xfrm>
        </p:grpSpPr>
        <p:sp>
          <p:nvSpPr>
            <p:cNvPr id="11279" name="Rectangle 9"/>
            <p:cNvSpPr>
              <a:spLocks noChangeArrowheads="1"/>
            </p:cNvSpPr>
            <p:nvPr/>
          </p:nvSpPr>
          <p:spPr bwMode="auto">
            <a:xfrm>
              <a:off x="417" y="2024"/>
              <a:ext cx="1023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2400">
                  <a:solidFill>
                    <a:srgbClr val="333399"/>
                  </a:solidFill>
                  <a:latin typeface="Arial" panose="020B0604020202020204" pitchFamily="34" charset="0"/>
                  <a:ea typeface="华文行楷" panose="02010800040101010101" pitchFamily="2" charset="-122"/>
                </a:rPr>
                <a:t>对于终态</a:t>
              </a:r>
              <a:r>
                <a:rPr lang="en-US" altLang="zh-CN" sz="2400" i="1">
                  <a:solidFill>
                    <a:srgbClr val="333399"/>
                  </a:solidFill>
                  <a:latin typeface="Arial" panose="020B0604020202020204" pitchFamily="34" charset="0"/>
                  <a:ea typeface="华文行楷" panose="02010800040101010101" pitchFamily="2" charset="-122"/>
                </a:rPr>
                <a:t>C</a:t>
              </a:r>
            </a:p>
          </p:txBody>
        </p:sp>
        <p:graphicFrame>
          <p:nvGraphicFramePr>
            <p:cNvPr id="11280" name="Object 10"/>
            <p:cNvGraphicFramePr>
              <a:graphicFrameLocks noChangeAspect="1"/>
            </p:cNvGraphicFramePr>
            <p:nvPr/>
          </p:nvGraphicFramePr>
          <p:xfrm>
            <a:off x="1620" y="2025"/>
            <a:ext cx="430" cy="29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Visio" r:id="rId4" imgW="1066800" imgH="723900" progId="Visio.Drawing.11">
                    <p:embed/>
                  </p:oleObj>
                </mc:Choice>
                <mc:Fallback>
                  <p:oleObj name="Visio" r:id="rId4" imgW="1066800" imgH="723900" progId="Visio.Drawing.11">
                    <p:embed/>
                    <p:pic>
                      <p:nvPicPr>
                        <p:cNvPr id="0" name="Object 10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620" y="2025"/>
                          <a:ext cx="430" cy="291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1281" name="Object 11"/>
            <p:cNvGraphicFramePr>
              <a:graphicFrameLocks noChangeAspect="1"/>
            </p:cNvGraphicFramePr>
            <p:nvPr/>
          </p:nvGraphicFramePr>
          <p:xfrm>
            <a:off x="2516" y="1924"/>
            <a:ext cx="1756" cy="67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VISIO" r:id="rId6" imgW="2790825" imgH="1076325" progId="Visio.Drawing.6">
                    <p:embed/>
                  </p:oleObj>
                </mc:Choice>
                <mc:Fallback>
                  <p:oleObj name="VISIO" r:id="rId6" imgW="2790825" imgH="1076325" progId="Visio.Drawing.6">
                    <p:embed/>
                    <p:pic>
                      <p:nvPicPr>
                        <p:cNvPr id="0" name="Object 11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516" y="1924"/>
                          <a:ext cx="1756" cy="67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11272" name="Group 12"/>
          <p:cNvGrpSpPr/>
          <p:nvPr/>
        </p:nvGrpSpPr>
        <p:grpSpPr bwMode="auto">
          <a:xfrm>
            <a:off x="585788" y="3645024"/>
            <a:ext cx="6881812" cy="1073150"/>
            <a:chOff x="417" y="2648"/>
            <a:chExt cx="4335" cy="676"/>
          </a:xfrm>
        </p:grpSpPr>
        <p:graphicFrame>
          <p:nvGraphicFramePr>
            <p:cNvPr id="11276" name="Object 13"/>
            <p:cNvGraphicFramePr>
              <a:graphicFrameLocks noChangeAspect="1"/>
            </p:cNvGraphicFramePr>
            <p:nvPr/>
          </p:nvGraphicFramePr>
          <p:xfrm>
            <a:off x="1632" y="2649"/>
            <a:ext cx="430" cy="29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VISIO" r:id="rId8" imgW="1066800" imgH="723900" progId="Visio.Drawing.6">
                    <p:embed/>
                  </p:oleObj>
                </mc:Choice>
                <mc:Fallback>
                  <p:oleObj name="VISIO" r:id="rId8" imgW="1066800" imgH="723900" progId="Visio.Drawing.6">
                    <p:embed/>
                    <p:pic>
                      <p:nvPicPr>
                        <p:cNvPr id="0" name="Object 1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632" y="2649"/>
                          <a:ext cx="430" cy="291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1277" name="Object 14"/>
            <p:cNvGraphicFramePr>
              <a:graphicFrameLocks noChangeAspect="1"/>
            </p:cNvGraphicFramePr>
            <p:nvPr/>
          </p:nvGraphicFramePr>
          <p:xfrm>
            <a:off x="2564" y="2648"/>
            <a:ext cx="2188" cy="67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VISIO" r:id="rId9" imgW="3476625" imgH="1076325" progId="Visio.Drawing.6">
                    <p:embed/>
                  </p:oleObj>
                </mc:Choice>
                <mc:Fallback>
                  <p:oleObj name="VISIO" r:id="rId9" imgW="3476625" imgH="1076325" progId="Visio.Drawing.6">
                    <p:embed/>
                    <p:pic>
                      <p:nvPicPr>
                        <p:cNvPr id="0" name="Object 1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564" y="2648"/>
                          <a:ext cx="2188" cy="67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1278" name="Rectangle 15"/>
            <p:cNvSpPr>
              <a:spLocks noChangeArrowheads="1"/>
            </p:cNvSpPr>
            <p:nvPr/>
          </p:nvSpPr>
          <p:spPr bwMode="auto">
            <a:xfrm>
              <a:off x="417" y="2648"/>
              <a:ext cx="1023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2400" dirty="0">
                  <a:solidFill>
                    <a:srgbClr val="333399"/>
                  </a:solidFill>
                  <a:latin typeface="Arial" panose="020B0604020202020204" pitchFamily="34" charset="0"/>
                  <a:ea typeface="华文行楷" panose="02010800040101010101" pitchFamily="2" charset="-122"/>
                </a:rPr>
                <a:t>对于终态</a:t>
              </a:r>
              <a:r>
                <a:rPr lang="en-US" altLang="zh-CN" sz="2400" i="1" dirty="0">
                  <a:solidFill>
                    <a:srgbClr val="333399"/>
                  </a:solidFill>
                  <a:latin typeface="Arial" panose="020B0604020202020204" pitchFamily="34" charset="0"/>
                  <a:ea typeface="华文行楷" panose="02010800040101010101" pitchFamily="2" charset="-122"/>
                </a:rPr>
                <a:t>D</a:t>
              </a:r>
            </a:p>
          </p:txBody>
        </p:sp>
      </p:grpSp>
      <p:grpSp>
        <p:nvGrpSpPr>
          <p:cNvPr id="11273" name="Group 16"/>
          <p:cNvGrpSpPr/>
          <p:nvPr/>
        </p:nvGrpSpPr>
        <p:grpSpPr bwMode="auto">
          <a:xfrm>
            <a:off x="609600" y="4889500"/>
            <a:ext cx="6035675" cy="965200"/>
            <a:chOff x="432" y="3272"/>
            <a:chExt cx="3802" cy="608"/>
          </a:xfrm>
        </p:grpSpPr>
        <p:sp>
          <p:nvSpPr>
            <p:cNvPr id="11274" name="Rectangle 17"/>
            <p:cNvSpPr>
              <a:spLocks noChangeArrowheads="1"/>
            </p:cNvSpPr>
            <p:nvPr/>
          </p:nvSpPr>
          <p:spPr bwMode="auto">
            <a:xfrm>
              <a:off x="432" y="3272"/>
              <a:ext cx="1652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2400" dirty="0">
                  <a:solidFill>
                    <a:srgbClr val="333399"/>
                  </a:solidFill>
                  <a:latin typeface="Arial" panose="020B0604020202020204" pitchFamily="34" charset="0"/>
                  <a:ea typeface="华文行楷" panose="02010800040101010101" pitchFamily="2" charset="-122"/>
                </a:rPr>
                <a:t>等价的正则表达式</a:t>
              </a:r>
            </a:p>
          </p:txBody>
        </p:sp>
        <p:sp>
          <p:nvSpPr>
            <p:cNvPr id="11275" name="Rectangle 18"/>
            <p:cNvSpPr>
              <a:spLocks noChangeArrowheads="1"/>
            </p:cNvSpPr>
            <p:nvPr/>
          </p:nvSpPr>
          <p:spPr bwMode="auto">
            <a:xfrm>
              <a:off x="1372" y="3592"/>
              <a:ext cx="2862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2400" i="1">
                  <a:solidFill>
                    <a:srgbClr val="800080"/>
                  </a:solidFill>
                  <a:latin typeface="Arial" panose="020B0604020202020204" pitchFamily="34" charset="0"/>
                  <a:ea typeface="华文行楷" panose="02010800040101010101" pitchFamily="2" charset="-122"/>
                </a:rPr>
                <a:t>(0+1)*1(0+1)+(0+1)*1(0+1)(0+1)</a:t>
              </a:r>
            </a:p>
          </p:txBody>
        </p:sp>
      </p:grpSp>
    </p:spTree>
  </p:cSld>
  <p:clrMapOvr>
    <a:masterClrMapping/>
  </p:clrMapOvr>
  <p:transition spd="med">
    <p:wipe dir="r"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灯片编号占位符 1"/>
          <p:cNvSpPr>
            <a:spLocks noGrp="1"/>
          </p:cNvSpPr>
          <p:nvPr>
            <p:ph type="sldNum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792C81A5-CC51-415A-949D-D8A48AF4B6B7}" type="slidenum">
              <a:rPr kumimoji="0" lang="zh-CN" altLang="en-US" sz="1200">
                <a:solidFill>
                  <a:srgbClr val="009999"/>
                </a:solidFill>
                <a:latin typeface="Arial Narrow" panose="020B0606020202030204" pitchFamily="34" charset="0"/>
                <a:ea typeface="宋体" panose="02010600030101010101" pitchFamily="2" charset="-122"/>
              </a:rPr>
              <a:t>18</a:t>
            </a:fld>
            <a:endParaRPr kumimoji="0" lang="en-US" altLang="zh-CN" sz="1200">
              <a:solidFill>
                <a:srgbClr val="009999"/>
              </a:solidFill>
              <a:latin typeface="Arial Narrow" panose="020B0606020202030204" pitchFamily="34" charset="0"/>
              <a:ea typeface="宋体" panose="02010600030101010101" pitchFamily="2" charset="-122"/>
            </a:endParaRPr>
          </a:p>
        </p:txBody>
      </p:sp>
      <p:sp>
        <p:nvSpPr>
          <p:cNvPr id="12291" name="日期占位符 2"/>
          <p:cNvSpPr>
            <a:spLocks noGrp="1"/>
          </p:cNvSpPr>
          <p:nvPr>
            <p:ph type="dt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1CEB5892-8550-4996-8918-18DC456C5818}" type="datetime1">
              <a:rPr kumimoji="0" lang="zh-CN" altLang="en-US" sz="1200">
                <a:solidFill>
                  <a:srgbClr val="009999"/>
                </a:solidFill>
                <a:latin typeface="Arial Narrow" panose="020B0606020202030204" pitchFamily="34" charset="0"/>
                <a:ea typeface="宋体" panose="02010600030101010101" pitchFamily="2" charset="-122"/>
              </a:rPr>
              <a:t>2024/3/24</a:t>
            </a:fld>
            <a:endParaRPr kumimoji="0" lang="zh-CN" altLang="zh-CN" sz="1200">
              <a:solidFill>
                <a:srgbClr val="009999"/>
              </a:solidFill>
              <a:latin typeface="Arial Narrow" panose="020B0606020202030204" pitchFamily="34" charset="0"/>
              <a:ea typeface="宋体" panose="02010600030101010101" pitchFamily="2" charset="-122"/>
            </a:endParaRPr>
          </a:p>
        </p:txBody>
      </p:sp>
      <p:sp>
        <p:nvSpPr>
          <p:cNvPr id="12292" name="页脚占位符 3"/>
          <p:cNvSpPr>
            <a:spLocks noGrp="1"/>
          </p:cNvSpPr>
          <p:nvPr>
            <p:ph type="ftr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200">
                <a:solidFill>
                  <a:srgbClr val="009999"/>
                </a:solidFill>
                <a:latin typeface="Arial Narrow" panose="020B0606020202030204" pitchFamily="34" charset="0"/>
                <a:ea typeface="宋体" panose="02010600030101010101" pitchFamily="2" charset="-122"/>
              </a:rPr>
              <a:t>School of Computer Science, BUPT</a:t>
            </a:r>
            <a:endParaRPr lang="zh-CN" altLang="en-US" sz="1200">
              <a:solidFill>
                <a:srgbClr val="009999"/>
              </a:solidFill>
              <a:latin typeface="Arial Narrow" panose="020B0606020202030204" pitchFamily="34" charset="0"/>
              <a:ea typeface="宋体" panose="02010600030101010101" pitchFamily="2" charset="-122"/>
            </a:endParaRPr>
          </a:p>
        </p:txBody>
      </p:sp>
      <p:sp>
        <p:nvSpPr>
          <p:cNvPr id="12293" name="Rectangle 2"/>
          <p:cNvSpPr>
            <a:spLocks noChangeArrowheads="1"/>
          </p:cNvSpPr>
          <p:nvPr/>
        </p:nvSpPr>
        <p:spPr bwMode="auto">
          <a:xfrm>
            <a:off x="838200" y="533400"/>
            <a:ext cx="6553200" cy="533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algn="ctr" eaLnBrk="1" hangingPunct="1">
              <a:lnSpc>
                <a:spcPct val="9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3200">
                <a:solidFill>
                  <a:srgbClr val="800080"/>
                </a:solidFill>
                <a:latin typeface="华文行楷" panose="02010800040101010101" pitchFamily="2" charset="-122"/>
                <a:ea typeface="华文行楷" panose="02010800040101010101" pitchFamily="2" charset="-122"/>
              </a:rPr>
              <a:t>状态消去法举例</a:t>
            </a:r>
            <a:endParaRPr lang="zh-CN" altLang="en-US" sz="3600">
              <a:solidFill>
                <a:schemeClr val="tx2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grpSp>
        <p:nvGrpSpPr>
          <p:cNvPr id="12294" name="Group 15"/>
          <p:cNvGrpSpPr/>
          <p:nvPr/>
        </p:nvGrpSpPr>
        <p:grpSpPr bwMode="auto">
          <a:xfrm>
            <a:off x="1447800" y="1219200"/>
            <a:ext cx="5943600" cy="1574800"/>
            <a:chOff x="2851" y="3325"/>
            <a:chExt cx="6180" cy="1520"/>
          </a:xfrm>
        </p:grpSpPr>
        <p:grpSp>
          <p:nvGrpSpPr>
            <p:cNvPr id="12358" name="Group 16"/>
            <p:cNvGrpSpPr/>
            <p:nvPr/>
          </p:nvGrpSpPr>
          <p:grpSpPr bwMode="auto">
            <a:xfrm>
              <a:off x="2851" y="3445"/>
              <a:ext cx="6180" cy="1400"/>
              <a:chOff x="2851" y="3445"/>
              <a:chExt cx="6180" cy="1400"/>
            </a:xfrm>
          </p:grpSpPr>
          <p:grpSp>
            <p:nvGrpSpPr>
              <p:cNvPr id="12375" name="Group 17"/>
              <p:cNvGrpSpPr/>
              <p:nvPr/>
            </p:nvGrpSpPr>
            <p:grpSpPr bwMode="auto">
              <a:xfrm>
                <a:off x="2851" y="3945"/>
                <a:ext cx="420" cy="400"/>
                <a:chOff x="2851" y="3945"/>
                <a:chExt cx="420" cy="400"/>
              </a:xfrm>
            </p:grpSpPr>
            <p:sp>
              <p:nvSpPr>
                <p:cNvPr id="12405" name="Oval 18"/>
                <p:cNvSpPr>
                  <a:spLocks noChangeArrowheads="1"/>
                </p:cNvSpPr>
                <p:nvPr/>
              </p:nvSpPr>
              <p:spPr bwMode="auto">
                <a:xfrm>
                  <a:off x="2851" y="3965"/>
                  <a:ext cx="380" cy="380"/>
                </a:xfrm>
                <a:prstGeom prst="ellipse">
                  <a:avLst/>
                </a:prstGeom>
                <a:noFill/>
                <a:ln w="9525">
                  <a:solidFill>
                    <a:srgbClr val="000000"/>
                  </a:solidFill>
                  <a:rou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>
                  <a:lvl1pPr>
                    <a:spcBef>
                      <a:spcPct val="20000"/>
                    </a:spcBef>
                    <a:buClr>
                      <a:schemeClr val="folHlink"/>
                    </a:buClr>
                    <a:buSzPct val="60000"/>
                    <a:buFont typeface="Wingdings" panose="05000000000000000000" pitchFamily="2" charset="2"/>
                    <a:buChar char="n"/>
                    <a:defRPr kumimoji="1" sz="28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hlink"/>
                    </a:buClr>
                    <a:buSzPct val="55000"/>
                    <a:buFont typeface="Wingdings" panose="05000000000000000000" pitchFamily="2" charset="2"/>
                    <a:buChar char="n"/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folHlink"/>
                    </a:buClr>
                    <a:buSzPct val="50000"/>
                    <a:buFont typeface="Wingdings" panose="05000000000000000000" pitchFamily="2" charset="2"/>
                    <a:buChar char="n"/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accent2"/>
                    </a:buClr>
                    <a:buSzPct val="55000"/>
                    <a:buFont typeface="Wingdings" panose="05000000000000000000" pitchFamily="2" charset="2"/>
                    <a:buChar char="n"/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9pPr>
                </a:lstStyle>
                <a:p>
                  <a:pPr algn="r">
                    <a:buFont typeface="Wingdings" panose="05000000000000000000" pitchFamily="2" charset="2"/>
                    <a:buNone/>
                  </a:pPr>
                  <a:endParaRPr lang="zh-CN" altLang="en-US" sz="1800" b="0">
                    <a:solidFill>
                      <a:srgbClr val="009999"/>
                    </a:solidFill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12406" name="Text Box 19"/>
                <p:cNvSpPr txBox="1">
                  <a:spLocks noChangeArrowheads="1"/>
                </p:cNvSpPr>
                <p:nvPr/>
              </p:nvSpPr>
              <p:spPr bwMode="auto">
                <a:xfrm>
                  <a:off x="2851" y="3945"/>
                  <a:ext cx="420" cy="38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>
                  <a:lvl1pPr>
                    <a:spcBef>
                      <a:spcPct val="20000"/>
                    </a:spcBef>
                    <a:buClr>
                      <a:schemeClr val="folHlink"/>
                    </a:buClr>
                    <a:buSzPct val="60000"/>
                    <a:buFont typeface="Wingdings" panose="05000000000000000000" pitchFamily="2" charset="2"/>
                    <a:buChar char="n"/>
                    <a:defRPr kumimoji="1" sz="28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hlink"/>
                    </a:buClr>
                    <a:buSzPct val="55000"/>
                    <a:buFont typeface="Wingdings" panose="05000000000000000000" pitchFamily="2" charset="2"/>
                    <a:buChar char="n"/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folHlink"/>
                    </a:buClr>
                    <a:buSzPct val="50000"/>
                    <a:buFont typeface="Wingdings" panose="05000000000000000000" pitchFamily="2" charset="2"/>
                    <a:buChar char="n"/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accent2"/>
                    </a:buClr>
                    <a:buSzPct val="55000"/>
                    <a:buFont typeface="Wingdings" panose="05000000000000000000" pitchFamily="2" charset="2"/>
                    <a:buChar char="n"/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9pPr>
                </a:lstStyle>
                <a:p>
                  <a:pPr algn="just"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r>
                    <a:rPr lang="zh-CN" altLang="en-US" sz="1800" b="0">
                      <a:solidFill>
                        <a:srgbClr val="800080"/>
                      </a:solidFill>
                      <a:ea typeface="宋体" panose="02010600030101010101" pitchFamily="2" charset="-122"/>
                    </a:rPr>
                    <a:t>0</a:t>
                  </a:r>
                </a:p>
              </p:txBody>
            </p:sp>
          </p:grpSp>
          <p:grpSp>
            <p:nvGrpSpPr>
              <p:cNvPr id="12376" name="Group 20"/>
              <p:cNvGrpSpPr/>
              <p:nvPr/>
            </p:nvGrpSpPr>
            <p:grpSpPr bwMode="auto">
              <a:xfrm>
                <a:off x="3791" y="3945"/>
                <a:ext cx="420" cy="400"/>
                <a:chOff x="2851" y="3945"/>
                <a:chExt cx="420" cy="400"/>
              </a:xfrm>
            </p:grpSpPr>
            <p:sp>
              <p:nvSpPr>
                <p:cNvPr id="12403" name="Oval 21"/>
                <p:cNvSpPr>
                  <a:spLocks noChangeArrowheads="1"/>
                </p:cNvSpPr>
                <p:nvPr/>
              </p:nvSpPr>
              <p:spPr bwMode="auto">
                <a:xfrm>
                  <a:off x="2851" y="3965"/>
                  <a:ext cx="380" cy="380"/>
                </a:xfrm>
                <a:prstGeom prst="ellipse">
                  <a:avLst/>
                </a:prstGeom>
                <a:noFill/>
                <a:ln w="9525">
                  <a:solidFill>
                    <a:srgbClr val="000000"/>
                  </a:solidFill>
                  <a:rou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>
                  <a:lvl1pPr>
                    <a:spcBef>
                      <a:spcPct val="20000"/>
                    </a:spcBef>
                    <a:buClr>
                      <a:schemeClr val="folHlink"/>
                    </a:buClr>
                    <a:buSzPct val="60000"/>
                    <a:buFont typeface="Wingdings" panose="05000000000000000000" pitchFamily="2" charset="2"/>
                    <a:buChar char="n"/>
                    <a:defRPr kumimoji="1" sz="28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hlink"/>
                    </a:buClr>
                    <a:buSzPct val="55000"/>
                    <a:buFont typeface="Wingdings" panose="05000000000000000000" pitchFamily="2" charset="2"/>
                    <a:buChar char="n"/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folHlink"/>
                    </a:buClr>
                    <a:buSzPct val="50000"/>
                    <a:buFont typeface="Wingdings" panose="05000000000000000000" pitchFamily="2" charset="2"/>
                    <a:buChar char="n"/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accent2"/>
                    </a:buClr>
                    <a:buSzPct val="55000"/>
                    <a:buFont typeface="Wingdings" panose="05000000000000000000" pitchFamily="2" charset="2"/>
                    <a:buChar char="n"/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9pPr>
                </a:lstStyle>
                <a:p>
                  <a:pPr algn="r">
                    <a:buFont typeface="Wingdings" panose="05000000000000000000" pitchFamily="2" charset="2"/>
                    <a:buNone/>
                  </a:pPr>
                  <a:endParaRPr lang="zh-CN" altLang="en-US" sz="1800" b="0">
                    <a:solidFill>
                      <a:srgbClr val="009999"/>
                    </a:solidFill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12404" name="Text Box 22"/>
                <p:cNvSpPr txBox="1">
                  <a:spLocks noChangeArrowheads="1"/>
                </p:cNvSpPr>
                <p:nvPr/>
              </p:nvSpPr>
              <p:spPr bwMode="auto">
                <a:xfrm>
                  <a:off x="2851" y="3945"/>
                  <a:ext cx="420" cy="38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>
                  <a:lvl1pPr>
                    <a:spcBef>
                      <a:spcPct val="20000"/>
                    </a:spcBef>
                    <a:buClr>
                      <a:schemeClr val="folHlink"/>
                    </a:buClr>
                    <a:buSzPct val="60000"/>
                    <a:buFont typeface="Wingdings" panose="05000000000000000000" pitchFamily="2" charset="2"/>
                    <a:buChar char="n"/>
                    <a:defRPr kumimoji="1" sz="28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hlink"/>
                    </a:buClr>
                    <a:buSzPct val="55000"/>
                    <a:buFont typeface="Wingdings" panose="05000000000000000000" pitchFamily="2" charset="2"/>
                    <a:buChar char="n"/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folHlink"/>
                    </a:buClr>
                    <a:buSzPct val="50000"/>
                    <a:buFont typeface="Wingdings" panose="05000000000000000000" pitchFamily="2" charset="2"/>
                    <a:buChar char="n"/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accent2"/>
                    </a:buClr>
                    <a:buSzPct val="55000"/>
                    <a:buFont typeface="Wingdings" panose="05000000000000000000" pitchFamily="2" charset="2"/>
                    <a:buChar char="n"/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9pPr>
                </a:lstStyle>
                <a:p>
                  <a:pPr algn="just"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r>
                    <a:rPr lang="zh-CN" altLang="en-US" sz="1800" b="0">
                      <a:solidFill>
                        <a:srgbClr val="800080"/>
                      </a:solidFill>
                      <a:ea typeface="宋体" panose="02010600030101010101" pitchFamily="2" charset="-122"/>
                    </a:rPr>
                    <a:t>1</a:t>
                  </a:r>
                </a:p>
              </p:txBody>
            </p:sp>
          </p:grpSp>
          <p:grpSp>
            <p:nvGrpSpPr>
              <p:cNvPr id="12377" name="Group 23"/>
              <p:cNvGrpSpPr/>
              <p:nvPr/>
            </p:nvGrpSpPr>
            <p:grpSpPr bwMode="auto">
              <a:xfrm>
                <a:off x="5691" y="3445"/>
                <a:ext cx="420" cy="400"/>
                <a:chOff x="2851" y="3945"/>
                <a:chExt cx="420" cy="400"/>
              </a:xfrm>
            </p:grpSpPr>
            <p:sp>
              <p:nvSpPr>
                <p:cNvPr id="12401" name="Oval 24"/>
                <p:cNvSpPr>
                  <a:spLocks noChangeArrowheads="1"/>
                </p:cNvSpPr>
                <p:nvPr/>
              </p:nvSpPr>
              <p:spPr bwMode="auto">
                <a:xfrm>
                  <a:off x="2851" y="3965"/>
                  <a:ext cx="380" cy="380"/>
                </a:xfrm>
                <a:prstGeom prst="ellipse">
                  <a:avLst/>
                </a:prstGeom>
                <a:noFill/>
                <a:ln w="9525">
                  <a:solidFill>
                    <a:srgbClr val="000000"/>
                  </a:solidFill>
                  <a:rou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>
                  <a:lvl1pPr>
                    <a:spcBef>
                      <a:spcPct val="20000"/>
                    </a:spcBef>
                    <a:buClr>
                      <a:schemeClr val="folHlink"/>
                    </a:buClr>
                    <a:buSzPct val="60000"/>
                    <a:buFont typeface="Wingdings" panose="05000000000000000000" pitchFamily="2" charset="2"/>
                    <a:buChar char="n"/>
                    <a:defRPr kumimoji="1" sz="28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hlink"/>
                    </a:buClr>
                    <a:buSzPct val="55000"/>
                    <a:buFont typeface="Wingdings" panose="05000000000000000000" pitchFamily="2" charset="2"/>
                    <a:buChar char="n"/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folHlink"/>
                    </a:buClr>
                    <a:buSzPct val="50000"/>
                    <a:buFont typeface="Wingdings" panose="05000000000000000000" pitchFamily="2" charset="2"/>
                    <a:buChar char="n"/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accent2"/>
                    </a:buClr>
                    <a:buSzPct val="55000"/>
                    <a:buFont typeface="Wingdings" panose="05000000000000000000" pitchFamily="2" charset="2"/>
                    <a:buChar char="n"/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9pPr>
                </a:lstStyle>
                <a:p>
                  <a:pPr algn="r">
                    <a:buFont typeface="Wingdings" panose="05000000000000000000" pitchFamily="2" charset="2"/>
                    <a:buNone/>
                  </a:pPr>
                  <a:endParaRPr lang="zh-CN" altLang="en-US" sz="1800" b="0">
                    <a:solidFill>
                      <a:srgbClr val="009999"/>
                    </a:solidFill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12402" name="Text Box 25"/>
                <p:cNvSpPr txBox="1">
                  <a:spLocks noChangeArrowheads="1"/>
                </p:cNvSpPr>
                <p:nvPr/>
              </p:nvSpPr>
              <p:spPr bwMode="auto">
                <a:xfrm>
                  <a:off x="2851" y="3945"/>
                  <a:ext cx="420" cy="38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>
                  <a:lvl1pPr>
                    <a:spcBef>
                      <a:spcPct val="20000"/>
                    </a:spcBef>
                    <a:buClr>
                      <a:schemeClr val="folHlink"/>
                    </a:buClr>
                    <a:buSzPct val="60000"/>
                    <a:buFont typeface="Wingdings" panose="05000000000000000000" pitchFamily="2" charset="2"/>
                    <a:buChar char="n"/>
                    <a:defRPr kumimoji="1" sz="28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hlink"/>
                    </a:buClr>
                    <a:buSzPct val="55000"/>
                    <a:buFont typeface="Wingdings" panose="05000000000000000000" pitchFamily="2" charset="2"/>
                    <a:buChar char="n"/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folHlink"/>
                    </a:buClr>
                    <a:buSzPct val="50000"/>
                    <a:buFont typeface="Wingdings" panose="05000000000000000000" pitchFamily="2" charset="2"/>
                    <a:buChar char="n"/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accent2"/>
                    </a:buClr>
                    <a:buSzPct val="55000"/>
                    <a:buFont typeface="Wingdings" panose="05000000000000000000" pitchFamily="2" charset="2"/>
                    <a:buChar char="n"/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9pPr>
                </a:lstStyle>
                <a:p>
                  <a:pPr algn="just"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r>
                    <a:rPr lang="zh-CN" altLang="en-US" sz="1800" b="0">
                      <a:solidFill>
                        <a:srgbClr val="800080"/>
                      </a:solidFill>
                      <a:ea typeface="宋体" panose="02010600030101010101" pitchFamily="2" charset="-122"/>
                    </a:rPr>
                    <a:t>3</a:t>
                  </a:r>
                </a:p>
              </p:txBody>
            </p:sp>
          </p:grpSp>
          <p:grpSp>
            <p:nvGrpSpPr>
              <p:cNvPr id="12378" name="Group 26"/>
              <p:cNvGrpSpPr/>
              <p:nvPr/>
            </p:nvGrpSpPr>
            <p:grpSpPr bwMode="auto">
              <a:xfrm>
                <a:off x="5731" y="4445"/>
                <a:ext cx="420" cy="400"/>
                <a:chOff x="2851" y="3945"/>
                <a:chExt cx="420" cy="400"/>
              </a:xfrm>
            </p:grpSpPr>
            <p:sp>
              <p:nvSpPr>
                <p:cNvPr id="12399" name="Oval 27"/>
                <p:cNvSpPr>
                  <a:spLocks noChangeArrowheads="1"/>
                </p:cNvSpPr>
                <p:nvPr/>
              </p:nvSpPr>
              <p:spPr bwMode="auto">
                <a:xfrm>
                  <a:off x="2851" y="3965"/>
                  <a:ext cx="380" cy="380"/>
                </a:xfrm>
                <a:prstGeom prst="ellipse">
                  <a:avLst/>
                </a:prstGeom>
                <a:noFill/>
                <a:ln w="9525">
                  <a:solidFill>
                    <a:srgbClr val="000000"/>
                  </a:solidFill>
                  <a:rou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>
                  <a:lvl1pPr>
                    <a:spcBef>
                      <a:spcPct val="20000"/>
                    </a:spcBef>
                    <a:buClr>
                      <a:schemeClr val="folHlink"/>
                    </a:buClr>
                    <a:buSzPct val="60000"/>
                    <a:buFont typeface="Wingdings" panose="05000000000000000000" pitchFamily="2" charset="2"/>
                    <a:buChar char="n"/>
                    <a:defRPr kumimoji="1" sz="28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hlink"/>
                    </a:buClr>
                    <a:buSzPct val="55000"/>
                    <a:buFont typeface="Wingdings" panose="05000000000000000000" pitchFamily="2" charset="2"/>
                    <a:buChar char="n"/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folHlink"/>
                    </a:buClr>
                    <a:buSzPct val="50000"/>
                    <a:buFont typeface="Wingdings" panose="05000000000000000000" pitchFamily="2" charset="2"/>
                    <a:buChar char="n"/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accent2"/>
                    </a:buClr>
                    <a:buSzPct val="55000"/>
                    <a:buFont typeface="Wingdings" panose="05000000000000000000" pitchFamily="2" charset="2"/>
                    <a:buChar char="n"/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9pPr>
                </a:lstStyle>
                <a:p>
                  <a:pPr algn="r">
                    <a:buFont typeface="Wingdings" panose="05000000000000000000" pitchFamily="2" charset="2"/>
                    <a:buNone/>
                  </a:pPr>
                  <a:endParaRPr lang="zh-CN" altLang="en-US" sz="1800" b="0">
                    <a:solidFill>
                      <a:srgbClr val="009999"/>
                    </a:solidFill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12400" name="Text Box 28"/>
                <p:cNvSpPr txBox="1">
                  <a:spLocks noChangeArrowheads="1"/>
                </p:cNvSpPr>
                <p:nvPr/>
              </p:nvSpPr>
              <p:spPr bwMode="auto">
                <a:xfrm>
                  <a:off x="2851" y="3945"/>
                  <a:ext cx="420" cy="38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>
                  <a:lvl1pPr>
                    <a:spcBef>
                      <a:spcPct val="20000"/>
                    </a:spcBef>
                    <a:buClr>
                      <a:schemeClr val="folHlink"/>
                    </a:buClr>
                    <a:buSzPct val="60000"/>
                    <a:buFont typeface="Wingdings" panose="05000000000000000000" pitchFamily="2" charset="2"/>
                    <a:buChar char="n"/>
                    <a:defRPr kumimoji="1" sz="28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hlink"/>
                    </a:buClr>
                    <a:buSzPct val="55000"/>
                    <a:buFont typeface="Wingdings" panose="05000000000000000000" pitchFamily="2" charset="2"/>
                    <a:buChar char="n"/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folHlink"/>
                    </a:buClr>
                    <a:buSzPct val="50000"/>
                    <a:buFont typeface="Wingdings" panose="05000000000000000000" pitchFamily="2" charset="2"/>
                    <a:buChar char="n"/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accent2"/>
                    </a:buClr>
                    <a:buSzPct val="55000"/>
                    <a:buFont typeface="Wingdings" panose="05000000000000000000" pitchFamily="2" charset="2"/>
                    <a:buChar char="n"/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9pPr>
                </a:lstStyle>
                <a:p>
                  <a:pPr algn="just"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r>
                    <a:rPr lang="zh-CN" altLang="en-US" sz="1800" b="0">
                      <a:solidFill>
                        <a:srgbClr val="800080"/>
                      </a:solidFill>
                      <a:ea typeface="宋体" panose="02010600030101010101" pitchFamily="2" charset="-122"/>
                    </a:rPr>
                    <a:t>4</a:t>
                  </a:r>
                </a:p>
              </p:txBody>
            </p:sp>
          </p:grpSp>
          <p:grpSp>
            <p:nvGrpSpPr>
              <p:cNvPr id="12379" name="Group 29"/>
              <p:cNvGrpSpPr/>
              <p:nvPr/>
            </p:nvGrpSpPr>
            <p:grpSpPr bwMode="auto">
              <a:xfrm>
                <a:off x="4711" y="3945"/>
                <a:ext cx="420" cy="400"/>
                <a:chOff x="2851" y="3945"/>
                <a:chExt cx="420" cy="400"/>
              </a:xfrm>
            </p:grpSpPr>
            <p:sp>
              <p:nvSpPr>
                <p:cNvPr id="12397" name="Oval 30"/>
                <p:cNvSpPr>
                  <a:spLocks noChangeArrowheads="1"/>
                </p:cNvSpPr>
                <p:nvPr/>
              </p:nvSpPr>
              <p:spPr bwMode="auto">
                <a:xfrm>
                  <a:off x="2851" y="3965"/>
                  <a:ext cx="380" cy="380"/>
                </a:xfrm>
                <a:prstGeom prst="ellipse">
                  <a:avLst/>
                </a:prstGeom>
                <a:noFill/>
                <a:ln w="9525">
                  <a:solidFill>
                    <a:srgbClr val="000000"/>
                  </a:solidFill>
                  <a:rou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>
                  <a:lvl1pPr>
                    <a:spcBef>
                      <a:spcPct val="20000"/>
                    </a:spcBef>
                    <a:buClr>
                      <a:schemeClr val="folHlink"/>
                    </a:buClr>
                    <a:buSzPct val="60000"/>
                    <a:buFont typeface="Wingdings" panose="05000000000000000000" pitchFamily="2" charset="2"/>
                    <a:buChar char="n"/>
                    <a:defRPr kumimoji="1" sz="28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hlink"/>
                    </a:buClr>
                    <a:buSzPct val="55000"/>
                    <a:buFont typeface="Wingdings" panose="05000000000000000000" pitchFamily="2" charset="2"/>
                    <a:buChar char="n"/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folHlink"/>
                    </a:buClr>
                    <a:buSzPct val="50000"/>
                    <a:buFont typeface="Wingdings" panose="05000000000000000000" pitchFamily="2" charset="2"/>
                    <a:buChar char="n"/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accent2"/>
                    </a:buClr>
                    <a:buSzPct val="55000"/>
                    <a:buFont typeface="Wingdings" panose="05000000000000000000" pitchFamily="2" charset="2"/>
                    <a:buChar char="n"/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9pPr>
                </a:lstStyle>
                <a:p>
                  <a:pPr algn="r">
                    <a:buFont typeface="Wingdings" panose="05000000000000000000" pitchFamily="2" charset="2"/>
                    <a:buNone/>
                  </a:pPr>
                  <a:endParaRPr lang="zh-CN" altLang="en-US" sz="1800" b="0">
                    <a:solidFill>
                      <a:srgbClr val="009999"/>
                    </a:solidFill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12398" name="Text Box 31"/>
                <p:cNvSpPr txBox="1">
                  <a:spLocks noChangeArrowheads="1"/>
                </p:cNvSpPr>
                <p:nvPr/>
              </p:nvSpPr>
              <p:spPr bwMode="auto">
                <a:xfrm>
                  <a:off x="2851" y="3945"/>
                  <a:ext cx="420" cy="38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>
                  <a:lvl1pPr>
                    <a:spcBef>
                      <a:spcPct val="20000"/>
                    </a:spcBef>
                    <a:buClr>
                      <a:schemeClr val="folHlink"/>
                    </a:buClr>
                    <a:buSzPct val="60000"/>
                    <a:buFont typeface="Wingdings" panose="05000000000000000000" pitchFamily="2" charset="2"/>
                    <a:buChar char="n"/>
                    <a:defRPr kumimoji="1" sz="28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hlink"/>
                    </a:buClr>
                    <a:buSzPct val="55000"/>
                    <a:buFont typeface="Wingdings" panose="05000000000000000000" pitchFamily="2" charset="2"/>
                    <a:buChar char="n"/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folHlink"/>
                    </a:buClr>
                    <a:buSzPct val="50000"/>
                    <a:buFont typeface="Wingdings" panose="05000000000000000000" pitchFamily="2" charset="2"/>
                    <a:buChar char="n"/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accent2"/>
                    </a:buClr>
                    <a:buSzPct val="55000"/>
                    <a:buFont typeface="Wingdings" panose="05000000000000000000" pitchFamily="2" charset="2"/>
                    <a:buChar char="n"/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9pPr>
                </a:lstStyle>
                <a:p>
                  <a:pPr algn="just"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r>
                    <a:rPr lang="zh-CN" altLang="en-US" sz="1800" b="0">
                      <a:solidFill>
                        <a:srgbClr val="800080"/>
                      </a:solidFill>
                      <a:ea typeface="宋体" panose="02010600030101010101" pitchFamily="2" charset="-122"/>
                    </a:rPr>
                    <a:t>2</a:t>
                  </a:r>
                </a:p>
              </p:txBody>
            </p:sp>
          </p:grpSp>
          <p:grpSp>
            <p:nvGrpSpPr>
              <p:cNvPr id="12380" name="Group 32"/>
              <p:cNvGrpSpPr/>
              <p:nvPr/>
            </p:nvGrpSpPr>
            <p:grpSpPr bwMode="auto">
              <a:xfrm>
                <a:off x="6711" y="3945"/>
                <a:ext cx="420" cy="400"/>
                <a:chOff x="2851" y="3945"/>
                <a:chExt cx="420" cy="400"/>
              </a:xfrm>
            </p:grpSpPr>
            <p:sp>
              <p:nvSpPr>
                <p:cNvPr id="12395" name="Oval 33"/>
                <p:cNvSpPr>
                  <a:spLocks noChangeArrowheads="1"/>
                </p:cNvSpPr>
                <p:nvPr/>
              </p:nvSpPr>
              <p:spPr bwMode="auto">
                <a:xfrm>
                  <a:off x="2851" y="3965"/>
                  <a:ext cx="380" cy="380"/>
                </a:xfrm>
                <a:prstGeom prst="ellipse">
                  <a:avLst/>
                </a:prstGeom>
                <a:noFill/>
                <a:ln w="9525">
                  <a:solidFill>
                    <a:srgbClr val="000000"/>
                  </a:solidFill>
                  <a:rou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>
                  <a:lvl1pPr>
                    <a:spcBef>
                      <a:spcPct val="20000"/>
                    </a:spcBef>
                    <a:buClr>
                      <a:schemeClr val="folHlink"/>
                    </a:buClr>
                    <a:buSzPct val="60000"/>
                    <a:buFont typeface="Wingdings" panose="05000000000000000000" pitchFamily="2" charset="2"/>
                    <a:buChar char="n"/>
                    <a:defRPr kumimoji="1" sz="28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hlink"/>
                    </a:buClr>
                    <a:buSzPct val="55000"/>
                    <a:buFont typeface="Wingdings" panose="05000000000000000000" pitchFamily="2" charset="2"/>
                    <a:buChar char="n"/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folHlink"/>
                    </a:buClr>
                    <a:buSzPct val="50000"/>
                    <a:buFont typeface="Wingdings" panose="05000000000000000000" pitchFamily="2" charset="2"/>
                    <a:buChar char="n"/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accent2"/>
                    </a:buClr>
                    <a:buSzPct val="55000"/>
                    <a:buFont typeface="Wingdings" panose="05000000000000000000" pitchFamily="2" charset="2"/>
                    <a:buChar char="n"/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9pPr>
                </a:lstStyle>
                <a:p>
                  <a:pPr algn="r">
                    <a:buFont typeface="Wingdings" panose="05000000000000000000" pitchFamily="2" charset="2"/>
                    <a:buNone/>
                  </a:pPr>
                  <a:endParaRPr lang="zh-CN" altLang="en-US" sz="1800" b="0">
                    <a:solidFill>
                      <a:srgbClr val="009999"/>
                    </a:solidFill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12396" name="Text Box 34"/>
                <p:cNvSpPr txBox="1">
                  <a:spLocks noChangeArrowheads="1"/>
                </p:cNvSpPr>
                <p:nvPr/>
              </p:nvSpPr>
              <p:spPr bwMode="auto">
                <a:xfrm>
                  <a:off x="2851" y="3945"/>
                  <a:ext cx="420" cy="38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>
                  <a:lvl1pPr>
                    <a:spcBef>
                      <a:spcPct val="20000"/>
                    </a:spcBef>
                    <a:buClr>
                      <a:schemeClr val="folHlink"/>
                    </a:buClr>
                    <a:buSzPct val="60000"/>
                    <a:buFont typeface="Wingdings" panose="05000000000000000000" pitchFamily="2" charset="2"/>
                    <a:buChar char="n"/>
                    <a:defRPr kumimoji="1" sz="28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hlink"/>
                    </a:buClr>
                    <a:buSzPct val="55000"/>
                    <a:buFont typeface="Wingdings" panose="05000000000000000000" pitchFamily="2" charset="2"/>
                    <a:buChar char="n"/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folHlink"/>
                    </a:buClr>
                    <a:buSzPct val="50000"/>
                    <a:buFont typeface="Wingdings" panose="05000000000000000000" pitchFamily="2" charset="2"/>
                    <a:buChar char="n"/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accent2"/>
                    </a:buClr>
                    <a:buSzPct val="55000"/>
                    <a:buFont typeface="Wingdings" panose="05000000000000000000" pitchFamily="2" charset="2"/>
                    <a:buChar char="n"/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9pPr>
                </a:lstStyle>
                <a:p>
                  <a:pPr algn="just"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r>
                    <a:rPr lang="zh-CN" altLang="en-US" sz="1800" b="0">
                      <a:solidFill>
                        <a:srgbClr val="800080"/>
                      </a:solidFill>
                      <a:ea typeface="宋体" panose="02010600030101010101" pitchFamily="2" charset="-122"/>
                    </a:rPr>
                    <a:t>5</a:t>
                  </a:r>
                </a:p>
              </p:txBody>
            </p:sp>
          </p:grpSp>
          <p:grpSp>
            <p:nvGrpSpPr>
              <p:cNvPr id="12381" name="Group 35"/>
              <p:cNvGrpSpPr/>
              <p:nvPr/>
            </p:nvGrpSpPr>
            <p:grpSpPr bwMode="auto">
              <a:xfrm>
                <a:off x="7671" y="3945"/>
                <a:ext cx="420" cy="400"/>
                <a:chOff x="2851" y="3945"/>
                <a:chExt cx="420" cy="400"/>
              </a:xfrm>
            </p:grpSpPr>
            <p:sp>
              <p:nvSpPr>
                <p:cNvPr id="12393" name="Oval 36"/>
                <p:cNvSpPr>
                  <a:spLocks noChangeArrowheads="1"/>
                </p:cNvSpPr>
                <p:nvPr/>
              </p:nvSpPr>
              <p:spPr bwMode="auto">
                <a:xfrm>
                  <a:off x="2851" y="3965"/>
                  <a:ext cx="380" cy="380"/>
                </a:xfrm>
                <a:prstGeom prst="ellipse">
                  <a:avLst/>
                </a:prstGeom>
                <a:noFill/>
                <a:ln w="9525">
                  <a:solidFill>
                    <a:srgbClr val="000000"/>
                  </a:solidFill>
                  <a:rou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>
                  <a:lvl1pPr>
                    <a:spcBef>
                      <a:spcPct val="20000"/>
                    </a:spcBef>
                    <a:buClr>
                      <a:schemeClr val="folHlink"/>
                    </a:buClr>
                    <a:buSzPct val="60000"/>
                    <a:buFont typeface="Wingdings" panose="05000000000000000000" pitchFamily="2" charset="2"/>
                    <a:buChar char="n"/>
                    <a:defRPr kumimoji="1" sz="28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hlink"/>
                    </a:buClr>
                    <a:buSzPct val="55000"/>
                    <a:buFont typeface="Wingdings" panose="05000000000000000000" pitchFamily="2" charset="2"/>
                    <a:buChar char="n"/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folHlink"/>
                    </a:buClr>
                    <a:buSzPct val="50000"/>
                    <a:buFont typeface="Wingdings" panose="05000000000000000000" pitchFamily="2" charset="2"/>
                    <a:buChar char="n"/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accent2"/>
                    </a:buClr>
                    <a:buSzPct val="55000"/>
                    <a:buFont typeface="Wingdings" panose="05000000000000000000" pitchFamily="2" charset="2"/>
                    <a:buChar char="n"/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9pPr>
                </a:lstStyle>
                <a:p>
                  <a:pPr algn="r">
                    <a:buFont typeface="Wingdings" panose="05000000000000000000" pitchFamily="2" charset="2"/>
                    <a:buNone/>
                  </a:pPr>
                  <a:endParaRPr lang="zh-CN" altLang="en-US" sz="1800" b="0">
                    <a:solidFill>
                      <a:srgbClr val="009999"/>
                    </a:solidFill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12394" name="Text Box 37"/>
                <p:cNvSpPr txBox="1">
                  <a:spLocks noChangeArrowheads="1"/>
                </p:cNvSpPr>
                <p:nvPr/>
              </p:nvSpPr>
              <p:spPr bwMode="auto">
                <a:xfrm>
                  <a:off x="2851" y="3945"/>
                  <a:ext cx="420" cy="38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>
                  <a:lvl1pPr>
                    <a:spcBef>
                      <a:spcPct val="20000"/>
                    </a:spcBef>
                    <a:buClr>
                      <a:schemeClr val="folHlink"/>
                    </a:buClr>
                    <a:buSzPct val="60000"/>
                    <a:buFont typeface="Wingdings" panose="05000000000000000000" pitchFamily="2" charset="2"/>
                    <a:buChar char="n"/>
                    <a:defRPr kumimoji="1" sz="28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hlink"/>
                    </a:buClr>
                    <a:buSzPct val="55000"/>
                    <a:buFont typeface="Wingdings" panose="05000000000000000000" pitchFamily="2" charset="2"/>
                    <a:buChar char="n"/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folHlink"/>
                    </a:buClr>
                    <a:buSzPct val="50000"/>
                    <a:buFont typeface="Wingdings" panose="05000000000000000000" pitchFamily="2" charset="2"/>
                    <a:buChar char="n"/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accent2"/>
                    </a:buClr>
                    <a:buSzPct val="55000"/>
                    <a:buFont typeface="Wingdings" panose="05000000000000000000" pitchFamily="2" charset="2"/>
                    <a:buChar char="n"/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9pPr>
                </a:lstStyle>
                <a:p>
                  <a:pPr algn="just"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r>
                    <a:rPr lang="zh-CN" altLang="en-US" sz="1800" b="0">
                      <a:solidFill>
                        <a:srgbClr val="800080"/>
                      </a:solidFill>
                      <a:ea typeface="宋体" panose="02010600030101010101" pitchFamily="2" charset="-122"/>
                    </a:rPr>
                    <a:t>6</a:t>
                  </a:r>
                </a:p>
              </p:txBody>
            </p:sp>
          </p:grpSp>
          <p:grpSp>
            <p:nvGrpSpPr>
              <p:cNvPr id="12382" name="Group 38"/>
              <p:cNvGrpSpPr/>
              <p:nvPr/>
            </p:nvGrpSpPr>
            <p:grpSpPr bwMode="auto">
              <a:xfrm>
                <a:off x="8611" y="3945"/>
                <a:ext cx="420" cy="400"/>
                <a:chOff x="2851" y="3945"/>
                <a:chExt cx="420" cy="400"/>
              </a:xfrm>
            </p:grpSpPr>
            <p:sp>
              <p:nvSpPr>
                <p:cNvPr id="12391" name="Oval 39"/>
                <p:cNvSpPr>
                  <a:spLocks noChangeArrowheads="1"/>
                </p:cNvSpPr>
                <p:nvPr/>
              </p:nvSpPr>
              <p:spPr bwMode="auto">
                <a:xfrm>
                  <a:off x="2851" y="3965"/>
                  <a:ext cx="380" cy="380"/>
                </a:xfrm>
                <a:prstGeom prst="ellipse">
                  <a:avLst/>
                </a:prstGeom>
                <a:noFill/>
                <a:ln w="38100" cmpd="dbl">
                  <a:solidFill>
                    <a:srgbClr val="000000"/>
                  </a:solidFill>
                  <a:rou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>
                  <a:lvl1pPr>
                    <a:spcBef>
                      <a:spcPct val="20000"/>
                    </a:spcBef>
                    <a:buClr>
                      <a:schemeClr val="folHlink"/>
                    </a:buClr>
                    <a:buSzPct val="60000"/>
                    <a:buFont typeface="Wingdings" panose="05000000000000000000" pitchFamily="2" charset="2"/>
                    <a:buChar char="n"/>
                    <a:defRPr kumimoji="1" sz="28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hlink"/>
                    </a:buClr>
                    <a:buSzPct val="55000"/>
                    <a:buFont typeface="Wingdings" panose="05000000000000000000" pitchFamily="2" charset="2"/>
                    <a:buChar char="n"/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folHlink"/>
                    </a:buClr>
                    <a:buSzPct val="50000"/>
                    <a:buFont typeface="Wingdings" panose="05000000000000000000" pitchFamily="2" charset="2"/>
                    <a:buChar char="n"/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accent2"/>
                    </a:buClr>
                    <a:buSzPct val="55000"/>
                    <a:buFont typeface="Wingdings" panose="05000000000000000000" pitchFamily="2" charset="2"/>
                    <a:buChar char="n"/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9pPr>
                </a:lstStyle>
                <a:p>
                  <a:pPr algn="r">
                    <a:buFont typeface="Wingdings" panose="05000000000000000000" pitchFamily="2" charset="2"/>
                    <a:buNone/>
                  </a:pPr>
                  <a:endParaRPr lang="zh-CN" altLang="en-US" sz="1800" b="0">
                    <a:solidFill>
                      <a:srgbClr val="009999"/>
                    </a:solidFill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12392" name="Text Box 40"/>
                <p:cNvSpPr txBox="1">
                  <a:spLocks noChangeArrowheads="1"/>
                </p:cNvSpPr>
                <p:nvPr/>
              </p:nvSpPr>
              <p:spPr bwMode="auto">
                <a:xfrm>
                  <a:off x="2851" y="3945"/>
                  <a:ext cx="420" cy="38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38100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>
                  <a:lvl1pPr>
                    <a:spcBef>
                      <a:spcPct val="20000"/>
                    </a:spcBef>
                    <a:buClr>
                      <a:schemeClr val="folHlink"/>
                    </a:buClr>
                    <a:buSzPct val="60000"/>
                    <a:buFont typeface="Wingdings" panose="05000000000000000000" pitchFamily="2" charset="2"/>
                    <a:buChar char="n"/>
                    <a:defRPr kumimoji="1" sz="28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hlink"/>
                    </a:buClr>
                    <a:buSzPct val="55000"/>
                    <a:buFont typeface="Wingdings" panose="05000000000000000000" pitchFamily="2" charset="2"/>
                    <a:buChar char="n"/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folHlink"/>
                    </a:buClr>
                    <a:buSzPct val="50000"/>
                    <a:buFont typeface="Wingdings" panose="05000000000000000000" pitchFamily="2" charset="2"/>
                    <a:buChar char="n"/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accent2"/>
                    </a:buClr>
                    <a:buSzPct val="55000"/>
                    <a:buFont typeface="Wingdings" panose="05000000000000000000" pitchFamily="2" charset="2"/>
                    <a:buChar char="n"/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9pPr>
                </a:lstStyle>
                <a:p>
                  <a:pPr algn="just"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r>
                    <a:rPr lang="zh-CN" altLang="en-US" sz="1800" b="0">
                      <a:solidFill>
                        <a:srgbClr val="800080"/>
                      </a:solidFill>
                      <a:ea typeface="宋体" panose="02010600030101010101" pitchFamily="2" charset="-122"/>
                    </a:rPr>
                    <a:t>7</a:t>
                  </a:r>
                </a:p>
              </p:txBody>
            </p:sp>
          </p:grpSp>
          <p:sp>
            <p:nvSpPr>
              <p:cNvPr id="12383" name="Line 41"/>
              <p:cNvSpPr>
                <a:spLocks noChangeShapeType="1"/>
              </p:cNvSpPr>
              <p:nvPr/>
            </p:nvSpPr>
            <p:spPr bwMode="auto">
              <a:xfrm>
                <a:off x="3231" y="4145"/>
                <a:ext cx="560" cy="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tailEnd type="triangle" w="sm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384" name="Line 42"/>
              <p:cNvSpPr>
                <a:spLocks noChangeShapeType="1"/>
              </p:cNvSpPr>
              <p:nvPr/>
            </p:nvSpPr>
            <p:spPr bwMode="auto">
              <a:xfrm>
                <a:off x="4171" y="4145"/>
                <a:ext cx="560" cy="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tailEnd type="triangle" w="sm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385" name="Line 43"/>
              <p:cNvSpPr>
                <a:spLocks noChangeShapeType="1"/>
              </p:cNvSpPr>
              <p:nvPr/>
            </p:nvSpPr>
            <p:spPr bwMode="auto">
              <a:xfrm>
                <a:off x="7111" y="4145"/>
                <a:ext cx="560" cy="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tailEnd type="triangle" w="sm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386" name="Line 44"/>
              <p:cNvSpPr>
                <a:spLocks noChangeShapeType="1"/>
              </p:cNvSpPr>
              <p:nvPr/>
            </p:nvSpPr>
            <p:spPr bwMode="auto">
              <a:xfrm>
                <a:off x="8051" y="4145"/>
                <a:ext cx="560" cy="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tailEnd type="triangle" w="sm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387" name="Line 45"/>
              <p:cNvSpPr>
                <a:spLocks noChangeShapeType="1"/>
              </p:cNvSpPr>
              <p:nvPr/>
            </p:nvSpPr>
            <p:spPr bwMode="auto">
              <a:xfrm flipV="1">
                <a:off x="5091" y="3725"/>
                <a:ext cx="620" cy="32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tailEnd type="triangle" w="sm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388" name="Line 46"/>
              <p:cNvSpPr>
                <a:spLocks noChangeShapeType="1"/>
              </p:cNvSpPr>
              <p:nvPr/>
            </p:nvSpPr>
            <p:spPr bwMode="auto">
              <a:xfrm>
                <a:off x="5091" y="4225"/>
                <a:ext cx="680" cy="36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tailEnd type="triangle" w="sm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389" name="Line 47"/>
              <p:cNvSpPr>
                <a:spLocks noChangeShapeType="1"/>
              </p:cNvSpPr>
              <p:nvPr/>
            </p:nvSpPr>
            <p:spPr bwMode="auto">
              <a:xfrm>
                <a:off x="6071" y="3705"/>
                <a:ext cx="680" cy="34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tailEnd type="triangle" w="sm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390" name="Line 48"/>
              <p:cNvSpPr>
                <a:spLocks noChangeShapeType="1"/>
              </p:cNvSpPr>
              <p:nvPr/>
            </p:nvSpPr>
            <p:spPr bwMode="auto">
              <a:xfrm flipV="1">
                <a:off x="6091" y="4225"/>
                <a:ext cx="660" cy="40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tailEnd type="triangle" w="sm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12359" name="Text Box 49"/>
            <p:cNvSpPr txBox="1">
              <a:spLocks noChangeArrowheads="1"/>
            </p:cNvSpPr>
            <p:nvPr/>
          </p:nvSpPr>
          <p:spPr bwMode="auto">
            <a:xfrm>
              <a:off x="3571" y="3325"/>
              <a:ext cx="500" cy="4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9pPr>
            </a:lstStyle>
            <a:p>
              <a:pPr algn="just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zh-CN" sz="1800" b="0">
                  <a:solidFill>
                    <a:srgbClr val="800080"/>
                  </a:solidFill>
                  <a:ea typeface="宋体" panose="02010600030101010101" pitchFamily="2" charset="-122"/>
                </a:rPr>
                <a:t> </a:t>
              </a:r>
              <a:r>
                <a:rPr lang="en-US" altLang="zh-CN" sz="1800" b="0">
                  <a:solidFill>
                    <a:srgbClr val="800080"/>
                  </a:solidFill>
                  <a:ea typeface="宋体" panose="02010600030101010101" pitchFamily="2" charset="-122"/>
                </a:rPr>
                <a:t>a</a:t>
              </a:r>
            </a:p>
          </p:txBody>
        </p:sp>
        <p:sp>
          <p:nvSpPr>
            <p:cNvPr id="12360" name="Arc 50"/>
            <p:cNvSpPr/>
            <p:nvPr/>
          </p:nvSpPr>
          <p:spPr bwMode="auto">
            <a:xfrm flipH="1" flipV="1">
              <a:off x="3831" y="3585"/>
              <a:ext cx="400" cy="460"/>
            </a:xfrm>
            <a:custGeom>
              <a:avLst/>
              <a:gdLst>
                <a:gd name="T0" fmla="*/ 0 w 43200"/>
                <a:gd name="T1" fmla="*/ 0 h 41746"/>
                <a:gd name="T2" fmla="*/ 0 w 43200"/>
                <a:gd name="T3" fmla="*/ 0 h 41746"/>
                <a:gd name="T4" fmla="*/ 0 w 43200"/>
                <a:gd name="T5" fmla="*/ 0 h 41746"/>
                <a:gd name="T6" fmla="*/ 0 60000 65536"/>
                <a:gd name="T7" fmla="*/ 0 60000 65536"/>
                <a:gd name="T8" fmla="*/ 0 60000 65536"/>
                <a:gd name="T9" fmla="*/ 0 w 43200"/>
                <a:gd name="T10" fmla="*/ 0 h 41746"/>
                <a:gd name="T11" fmla="*/ 43200 w 43200"/>
                <a:gd name="T12" fmla="*/ 41746 h 4174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43200" h="41746" fill="none" extrusionOk="0">
                  <a:moveTo>
                    <a:pt x="38722" y="6979"/>
                  </a:moveTo>
                  <a:cubicBezTo>
                    <a:pt x="41626" y="10754"/>
                    <a:pt x="43200" y="15383"/>
                    <a:pt x="43200" y="20146"/>
                  </a:cubicBezTo>
                  <a:cubicBezTo>
                    <a:pt x="43200" y="32075"/>
                    <a:pt x="33529" y="41746"/>
                    <a:pt x="21600" y="41746"/>
                  </a:cubicBezTo>
                  <a:cubicBezTo>
                    <a:pt x="9670" y="41746"/>
                    <a:pt x="0" y="32075"/>
                    <a:pt x="0" y="20146"/>
                  </a:cubicBezTo>
                  <a:cubicBezTo>
                    <a:pt x="-1" y="11223"/>
                    <a:pt x="5486" y="3218"/>
                    <a:pt x="13809" y="0"/>
                  </a:cubicBezTo>
                </a:path>
                <a:path w="43200" h="41746" stroke="0" extrusionOk="0">
                  <a:moveTo>
                    <a:pt x="38722" y="6979"/>
                  </a:moveTo>
                  <a:cubicBezTo>
                    <a:pt x="41626" y="10754"/>
                    <a:pt x="43200" y="15383"/>
                    <a:pt x="43200" y="20146"/>
                  </a:cubicBezTo>
                  <a:cubicBezTo>
                    <a:pt x="43200" y="32075"/>
                    <a:pt x="33529" y="41746"/>
                    <a:pt x="21600" y="41746"/>
                  </a:cubicBezTo>
                  <a:cubicBezTo>
                    <a:pt x="9670" y="41746"/>
                    <a:pt x="0" y="32075"/>
                    <a:pt x="0" y="20146"/>
                  </a:cubicBezTo>
                  <a:cubicBezTo>
                    <a:pt x="-1" y="11223"/>
                    <a:pt x="5486" y="3218"/>
                    <a:pt x="13809" y="0"/>
                  </a:cubicBezTo>
                  <a:lnTo>
                    <a:pt x="21600" y="20146"/>
                  </a:lnTo>
                  <a:lnTo>
                    <a:pt x="38722" y="6979"/>
                  </a:lnTo>
                  <a:close/>
                </a:path>
              </a:pathLst>
            </a:custGeom>
            <a:noFill/>
            <a:ln w="9525">
              <a:solidFill>
                <a:srgbClr val="000000"/>
              </a:solidFill>
              <a:round/>
              <a:tailEnd type="triangle" w="sm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361" name="Arc 51"/>
            <p:cNvSpPr/>
            <p:nvPr/>
          </p:nvSpPr>
          <p:spPr bwMode="auto">
            <a:xfrm flipH="1" flipV="1">
              <a:off x="7731" y="3585"/>
              <a:ext cx="400" cy="460"/>
            </a:xfrm>
            <a:custGeom>
              <a:avLst/>
              <a:gdLst>
                <a:gd name="T0" fmla="*/ 0 w 43200"/>
                <a:gd name="T1" fmla="*/ 0 h 41746"/>
                <a:gd name="T2" fmla="*/ 0 w 43200"/>
                <a:gd name="T3" fmla="*/ 0 h 41746"/>
                <a:gd name="T4" fmla="*/ 0 w 43200"/>
                <a:gd name="T5" fmla="*/ 0 h 41746"/>
                <a:gd name="T6" fmla="*/ 0 60000 65536"/>
                <a:gd name="T7" fmla="*/ 0 60000 65536"/>
                <a:gd name="T8" fmla="*/ 0 60000 65536"/>
                <a:gd name="T9" fmla="*/ 0 w 43200"/>
                <a:gd name="T10" fmla="*/ 0 h 41746"/>
                <a:gd name="T11" fmla="*/ 43200 w 43200"/>
                <a:gd name="T12" fmla="*/ 41746 h 4174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43200" h="41746" fill="none" extrusionOk="0">
                  <a:moveTo>
                    <a:pt x="38722" y="6979"/>
                  </a:moveTo>
                  <a:cubicBezTo>
                    <a:pt x="41626" y="10754"/>
                    <a:pt x="43200" y="15383"/>
                    <a:pt x="43200" y="20146"/>
                  </a:cubicBezTo>
                  <a:cubicBezTo>
                    <a:pt x="43200" y="32075"/>
                    <a:pt x="33529" y="41746"/>
                    <a:pt x="21600" y="41746"/>
                  </a:cubicBezTo>
                  <a:cubicBezTo>
                    <a:pt x="9670" y="41746"/>
                    <a:pt x="0" y="32075"/>
                    <a:pt x="0" y="20146"/>
                  </a:cubicBezTo>
                  <a:cubicBezTo>
                    <a:pt x="-1" y="11223"/>
                    <a:pt x="5486" y="3218"/>
                    <a:pt x="13809" y="0"/>
                  </a:cubicBezTo>
                </a:path>
                <a:path w="43200" h="41746" stroke="0" extrusionOk="0">
                  <a:moveTo>
                    <a:pt x="38722" y="6979"/>
                  </a:moveTo>
                  <a:cubicBezTo>
                    <a:pt x="41626" y="10754"/>
                    <a:pt x="43200" y="15383"/>
                    <a:pt x="43200" y="20146"/>
                  </a:cubicBezTo>
                  <a:cubicBezTo>
                    <a:pt x="43200" y="32075"/>
                    <a:pt x="33529" y="41746"/>
                    <a:pt x="21600" y="41746"/>
                  </a:cubicBezTo>
                  <a:cubicBezTo>
                    <a:pt x="9670" y="41746"/>
                    <a:pt x="0" y="32075"/>
                    <a:pt x="0" y="20146"/>
                  </a:cubicBezTo>
                  <a:cubicBezTo>
                    <a:pt x="-1" y="11223"/>
                    <a:pt x="5486" y="3218"/>
                    <a:pt x="13809" y="0"/>
                  </a:cubicBezTo>
                  <a:lnTo>
                    <a:pt x="21600" y="20146"/>
                  </a:lnTo>
                  <a:lnTo>
                    <a:pt x="38722" y="6979"/>
                  </a:lnTo>
                  <a:close/>
                </a:path>
              </a:pathLst>
            </a:custGeom>
            <a:noFill/>
            <a:ln w="9525">
              <a:solidFill>
                <a:srgbClr val="000000"/>
              </a:solidFill>
              <a:round/>
              <a:tailEnd type="triangle" w="sm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362" name="Arc 52"/>
            <p:cNvSpPr/>
            <p:nvPr/>
          </p:nvSpPr>
          <p:spPr bwMode="auto">
            <a:xfrm flipH="1">
              <a:off x="3851" y="4265"/>
              <a:ext cx="400" cy="460"/>
            </a:xfrm>
            <a:custGeom>
              <a:avLst/>
              <a:gdLst>
                <a:gd name="T0" fmla="*/ 0 w 43200"/>
                <a:gd name="T1" fmla="*/ 0 h 41746"/>
                <a:gd name="T2" fmla="*/ 0 w 43200"/>
                <a:gd name="T3" fmla="*/ 0 h 41746"/>
                <a:gd name="T4" fmla="*/ 0 w 43200"/>
                <a:gd name="T5" fmla="*/ 0 h 41746"/>
                <a:gd name="T6" fmla="*/ 0 60000 65536"/>
                <a:gd name="T7" fmla="*/ 0 60000 65536"/>
                <a:gd name="T8" fmla="*/ 0 60000 65536"/>
                <a:gd name="T9" fmla="*/ 0 w 43200"/>
                <a:gd name="T10" fmla="*/ 0 h 41746"/>
                <a:gd name="T11" fmla="*/ 43200 w 43200"/>
                <a:gd name="T12" fmla="*/ 41746 h 4174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43200" h="41746" fill="none" extrusionOk="0">
                  <a:moveTo>
                    <a:pt x="38722" y="6979"/>
                  </a:moveTo>
                  <a:cubicBezTo>
                    <a:pt x="41626" y="10754"/>
                    <a:pt x="43200" y="15383"/>
                    <a:pt x="43200" y="20146"/>
                  </a:cubicBezTo>
                  <a:cubicBezTo>
                    <a:pt x="43200" y="32075"/>
                    <a:pt x="33529" y="41746"/>
                    <a:pt x="21600" y="41746"/>
                  </a:cubicBezTo>
                  <a:cubicBezTo>
                    <a:pt x="9670" y="41746"/>
                    <a:pt x="0" y="32075"/>
                    <a:pt x="0" y="20146"/>
                  </a:cubicBezTo>
                  <a:cubicBezTo>
                    <a:pt x="-1" y="11223"/>
                    <a:pt x="5486" y="3218"/>
                    <a:pt x="13809" y="0"/>
                  </a:cubicBezTo>
                </a:path>
                <a:path w="43200" h="41746" stroke="0" extrusionOk="0">
                  <a:moveTo>
                    <a:pt x="38722" y="6979"/>
                  </a:moveTo>
                  <a:cubicBezTo>
                    <a:pt x="41626" y="10754"/>
                    <a:pt x="43200" y="15383"/>
                    <a:pt x="43200" y="20146"/>
                  </a:cubicBezTo>
                  <a:cubicBezTo>
                    <a:pt x="43200" y="32075"/>
                    <a:pt x="33529" y="41746"/>
                    <a:pt x="21600" y="41746"/>
                  </a:cubicBezTo>
                  <a:cubicBezTo>
                    <a:pt x="9670" y="41746"/>
                    <a:pt x="0" y="32075"/>
                    <a:pt x="0" y="20146"/>
                  </a:cubicBezTo>
                  <a:cubicBezTo>
                    <a:pt x="-1" y="11223"/>
                    <a:pt x="5486" y="3218"/>
                    <a:pt x="13809" y="0"/>
                  </a:cubicBezTo>
                  <a:lnTo>
                    <a:pt x="21600" y="20146"/>
                  </a:lnTo>
                  <a:lnTo>
                    <a:pt x="38722" y="6979"/>
                  </a:lnTo>
                  <a:close/>
                </a:path>
              </a:pathLst>
            </a:custGeom>
            <a:noFill/>
            <a:ln w="9525">
              <a:solidFill>
                <a:srgbClr val="000000"/>
              </a:solidFill>
              <a:round/>
              <a:tailEnd type="triangle" w="sm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363" name="Arc 53"/>
            <p:cNvSpPr/>
            <p:nvPr/>
          </p:nvSpPr>
          <p:spPr bwMode="auto">
            <a:xfrm flipH="1">
              <a:off x="7731" y="4265"/>
              <a:ext cx="400" cy="460"/>
            </a:xfrm>
            <a:custGeom>
              <a:avLst/>
              <a:gdLst>
                <a:gd name="T0" fmla="*/ 0 w 43200"/>
                <a:gd name="T1" fmla="*/ 0 h 41746"/>
                <a:gd name="T2" fmla="*/ 0 w 43200"/>
                <a:gd name="T3" fmla="*/ 0 h 41746"/>
                <a:gd name="T4" fmla="*/ 0 w 43200"/>
                <a:gd name="T5" fmla="*/ 0 h 41746"/>
                <a:gd name="T6" fmla="*/ 0 60000 65536"/>
                <a:gd name="T7" fmla="*/ 0 60000 65536"/>
                <a:gd name="T8" fmla="*/ 0 60000 65536"/>
                <a:gd name="T9" fmla="*/ 0 w 43200"/>
                <a:gd name="T10" fmla="*/ 0 h 41746"/>
                <a:gd name="T11" fmla="*/ 43200 w 43200"/>
                <a:gd name="T12" fmla="*/ 41746 h 4174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43200" h="41746" fill="none" extrusionOk="0">
                  <a:moveTo>
                    <a:pt x="38722" y="6979"/>
                  </a:moveTo>
                  <a:cubicBezTo>
                    <a:pt x="41626" y="10754"/>
                    <a:pt x="43200" y="15383"/>
                    <a:pt x="43200" y="20146"/>
                  </a:cubicBezTo>
                  <a:cubicBezTo>
                    <a:pt x="43200" y="32075"/>
                    <a:pt x="33529" y="41746"/>
                    <a:pt x="21600" y="41746"/>
                  </a:cubicBezTo>
                  <a:cubicBezTo>
                    <a:pt x="9670" y="41746"/>
                    <a:pt x="0" y="32075"/>
                    <a:pt x="0" y="20146"/>
                  </a:cubicBezTo>
                  <a:cubicBezTo>
                    <a:pt x="-1" y="11223"/>
                    <a:pt x="5486" y="3218"/>
                    <a:pt x="13809" y="0"/>
                  </a:cubicBezTo>
                </a:path>
                <a:path w="43200" h="41746" stroke="0" extrusionOk="0">
                  <a:moveTo>
                    <a:pt x="38722" y="6979"/>
                  </a:moveTo>
                  <a:cubicBezTo>
                    <a:pt x="41626" y="10754"/>
                    <a:pt x="43200" y="15383"/>
                    <a:pt x="43200" y="20146"/>
                  </a:cubicBezTo>
                  <a:cubicBezTo>
                    <a:pt x="43200" y="32075"/>
                    <a:pt x="33529" y="41746"/>
                    <a:pt x="21600" y="41746"/>
                  </a:cubicBezTo>
                  <a:cubicBezTo>
                    <a:pt x="9670" y="41746"/>
                    <a:pt x="0" y="32075"/>
                    <a:pt x="0" y="20146"/>
                  </a:cubicBezTo>
                  <a:cubicBezTo>
                    <a:pt x="-1" y="11223"/>
                    <a:pt x="5486" y="3218"/>
                    <a:pt x="13809" y="0"/>
                  </a:cubicBezTo>
                  <a:lnTo>
                    <a:pt x="21600" y="20146"/>
                  </a:lnTo>
                  <a:lnTo>
                    <a:pt x="38722" y="6979"/>
                  </a:lnTo>
                  <a:close/>
                </a:path>
              </a:pathLst>
            </a:custGeom>
            <a:noFill/>
            <a:ln w="9525">
              <a:solidFill>
                <a:srgbClr val="000000"/>
              </a:solidFill>
              <a:round/>
              <a:tailEnd type="triangle" w="sm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364" name="Text Box 54"/>
            <p:cNvSpPr txBox="1">
              <a:spLocks noChangeArrowheads="1"/>
            </p:cNvSpPr>
            <p:nvPr/>
          </p:nvSpPr>
          <p:spPr bwMode="auto">
            <a:xfrm>
              <a:off x="4151" y="4425"/>
              <a:ext cx="500" cy="4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9pPr>
            </a:lstStyle>
            <a:p>
              <a:pPr algn="just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zh-CN" sz="1800" b="0">
                  <a:solidFill>
                    <a:srgbClr val="800080"/>
                  </a:solidFill>
                  <a:ea typeface="宋体" panose="02010600030101010101" pitchFamily="2" charset="-122"/>
                </a:rPr>
                <a:t> </a:t>
              </a:r>
              <a:r>
                <a:rPr lang="en-US" altLang="zh-CN" sz="1800" b="0">
                  <a:solidFill>
                    <a:srgbClr val="800080"/>
                  </a:solidFill>
                  <a:ea typeface="宋体" panose="02010600030101010101" pitchFamily="2" charset="-122"/>
                </a:rPr>
                <a:t>b</a:t>
              </a:r>
            </a:p>
          </p:txBody>
        </p:sp>
        <p:sp>
          <p:nvSpPr>
            <p:cNvPr id="12365" name="Text Box 55"/>
            <p:cNvSpPr txBox="1">
              <a:spLocks noChangeArrowheads="1"/>
            </p:cNvSpPr>
            <p:nvPr/>
          </p:nvSpPr>
          <p:spPr bwMode="auto">
            <a:xfrm>
              <a:off x="5071" y="3545"/>
              <a:ext cx="500" cy="4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9pPr>
            </a:lstStyle>
            <a:p>
              <a:pPr algn="just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zh-CN" sz="1800" b="0">
                  <a:solidFill>
                    <a:srgbClr val="800080"/>
                  </a:solidFill>
                  <a:ea typeface="宋体" panose="02010600030101010101" pitchFamily="2" charset="-122"/>
                </a:rPr>
                <a:t>  </a:t>
              </a:r>
              <a:r>
                <a:rPr lang="en-US" altLang="zh-CN" sz="1800" b="0">
                  <a:solidFill>
                    <a:srgbClr val="800080"/>
                  </a:solidFill>
                  <a:ea typeface="宋体" panose="02010600030101010101" pitchFamily="2" charset="-122"/>
                </a:rPr>
                <a:t>a</a:t>
              </a:r>
            </a:p>
          </p:txBody>
        </p:sp>
        <p:sp>
          <p:nvSpPr>
            <p:cNvPr id="12366" name="Text Box 56"/>
            <p:cNvSpPr txBox="1">
              <a:spLocks noChangeArrowheads="1"/>
            </p:cNvSpPr>
            <p:nvPr/>
          </p:nvSpPr>
          <p:spPr bwMode="auto">
            <a:xfrm>
              <a:off x="6231" y="3525"/>
              <a:ext cx="500" cy="4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9pPr>
            </a:lstStyle>
            <a:p>
              <a:pPr algn="just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800" b="0">
                  <a:solidFill>
                    <a:srgbClr val="800080"/>
                  </a:solidFill>
                  <a:ea typeface="宋体" panose="02010600030101010101" pitchFamily="2" charset="-122"/>
                </a:rPr>
                <a:t>a</a:t>
              </a:r>
            </a:p>
          </p:txBody>
        </p:sp>
        <p:sp>
          <p:nvSpPr>
            <p:cNvPr id="12367" name="Text Box 57"/>
            <p:cNvSpPr txBox="1">
              <a:spLocks noChangeArrowheads="1"/>
            </p:cNvSpPr>
            <p:nvPr/>
          </p:nvSpPr>
          <p:spPr bwMode="auto">
            <a:xfrm>
              <a:off x="5111" y="4285"/>
              <a:ext cx="500" cy="4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9pPr>
            </a:lstStyle>
            <a:p>
              <a:pPr algn="just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zh-CN" sz="1800" b="0">
                  <a:solidFill>
                    <a:srgbClr val="800080"/>
                  </a:solidFill>
                  <a:ea typeface="宋体" panose="02010600030101010101" pitchFamily="2" charset="-122"/>
                </a:rPr>
                <a:t> </a:t>
              </a:r>
              <a:r>
                <a:rPr lang="en-US" altLang="zh-CN" sz="1800" b="0">
                  <a:solidFill>
                    <a:srgbClr val="800080"/>
                  </a:solidFill>
                  <a:ea typeface="宋体" panose="02010600030101010101" pitchFamily="2" charset="-122"/>
                </a:rPr>
                <a:t>b</a:t>
              </a:r>
            </a:p>
          </p:txBody>
        </p:sp>
        <p:sp>
          <p:nvSpPr>
            <p:cNvPr id="12368" name="Text Box 58"/>
            <p:cNvSpPr txBox="1">
              <a:spLocks noChangeArrowheads="1"/>
            </p:cNvSpPr>
            <p:nvPr/>
          </p:nvSpPr>
          <p:spPr bwMode="auto">
            <a:xfrm>
              <a:off x="6251" y="4325"/>
              <a:ext cx="500" cy="4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9pPr>
            </a:lstStyle>
            <a:p>
              <a:pPr algn="just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zh-CN" sz="1800" b="0">
                  <a:solidFill>
                    <a:srgbClr val="800080"/>
                  </a:solidFill>
                  <a:ea typeface="宋体" panose="02010600030101010101" pitchFamily="2" charset="-122"/>
                </a:rPr>
                <a:t>  </a:t>
              </a:r>
              <a:r>
                <a:rPr lang="en-US" altLang="zh-CN" sz="1800" b="0">
                  <a:solidFill>
                    <a:srgbClr val="800080"/>
                  </a:solidFill>
                  <a:ea typeface="宋体" panose="02010600030101010101" pitchFamily="2" charset="-122"/>
                </a:rPr>
                <a:t>b</a:t>
              </a:r>
            </a:p>
          </p:txBody>
        </p:sp>
        <p:sp>
          <p:nvSpPr>
            <p:cNvPr id="12369" name="Text Box 59"/>
            <p:cNvSpPr txBox="1">
              <a:spLocks noChangeArrowheads="1"/>
            </p:cNvSpPr>
            <p:nvPr/>
          </p:nvSpPr>
          <p:spPr bwMode="auto">
            <a:xfrm>
              <a:off x="7431" y="3385"/>
              <a:ext cx="500" cy="4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9pPr>
            </a:lstStyle>
            <a:p>
              <a:pPr algn="just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zh-CN" sz="1800" b="0">
                  <a:solidFill>
                    <a:srgbClr val="800080"/>
                  </a:solidFill>
                  <a:ea typeface="宋体" panose="02010600030101010101" pitchFamily="2" charset="-122"/>
                </a:rPr>
                <a:t> </a:t>
              </a:r>
              <a:r>
                <a:rPr lang="en-US" altLang="zh-CN" sz="1800" b="0">
                  <a:solidFill>
                    <a:srgbClr val="800080"/>
                  </a:solidFill>
                  <a:ea typeface="宋体" panose="02010600030101010101" pitchFamily="2" charset="-122"/>
                </a:rPr>
                <a:t>a</a:t>
              </a:r>
            </a:p>
          </p:txBody>
        </p:sp>
        <p:sp>
          <p:nvSpPr>
            <p:cNvPr id="12370" name="Text Box 60"/>
            <p:cNvSpPr txBox="1">
              <a:spLocks noChangeArrowheads="1"/>
            </p:cNvSpPr>
            <p:nvPr/>
          </p:nvSpPr>
          <p:spPr bwMode="auto">
            <a:xfrm>
              <a:off x="8051" y="4405"/>
              <a:ext cx="500" cy="4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9pPr>
            </a:lstStyle>
            <a:p>
              <a:pPr algn="just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zh-CN" sz="1800" b="0">
                  <a:solidFill>
                    <a:srgbClr val="800080"/>
                  </a:solidFill>
                  <a:ea typeface="宋体" panose="02010600030101010101" pitchFamily="2" charset="-122"/>
                </a:rPr>
                <a:t> </a:t>
              </a:r>
              <a:r>
                <a:rPr lang="en-US" altLang="zh-CN" sz="1800" b="0">
                  <a:solidFill>
                    <a:srgbClr val="800080"/>
                  </a:solidFill>
                  <a:ea typeface="宋体" panose="02010600030101010101" pitchFamily="2" charset="-122"/>
                </a:rPr>
                <a:t>b</a:t>
              </a:r>
            </a:p>
          </p:txBody>
        </p:sp>
        <p:sp>
          <p:nvSpPr>
            <p:cNvPr id="12371" name="Text Box 61"/>
            <p:cNvSpPr txBox="1">
              <a:spLocks noChangeArrowheads="1"/>
            </p:cNvSpPr>
            <p:nvPr/>
          </p:nvSpPr>
          <p:spPr bwMode="auto">
            <a:xfrm>
              <a:off x="3211" y="3765"/>
              <a:ext cx="500" cy="4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9pPr>
            </a:lstStyle>
            <a:p>
              <a:pPr algn="just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1800" b="0">
                  <a:solidFill>
                    <a:srgbClr val="800080"/>
                  </a:solidFill>
                  <a:ea typeface="宋体" panose="02010600030101010101" pitchFamily="2" charset="-122"/>
                  <a:sym typeface="Symbol" panose="05050102010706020507" pitchFamily="18" charset="2"/>
                </a:rPr>
                <a:t></a:t>
              </a:r>
              <a:endParaRPr lang="zh-CN" altLang="en-US" sz="1800" b="0">
                <a:solidFill>
                  <a:srgbClr val="800080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12372" name="Text Box 62"/>
            <p:cNvSpPr txBox="1">
              <a:spLocks noChangeArrowheads="1"/>
            </p:cNvSpPr>
            <p:nvPr/>
          </p:nvSpPr>
          <p:spPr bwMode="auto">
            <a:xfrm>
              <a:off x="4191" y="3785"/>
              <a:ext cx="500" cy="4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9pPr>
            </a:lstStyle>
            <a:p>
              <a:pPr algn="just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1800" b="0">
                  <a:solidFill>
                    <a:srgbClr val="800080"/>
                  </a:solidFill>
                  <a:ea typeface="宋体" panose="02010600030101010101" pitchFamily="2" charset="-122"/>
                  <a:sym typeface="Symbol" panose="05050102010706020507" pitchFamily="18" charset="2"/>
                </a:rPr>
                <a:t></a:t>
              </a:r>
              <a:endParaRPr lang="zh-CN" altLang="en-US" sz="1800" b="0">
                <a:solidFill>
                  <a:srgbClr val="800080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12373" name="Text Box 63"/>
            <p:cNvSpPr txBox="1">
              <a:spLocks noChangeArrowheads="1"/>
            </p:cNvSpPr>
            <p:nvPr/>
          </p:nvSpPr>
          <p:spPr bwMode="auto">
            <a:xfrm>
              <a:off x="7151" y="3765"/>
              <a:ext cx="500" cy="4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9pPr>
            </a:lstStyle>
            <a:p>
              <a:pPr algn="just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1800" b="0">
                  <a:solidFill>
                    <a:srgbClr val="800080"/>
                  </a:solidFill>
                  <a:ea typeface="宋体" panose="02010600030101010101" pitchFamily="2" charset="-122"/>
                  <a:sym typeface="Symbol" panose="05050102010706020507" pitchFamily="18" charset="2"/>
                </a:rPr>
                <a:t></a:t>
              </a:r>
              <a:endParaRPr lang="zh-CN" altLang="en-US" sz="1800" b="0">
                <a:solidFill>
                  <a:srgbClr val="800080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12374" name="Text Box 64"/>
            <p:cNvSpPr txBox="1">
              <a:spLocks noChangeArrowheads="1"/>
            </p:cNvSpPr>
            <p:nvPr/>
          </p:nvSpPr>
          <p:spPr bwMode="auto">
            <a:xfrm>
              <a:off x="8091" y="3785"/>
              <a:ext cx="500" cy="4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9pPr>
            </a:lstStyle>
            <a:p>
              <a:pPr algn="just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1800" b="0">
                  <a:solidFill>
                    <a:srgbClr val="800080"/>
                  </a:solidFill>
                  <a:ea typeface="宋体" panose="02010600030101010101" pitchFamily="2" charset="-122"/>
                  <a:sym typeface="Symbol" panose="05050102010706020507" pitchFamily="18" charset="2"/>
                </a:rPr>
                <a:t></a:t>
              </a:r>
              <a:endParaRPr lang="zh-CN" altLang="en-US" sz="1800" b="0">
                <a:solidFill>
                  <a:srgbClr val="800080"/>
                </a:solidFill>
                <a:ea typeface="宋体" panose="02010600030101010101" pitchFamily="2" charset="-122"/>
              </a:endParaRPr>
            </a:p>
          </p:txBody>
        </p:sp>
      </p:grpSp>
      <p:grpSp>
        <p:nvGrpSpPr>
          <p:cNvPr id="12295" name="Group 65"/>
          <p:cNvGrpSpPr/>
          <p:nvPr/>
        </p:nvGrpSpPr>
        <p:grpSpPr bwMode="auto">
          <a:xfrm>
            <a:off x="1428750" y="2901950"/>
            <a:ext cx="6108700" cy="1441450"/>
            <a:chOff x="2651" y="13505"/>
            <a:chExt cx="6180" cy="1500"/>
          </a:xfrm>
        </p:grpSpPr>
        <p:grpSp>
          <p:nvGrpSpPr>
            <p:cNvPr id="12324" name="Group 66"/>
            <p:cNvGrpSpPr/>
            <p:nvPr/>
          </p:nvGrpSpPr>
          <p:grpSpPr bwMode="auto">
            <a:xfrm>
              <a:off x="2651" y="14105"/>
              <a:ext cx="420" cy="400"/>
              <a:chOff x="2851" y="3945"/>
              <a:chExt cx="420" cy="400"/>
            </a:xfrm>
          </p:grpSpPr>
          <p:sp>
            <p:nvSpPr>
              <p:cNvPr id="12356" name="Oval 67"/>
              <p:cNvSpPr>
                <a:spLocks noChangeArrowheads="1"/>
              </p:cNvSpPr>
              <p:nvPr/>
            </p:nvSpPr>
            <p:spPr bwMode="auto">
              <a:xfrm>
                <a:off x="2851" y="3965"/>
                <a:ext cx="380" cy="380"/>
              </a:xfrm>
              <a:prstGeom prst="ellipse">
                <a:avLst/>
              </a:prstGeom>
              <a:noFill/>
              <a:ln w="9525">
                <a:solidFill>
                  <a:srgbClr val="00000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9pPr>
              </a:lstStyle>
              <a:p>
                <a:pPr algn="r">
                  <a:buFont typeface="Wingdings" panose="05000000000000000000" pitchFamily="2" charset="2"/>
                  <a:buNone/>
                </a:pPr>
                <a:endParaRPr lang="zh-CN" altLang="en-US" sz="1800" b="0">
                  <a:solidFill>
                    <a:srgbClr val="009999"/>
                  </a:solidFill>
                  <a:ea typeface="宋体" panose="02010600030101010101" pitchFamily="2" charset="-122"/>
                </a:endParaRPr>
              </a:p>
            </p:txBody>
          </p:sp>
          <p:sp>
            <p:nvSpPr>
              <p:cNvPr id="12357" name="Text Box 68"/>
              <p:cNvSpPr txBox="1">
                <a:spLocks noChangeArrowheads="1"/>
              </p:cNvSpPr>
              <p:nvPr/>
            </p:nvSpPr>
            <p:spPr bwMode="auto">
              <a:xfrm>
                <a:off x="2851" y="3945"/>
                <a:ext cx="420" cy="38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9pPr>
              </a:lstStyle>
              <a:p>
                <a:pPr algn="just"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zh-CN" altLang="en-US" sz="2000" b="0">
                    <a:solidFill>
                      <a:srgbClr val="800080"/>
                    </a:solidFill>
                    <a:ea typeface="宋体" panose="02010600030101010101" pitchFamily="2" charset="-122"/>
                  </a:rPr>
                  <a:t>0</a:t>
                </a:r>
              </a:p>
            </p:txBody>
          </p:sp>
        </p:grpSp>
        <p:grpSp>
          <p:nvGrpSpPr>
            <p:cNvPr id="12325" name="Group 69"/>
            <p:cNvGrpSpPr/>
            <p:nvPr/>
          </p:nvGrpSpPr>
          <p:grpSpPr bwMode="auto">
            <a:xfrm>
              <a:off x="3591" y="14105"/>
              <a:ext cx="420" cy="400"/>
              <a:chOff x="2851" y="3945"/>
              <a:chExt cx="420" cy="400"/>
            </a:xfrm>
          </p:grpSpPr>
          <p:sp>
            <p:nvSpPr>
              <p:cNvPr id="12354" name="Oval 70"/>
              <p:cNvSpPr>
                <a:spLocks noChangeArrowheads="1"/>
              </p:cNvSpPr>
              <p:nvPr/>
            </p:nvSpPr>
            <p:spPr bwMode="auto">
              <a:xfrm>
                <a:off x="2851" y="3965"/>
                <a:ext cx="380" cy="380"/>
              </a:xfrm>
              <a:prstGeom prst="ellipse">
                <a:avLst/>
              </a:prstGeom>
              <a:noFill/>
              <a:ln w="9525">
                <a:solidFill>
                  <a:srgbClr val="00000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9pPr>
              </a:lstStyle>
              <a:p>
                <a:pPr algn="r">
                  <a:buFont typeface="Wingdings" panose="05000000000000000000" pitchFamily="2" charset="2"/>
                  <a:buNone/>
                </a:pPr>
                <a:endParaRPr lang="zh-CN" altLang="en-US" sz="1800" b="0">
                  <a:solidFill>
                    <a:srgbClr val="009999"/>
                  </a:solidFill>
                  <a:ea typeface="宋体" panose="02010600030101010101" pitchFamily="2" charset="-122"/>
                </a:endParaRPr>
              </a:p>
            </p:txBody>
          </p:sp>
          <p:sp>
            <p:nvSpPr>
              <p:cNvPr id="12355" name="Text Box 71"/>
              <p:cNvSpPr txBox="1">
                <a:spLocks noChangeArrowheads="1"/>
              </p:cNvSpPr>
              <p:nvPr/>
            </p:nvSpPr>
            <p:spPr bwMode="auto">
              <a:xfrm>
                <a:off x="2851" y="3945"/>
                <a:ext cx="420" cy="38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9pPr>
              </a:lstStyle>
              <a:p>
                <a:pPr algn="just"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zh-CN" altLang="en-US" sz="2000" b="0">
                    <a:solidFill>
                      <a:srgbClr val="800080"/>
                    </a:solidFill>
                    <a:ea typeface="宋体" panose="02010600030101010101" pitchFamily="2" charset="-122"/>
                  </a:rPr>
                  <a:t>1</a:t>
                </a:r>
              </a:p>
            </p:txBody>
          </p:sp>
        </p:grpSp>
        <p:grpSp>
          <p:nvGrpSpPr>
            <p:cNvPr id="12326" name="Group 72"/>
            <p:cNvGrpSpPr/>
            <p:nvPr/>
          </p:nvGrpSpPr>
          <p:grpSpPr bwMode="auto">
            <a:xfrm>
              <a:off x="4511" y="14105"/>
              <a:ext cx="420" cy="400"/>
              <a:chOff x="2851" y="3945"/>
              <a:chExt cx="420" cy="400"/>
            </a:xfrm>
          </p:grpSpPr>
          <p:sp>
            <p:nvSpPr>
              <p:cNvPr id="12352" name="Oval 73"/>
              <p:cNvSpPr>
                <a:spLocks noChangeArrowheads="1"/>
              </p:cNvSpPr>
              <p:nvPr/>
            </p:nvSpPr>
            <p:spPr bwMode="auto">
              <a:xfrm>
                <a:off x="2851" y="3965"/>
                <a:ext cx="380" cy="380"/>
              </a:xfrm>
              <a:prstGeom prst="ellipse">
                <a:avLst/>
              </a:prstGeom>
              <a:noFill/>
              <a:ln w="9525">
                <a:solidFill>
                  <a:srgbClr val="00000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9pPr>
              </a:lstStyle>
              <a:p>
                <a:pPr algn="r">
                  <a:buFont typeface="Wingdings" panose="05000000000000000000" pitchFamily="2" charset="2"/>
                  <a:buNone/>
                </a:pPr>
                <a:endParaRPr lang="zh-CN" altLang="en-US" sz="1800" b="0">
                  <a:solidFill>
                    <a:srgbClr val="009999"/>
                  </a:solidFill>
                  <a:ea typeface="宋体" panose="02010600030101010101" pitchFamily="2" charset="-122"/>
                </a:endParaRPr>
              </a:p>
            </p:txBody>
          </p:sp>
          <p:sp>
            <p:nvSpPr>
              <p:cNvPr id="12353" name="Text Box 74"/>
              <p:cNvSpPr txBox="1">
                <a:spLocks noChangeArrowheads="1"/>
              </p:cNvSpPr>
              <p:nvPr/>
            </p:nvSpPr>
            <p:spPr bwMode="auto">
              <a:xfrm>
                <a:off x="2851" y="3945"/>
                <a:ext cx="420" cy="38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9pPr>
              </a:lstStyle>
              <a:p>
                <a:pPr algn="just"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zh-CN" altLang="en-US" sz="2000" b="0">
                    <a:solidFill>
                      <a:srgbClr val="800080"/>
                    </a:solidFill>
                    <a:ea typeface="宋体" panose="02010600030101010101" pitchFamily="2" charset="-122"/>
                  </a:rPr>
                  <a:t>2</a:t>
                </a:r>
              </a:p>
            </p:txBody>
          </p:sp>
        </p:grpSp>
        <p:grpSp>
          <p:nvGrpSpPr>
            <p:cNvPr id="12327" name="Group 75"/>
            <p:cNvGrpSpPr/>
            <p:nvPr/>
          </p:nvGrpSpPr>
          <p:grpSpPr bwMode="auto">
            <a:xfrm>
              <a:off x="6511" y="14105"/>
              <a:ext cx="420" cy="400"/>
              <a:chOff x="2851" y="3945"/>
              <a:chExt cx="420" cy="400"/>
            </a:xfrm>
          </p:grpSpPr>
          <p:sp>
            <p:nvSpPr>
              <p:cNvPr id="12350" name="Oval 76"/>
              <p:cNvSpPr>
                <a:spLocks noChangeArrowheads="1"/>
              </p:cNvSpPr>
              <p:nvPr/>
            </p:nvSpPr>
            <p:spPr bwMode="auto">
              <a:xfrm>
                <a:off x="2851" y="3965"/>
                <a:ext cx="380" cy="380"/>
              </a:xfrm>
              <a:prstGeom prst="ellipse">
                <a:avLst/>
              </a:prstGeom>
              <a:noFill/>
              <a:ln w="9525">
                <a:solidFill>
                  <a:srgbClr val="00000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9pPr>
              </a:lstStyle>
              <a:p>
                <a:pPr algn="r">
                  <a:buFont typeface="Wingdings" panose="05000000000000000000" pitchFamily="2" charset="2"/>
                  <a:buNone/>
                </a:pPr>
                <a:endParaRPr lang="zh-CN" altLang="en-US" sz="1800" b="0">
                  <a:solidFill>
                    <a:srgbClr val="009999"/>
                  </a:solidFill>
                  <a:ea typeface="宋体" panose="02010600030101010101" pitchFamily="2" charset="-122"/>
                </a:endParaRPr>
              </a:p>
            </p:txBody>
          </p:sp>
          <p:sp>
            <p:nvSpPr>
              <p:cNvPr id="12351" name="Text Box 77"/>
              <p:cNvSpPr txBox="1">
                <a:spLocks noChangeArrowheads="1"/>
              </p:cNvSpPr>
              <p:nvPr/>
            </p:nvSpPr>
            <p:spPr bwMode="auto">
              <a:xfrm>
                <a:off x="2851" y="3945"/>
                <a:ext cx="420" cy="38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9pPr>
              </a:lstStyle>
              <a:p>
                <a:pPr algn="just"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zh-CN" altLang="en-US" sz="2000" b="0">
                    <a:solidFill>
                      <a:srgbClr val="800080"/>
                    </a:solidFill>
                    <a:ea typeface="宋体" panose="02010600030101010101" pitchFamily="2" charset="-122"/>
                  </a:rPr>
                  <a:t>5</a:t>
                </a:r>
              </a:p>
            </p:txBody>
          </p:sp>
        </p:grpSp>
        <p:grpSp>
          <p:nvGrpSpPr>
            <p:cNvPr id="12328" name="Group 78"/>
            <p:cNvGrpSpPr/>
            <p:nvPr/>
          </p:nvGrpSpPr>
          <p:grpSpPr bwMode="auto">
            <a:xfrm>
              <a:off x="7471" y="14105"/>
              <a:ext cx="420" cy="400"/>
              <a:chOff x="2851" y="3945"/>
              <a:chExt cx="420" cy="400"/>
            </a:xfrm>
          </p:grpSpPr>
          <p:sp>
            <p:nvSpPr>
              <p:cNvPr id="12348" name="Oval 79"/>
              <p:cNvSpPr>
                <a:spLocks noChangeArrowheads="1"/>
              </p:cNvSpPr>
              <p:nvPr/>
            </p:nvSpPr>
            <p:spPr bwMode="auto">
              <a:xfrm>
                <a:off x="2851" y="3965"/>
                <a:ext cx="380" cy="380"/>
              </a:xfrm>
              <a:prstGeom prst="ellipse">
                <a:avLst/>
              </a:prstGeom>
              <a:noFill/>
              <a:ln w="9525">
                <a:solidFill>
                  <a:srgbClr val="00000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9pPr>
              </a:lstStyle>
              <a:p>
                <a:pPr algn="r">
                  <a:buFont typeface="Wingdings" panose="05000000000000000000" pitchFamily="2" charset="2"/>
                  <a:buNone/>
                </a:pPr>
                <a:endParaRPr lang="zh-CN" altLang="en-US" sz="1800" b="0">
                  <a:solidFill>
                    <a:srgbClr val="009999"/>
                  </a:solidFill>
                  <a:ea typeface="宋体" panose="02010600030101010101" pitchFamily="2" charset="-122"/>
                </a:endParaRPr>
              </a:p>
            </p:txBody>
          </p:sp>
          <p:sp>
            <p:nvSpPr>
              <p:cNvPr id="12349" name="Text Box 80"/>
              <p:cNvSpPr txBox="1">
                <a:spLocks noChangeArrowheads="1"/>
              </p:cNvSpPr>
              <p:nvPr/>
            </p:nvSpPr>
            <p:spPr bwMode="auto">
              <a:xfrm>
                <a:off x="2851" y="3945"/>
                <a:ext cx="420" cy="38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9pPr>
              </a:lstStyle>
              <a:p>
                <a:pPr algn="just"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zh-CN" altLang="en-US" sz="2000" b="0">
                    <a:solidFill>
                      <a:srgbClr val="800080"/>
                    </a:solidFill>
                    <a:ea typeface="宋体" panose="02010600030101010101" pitchFamily="2" charset="-122"/>
                  </a:rPr>
                  <a:t>6</a:t>
                </a:r>
              </a:p>
            </p:txBody>
          </p:sp>
        </p:grpSp>
        <p:grpSp>
          <p:nvGrpSpPr>
            <p:cNvPr id="12329" name="Group 81"/>
            <p:cNvGrpSpPr/>
            <p:nvPr/>
          </p:nvGrpSpPr>
          <p:grpSpPr bwMode="auto">
            <a:xfrm>
              <a:off x="8411" y="14105"/>
              <a:ext cx="420" cy="400"/>
              <a:chOff x="2851" y="3945"/>
              <a:chExt cx="420" cy="400"/>
            </a:xfrm>
          </p:grpSpPr>
          <p:sp>
            <p:nvSpPr>
              <p:cNvPr id="12346" name="Oval 82"/>
              <p:cNvSpPr>
                <a:spLocks noChangeArrowheads="1"/>
              </p:cNvSpPr>
              <p:nvPr/>
            </p:nvSpPr>
            <p:spPr bwMode="auto">
              <a:xfrm>
                <a:off x="2851" y="3965"/>
                <a:ext cx="380" cy="380"/>
              </a:xfrm>
              <a:prstGeom prst="ellipse">
                <a:avLst/>
              </a:prstGeom>
              <a:noFill/>
              <a:ln w="38100" cmpd="dbl">
                <a:solidFill>
                  <a:srgbClr val="00000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9pPr>
              </a:lstStyle>
              <a:p>
                <a:pPr algn="r">
                  <a:buFont typeface="Wingdings" panose="05000000000000000000" pitchFamily="2" charset="2"/>
                  <a:buNone/>
                </a:pPr>
                <a:endParaRPr lang="zh-CN" altLang="en-US" sz="1800" b="0">
                  <a:solidFill>
                    <a:srgbClr val="009999"/>
                  </a:solidFill>
                  <a:ea typeface="宋体" panose="02010600030101010101" pitchFamily="2" charset="-122"/>
                </a:endParaRPr>
              </a:p>
            </p:txBody>
          </p:sp>
          <p:sp>
            <p:nvSpPr>
              <p:cNvPr id="12347" name="Text Box 83"/>
              <p:cNvSpPr txBox="1">
                <a:spLocks noChangeArrowheads="1"/>
              </p:cNvSpPr>
              <p:nvPr/>
            </p:nvSpPr>
            <p:spPr bwMode="auto">
              <a:xfrm>
                <a:off x="2851" y="3945"/>
                <a:ext cx="420" cy="38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381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9pPr>
              </a:lstStyle>
              <a:p>
                <a:pPr algn="just"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zh-CN" altLang="en-US" sz="2000" b="0">
                    <a:solidFill>
                      <a:srgbClr val="800080"/>
                    </a:solidFill>
                    <a:ea typeface="宋体" panose="02010600030101010101" pitchFamily="2" charset="-122"/>
                  </a:rPr>
                  <a:t>7</a:t>
                </a:r>
              </a:p>
            </p:txBody>
          </p:sp>
        </p:grpSp>
        <p:sp>
          <p:nvSpPr>
            <p:cNvPr id="12330" name="Line 84"/>
            <p:cNvSpPr>
              <a:spLocks noChangeShapeType="1"/>
            </p:cNvSpPr>
            <p:nvPr/>
          </p:nvSpPr>
          <p:spPr bwMode="auto">
            <a:xfrm>
              <a:off x="3031" y="14305"/>
              <a:ext cx="560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tailEnd type="triangle" w="sm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331" name="Line 85"/>
            <p:cNvSpPr>
              <a:spLocks noChangeShapeType="1"/>
            </p:cNvSpPr>
            <p:nvPr/>
          </p:nvSpPr>
          <p:spPr bwMode="auto">
            <a:xfrm>
              <a:off x="3971" y="14305"/>
              <a:ext cx="560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tailEnd type="triangle" w="sm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332" name="Line 86"/>
            <p:cNvSpPr>
              <a:spLocks noChangeShapeType="1"/>
            </p:cNvSpPr>
            <p:nvPr/>
          </p:nvSpPr>
          <p:spPr bwMode="auto">
            <a:xfrm>
              <a:off x="6911" y="14305"/>
              <a:ext cx="560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tailEnd type="triangle" w="sm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333" name="Line 87"/>
            <p:cNvSpPr>
              <a:spLocks noChangeShapeType="1"/>
            </p:cNvSpPr>
            <p:nvPr/>
          </p:nvSpPr>
          <p:spPr bwMode="auto">
            <a:xfrm>
              <a:off x="7851" y="14305"/>
              <a:ext cx="560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tailEnd type="triangle" w="sm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334" name="Arc 88"/>
            <p:cNvSpPr/>
            <p:nvPr/>
          </p:nvSpPr>
          <p:spPr bwMode="auto">
            <a:xfrm flipH="1">
              <a:off x="3651" y="14425"/>
              <a:ext cx="400" cy="460"/>
            </a:xfrm>
            <a:custGeom>
              <a:avLst/>
              <a:gdLst>
                <a:gd name="T0" fmla="*/ 0 w 43200"/>
                <a:gd name="T1" fmla="*/ 0 h 41746"/>
                <a:gd name="T2" fmla="*/ 0 w 43200"/>
                <a:gd name="T3" fmla="*/ 0 h 41746"/>
                <a:gd name="T4" fmla="*/ 0 w 43200"/>
                <a:gd name="T5" fmla="*/ 0 h 41746"/>
                <a:gd name="T6" fmla="*/ 0 60000 65536"/>
                <a:gd name="T7" fmla="*/ 0 60000 65536"/>
                <a:gd name="T8" fmla="*/ 0 60000 65536"/>
                <a:gd name="T9" fmla="*/ 0 w 43200"/>
                <a:gd name="T10" fmla="*/ 0 h 41746"/>
                <a:gd name="T11" fmla="*/ 43200 w 43200"/>
                <a:gd name="T12" fmla="*/ 41746 h 4174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43200" h="41746" fill="none" extrusionOk="0">
                  <a:moveTo>
                    <a:pt x="38722" y="6979"/>
                  </a:moveTo>
                  <a:cubicBezTo>
                    <a:pt x="41626" y="10754"/>
                    <a:pt x="43200" y="15383"/>
                    <a:pt x="43200" y="20146"/>
                  </a:cubicBezTo>
                  <a:cubicBezTo>
                    <a:pt x="43200" y="32075"/>
                    <a:pt x="33529" y="41746"/>
                    <a:pt x="21600" y="41746"/>
                  </a:cubicBezTo>
                  <a:cubicBezTo>
                    <a:pt x="9670" y="41746"/>
                    <a:pt x="0" y="32075"/>
                    <a:pt x="0" y="20146"/>
                  </a:cubicBezTo>
                  <a:cubicBezTo>
                    <a:pt x="-1" y="11223"/>
                    <a:pt x="5486" y="3218"/>
                    <a:pt x="13809" y="0"/>
                  </a:cubicBezTo>
                </a:path>
                <a:path w="43200" h="41746" stroke="0" extrusionOk="0">
                  <a:moveTo>
                    <a:pt x="38722" y="6979"/>
                  </a:moveTo>
                  <a:cubicBezTo>
                    <a:pt x="41626" y="10754"/>
                    <a:pt x="43200" y="15383"/>
                    <a:pt x="43200" y="20146"/>
                  </a:cubicBezTo>
                  <a:cubicBezTo>
                    <a:pt x="43200" y="32075"/>
                    <a:pt x="33529" y="41746"/>
                    <a:pt x="21600" y="41746"/>
                  </a:cubicBezTo>
                  <a:cubicBezTo>
                    <a:pt x="9670" y="41746"/>
                    <a:pt x="0" y="32075"/>
                    <a:pt x="0" y="20146"/>
                  </a:cubicBezTo>
                  <a:cubicBezTo>
                    <a:pt x="-1" y="11223"/>
                    <a:pt x="5486" y="3218"/>
                    <a:pt x="13809" y="0"/>
                  </a:cubicBezTo>
                  <a:lnTo>
                    <a:pt x="21600" y="20146"/>
                  </a:lnTo>
                  <a:lnTo>
                    <a:pt x="38722" y="6979"/>
                  </a:lnTo>
                  <a:close/>
                </a:path>
              </a:pathLst>
            </a:custGeom>
            <a:noFill/>
            <a:ln w="9525">
              <a:solidFill>
                <a:srgbClr val="000000"/>
              </a:solidFill>
              <a:round/>
              <a:tailEnd type="triangle" w="sm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335" name="Arc 89"/>
            <p:cNvSpPr/>
            <p:nvPr/>
          </p:nvSpPr>
          <p:spPr bwMode="auto">
            <a:xfrm flipH="1">
              <a:off x="7531" y="14425"/>
              <a:ext cx="400" cy="460"/>
            </a:xfrm>
            <a:custGeom>
              <a:avLst/>
              <a:gdLst>
                <a:gd name="T0" fmla="*/ 0 w 43200"/>
                <a:gd name="T1" fmla="*/ 0 h 41746"/>
                <a:gd name="T2" fmla="*/ 0 w 43200"/>
                <a:gd name="T3" fmla="*/ 0 h 41746"/>
                <a:gd name="T4" fmla="*/ 0 w 43200"/>
                <a:gd name="T5" fmla="*/ 0 h 41746"/>
                <a:gd name="T6" fmla="*/ 0 60000 65536"/>
                <a:gd name="T7" fmla="*/ 0 60000 65536"/>
                <a:gd name="T8" fmla="*/ 0 60000 65536"/>
                <a:gd name="T9" fmla="*/ 0 w 43200"/>
                <a:gd name="T10" fmla="*/ 0 h 41746"/>
                <a:gd name="T11" fmla="*/ 43200 w 43200"/>
                <a:gd name="T12" fmla="*/ 41746 h 4174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43200" h="41746" fill="none" extrusionOk="0">
                  <a:moveTo>
                    <a:pt x="38722" y="6979"/>
                  </a:moveTo>
                  <a:cubicBezTo>
                    <a:pt x="41626" y="10754"/>
                    <a:pt x="43200" y="15383"/>
                    <a:pt x="43200" y="20146"/>
                  </a:cubicBezTo>
                  <a:cubicBezTo>
                    <a:pt x="43200" y="32075"/>
                    <a:pt x="33529" y="41746"/>
                    <a:pt x="21600" y="41746"/>
                  </a:cubicBezTo>
                  <a:cubicBezTo>
                    <a:pt x="9670" y="41746"/>
                    <a:pt x="0" y="32075"/>
                    <a:pt x="0" y="20146"/>
                  </a:cubicBezTo>
                  <a:cubicBezTo>
                    <a:pt x="-1" y="11223"/>
                    <a:pt x="5486" y="3218"/>
                    <a:pt x="13809" y="0"/>
                  </a:cubicBezTo>
                </a:path>
                <a:path w="43200" h="41746" stroke="0" extrusionOk="0">
                  <a:moveTo>
                    <a:pt x="38722" y="6979"/>
                  </a:moveTo>
                  <a:cubicBezTo>
                    <a:pt x="41626" y="10754"/>
                    <a:pt x="43200" y="15383"/>
                    <a:pt x="43200" y="20146"/>
                  </a:cubicBezTo>
                  <a:cubicBezTo>
                    <a:pt x="43200" y="32075"/>
                    <a:pt x="33529" y="41746"/>
                    <a:pt x="21600" y="41746"/>
                  </a:cubicBezTo>
                  <a:cubicBezTo>
                    <a:pt x="9670" y="41746"/>
                    <a:pt x="0" y="32075"/>
                    <a:pt x="0" y="20146"/>
                  </a:cubicBezTo>
                  <a:cubicBezTo>
                    <a:pt x="-1" y="11223"/>
                    <a:pt x="5486" y="3218"/>
                    <a:pt x="13809" y="0"/>
                  </a:cubicBezTo>
                  <a:lnTo>
                    <a:pt x="21600" y="20146"/>
                  </a:lnTo>
                  <a:lnTo>
                    <a:pt x="38722" y="6979"/>
                  </a:lnTo>
                  <a:close/>
                </a:path>
              </a:pathLst>
            </a:custGeom>
            <a:noFill/>
            <a:ln w="9525">
              <a:solidFill>
                <a:srgbClr val="000000"/>
              </a:solidFill>
              <a:round/>
              <a:tailEnd type="triangle" w="sm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336" name="Text Box 90"/>
            <p:cNvSpPr txBox="1">
              <a:spLocks noChangeArrowheads="1"/>
            </p:cNvSpPr>
            <p:nvPr/>
          </p:nvSpPr>
          <p:spPr bwMode="auto">
            <a:xfrm>
              <a:off x="3951" y="14585"/>
              <a:ext cx="640" cy="4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9pPr>
            </a:lstStyle>
            <a:p>
              <a:pPr algn="just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000" b="0">
                  <a:solidFill>
                    <a:srgbClr val="800080"/>
                  </a:solidFill>
                  <a:ea typeface="宋体" panose="02010600030101010101" pitchFamily="2" charset="-122"/>
                </a:rPr>
                <a:t>a+b</a:t>
              </a:r>
            </a:p>
          </p:txBody>
        </p:sp>
        <p:sp>
          <p:nvSpPr>
            <p:cNvPr id="12337" name="Text Box 91"/>
            <p:cNvSpPr txBox="1">
              <a:spLocks noChangeArrowheads="1"/>
            </p:cNvSpPr>
            <p:nvPr/>
          </p:nvSpPr>
          <p:spPr bwMode="auto">
            <a:xfrm>
              <a:off x="7851" y="14565"/>
              <a:ext cx="680" cy="4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9pPr>
            </a:lstStyle>
            <a:p>
              <a:pPr algn="just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000" b="0">
                  <a:solidFill>
                    <a:srgbClr val="800080"/>
                  </a:solidFill>
                  <a:ea typeface="宋体" panose="02010600030101010101" pitchFamily="2" charset="-122"/>
                </a:rPr>
                <a:t>a+b</a:t>
              </a:r>
            </a:p>
          </p:txBody>
        </p:sp>
        <p:sp>
          <p:nvSpPr>
            <p:cNvPr id="12338" name="Text Box 92"/>
            <p:cNvSpPr txBox="1">
              <a:spLocks noChangeArrowheads="1"/>
            </p:cNvSpPr>
            <p:nvPr/>
          </p:nvSpPr>
          <p:spPr bwMode="auto">
            <a:xfrm>
              <a:off x="3011" y="13925"/>
              <a:ext cx="500" cy="4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9pPr>
            </a:lstStyle>
            <a:p>
              <a:pPr algn="just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2000" b="0">
                  <a:solidFill>
                    <a:srgbClr val="800080"/>
                  </a:solidFill>
                  <a:ea typeface="宋体" panose="02010600030101010101" pitchFamily="2" charset="-122"/>
                  <a:sym typeface="Symbol" panose="05050102010706020507" pitchFamily="18" charset="2"/>
                </a:rPr>
                <a:t> </a:t>
              </a:r>
              <a:endParaRPr lang="zh-CN" altLang="en-US" sz="2000" b="0">
                <a:solidFill>
                  <a:srgbClr val="800080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12339" name="Text Box 93"/>
            <p:cNvSpPr txBox="1">
              <a:spLocks noChangeArrowheads="1"/>
            </p:cNvSpPr>
            <p:nvPr/>
          </p:nvSpPr>
          <p:spPr bwMode="auto">
            <a:xfrm>
              <a:off x="3991" y="13945"/>
              <a:ext cx="500" cy="4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9pPr>
            </a:lstStyle>
            <a:p>
              <a:pPr algn="just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2000" b="0">
                  <a:solidFill>
                    <a:srgbClr val="800080"/>
                  </a:solidFill>
                  <a:ea typeface="宋体" panose="02010600030101010101" pitchFamily="2" charset="-122"/>
                  <a:sym typeface="Symbol" panose="05050102010706020507" pitchFamily="18" charset="2"/>
                </a:rPr>
                <a:t> </a:t>
              </a:r>
              <a:endParaRPr lang="zh-CN" altLang="en-US" sz="2000" b="0">
                <a:solidFill>
                  <a:srgbClr val="800080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12340" name="Text Box 94"/>
            <p:cNvSpPr txBox="1">
              <a:spLocks noChangeArrowheads="1"/>
            </p:cNvSpPr>
            <p:nvPr/>
          </p:nvSpPr>
          <p:spPr bwMode="auto">
            <a:xfrm>
              <a:off x="6951" y="13925"/>
              <a:ext cx="500" cy="4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9pPr>
            </a:lstStyle>
            <a:p>
              <a:pPr algn="just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2000" b="0">
                  <a:solidFill>
                    <a:srgbClr val="800080"/>
                  </a:solidFill>
                  <a:ea typeface="宋体" panose="02010600030101010101" pitchFamily="2" charset="-122"/>
                  <a:sym typeface="Symbol" panose="05050102010706020507" pitchFamily="18" charset="2"/>
                </a:rPr>
                <a:t></a:t>
              </a:r>
              <a:endParaRPr lang="zh-CN" altLang="en-US" sz="2000" b="0">
                <a:solidFill>
                  <a:srgbClr val="800080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12341" name="Text Box 95"/>
            <p:cNvSpPr txBox="1">
              <a:spLocks noChangeArrowheads="1"/>
            </p:cNvSpPr>
            <p:nvPr/>
          </p:nvSpPr>
          <p:spPr bwMode="auto">
            <a:xfrm>
              <a:off x="7891" y="13945"/>
              <a:ext cx="500" cy="4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9pPr>
            </a:lstStyle>
            <a:p>
              <a:pPr algn="just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2000" b="0">
                  <a:solidFill>
                    <a:srgbClr val="800080"/>
                  </a:solidFill>
                  <a:ea typeface="宋体" panose="02010600030101010101" pitchFamily="2" charset="-122"/>
                  <a:sym typeface="Symbol" panose="05050102010706020507" pitchFamily="18" charset="2"/>
                </a:rPr>
                <a:t></a:t>
              </a:r>
              <a:endParaRPr lang="zh-CN" altLang="en-US" sz="2000" b="0">
                <a:solidFill>
                  <a:srgbClr val="800080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12342" name="Text Box 96"/>
            <p:cNvSpPr txBox="1">
              <a:spLocks noChangeArrowheads="1"/>
            </p:cNvSpPr>
            <p:nvPr/>
          </p:nvSpPr>
          <p:spPr bwMode="auto">
            <a:xfrm>
              <a:off x="5431" y="13505"/>
              <a:ext cx="660" cy="4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9pPr>
            </a:lstStyle>
            <a:p>
              <a:pPr algn="just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000" b="0">
                  <a:solidFill>
                    <a:srgbClr val="800080"/>
                  </a:solidFill>
                  <a:ea typeface="宋体" panose="02010600030101010101" pitchFamily="2" charset="-122"/>
                </a:rPr>
                <a:t>aa</a:t>
              </a:r>
            </a:p>
          </p:txBody>
        </p:sp>
        <p:sp>
          <p:nvSpPr>
            <p:cNvPr id="12343" name="Text Box 97"/>
            <p:cNvSpPr txBox="1">
              <a:spLocks noChangeArrowheads="1"/>
            </p:cNvSpPr>
            <p:nvPr/>
          </p:nvSpPr>
          <p:spPr bwMode="auto">
            <a:xfrm>
              <a:off x="5451" y="14345"/>
              <a:ext cx="640" cy="4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9pPr>
            </a:lstStyle>
            <a:p>
              <a:pPr algn="just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000" b="0">
                  <a:solidFill>
                    <a:srgbClr val="800080"/>
                  </a:solidFill>
                  <a:ea typeface="宋体" panose="02010600030101010101" pitchFamily="2" charset="-122"/>
                </a:rPr>
                <a:t>bb</a:t>
              </a:r>
            </a:p>
          </p:txBody>
        </p:sp>
        <p:sp>
          <p:nvSpPr>
            <p:cNvPr id="12344" name="Arc 98"/>
            <p:cNvSpPr/>
            <p:nvPr/>
          </p:nvSpPr>
          <p:spPr bwMode="auto">
            <a:xfrm>
              <a:off x="4791" y="13885"/>
              <a:ext cx="1860" cy="423"/>
            </a:xfrm>
            <a:custGeom>
              <a:avLst/>
              <a:gdLst>
                <a:gd name="T0" fmla="*/ 0 w 39510"/>
                <a:gd name="T1" fmla="*/ 0 h 21600"/>
                <a:gd name="T2" fmla="*/ 0 w 39510"/>
                <a:gd name="T3" fmla="*/ 0 h 21600"/>
                <a:gd name="T4" fmla="*/ 0 w 39510"/>
                <a:gd name="T5" fmla="*/ 0 h 21600"/>
                <a:gd name="T6" fmla="*/ 0 60000 65536"/>
                <a:gd name="T7" fmla="*/ 0 60000 65536"/>
                <a:gd name="T8" fmla="*/ 0 60000 65536"/>
                <a:gd name="T9" fmla="*/ 0 w 39510"/>
                <a:gd name="T10" fmla="*/ 0 h 21600"/>
                <a:gd name="T11" fmla="*/ 39510 w 39510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39510" h="21600" fill="none" extrusionOk="0">
                  <a:moveTo>
                    <a:pt x="-1" y="12894"/>
                  </a:moveTo>
                  <a:cubicBezTo>
                    <a:pt x="3450" y="5058"/>
                    <a:pt x="11205" y="-1"/>
                    <a:pt x="19768" y="0"/>
                  </a:cubicBezTo>
                  <a:cubicBezTo>
                    <a:pt x="28307" y="0"/>
                    <a:pt x="36044" y="5030"/>
                    <a:pt x="39509" y="12835"/>
                  </a:cubicBezTo>
                </a:path>
                <a:path w="39510" h="21600" stroke="0" extrusionOk="0">
                  <a:moveTo>
                    <a:pt x="-1" y="12894"/>
                  </a:moveTo>
                  <a:cubicBezTo>
                    <a:pt x="3450" y="5058"/>
                    <a:pt x="11205" y="-1"/>
                    <a:pt x="19768" y="0"/>
                  </a:cubicBezTo>
                  <a:cubicBezTo>
                    <a:pt x="28307" y="0"/>
                    <a:pt x="36044" y="5030"/>
                    <a:pt x="39509" y="12835"/>
                  </a:cubicBezTo>
                  <a:lnTo>
                    <a:pt x="19768" y="21600"/>
                  </a:lnTo>
                  <a:lnTo>
                    <a:pt x="-1" y="12894"/>
                  </a:lnTo>
                  <a:close/>
                </a:path>
              </a:pathLst>
            </a:custGeom>
            <a:noFill/>
            <a:ln w="9525">
              <a:solidFill>
                <a:srgbClr val="000000"/>
              </a:solidFill>
              <a:round/>
              <a:tailEnd type="triangle" w="sm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345" name="Arc 99"/>
            <p:cNvSpPr/>
            <p:nvPr/>
          </p:nvSpPr>
          <p:spPr bwMode="auto">
            <a:xfrm flipV="1">
              <a:off x="4831" y="14305"/>
              <a:ext cx="1860" cy="423"/>
            </a:xfrm>
            <a:custGeom>
              <a:avLst/>
              <a:gdLst>
                <a:gd name="T0" fmla="*/ 0 w 39510"/>
                <a:gd name="T1" fmla="*/ 0 h 21600"/>
                <a:gd name="T2" fmla="*/ 0 w 39510"/>
                <a:gd name="T3" fmla="*/ 0 h 21600"/>
                <a:gd name="T4" fmla="*/ 0 w 39510"/>
                <a:gd name="T5" fmla="*/ 0 h 21600"/>
                <a:gd name="T6" fmla="*/ 0 60000 65536"/>
                <a:gd name="T7" fmla="*/ 0 60000 65536"/>
                <a:gd name="T8" fmla="*/ 0 60000 65536"/>
                <a:gd name="T9" fmla="*/ 0 w 39510"/>
                <a:gd name="T10" fmla="*/ 0 h 21600"/>
                <a:gd name="T11" fmla="*/ 39510 w 39510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39510" h="21600" fill="none" extrusionOk="0">
                  <a:moveTo>
                    <a:pt x="-1" y="12894"/>
                  </a:moveTo>
                  <a:cubicBezTo>
                    <a:pt x="3450" y="5058"/>
                    <a:pt x="11205" y="-1"/>
                    <a:pt x="19768" y="0"/>
                  </a:cubicBezTo>
                  <a:cubicBezTo>
                    <a:pt x="28307" y="0"/>
                    <a:pt x="36044" y="5030"/>
                    <a:pt x="39509" y="12835"/>
                  </a:cubicBezTo>
                </a:path>
                <a:path w="39510" h="21600" stroke="0" extrusionOk="0">
                  <a:moveTo>
                    <a:pt x="-1" y="12894"/>
                  </a:moveTo>
                  <a:cubicBezTo>
                    <a:pt x="3450" y="5058"/>
                    <a:pt x="11205" y="-1"/>
                    <a:pt x="19768" y="0"/>
                  </a:cubicBezTo>
                  <a:cubicBezTo>
                    <a:pt x="28307" y="0"/>
                    <a:pt x="36044" y="5030"/>
                    <a:pt x="39509" y="12835"/>
                  </a:cubicBezTo>
                  <a:lnTo>
                    <a:pt x="19768" y="21600"/>
                  </a:lnTo>
                  <a:lnTo>
                    <a:pt x="-1" y="12894"/>
                  </a:lnTo>
                  <a:close/>
                </a:path>
              </a:pathLst>
            </a:custGeom>
            <a:noFill/>
            <a:ln w="9525">
              <a:solidFill>
                <a:srgbClr val="000000"/>
              </a:solidFill>
              <a:round/>
              <a:tailEnd type="triangle" w="sm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12296" name="Group 100"/>
          <p:cNvGrpSpPr/>
          <p:nvPr/>
        </p:nvGrpSpPr>
        <p:grpSpPr bwMode="auto">
          <a:xfrm>
            <a:off x="1447800" y="4648200"/>
            <a:ext cx="6108700" cy="609600"/>
            <a:chOff x="2931" y="12325"/>
            <a:chExt cx="6180" cy="600"/>
          </a:xfrm>
        </p:grpSpPr>
        <p:grpSp>
          <p:nvGrpSpPr>
            <p:cNvPr id="12306" name="Group 101"/>
            <p:cNvGrpSpPr/>
            <p:nvPr/>
          </p:nvGrpSpPr>
          <p:grpSpPr bwMode="auto">
            <a:xfrm>
              <a:off x="2931" y="12525"/>
              <a:ext cx="420" cy="400"/>
              <a:chOff x="2851" y="3945"/>
              <a:chExt cx="420" cy="400"/>
            </a:xfrm>
          </p:grpSpPr>
          <p:sp>
            <p:nvSpPr>
              <p:cNvPr id="12322" name="Oval 102"/>
              <p:cNvSpPr>
                <a:spLocks noChangeArrowheads="1"/>
              </p:cNvSpPr>
              <p:nvPr/>
            </p:nvSpPr>
            <p:spPr bwMode="auto">
              <a:xfrm>
                <a:off x="2851" y="3965"/>
                <a:ext cx="380" cy="380"/>
              </a:xfrm>
              <a:prstGeom prst="ellipse">
                <a:avLst/>
              </a:prstGeom>
              <a:noFill/>
              <a:ln w="9525">
                <a:solidFill>
                  <a:srgbClr val="00000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9pPr>
              </a:lstStyle>
              <a:p>
                <a:pPr algn="r">
                  <a:buFont typeface="Wingdings" panose="05000000000000000000" pitchFamily="2" charset="2"/>
                  <a:buNone/>
                </a:pPr>
                <a:endParaRPr lang="zh-CN" altLang="en-US" sz="1800" b="0">
                  <a:solidFill>
                    <a:srgbClr val="009999"/>
                  </a:solidFill>
                  <a:ea typeface="宋体" panose="02010600030101010101" pitchFamily="2" charset="-122"/>
                </a:endParaRPr>
              </a:p>
            </p:txBody>
          </p:sp>
          <p:sp>
            <p:nvSpPr>
              <p:cNvPr id="12323" name="Text Box 103"/>
              <p:cNvSpPr txBox="1">
                <a:spLocks noChangeArrowheads="1"/>
              </p:cNvSpPr>
              <p:nvPr/>
            </p:nvSpPr>
            <p:spPr bwMode="auto">
              <a:xfrm>
                <a:off x="2851" y="3945"/>
                <a:ext cx="420" cy="38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9pPr>
              </a:lstStyle>
              <a:p>
                <a:pPr algn="just"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zh-CN" altLang="en-US" sz="2000" b="0">
                    <a:solidFill>
                      <a:srgbClr val="800080"/>
                    </a:solidFill>
                    <a:ea typeface="宋体" panose="02010600030101010101" pitchFamily="2" charset="-122"/>
                  </a:rPr>
                  <a:t>0</a:t>
                </a:r>
              </a:p>
            </p:txBody>
          </p:sp>
        </p:grpSp>
        <p:grpSp>
          <p:nvGrpSpPr>
            <p:cNvPr id="12307" name="Group 104"/>
            <p:cNvGrpSpPr/>
            <p:nvPr/>
          </p:nvGrpSpPr>
          <p:grpSpPr bwMode="auto">
            <a:xfrm>
              <a:off x="4791" y="12525"/>
              <a:ext cx="420" cy="400"/>
              <a:chOff x="2851" y="3945"/>
              <a:chExt cx="420" cy="400"/>
            </a:xfrm>
          </p:grpSpPr>
          <p:sp>
            <p:nvSpPr>
              <p:cNvPr id="12320" name="Oval 105"/>
              <p:cNvSpPr>
                <a:spLocks noChangeArrowheads="1"/>
              </p:cNvSpPr>
              <p:nvPr/>
            </p:nvSpPr>
            <p:spPr bwMode="auto">
              <a:xfrm>
                <a:off x="2851" y="3965"/>
                <a:ext cx="380" cy="380"/>
              </a:xfrm>
              <a:prstGeom prst="ellipse">
                <a:avLst/>
              </a:prstGeom>
              <a:noFill/>
              <a:ln w="9525">
                <a:solidFill>
                  <a:srgbClr val="00000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9pPr>
              </a:lstStyle>
              <a:p>
                <a:pPr algn="r">
                  <a:buFont typeface="Wingdings" panose="05000000000000000000" pitchFamily="2" charset="2"/>
                  <a:buNone/>
                </a:pPr>
                <a:endParaRPr lang="zh-CN" altLang="en-US" sz="1800" b="0">
                  <a:solidFill>
                    <a:srgbClr val="009999"/>
                  </a:solidFill>
                  <a:ea typeface="宋体" panose="02010600030101010101" pitchFamily="2" charset="-122"/>
                </a:endParaRPr>
              </a:p>
            </p:txBody>
          </p:sp>
          <p:sp>
            <p:nvSpPr>
              <p:cNvPr id="12321" name="Text Box 106"/>
              <p:cNvSpPr txBox="1">
                <a:spLocks noChangeArrowheads="1"/>
              </p:cNvSpPr>
              <p:nvPr/>
            </p:nvSpPr>
            <p:spPr bwMode="auto">
              <a:xfrm>
                <a:off x="2851" y="3945"/>
                <a:ext cx="420" cy="38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9pPr>
              </a:lstStyle>
              <a:p>
                <a:pPr algn="just"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zh-CN" altLang="en-US" sz="2000" b="0">
                    <a:solidFill>
                      <a:srgbClr val="800080"/>
                    </a:solidFill>
                    <a:ea typeface="宋体" panose="02010600030101010101" pitchFamily="2" charset="-122"/>
                  </a:rPr>
                  <a:t>2</a:t>
                </a:r>
              </a:p>
            </p:txBody>
          </p:sp>
        </p:grpSp>
        <p:grpSp>
          <p:nvGrpSpPr>
            <p:cNvPr id="12308" name="Group 107"/>
            <p:cNvGrpSpPr/>
            <p:nvPr/>
          </p:nvGrpSpPr>
          <p:grpSpPr bwMode="auto">
            <a:xfrm>
              <a:off x="6791" y="12525"/>
              <a:ext cx="420" cy="400"/>
              <a:chOff x="2851" y="3945"/>
              <a:chExt cx="420" cy="400"/>
            </a:xfrm>
          </p:grpSpPr>
          <p:sp>
            <p:nvSpPr>
              <p:cNvPr id="12318" name="Oval 108"/>
              <p:cNvSpPr>
                <a:spLocks noChangeArrowheads="1"/>
              </p:cNvSpPr>
              <p:nvPr/>
            </p:nvSpPr>
            <p:spPr bwMode="auto">
              <a:xfrm>
                <a:off x="2851" y="3965"/>
                <a:ext cx="380" cy="380"/>
              </a:xfrm>
              <a:prstGeom prst="ellipse">
                <a:avLst/>
              </a:prstGeom>
              <a:noFill/>
              <a:ln w="9525">
                <a:solidFill>
                  <a:srgbClr val="00000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9pPr>
              </a:lstStyle>
              <a:p>
                <a:pPr algn="r">
                  <a:buFont typeface="Wingdings" panose="05000000000000000000" pitchFamily="2" charset="2"/>
                  <a:buNone/>
                </a:pPr>
                <a:endParaRPr lang="zh-CN" altLang="en-US" sz="1800" b="0">
                  <a:solidFill>
                    <a:srgbClr val="009999"/>
                  </a:solidFill>
                  <a:ea typeface="宋体" panose="02010600030101010101" pitchFamily="2" charset="-122"/>
                </a:endParaRPr>
              </a:p>
            </p:txBody>
          </p:sp>
          <p:sp>
            <p:nvSpPr>
              <p:cNvPr id="12319" name="Text Box 109"/>
              <p:cNvSpPr txBox="1">
                <a:spLocks noChangeArrowheads="1"/>
              </p:cNvSpPr>
              <p:nvPr/>
            </p:nvSpPr>
            <p:spPr bwMode="auto">
              <a:xfrm>
                <a:off x="2851" y="3945"/>
                <a:ext cx="420" cy="38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9pPr>
              </a:lstStyle>
              <a:p>
                <a:pPr algn="just"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zh-CN" altLang="en-US" sz="2000" b="0">
                    <a:solidFill>
                      <a:srgbClr val="800080"/>
                    </a:solidFill>
                    <a:ea typeface="宋体" panose="02010600030101010101" pitchFamily="2" charset="-122"/>
                  </a:rPr>
                  <a:t>5</a:t>
                </a:r>
              </a:p>
            </p:txBody>
          </p:sp>
        </p:grpSp>
        <p:grpSp>
          <p:nvGrpSpPr>
            <p:cNvPr id="12309" name="Group 110"/>
            <p:cNvGrpSpPr/>
            <p:nvPr/>
          </p:nvGrpSpPr>
          <p:grpSpPr bwMode="auto">
            <a:xfrm>
              <a:off x="8691" y="12525"/>
              <a:ext cx="420" cy="400"/>
              <a:chOff x="2851" y="3945"/>
              <a:chExt cx="420" cy="400"/>
            </a:xfrm>
          </p:grpSpPr>
          <p:sp>
            <p:nvSpPr>
              <p:cNvPr id="12316" name="Oval 111"/>
              <p:cNvSpPr>
                <a:spLocks noChangeArrowheads="1"/>
              </p:cNvSpPr>
              <p:nvPr/>
            </p:nvSpPr>
            <p:spPr bwMode="auto">
              <a:xfrm>
                <a:off x="2851" y="3965"/>
                <a:ext cx="380" cy="380"/>
              </a:xfrm>
              <a:prstGeom prst="ellipse">
                <a:avLst/>
              </a:prstGeom>
              <a:noFill/>
              <a:ln w="38100" cmpd="dbl">
                <a:solidFill>
                  <a:srgbClr val="00000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9pPr>
              </a:lstStyle>
              <a:p>
                <a:pPr algn="r">
                  <a:buFont typeface="Wingdings" panose="05000000000000000000" pitchFamily="2" charset="2"/>
                  <a:buNone/>
                </a:pPr>
                <a:endParaRPr lang="zh-CN" altLang="en-US" sz="1800" b="0">
                  <a:solidFill>
                    <a:srgbClr val="009999"/>
                  </a:solidFill>
                  <a:ea typeface="宋体" panose="02010600030101010101" pitchFamily="2" charset="-122"/>
                </a:endParaRPr>
              </a:p>
            </p:txBody>
          </p:sp>
          <p:sp>
            <p:nvSpPr>
              <p:cNvPr id="12317" name="Text Box 112"/>
              <p:cNvSpPr txBox="1">
                <a:spLocks noChangeArrowheads="1"/>
              </p:cNvSpPr>
              <p:nvPr/>
            </p:nvSpPr>
            <p:spPr bwMode="auto">
              <a:xfrm>
                <a:off x="2851" y="3945"/>
                <a:ext cx="420" cy="38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381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9pPr>
              </a:lstStyle>
              <a:p>
                <a:pPr algn="just"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zh-CN" altLang="en-US" sz="2000" b="0">
                    <a:solidFill>
                      <a:srgbClr val="800080"/>
                    </a:solidFill>
                    <a:ea typeface="宋体" panose="02010600030101010101" pitchFamily="2" charset="-122"/>
                  </a:rPr>
                  <a:t>7</a:t>
                </a:r>
              </a:p>
            </p:txBody>
          </p:sp>
        </p:grpSp>
        <p:sp>
          <p:nvSpPr>
            <p:cNvPr id="12310" name="Line 113"/>
            <p:cNvSpPr>
              <a:spLocks noChangeShapeType="1"/>
            </p:cNvSpPr>
            <p:nvPr/>
          </p:nvSpPr>
          <p:spPr bwMode="auto">
            <a:xfrm>
              <a:off x="3311" y="12757"/>
              <a:ext cx="1460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tailEnd type="triangle" w="sm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311" name="Line 114"/>
            <p:cNvSpPr>
              <a:spLocks noChangeShapeType="1"/>
            </p:cNvSpPr>
            <p:nvPr/>
          </p:nvSpPr>
          <p:spPr bwMode="auto">
            <a:xfrm>
              <a:off x="7191" y="12757"/>
              <a:ext cx="1480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tailEnd type="triangle" w="sm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312" name="Text Box 115"/>
            <p:cNvSpPr txBox="1">
              <a:spLocks noChangeArrowheads="1"/>
            </p:cNvSpPr>
            <p:nvPr/>
          </p:nvSpPr>
          <p:spPr bwMode="auto">
            <a:xfrm>
              <a:off x="3451" y="12325"/>
              <a:ext cx="1000" cy="4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9pPr>
            </a:lstStyle>
            <a:p>
              <a:pPr algn="just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2000" b="0">
                  <a:solidFill>
                    <a:srgbClr val="800080"/>
                  </a:solidFill>
                  <a:ea typeface="宋体" panose="02010600030101010101" pitchFamily="2" charset="-122"/>
                </a:rPr>
                <a:t>(</a:t>
              </a:r>
              <a:r>
                <a:rPr lang="en-US" altLang="zh-CN" sz="2000" b="0">
                  <a:solidFill>
                    <a:srgbClr val="800080"/>
                  </a:solidFill>
                  <a:ea typeface="宋体" panose="02010600030101010101" pitchFamily="2" charset="-122"/>
                </a:rPr>
                <a:t>a+b)</a:t>
              </a:r>
              <a:r>
                <a:rPr lang="en-US" altLang="zh-CN" sz="2000" b="0" baseline="30000">
                  <a:solidFill>
                    <a:srgbClr val="800080"/>
                  </a:solidFill>
                  <a:ea typeface="宋体" panose="02010600030101010101" pitchFamily="2" charset="-122"/>
                </a:rPr>
                <a:t>*</a:t>
              </a:r>
              <a:endParaRPr lang="en-US" altLang="zh-CN" sz="2000" b="0">
                <a:solidFill>
                  <a:srgbClr val="800080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12313" name="Text Box 116"/>
            <p:cNvSpPr txBox="1">
              <a:spLocks noChangeArrowheads="1"/>
            </p:cNvSpPr>
            <p:nvPr/>
          </p:nvSpPr>
          <p:spPr bwMode="auto">
            <a:xfrm>
              <a:off x="7431" y="12325"/>
              <a:ext cx="980" cy="4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9pPr>
            </a:lstStyle>
            <a:p>
              <a:pPr algn="just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2000" b="0">
                  <a:solidFill>
                    <a:srgbClr val="800080"/>
                  </a:solidFill>
                  <a:ea typeface="宋体" panose="02010600030101010101" pitchFamily="2" charset="-122"/>
                </a:rPr>
                <a:t>(</a:t>
              </a:r>
              <a:r>
                <a:rPr lang="en-US" altLang="zh-CN" sz="2000" b="0">
                  <a:solidFill>
                    <a:srgbClr val="800080"/>
                  </a:solidFill>
                  <a:ea typeface="宋体" panose="02010600030101010101" pitchFamily="2" charset="-122"/>
                </a:rPr>
                <a:t>a+b)</a:t>
              </a:r>
              <a:r>
                <a:rPr lang="en-US" altLang="zh-CN" sz="2000" b="0" baseline="30000">
                  <a:solidFill>
                    <a:srgbClr val="800080"/>
                  </a:solidFill>
                  <a:ea typeface="宋体" panose="02010600030101010101" pitchFamily="2" charset="-122"/>
                </a:rPr>
                <a:t>*</a:t>
              </a:r>
              <a:endParaRPr lang="en-US" altLang="zh-CN" sz="2000" b="0">
                <a:solidFill>
                  <a:srgbClr val="800080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12314" name="Line 117"/>
            <p:cNvSpPr>
              <a:spLocks noChangeShapeType="1"/>
            </p:cNvSpPr>
            <p:nvPr/>
          </p:nvSpPr>
          <p:spPr bwMode="auto">
            <a:xfrm>
              <a:off x="5171" y="12745"/>
              <a:ext cx="1620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tailEnd type="triangle" w="sm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315" name="Text Box 118"/>
            <p:cNvSpPr txBox="1">
              <a:spLocks noChangeArrowheads="1"/>
            </p:cNvSpPr>
            <p:nvPr/>
          </p:nvSpPr>
          <p:spPr bwMode="auto">
            <a:xfrm>
              <a:off x="5431" y="12345"/>
              <a:ext cx="1000" cy="4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9pPr>
            </a:lstStyle>
            <a:p>
              <a:pPr algn="just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000" b="0">
                  <a:solidFill>
                    <a:srgbClr val="800080"/>
                  </a:solidFill>
                  <a:ea typeface="宋体" panose="02010600030101010101" pitchFamily="2" charset="-122"/>
                </a:rPr>
                <a:t>aa+bb</a:t>
              </a:r>
            </a:p>
          </p:txBody>
        </p:sp>
      </p:grpSp>
      <p:grpSp>
        <p:nvGrpSpPr>
          <p:cNvPr id="12297" name="Group 119"/>
          <p:cNvGrpSpPr/>
          <p:nvPr/>
        </p:nvGrpSpPr>
        <p:grpSpPr bwMode="auto">
          <a:xfrm>
            <a:off x="1447800" y="5867400"/>
            <a:ext cx="6108700" cy="609600"/>
            <a:chOff x="2911" y="15805"/>
            <a:chExt cx="6180" cy="580"/>
          </a:xfrm>
        </p:grpSpPr>
        <p:grpSp>
          <p:nvGrpSpPr>
            <p:cNvPr id="12298" name="Group 120"/>
            <p:cNvGrpSpPr/>
            <p:nvPr/>
          </p:nvGrpSpPr>
          <p:grpSpPr bwMode="auto">
            <a:xfrm>
              <a:off x="2911" y="15985"/>
              <a:ext cx="420" cy="400"/>
              <a:chOff x="2851" y="3945"/>
              <a:chExt cx="420" cy="400"/>
            </a:xfrm>
          </p:grpSpPr>
          <p:sp>
            <p:nvSpPr>
              <p:cNvPr id="12304" name="Oval 121"/>
              <p:cNvSpPr>
                <a:spLocks noChangeArrowheads="1"/>
              </p:cNvSpPr>
              <p:nvPr/>
            </p:nvSpPr>
            <p:spPr bwMode="auto">
              <a:xfrm>
                <a:off x="2851" y="3965"/>
                <a:ext cx="380" cy="380"/>
              </a:xfrm>
              <a:prstGeom prst="ellipse">
                <a:avLst/>
              </a:prstGeom>
              <a:noFill/>
              <a:ln w="9525">
                <a:solidFill>
                  <a:srgbClr val="00000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9pPr>
              </a:lstStyle>
              <a:p>
                <a:pPr algn="r">
                  <a:buFont typeface="Wingdings" panose="05000000000000000000" pitchFamily="2" charset="2"/>
                  <a:buNone/>
                </a:pPr>
                <a:endParaRPr lang="zh-CN" altLang="en-US" sz="1800" b="0">
                  <a:solidFill>
                    <a:srgbClr val="009999"/>
                  </a:solidFill>
                  <a:ea typeface="宋体" panose="02010600030101010101" pitchFamily="2" charset="-122"/>
                </a:endParaRPr>
              </a:p>
            </p:txBody>
          </p:sp>
          <p:sp>
            <p:nvSpPr>
              <p:cNvPr id="12305" name="Text Box 122"/>
              <p:cNvSpPr txBox="1">
                <a:spLocks noChangeArrowheads="1"/>
              </p:cNvSpPr>
              <p:nvPr/>
            </p:nvSpPr>
            <p:spPr bwMode="auto">
              <a:xfrm>
                <a:off x="2851" y="3945"/>
                <a:ext cx="420" cy="38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9pPr>
              </a:lstStyle>
              <a:p>
                <a:pPr algn="just"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zh-CN" altLang="en-US" sz="2000" b="0">
                    <a:solidFill>
                      <a:srgbClr val="800080"/>
                    </a:solidFill>
                    <a:ea typeface="宋体" panose="02010600030101010101" pitchFamily="2" charset="-122"/>
                  </a:rPr>
                  <a:t>0</a:t>
                </a:r>
              </a:p>
            </p:txBody>
          </p:sp>
        </p:grpSp>
        <p:grpSp>
          <p:nvGrpSpPr>
            <p:cNvPr id="12299" name="Group 123"/>
            <p:cNvGrpSpPr/>
            <p:nvPr/>
          </p:nvGrpSpPr>
          <p:grpSpPr bwMode="auto">
            <a:xfrm>
              <a:off x="8671" y="15985"/>
              <a:ext cx="420" cy="400"/>
              <a:chOff x="2851" y="3945"/>
              <a:chExt cx="420" cy="400"/>
            </a:xfrm>
          </p:grpSpPr>
          <p:sp>
            <p:nvSpPr>
              <p:cNvPr id="12302" name="Oval 124"/>
              <p:cNvSpPr>
                <a:spLocks noChangeArrowheads="1"/>
              </p:cNvSpPr>
              <p:nvPr/>
            </p:nvSpPr>
            <p:spPr bwMode="auto">
              <a:xfrm>
                <a:off x="2851" y="3965"/>
                <a:ext cx="380" cy="380"/>
              </a:xfrm>
              <a:prstGeom prst="ellipse">
                <a:avLst/>
              </a:prstGeom>
              <a:noFill/>
              <a:ln w="38100" cmpd="dbl">
                <a:solidFill>
                  <a:srgbClr val="00000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9pPr>
              </a:lstStyle>
              <a:p>
                <a:pPr algn="r">
                  <a:buFont typeface="Wingdings" panose="05000000000000000000" pitchFamily="2" charset="2"/>
                  <a:buNone/>
                </a:pPr>
                <a:endParaRPr lang="zh-CN" altLang="en-US" sz="1800" b="0">
                  <a:solidFill>
                    <a:srgbClr val="009999"/>
                  </a:solidFill>
                  <a:ea typeface="宋体" panose="02010600030101010101" pitchFamily="2" charset="-122"/>
                </a:endParaRPr>
              </a:p>
            </p:txBody>
          </p:sp>
          <p:sp>
            <p:nvSpPr>
              <p:cNvPr id="12303" name="Text Box 125"/>
              <p:cNvSpPr txBox="1">
                <a:spLocks noChangeArrowheads="1"/>
              </p:cNvSpPr>
              <p:nvPr/>
            </p:nvSpPr>
            <p:spPr bwMode="auto">
              <a:xfrm>
                <a:off x="2851" y="3945"/>
                <a:ext cx="420" cy="38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381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9pPr>
              </a:lstStyle>
              <a:p>
                <a:pPr algn="just"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zh-CN" altLang="en-US" sz="2000" b="0">
                    <a:solidFill>
                      <a:srgbClr val="800080"/>
                    </a:solidFill>
                    <a:ea typeface="宋体" panose="02010600030101010101" pitchFamily="2" charset="-122"/>
                  </a:rPr>
                  <a:t>7</a:t>
                </a:r>
              </a:p>
            </p:txBody>
          </p:sp>
        </p:grpSp>
        <p:sp>
          <p:nvSpPr>
            <p:cNvPr id="12300" name="Line 126"/>
            <p:cNvSpPr>
              <a:spLocks noChangeShapeType="1"/>
            </p:cNvSpPr>
            <p:nvPr/>
          </p:nvSpPr>
          <p:spPr bwMode="auto">
            <a:xfrm flipV="1">
              <a:off x="3311" y="16205"/>
              <a:ext cx="5360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tailEnd type="triangle" w="sm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301" name="Text Box 127"/>
            <p:cNvSpPr txBox="1">
              <a:spLocks noChangeArrowheads="1"/>
            </p:cNvSpPr>
            <p:nvPr/>
          </p:nvSpPr>
          <p:spPr bwMode="auto">
            <a:xfrm>
              <a:off x="4351" y="15805"/>
              <a:ext cx="3000" cy="4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2000" b="0">
                  <a:solidFill>
                    <a:srgbClr val="800080"/>
                  </a:solidFill>
                  <a:ea typeface="宋体" panose="02010600030101010101" pitchFamily="2" charset="-122"/>
                </a:rPr>
                <a:t>(</a:t>
              </a:r>
              <a:r>
                <a:rPr lang="en-US" altLang="zh-CN" sz="2000" b="0">
                  <a:solidFill>
                    <a:srgbClr val="800080"/>
                  </a:solidFill>
                  <a:ea typeface="宋体" panose="02010600030101010101" pitchFamily="2" charset="-122"/>
                </a:rPr>
                <a:t>a+b)</a:t>
              </a:r>
              <a:r>
                <a:rPr lang="en-US" altLang="zh-CN" sz="2000" b="0" baseline="30000">
                  <a:solidFill>
                    <a:srgbClr val="800080"/>
                  </a:solidFill>
                  <a:ea typeface="宋体" panose="02010600030101010101" pitchFamily="2" charset="-122"/>
                </a:rPr>
                <a:t>* </a:t>
              </a:r>
              <a:r>
                <a:rPr lang="en-US" altLang="zh-CN" sz="2000" b="0">
                  <a:solidFill>
                    <a:srgbClr val="800080"/>
                  </a:solidFill>
                  <a:ea typeface="宋体" panose="02010600030101010101" pitchFamily="2" charset="-122"/>
                </a:rPr>
                <a:t>(aa+bb) (a+b)</a:t>
              </a:r>
              <a:r>
                <a:rPr lang="en-US" altLang="zh-CN" sz="2000" b="0" baseline="30000">
                  <a:solidFill>
                    <a:srgbClr val="800080"/>
                  </a:solidFill>
                  <a:ea typeface="宋体" panose="02010600030101010101" pitchFamily="2" charset="-122"/>
                </a:rPr>
                <a:t>*</a:t>
              </a:r>
              <a:endParaRPr lang="en-US" altLang="zh-CN" sz="2000" b="0">
                <a:solidFill>
                  <a:srgbClr val="800080"/>
                </a:solidFill>
                <a:ea typeface="宋体" panose="02010600030101010101" pitchFamily="2" charset="-122"/>
              </a:endParaRPr>
            </a:p>
          </p:txBody>
        </p:sp>
      </p:grpSp>
    </p:spTree>
  </p:cSld>
  <p:clrMapOvr>
    <a:masterClrMapping/>
  </p:clrMapOvr>
  <p:transition spd="med">
    <p:wipe dir="r"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49A76BA7-CF15-4D7D-88C1-D605568EA860}" type="slidenum">
              <a:rPr lang="zh-CN" altLang="en-US" smtClean="0"/>
              <a:t>19</a:t>
            </a:fld>
            <a:endParaRPr lang="en-US" altLang="zh-CN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pPr>
              <a:defRPr/>
            </a:pPr>
            <a:fld id="{E3774C0F-48F8-47BA-A355-25B6AA452D7E}" type="datetime1">
              <a:rPr lang="zh-CN" altLang="en-US" smtClean="0"/>
              <a:t>2024/3/24</a:t>
            </a:fld>
            <a:endParaRPr lang="zh-CN" altLang="zh-CN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 altLang="zh-CN"/>
              <a:t>School of Computer Science, BUPT</a:t>
            </a:r>
            <a:endParaRPr lang="zh-CN" altLang="en-US"/>
          </a:p>
        </p:txBody>
      </p:sp>
      <p:sp>
        <p:nvSpPr>
          <p:cNvPr id="7" name="文本框 6"/>
          <p:cNvSpPr txBox="1"/>
          <p:nvPr>
            <p:custDataLst>
              <p:tags r:id="rId2"/>
            </p:custDataLst>
          </p:nvPr>
        </p:nvSpPr>
        <p:spPr>
          <a:xfrm>
            <a:off x="914400" y="635000"/>
            <a:ext cx="7315200" cy="2143125"/>
          </a:xfrm>
          <a:prstGeom prst="rect">
            <a:avLst/>
          </a:prstGeom>
          <a:noFill/>
        </p:spPr>
        <p:txBody>
          <a:bodyPr vert="horz" wrap="square" rtlCol="0" anchor="ctr" anchorCtr="0">
            <a:noAutofit/>
          </a:bodyPr>
          <a:lstStyle/>
          <a:p>
            <a:r>
              <a:rPr lang="zh-CN" altLang="en-US" sz="20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下列哪个正则式表示如图所示的有限自动机所识别的语言？</a:t>
            </a:r>
          </a:p>
        </p:txBody>
      </p:sp>
      <p:sp>
        <p:nvSpPr>
          <p:cNvPr id="8" name="文本框 7"/>
          <p:cNvSpPr txBox="1"/>
          <p:nvPr>
            <p:custDataLst>
              <p:tags r:id="rId3"/>
            </p:custDataLst>
          </p:nvPr>
        </p:nvSpPr>
        <p:spPr>
          <a:xfrm>
            <a:off x="1828800" y="2786063"/>
            <a:ext cx="64008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zh-CN" altLang="en-US" sz="26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（</a:t>
            </a:r>
            <a:r>
              <a:rPr lang="en-US" altLang="zh-CN" sz="26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aa</a:t>
            </a:r>
            <a:r>
              <a:rPr lang="zh-CN" altLang="en-US" sz="26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）</a:t>
            </a:r>
            <a:r>
              <a:rPr lang="en-US" altLang="zh-CN" sz="26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*b</a:t>
            </a:r>
            <a:r>
              <a:rPr lang="en-US" altLang="zh-CN" sz="2800" baseline="300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+</a:t>
            </a:r>
            <a:endParaRPr lang="zh-CN" altLang="en-US" sz="2600" baseline="30000" dirty="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9" name="文本框 8"/>
          <p:cNvSpPr txBox="1"/>
          <p:nvPr>
            <p:custDataLst>
              <p:tags r:id="rId4"/>
            </p:custDataLst>
          </p:nvPr>
        </p:nvSpPr>
        <p:spPr>
          <a:xfrm>
            <a:off x="1828800" y="3643313"/>
            <a:ext cx="64008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zh-CN" altLang="en-US" sz="26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（</a:t>
            </a:r>
            <a:r>
              <a:rPr lang="en-US" altLang="zh-CN" sz="26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aa</a:t>
            </a:r>
            <a:r>
              <a:rPr lang="zh-CN" altLang="en-US" sz="26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）</a:t>
            </a:r>
            <a:r>
              <a:rPr lang="en-US" altLang="zh-CN" sz="26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*b</a:t>
            </a:r>
            <a:r>
              <a:rPr lang="en-US" altLang="zh-CN" sz="2800" baseline="300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*</a:t>
            </a:r>
            <a:endParaRPr lang="zh-CN" altLang="en-US" sz="2600" baseline="30000" dirty="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10" name="文本框 9"/>
          <p:cNvSpPr txBox="1"/>
          <p:nvPr>
            <p:custDataLst>
              <p:tags r:id="rId5"/>
            </p:custDataLst>
          </p:nvPr>
        </p:nvSpPr>
        <p:spPr>
          <a:xfrm>
            <a:off x="1828800" y="4500563"/>
            <a:ext cx="64008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zh-CN" altLang="en-US" sz="26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（</a:t>
            </a:r>
            <a:r>
              <a:rPr lang="en-US" altLang="zh-CN" sz="26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aa</a:t>
            </a:r>
            <a:r>
              <a:rPr lang="zh-CN" altLang="en-US" sz="26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）</a:t>
            </a:r>
            <a:r>
              <a:rPr lang="en-US" altLang="zh-CN" sz="26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*+a*b</a:t>
            </a:r>
            <a:r>
              <a:rPr lang="en-US" altLang="zh-CN" sz="2800" baseline="300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+</a:t>
            </a:r>
            <a:endParaRPr lang="zh-CN" altLang="en-US" sz="2600" baseline="30000" dirty="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11" name="文本框 10"/>
          <p:cNvSpPr txBox="1"/>
          <p:nvPr>
            <p:custDataLst>
              <p:tags r:id="rId6"/>
            </p:custDataLst>
          </p:nvPr>
        </p:nvSpPr>
        <p:spPr>
          <a:xfrm>
            <a:off x="1828800" y="5357813"/>
            <a:ext cx="64008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en-US" altLang="zh-CN" sz="26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a*b</a:t>
            </a:r>
            <a:r>
              <a:rPr lang="en-US" altLang="zh-CN" sz="2800" baseline="300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+</a:t>
            </a:r>
            <a:endParaRPr lang="zh-CN" altLang="en-US" sz="2600" baseline="30000" dirty="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12" name="椭圆 11"/>
          <p:cNvSpPr>
            <a:spLocks noChangeAspect="1"/>
          </p:cNvSpPr>
          <p:nvPr>
            <p:custDataLst>
              <p:tags r:id="rId7"/>
            </p:custDataLst>
          </p:nvPr>
        </p:nvSpPr>
        <p:spPr bwMode="auto">
          <a:xfrm>
            <a:off x="1114425" y="2850356"/>
            <a:ext cx="514350" cy="514350"/>
          </a:xfrm>
          <a:prstGeom prst="ellipse">
            <a:avLst/>
          </a:prstGeom>
          <a:solidFill>
            <a:srgbClr val="808080"/>
          </a:solidFill>
          <a:ln w="127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rtlCol="0" anchor="ctr" anchorCtr="1" compatLnSpc="1">
            <a:noAutofit/>
          </a:bodyPr>
          <a:lstStyle/>
          <a:p>
            <a:pPr algn="r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None/>
            </a:pPr>
            <a:r>
              <a:rPr kumimoji="1" lang="en-US" altLang="zh-CN" sz="1600" b="0" i="0" u="none" strike="noStrike" cap="none" normalizeH="0" baseline="0">
                <a:ln>
                  <a:noFill/>
                </a:ln>
                <a:solidFill>
                  <a:srgbClr val="FFFFFF"/>
                </a:solidFill>
                <a:effectLst/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A</a:t>
            </a:r>
            <a:endParaRPr kumimoji="1" lang="zh-CN" altLang="en-US" sz="1600" b="0" i="0" u="none" strike="noStrike" cap="none" normalizeH="0" baseline="0">
              <a:ln>
                <a:noFill/>
              </a:ln>
              <a:solidFill>
                <a:srgbClr val="FFFFFF"/>
              </a:solidFill>
              <a:effectLst/>
              <a:latin typeface="微软雅黑" panose="020B0503020204020204" charset="-122"/>
              <a:ea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13" name="椭圆 12"/>
          <p:cNvSpPr>
            <a:spLocks noChangeAspect="1"/>
          </p:cNvSpPr>
          <p:nvPr>
            <p:custDataLst>
              <p:tags r:id="rId8"/>
            </p:custDataLst>
          </p:nvPr>
        </p:nvSpPr>
        <p:spPr bwMode="auto">
          <a:xfrm>
            <a:off x="1114425" y="3707606"/>
            <a:ext cx="514350" cy="514350"/>
          </a:xfrm>
          <a:prstGeom prst="ellipse">
            <a:avLst/>
          </a:prstGeom>
          <a:solidFill>
            <a:srgbClr val="808080"/>
          </a:solidFill>
          <a:ln w="127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rtlCol="0" anchor="ctr" anchorCtr="1" compatLnSpc="1">
            <a:noAutofit/>
          </a:bodyPr>
          <a:lstStyle/>
          <a:p>
            <a:pPr algn="r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None/>
            </a:pPr>
            <a:r>
              <a:rPr kumimoji="1" lang="en-US" altLang="zh-CN" sz="1600" b="0" i="0" u="none" strike="noStrike" cap="none" normalizeH="0" baseline="0">
                <a:ln>
                  <a:noFill/>
                </a:ln>
                <a:solidFill>
                  <a:srgbClr val="FFFFFF"/>
                </a:solidFill>
                <a:effectLst/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B</a:t>
            </a:r>
            <a:endParaRPr kumimoji="1" lang="zh-CN" altLang="en-US" sz="1600" b="0" i="0" u="none" strike="noStrike" cap="none" normalizeH="0" baseline="0">
              <a:ln>
                <a:noFill/>
              </a:ln>
              <a:solidFill>
                <a:srgbClr val="FFFFFF"/>
              </a:solidFill>
              <a:effectLst/>
              <a:latin typeface="微软雅黑" panose="020B0503020204020204" charset="-122"/>
              <a:ea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15" name="椭圆 14"/>
          <p:cNvSpPr>
            <a:spLocks noChangeAspect="1"/>
          </p:cNvSpPr>
          <p:nvPr>
            <p:custDataLst>
              <p:tags r:id="rId9"/>
            </p:custDataLst>
          </p:nvPr>
        </p:nvSpPr>
        <p:spPr bwMode="auto">
          <a:xfrm>
            <a:off x="1114425" y="5422106"/>
            <a:ext cx="514350" cy="514350"/>
          </a:xfrm>
          <a:prstGeom prst="ellipse">
            <a:avLst/>
          </a:prstGeom>
          <a:solidFill>
            <a:srgbClr val="808080"/>
          </a:solidFill>
          <a:ln w="127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rtlCol="0" anchor="ctr" anchorCtr="1" compatLnSpc="1">
            <a:noAutofit/>
          </a:bodyPr>
          <a:lstStyle/>
          <a:p>
            <a:pPr algn="r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None/>
            </a:pPr>
            <a:r>
              <a:rPr kumimoji="1" lang="en-US" altLang="zh-CN" sz="1600" b="0" i="0" u="none" strike="noStrike" cap="none" normalizeH="0" baseline="0">
                <a:ln>
                  <a:noFill/>
                </a:ln>
                <a:solidFill>
                  <a:srgbClr val="FFFFFF"/>
                </a:solidFill>
                <a:effectLst/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D</a:t>
            </a:r>
            <a:endParaRPr kumimoji="1" lang="zh-CN" altLang="en-US" sz="1600" b="0" i="0" u="none" strike="noStrike" cap="none" normalizeH="0" baseline="0">
              <a:ln>
                <a:noFill/>
              </a:ln>
              <a:solidFill>
                <a:srgbClr val="FFFFFF"/>
              </a:solidFill>
              <a:effectLst/>
              <a:latin typeface="微软雅黑" panose="020B0503020204020204" charset="-122"/>
              <a:ea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16" name="矩形: 圆角 15"/>
          <p:cNvSpPr/>
          <p:nvPr>
            <p:custDataLst>
              <p:tags r:id="rId10"/>
            </p:custDataLst>
          </p:nvPr>
        </p:nvSpPr>
        <p:spPr bwMode="auto">
          <a:xfrm>
            <a:off x="6172200" y="6215063"/>
            <a:ext cx="1543050" cy="411480"/>
          </a:xfrm>
          <a:prstGeom prst="roundRect">
            <a:avLst/>
          </a:prstGeom>
          <a:solidFill>
            <a:srgbClr val="808080"/>
          </a:solidFill>
          <a:ln w="381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rtlCol="0" anchor="ctr" anchorCtr="1" compatLnSpc="1">
            <a:noAutofit/>
          </a:bodyPr>
          <a:lstStyle/>
          <a:p>
            <a:pPr marL="0" marR="0" indent="0" algn="r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None/>
            </a:pPr>
            <a:r>
              <a:rPr kumimoji="1" lang="zh-CN" altLang="en-US" sz="1600" b="0" i="0" u="none" strike="noStrike" cap="none" normalizeH="0" baseline="0">
                <a:ln>
                  <a:noFill/>
                </a:ln>
                <a:solidFill>
                  <a:srgbClr val="FFFFFF"/>
                </a:solidFill>
                <a:effectLst/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提交</a:t>
            </a:r>
          </a:p>
        </p:txBody>
      </p:sp>
      <p:pic>
        <p:nvPicPr>
          <p:cNvPr id="23" name="图片 22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5140375" y="2155024"/>
            <a:ext cx="3724302" cy="1905014"/>
          </a:xfrm>
          <a:prstGeom prst="rect">
            <a:avLst/>
          </a:prstGeom>
        </p:spPr>
      </p:pic>
      <p:grpSp>
        <p:nvGrpSpPr>
          <p:cNvPr id="21" name="组合 20"/>
          <p:cNvGrpSpPr/>
          <p:nvPr>
            <p:custDataLst>
              <p:tags r:id="rId11"/>
            </p:custDataLst>
          </p:nvPr>
        </p:nvGrpSpPr>
        <p:grpSpPr>
          <a:xfrm>
            <a:off x="0" y="0"/>
            <a:ext cx="9144000" cy="635000"/>
            <a:chOff x="0" y="0"/>
            <a:chExt cx="9144000" cy="635000"/>
          </a:xfrm>
        </p:grpSpPr>
        <p:sp>
          <p:nvSpPr>
            <p:cNvPr id="17" name="TitleBackground"/>
            <p:cNvSpPr/>
            <p:nvPr>
              <p:custDataLst>
                <p:tags r:id="rId14"/>
              </p:custDataLst>
            </p:nvPr>
          </p:nvSpPr>
          <p:spPr bwMode="auto">
            <a:xfrm>
              <a:off x="0" y="0"/>
              <a:ext cx="9144000" cy="635000"/>
            </a:xfrm>
            <a:prstGeom prst="rect">
              <a:avLst/>
            </a:prstGeom>
            <a:solidFill>
              <a:srgbClr val="F6F7F8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800080"/>
                  </a:solidFill>
                  <a:prstDash val="solid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 vert="horz" wrap="square" lIns="91440" tIns="45720" rIns="91440" bIns="45720" numCol="1" rtlCol="0" anchor="t" anchorCtr="0" compatLnSpc="1"/>
            <a:lstStyle/>
            <a:p>
              <a:pPr marL="0" marR="0" indent="0" algn="r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None/>
              </a:pPr>
              <a:endParaRPr kumimoji="1" lang="zh-CN" altLang="en-US" sz="1800" b="0" i="0" u="none" strike="noStrike" cap="none" normalizeH="0" baseline="0">
                <a:ln>
                  <a:noFill/>
                </a:ln>
                <a:solidFill>
                  <a:srgbClr val="009999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8" name="ColorBlock"/>
            <p:cNvSpPr/>
            <p:nvPr>
              <p:custDataLst>
                <p:tags r:id="rId15"/>
              </p:custDataLst>
            </p:nvPr>
          </p:nvSpPr>
          <p:spPr bwMode="auto">
            <a:xfrm>
              <a:off x="0" y="0"/>
              <a:ext cx="190500" cy="635000"/>
            </a:xfrm>
            <a:prstGeom prst="rect">
              <a:avLst/>
            </a:prstGeom>
            <a:solidFill>
              <a:srgbClr val="639EF4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800080"/>
                  </a:solidFill>
                  <a:prstDash val="solid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 vert="horz" wrap="square" lIns="91440" tIns="45720" rIns="91440" bIns="45720" numCol="1" rtlCol="0" anchor="t" anchorCtr="0" compatLnSpc="1"/>
            <a:lstStyle/>
            <a:p>
              <a:pPr marL="0" marR="0" indent="0" algn="r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None/>
              </a:pPr>
              <a:endParaRPr kumimoji="1" lang="zh-CN" altLang="en-US" sz="1800" b="0" i="0" u="none" strike="noStrike" cap="none" normalizeH="0" baseline="0">
                <a:ln>
                  <a:noFill/>
                </a:ln>
                <a:solidFill>
                  <a:srgbClr val="009999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9" name="TypeText"/>
            <p:cNvSpPr txBox="1"/>
            <p:nvPr>
              <p:custDataLst>
                <p:tags r:id="rId16"/>
              </p:custDataLst>
            </p:nvPr>
          </p:nvSpPr>
          <p:spPr>
            <a:xfrm>
              <a:off x="254000" y="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2600">
                  <a:solidFill>
                    <a:srgbClr val="000000"/>
                  </a:solidFill>
                  <a:latin typeface="微软雅黑" panose="020B0503020204020204" charset="-122"/>
                  <a:ea typeface="微软雅黑" panose="020B0503020204020204" charset="-122"/>
                  <a:sym typeface="微软雅黑" panose="020B0503020204020204" charset="-122"/>
                </a:rPr>
                <a:t>单选题</a:t>
              </a:r>
            </a:p>
          </p:txBody>
        </p:sp>
        <p:sp>
          <p:nvSpPr>
            <p:cNvPr id="20" name="TipText"/>
            <p:cNvSpPr txBox="1"/>
            <p:nvPr>
              <p:custDataLst>
                <p:tags r:id="rId17"/>
              </p:custDataLst>
            </p:nvPr>
          </p:nvSpPr>
          <p:spPr>
            <a:xfrm>
              <a:off x="1427480" y="109220"/>
              <a:ext cx="2286000" cy="508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en-US" altLang="zh-CN" sz="2000">
                  <a:solidFill>
                    <a:srgbClr val="808080"/>
                  </a:solidFill>
                  <a:latin typeface="微软雅黑" panose="020B0503020204020204" charset="-122"/>
                  <a:ea typeface="微软雅黑" panose="020B0503020204020204" charset="-122"/>
                  <a:sym typeface="微软雅黑" panose="020B0503020204020204" charset="-122"/>
                </a:rPr>
                <a:t>1</a:t>
              </a:r>
              <a:r>
                <a:rPr lang="zh-CN" altLang="en-US" sz="2000">
                  <a:solidFill>
                    <a:srgbClr val="808080"/>
                  </a:solidFill>
                  <a:latin typeface="微软雅黑" panose="020B0503020204020204" charset="-122"/>
                  <a:ea typeface="微软雅黑" panose="020B0503020204020204" charset="-122"/>
                  <a:sym typeface="微软雅黑" panose="020B0503020204020204" charset="-122"/>
                </a:rPr>
                <a:t>分</a:t>
              </a:r>
            </a:p>
          </p:txBody>
        </p:sp>
      </p:grpSp>
      <p:pic>
        <p:nvPicPr>
          <p:cNvPr id="6" name="图片 5"/>
          <p:cNvPicPr/>
          <p:nvPr>
            <p:custDataLst>
              <p:tags r:id="rId12"/>
            </p:custDataLst>
          </p:nvPr>
        </p:nvPicPr>
        <p:blipFill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94600" y="63500"/>
            <a:ext cx="1422400" cy="508000"/>
          </a:xfrm>
          <a:prstGeom prst="rect">
            <a:avLst/>
          </a:prstGeom>
        </p:spPr>
      </p:pic>
      <p:sp>
        <p:nvSpPr>
          <p:cNvPr id="5" name="椭圆 4">
            <a:extLst>
              <a:ext uri="{FF2B5EF4-FFF2-40B4-BE49-F238E27FC236}">
                <a16:creationId xmlns:a16="http://schemas.microsoft.com/office/drawing/2014/main" id="{A863FE08-87F5-762A-821D-D7B4F2B64E71}"/>
              </a:ext>
            </a:extLst>
          </p:cNvPr>
          <p:cNvSpPr>
            <a:spLocks noChangeAspect="1"/>
          </p:cNvSpPr>
          <p:nvPr>
            <p:custDataLst>
              <p:tags r:id="rId13"/>
            </p:custDataLst>
          </p:nvPr>
        </p:nvSpPr>
        <p:spPr bwMode="auto">
          <a:xfrm>
            <a:off x="1114425" y="4577001"/>
            <a:ext cx="514350" cy="514350"/>
          </a:xfrm>
          <a:prstGeom prst="ellipse">
            <a:avLst/>
          </a:prstGeom>
          <a:solidFill>
            <a:srgbClr val="808080"/>
          </a:solidFill>
          <a:ln w="127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rtlCol="0" anchor="ctr" anchorCtr="1" compatLnSpc="1">
            <a:noAutofit/>
          </a:bodyPr>
          <a:lstStyle/>
          <a:p>
            <a:pPr algn="r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None/>
            </a:pPr>
            <a:r>
              <a:rPr lang="en-US" altLang="zh-CN" sz="1600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C</a:t>
            </a:r>
            <a:endParaRPr kumimoji="1" lang="zh-CN" altLang="en-US" sz="1600" b="0" i="0" u="none" strike="noStrike" cap="none" normalizeH="0" baseline="0" dirty="0">
              <a:ln>
                <a:noFill/>
              </a:ln>
              <a:solidFill>
                <a:srgbClr val="FFFFFF"/>
              </a:solidFill>
              <a:effectLst/>
              <a:latin typeface="微软雅黑" panose="020B0503020204020204" charset="-122"/>
              <a:ea typeface="微软雅黑" panose="020B0503020204020204" charset="-122"/>
              <a:sym typeface="微软雅黑" panose="020B0503020204020204" charset="-122"/>
            </a:endParaRPr>
          </a:p>
        </p:txBody>
      </p:sp>
    </p:spTree>
    <p:custDataLst>
      <p:tags r:id="rId1"/>
    </p:custData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49A76BA7-CF15-4D7D-88C1-D605568EA860}" type="slidenum">
              <a:rPr lang="zh-CN" altLang="en-US" smtClean="0"/>
              <a:t>20</a:t>
            </a:fld>
            <a:endParaRPr lang="en-US" altLang="zh-CN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pPr>
              <a:defRPr/>
            </a:pPr>
            <a:fld id="{E3774C0F-48F8-47BA-A355-25B6AA452D7E}" type="datetime1">
              <a:rPr lang="zh-CN" altLang="en-US" smtClean="0"/>
              <a:t>2024/3/24</a:t>
            </a:fld>
            <a:endParaRPr lang="zh-CN" altLang="zh-CN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 altLang="zh-CN"/>
              <a:t>School of Computer Science, BUPT</a:t>
            </a:r>
            <a:endParaRPr lang="zh-CN" altLang="en-US"/>
          </a:p>
        </p:txBody>
      </p:sp>
      <p:sp>
        <p:nvSpPr>
          <p:cNvPr id="7" name="文本框 6"/>
          <p:cNvSpPr txBox="1"/>
          <p:nvPr>
            <p:custDataLst>
              <p:tags r:id="rId2"/>
            </p:custDataLst>
          </p:nvPr>
        </p:nvSpPr>
        <p:spPr>
          <a:xfrm>
            <a:off x="914400" y="635000"/>
            <a:ext cx="7315200" cy="2143125"/>
          </a:xfrm>
          <a:prstGeom prst="rect">
            <a:avLst/>
          </a:prstGeom>
          <a:noFill/>
        </p:spPr>
        <p:txBody>
          <a:bodyPr vert="horz" wrap="square" rtlCol="0" anchor="ctr" anchorCtr="0">
            <a:noAutofit/>
          </a:bodyPr>
          <a:lstStyle/>
          <a:p>
            <a:r>
              <a:rPr lang="zh-CN" altLang="en-US" sz="20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下列哪个正则式表示如图所示的有限自动机所识别的语言？</a:t>
            </a:r>
          </a:p>
        </p:txBody>
      </p:sp>
      <p:sp>
        <p:nvSpPr>
          <p:cNvPr id="8" name="文本框 7"/>
          <p:cNvSpPr txBox="1"/>
          <p:nvPr>
            <p:custDataLst>
              <p:tags r:id="rId3"/>
            </p:custDataLst>
          </p:nvPr>
        </p:nvSpPr>
        <p:spPr>
          <a:xfrm>
            <a:off x="1828800" y="2786063"/>
            <a:ext cx="64008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zh-CN" altLang="en-US" sz="26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（</a:t>
            </a:r>
            <a:r>
              <a:rPr lang="en-US" altLang="zh-CN" sz="26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aa</a:t>
            </a:r>
            <a:r>
              <a:rPr lang="zh-CN" altLang="en-US" sz="26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）</a:t>
            </a:r>
            <a:r>
              <a:rPr lang="en-US" altLang="zh-CN" sz="26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*b</a:t>
            </a:r>
            <a:r>
              <a:rPr lang="en-US" altLang="zh-CN" sz="2800" baseline="300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+</a:t>
            </a:r>
            <a:endParaRPr lang="zh-CN" altLang="en-US" sz="2600" baseline="30000" dirty="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9" name="文本框 8"/>
          <p:cNvSpPr txBox="1"/>
          <p:nvPr>
            <p:custDataLst>
              <p:tags r:id="rId4"/>
            </p:custDataLst>
          </p:nvPr>
        </p:nvSpPr>
        <p:spPr>
          <a:xfrm>
            <a:off x="1828800" y="3643313"/>
            <a:ext cx="64008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zh-CN" altLang="en-US" sz="26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（</a:t>
            </a:r>
            <a:r>
              <a:rPr lang="en-US" altLang="zh-CN" sz="26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aa</a:t>
            </a:r>
            <a:r>
              <a:rPr lang="zh-CN" altLang="en-US" sz="26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）</a:t>
            </a:r>
            <a:r>
              <a:rPr lang="en-US" altLang="zh-CN" sz="26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*b</a:t>
            </a:r>
            <a:r>
              <a:rPr lang="en-US" altLang="zh-CN" sz="2800" baseline="300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*</a:t>
            </a:r>
            <a:endParaRPr lang="zh-CN" altLang="en-US" sz="2600" baseline="30000" dirty="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10" name="文本框 9"/>
          <p:cNvSpPr txBox="1"/>
          <p:nvPr>
            <p:custDataLst>
              <p:tags r:id="rId5"/>
            </p:custDataLst>
          </p:nvPr>
        </p:nvSpPr>
        <p:spPr>
          <a:xfrm>
            <a:off x="1828800" y="4500563"/>
            <a:ext cx="64008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zh-CN" altLang="en-US" sz="26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（</a:t>
            </a:r>
            <a:r>
              <a:rPr lang="en-US" altLang="zh-CN" sz="26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aa</a:t>
            </a:r>
            <a:r>
              <a:rPr lang="zh-CN" altLang="en-US" sz="26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）</a:t>
            </a:r>
            <a:r>
              <a:rPr lang="en-US" altLang="zh-CN" sz="26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*+a*b</a:t>
            </a:r>
            <a:r>
              <a:rPr lang="en-US" altLang="zh-CN" sz="2800" baseline="300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+</a:t>
            </a:r>
            <a:endParaRPr lang="zh-CN" altLang="en-US" sz="2600" baseline="30000" dirty="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11" name="文本框 10"/>
          <p:cNvSpPr txBox="1"/>
          <p:nvPr>
            <p:custDataLst>
              <p:tags r:id="rId6"/>
            </p:custDataLst>
          </p:nvPr>
        </p:nvSpPr>
        <p:spPr>
          <a:xfrm>
            <a:off x="1828800" y="5357813"/>
            <a:ext cx="64008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en-US" altLang="zh-CN" sz="26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a*b</a:t>
            </a:r>
            <a:r>
              <a:rPr lang="en-US" altLang="zh-CN" sz="2800" baseline="300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+</a:t>
            </a:r>
            <a:endParaRPr lang="zh-CN" altLang="en-US" sz="2600" baseline="30000" dirty="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12" name="椭圆 11"/>
          <p:cNvSpPr>
            <a:spLocks noChangeAspect="1"/>
          </p:cNvSpPr>
          <p:nvPr>
            <p:custDataLst>
              <p:tags r:id="rId7"/>
            </p:custDataLst>
          </p:nvPr>
        </p:nvSpPr>
        <p:spPr bwMode="auto">
          <a:xfrm>
            <a:off x="1114425" y="2850356"/>
            <a:ext cx="514350" cy="514350"/>
          </a:xfrm>
          <a:prstGeom prst="ellipse">
            <a:avLst/>
          </a:prstGeom>
          <a:solidFill>
            <a:srgbClr val="808080"/>
          </a:solidFill>
          <a:ln w="127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rtlCol="0" anchor="ctr" anchorCtr="1" compatLnSpc="1">
            <a:noAutofit/>
          </a:bodyPr>
          <a:lstStyle/>
          <a:p>
            <a:pPr algn="r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None/>
            </a:pPr>
            <a:r>
              <a:rPr kumimoji="1" lang="en-US" altLang="zh-CN" sz="1600" b="0" i="0" u="none" strike="noStrike" cap="none" normalizeH="0" baseline="0">
                <a:ln>
                  <a:noFill/>
                </a:ln>
                <a:solidFill>
                  <a:srgbClr val="FFFFFF"/>
                </a:solidFill>
                <a:effectLst/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A</a:t>
            </a:r>
            <a:endParaRPr kumimoji="1" lang="zh-CN" altLang="en-US" sz="1600" b="0" i="0" u="none" strike="noStrike" cap="none" normalizeH="0" baseline="0">
              <a:ln>
                <a:noFill/>
              </a:ln>
              <a:solidFill>
                <a:srgbClr val="FFFFFF"/>
              </a:solidFill>
              <a:effectLst/>
              <a:latin typeface="微软雅黑" panose="020B0503020204020204" charset="-122"/>
              <a:ea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13" name="椭圆 12"/>
          <p:cNvSpPr>
            <a:spLocks noChangeAspect="1"/>
          </p:cNvSpPr>
          <p:nvPr>
            <p:custDataLst>
              <p:tags r:id="rId8"/>
            </p:custDataLst>
          </p:nvPr>
        </p:nvSpPr>
        <p:spPr bwMode="auto">
          <a:xfrm>
            <a:off x="1114425" y="3707606"/>
            <a:ext cx="514350" cy="514350"/>
          </a:xfrm>
          <a:prstGeom prst="ellipse">
            <a:avLst/>
          </a:prstGeom>
          <a:solidFill>
            <a:srgbClr val="808080"/>
          </a:solidFill>
          <a:ln w="127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rtlCol="0" anchor="ctr" anchorCtr="1" compatLnSpc="1">
            <a:noAutofit/>
          </a:bodyPr>
          <a:lstStyle/>
          <a:p>
            <a:pPr algn="r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None/>
            </a:pPr>
            <a:r>
              <a:rPr kumimoji="1" lang="en-US" altLang="zh-CN" sz="1600" b="0" i="0" u="none" strike="noStrike" cap="none" normalizeH="0" baseline="0">
                <a:ln>
                  <a:noFill/>
                </a:ln>
                <a:solidFill>
                  <a:srgbClr val="FFFFFF"/>
                </a:solidFill>
                <a:effectLst/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B</a:t>
            </a:r>
            <a:endParaRPr kumimoji="1" lang="zh-CN" altLang="en-US" sz="1600" b="0" i="0" u="none" strike="noStrike" cap="none" normalizeH="0" baseline="0">
              <a:ln>
                <a:noFill/>
              </a:ln>
              <a:solidFill>
                <a:srgbClr val="FFFFFF"/>
              </a:solidFill>
              <a:effectLst/>
              <a:latin typeface="微软雅黑" panose="020B0503020204020204" charset="-122"/>
              <a:ea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14" name="椭圆 13"/>
          <p:cNvSpPr>
            <a:spLocks noChangeAspect="1"/>
          </p:cNvSpPr>
          <p:nvPr>
            <p:custDataLst>
              <p:tags r:id="rId9"/>
            </p:custDataLst>
          </p:nvPr>
        </p:nvSpPr>
        <p:spPr bwMode="auto">
          <a:xfrm>
            <a:off x="1114425" y="4564856"/>
            <a:ext cx="514350" cy="514350"/>
          </a:xfrm>
          <a:prstGeom prst="ellipse">
            <a:avLst/>
          </a:prstGeom>
          <a:solidFill>
            <a:srgbClr val="00FF00"/>
          </a:solidFill>
          <a:ln w="254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rtlCol="0" anchor="ctr" anchorCtr="1" compatLnSpc="1">
            <a:noAutofit/>
          </a:bodyPr>
          <a:lstStyle/>
          <a:p>
            <a:pPr algn="r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None/>
            </a:pPr>
            <a:r>
              <a:rPr kumimoji="1" lang="en-US" altLang="zh-CN" sz="1600" b="0" i="0" u="none" strike="noStrike" cap="none" normalizeH="0" baseline="0">
                <a:ln>
                  <a:noFill/>
                </a:ln>
                <a:solidFill>
                  <a:srgbClr val="FFFFFF"/>
                </a:solidFill>
                <a:effectLst/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C</a:t>
            </a:r>
            <a:endParaRPr kumimoji="1" lang="zh-CN" altLang="en-US" sz="1600" b="0" i="0" u="none" strike="noStrike" cap="none" normalizeH="0" baseline="0">
              <a:ln>
                <a:noFill/>
              </a:ln>
              <a:solidFill>
                <a:srgbClr val="FFFFFF"/>
              </a:solidFill>
              <a:effectLst/>
              <a:latin typeface="微软雅黑" panose="020B0503020204020204" charset="-122"/>
              <a:ea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15" name="椭圆 14"/>
          <p:cNvSpPr>
            <a:spLocks noChangeAspect="1"/>
          </p:cNvSpPr>
          <p:nvPr>
            <p:custDataLst>
              <p:tags r:id="rId10"/>
            </p:custDataLst>
          </p:nvPr>
        </p:nvSpPr>
        <p:spPr bwMode="auto">
          <a:xfrm>
            <a:off x="1114425" y="5422106"/>
            <a:ext cx="514350" cy="514350"/>
          </a:xfrm>
          <a:prstGeom prst="ellipse">
            <a:avLst/>
          </a:prstGeom>
          <a:solidFill>
            <a:srgbClr val="808080"/>
          </a:solidFill>
          <a:ln w="127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rtlCol="0" anchor="ctr" anchorCtr="1" compatLnSpc="1">
            <a:noAutofit/>
          </a:bodyPr>
          <a:lstStyle/>
          <a:p>
            <a:pPr algn="r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None/>
            </a:pPr>
            <a:r>
              <a:rPr kumimoji="1" lang="en-US" altLang="zh-CN" sz="1600" b="0" i="0" u="none" strike="noStrike" cap="none" normalizeH="0" baseline="0">
                <a:ln>
                  <a:noFill/>
                </a:ln>
                <a:solidFill>
                  <a:srgbClr val="FFFFFF"/>
                </a:solidFill>
                <a:effectLst/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D</a:t>
            </a:r>
            <a:endParaRPr kumimoji="1" lang="zh-CN" altLang="en-US" sz="1600" b="0" i="0" u="none" strike="noStrike" cap="none" normalizeH="0" baseline="0">
              <a:ln>
                <a:noFill/>
              </a:ln>
              <a:solidFill>
                <a:srgbClr val="FFFFFF"/>
              </a:solidFill>
              <a:effectLst/>
              <a:latin typeface="微软雅黑" panose="020B0503020204020204" charset="-122"/>
              <a:ea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16" name="矩形: 圆角 15"/>
          <p:cNvSpPr/>
          <p:nvPr>
            <p:custDataLst>
              <p:tags r:id="rId11"/>
            </p:custDataLst>
          </p:nvPr>
        </p:nvSpPr>
        <p:spPr bwMode="auto">
          <a:xfrm>
            <a:off x="6172200" y="6215063"/>
            <a:ext cx="1543050" cy="411480"/>
          </a:xfrm>
          <a:prstGeom prst="roundRect">
            <a:avLst/>
          </a:prstGeom>
          <a:solidFill>
            <a:srgbClr val="808080"/>
          </a:solidFill>
          <a:ln w="381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rtlCol="0" anchor="ctr" anchorCtr="1" compatLnSpc="1">
            <a:noAutofit/>
          </a:bodyPr>
          <a:lstStyle/>
          <a:p>
            <a:pPr marL="0" marR="0" indent="0" algn="r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None/>
            </a:pPr>
            <a:r>
              <a:rPr kumimoji="1" lang="zh-CN" altLang="en-US" sz="1600" b="0" i="0" u="none" strike="noStrike" cap="none" normalizeH="0" baseline="0">
                <a:ln>
                  <a:noFill/>
                </a:ln>
                <a:solidFill>
                  <a:srgbClr val="FFFFFF"/>
                </a:solidFill>
                <a:effectLst/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提交</a:t>
            </a:r>
          </a:p>
        </p:txBody>
      </p:sp>
      <p:pic>
        <p:nvPicPr>
          <p:cNvPr id="23" name="图片 22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5140375" y="2155024"/>
            <a:ext cx="3724302" cy="1905014"/>
          </a:xfrm>
          <a:prstGeom prst="rect">
            <a:avLst/>
          </a:prstGeom>
        </p:spPr>
      </p:pic>
      <p:grpSp>
        <p:nvGrpSpPr>
          <p:cNvPr id="21" name="组合 20"/>
          <p:cNvGrpSpPr/>
          <p:nvPr>
            <p:custDataLst>
              <p:tags r:id="rId12"/>
            </p:custDataLst>
          </p:nvPr>
        </p:nvGrpSpPr>
        <p:grpSpPr>
          <a:xfrm>
            <a:off x="0" y="0"/>
            <a:ext cx="9144000" cy="635000"/>
            <a:chOff x="0" y="0"/>
            <a:chExt cx="9144000" cy="635000"/>
          </a:xfrm>
        </p:grpSpPr>
        <p:sp>
          <p:nvSpPr>
            <p:cNvPr id="17" name="TitleBackground"/>
            <p:cNvSpPr/>
            <p:nvPr>
              <p:custDataLst>
                <p:tags r:id="rId14"/>
              </p:custDataLst>
            </p:nvPr>
          </p:nvSpPr>
          <p:spPr bwMode="auto">
            <a:xfrm>
              <a:off x="0" y="0"/>
              <a:ext cx="9144000" cy="635000"/>
            </a:xfrm>
            <a:prstGeom prst="rect">
              <a:avLst/>
            </a:prstGeom>
            <a:solidFill>
              <a:srgbClr val="F6F7F8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800080"/>
                  </a:solidFill>
                  <a:prstDash val="solid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 vert="horz" wrap="square" lIns="91440" tIns="45720" rIns="91440" bIns="45720" numCol="1" rtlCol="0" anchor="t" anchorCtr="0" compatLnSpc="1"/>
            <a:lstStyle/>
            <a:p>
              <a:pPr marL="0" marR="0" indent="0" algn="r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None/>
              </a:pPr>
              <a:endParaRPr kumimoji="1" lang="zh-CN" altLang="en-US" sz="1800" b="0" i="0" u="none" strike="noStrike" cap="none" normalizeH="0" baseline="0">
                <a:ln>
                  <a:noFill/>
                </a:ln>
                <a:solidFill>
                  <a:srgbClr val="009999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8" name="ColorBlock"/>
            <p:cNvSpPr/>
            <p:nvPr>
              <p:custDataLst>
                <p:tags r:id="rId15"/>
              </p:custDataLst>
            </p:nvPr>
          </p:nvSpPr>
          <p:spPr bwMode="auto">
            <a:xfrm>
              <a:off x="0" y="0"/>
              <a:ext cx="190500" cy="635000"/>
            </a:xfrm>
            <a:prstGeom prst="rect">
              <a:avLst/>
            </a:prstGeom>
            <a:solidFill>
              <a:srgbClr val="639EF4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800080"/>
                  </a:solidFill>
                  <a:prstDash val="solid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 vert="horz" wrap="square" lIns="91440" tIns="45720" rIns="91440" bIns="45720" numCol="1" rtlCol="0" anchor="t" anchorCtr="0" compatLnSpc="1"/>
            <a:lstStyle/>
            <a:p>
              <a:pPr marL="0" marR="0" indent="0" algn="r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None/>
              </a:pPr>
              <a:endParaRPr kumimoji="1" lang="zh-CN" altLang="en-US" sz="1800" b="0" i="0" u="none" strike="noStrike" cap="none" normalizeH="0" baseline="0">
                <a:ln>
                  <a:noFill/>
                </a:ln>
                <a:solidFill>
                  <a:srgbClr val="009999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9" name="TypeText"/>
            <p:cNvSpPr txBox="1"/>
            <p:nvPr>
              <p:custDataLst>
                <p:tags r:id="rId16"/>
              </p:custDataLst>
            </p:nvPr>
          </p:nvSpPr>
          <p:spPr>
            <a:xfrm>
              <a:off x="254000" y="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2600">
                  <a:solidFill>
                    <a:srgbClr val="000000"/>
                  </a:solidFill>
                  <a:latin typeface="微软雅黑" panose="020B0503020204020204" charset="-122"/>
                  <a:ea typeface="微软雅黑" panose="020B0503020204020204" charset="-122"/>
                  <a:sym typeface="微软雅黑" panose="020B0503020204020204" charset="-122"/>
                </a:rPr>
                <a:t>单选题</a:t>
              </a:r>
            </a:p>
          </p:txBody>
        </p:sp>
        <p:sp>
          <p:nvSpPr>
            <p:cNvPr id="20" name="TipText"/>
            <p:cNvSpPr txBox="1"/>
            <p:nvPr>
              <p:custDataLst>
                <p:tags r:id="rId17"/>
              </p:custDataLst>
            </p:nvPr>
          </p:nvSpPr>
          <p:spPr>
            <a:xfrm>
              <a:off x="1427480" y="109220"/>
              <a:ext cx="2286000" cy="508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en-US" altLang="zh-CN" sz="2000">
                  <a:solidFill>
                    <a:srgbClr val="808080"/>
                  </a:solidFill>
                  <a:latin typeface="微软雅黑" panose="020B0503020204020204" charset="-122"/>
                  <a:ea typeface="微软雅黑" panose="020B0503020204020204" charset="-122"/>
                  <a:sym typeface="微软雅黑" panose="020B0503020204020204" charset="-122"/>
                </a:rPr>
                <a:t>1</a:t>
              </a:r>
              <a:r>
                <a:rPr lang="zh-CN" altLang="en-US" sz="2000">
                  <a:solidFill>
                    <a:srgbClr val="808080"/>
                  </a:solidFill>
                  <a:latin typeface="微软雅黑" panose="020B0503020204020204" charset="-122"/>
                  <a:ea typeface="微软雅黑" panose="020B0503020204020204" charset="-122"/>
                  <a:sym typeface="微软雅黑" panose="020B0503020204020204" charset="-122"/>
                </a:rPr>
                <a:t>分</a:t>
              </a:r>
            </a:p>
          </p:txBody>
        </p:sp>
      </p:grpSp>
      <p:pic>
        <p:nvPicPr>
          <p:cNvPr id="6" name="图片 5"/>
          <p:cNvPicPr/>
          <p:nvPr>
            <p:custDataLst>
              <p:tags r:id="rId13"/>
            </p:custDataLst>
          </p:nvPr>
        </p:nvPicPr>
        <p:blipFill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94600" y="63500"/>
            <a:ext cx="1422400" cy="5080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384524044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灯片编号占位符 1"/>
          <p:cNvSpPr>
            <a:spLocks noGrp="1"/>
          </p:cNvSpPr>
          <p:nvPr>
            <p:ph type="sldNum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BDE45FE6-32D2-4F21-88CF-1DBD7BA78ABF}" type="slidenum">
              <a:rPr kumimoji="0" lang="zh-CN" altLang="en-US" sz="1200">
                <a:solidFill>
                  <a:srgbClr val="009999"/>
                </a:solidFill>
                <a:latin typeface="Arial Narrow" panose="020B0606020202030204" pitchFamily="34" charset="0"/>
                <a:ea typeface="宋体" panose="02010600030101010101" pitchFamily="2" charset="-122"/>
              </a:rPr>
              <a:t>21</a:t>
            </a:fld>
            <a:endParaRPr kumimoji="0" lang="en-US" altLang="zh-CN" sz="1200">
              <a:solidFill>
                <a:srgbClr val="009999"/>
              </a:solidFill>
              <a:latin typeface="Arial Narrow" panose="020B0606020202030204" pitchFamily="34" charset="0"/>
              <a:ea typeface="宋体" panose="02010600030101010101" pitchFamily="2" charset="-122"/>
            </a:endParaRPr>
          </a:p>
        </p:txBody>
      </p:sp>
      <p:sp>
        <p:nvSpPr>
          <p:cNvPr id="13315" name="日期占位符 2"/>
          <p:cNvSpPr>
            <a:spLocks noGrp="1"/>
          </p:cNvSpPr>
          <p:nvPr>
            <p:ph type="dt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A68888CC-912F-425A-8D66-5F5A7F68F935}" type="datetime1">
              <a:rPr kumimoji="0" lang="zh-CN" altLang="en-US" sz="1200">
                <a:solidFill>
                  <a:srgbClr val="009999"/>
                </a:solidFill>
                <a:latin typeface="Arial Narrow" panose="020B0606020202030204" pitchFamily="34" charset="0"/>
                <a:ea typeface="宋体" panose="02010600030101010101" pitchFamily="2" charset="-122"/>
              </a:rPr>
              <a:t>2024/3/24</a:t>
            </a:fld>
            <a:endParaRPr kumimoji="0" lang="zh-CN" altLang="zh-CN" sz="1200">
              <a:solidFill>
                <a:srgbClr val="009999"/>
              </a:solidFill>
              <a:latin typeface="Arial Narrow" panose="020B0606020202030204" pitchFamily="34" charset="0"/>
              <a:ea typeface="宋体" panose="02010600030101010101" pitchFamily="2" charset="-122"/>
            </a:endParaRPr>
          </a:p>
        </p:txBody>
      </p:sp>
      <p:sp>
        <p:nvSpPr>
          <p:cNvPr id="13316" name="页脚占位符 3"/>
          <p:cNvSpPr>
            <a:spLocks noGrp="1"/>
          </p:cNvSpPr>
          <p:nvPr>
            <p:ph type="ftr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200">
                <a:solidFill>
                  <a:srgbClr val="009999"/>
                </a:solidFill>
                <a:latin typeface="Arial Narrow" panose="020B0606020202030204" pitchFamily="34" charset="0"/>
                <a:ea typeface="宋体" panose="02010600030101010101" pitchFamily="2" charset="-122"/>
              </a:rPr>
              <a:t>School of Computer Science, BUPT</a:t>
            </a:r>
            <a:endParaRPr lang="zh-CN" altLang="en-US" sz="1200">
              <a:solidFill>
                <a:srgbClr val="009999"/>
              </a:solidFill>
              <a:latin typeface="Arial Narrow" panose="020B0606020202030204" pitchFamily="34" charset="0"/>
              <a:ea typeface="宋体" panose="02010600030101010101" pitchFamily="2" charset="-122"/>
            </a:endParaRPr>
          </a:p>
        </p:txBody>
      </p:sp>
      <p:sp>
        <p:nvSpPr>
          <p:cNvPr id="13317" name="Text Box 6"/>
          <p:cNvSpPr txBox="1">
            <a:spLocks noChangeArrowheads="1"/>
          </p:cNvSpPr>
          <p:nvPr/>
        </p:nvSpPr>
        <p:spPr bwMode="auto">
          <a:xfrm>
            <a:off x="685800" y="1600200"/>
            <a:ext cx="7878763" cy="445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algn="just" eaLnBrk="1" hangingPunct="1">
              <a:lnSpc>
                <a:spcPct val="12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400">
                <a:solidFill>
                  <a:srgbClr val="800080"/>
                </a:solidFill>
                <a:latin typeface="Arial" panose="020B0604020202020204" pitchFamily="34" charset="0"/>
              </a:rPr>
              <a:t>定理: </a:t>
            </a:r>
            <a:r>
              <a:rPr lang="zh-CN" altLang="en-US" sz="2400">
                <a:solidFill>
                  <a:srgbClr val="333399"/>
                </a:solidFill>
                <a:latin typeface="Arial" panose="020B0604020202020204" pitchFamily="34" charset="0"/>
              </a:rPr>
              <a:t> </a:t>
            </a:r>
            <a:r>
              <a:rPr lang="en-US" altLang="zh-CN" sz="2400" i="1">
                <a:solidFill>
                  <a:srgbClr val="333399"/>
                </a:solidFill>
                <a:latin typeface="Arial" panose="020B0604020202020204" pitchFamily="34" charset="0"/>
              </a:rPr>
              <a:t>L </a:t>
            </a:r>
            <a:r>
              <a:rPr lang="zh-CN" altLang="en-US" sz="2400">
                <a:solidFill>
                  <a:srgbClr val="333399"/>
                </a:solidFill>
                <a:latin typeface="Arial" panose="020B0604020202020204" pitchFamily="34" charset="0"/>
              </a:rPr>
              <a:t>是正则表达式 </a:t>
            </a:r>
            <a:r>
              <a:rPr lang="en-US" altLang="zh-CN" sz="2400" i="1">
                <a:solidFill>
                  <a:srgbClr val="333399"/>
                </a:solidFill>
                <a:latin typeface="Arial" panose="020B0604020202020204" pitchFamily="34" charset="0"/>
              </a:rPr>
              <a:t>R </a:t>
            </a:r>
            <a:r>
              <a:rPr lang="zh-CN" altLang="en-US" sz="2400">
                <a:solidFill>
                  <a:srgbClr val="333399"/>
                </a:solidFill>
                <a:latin typeface="Arial" panose="020B0604020202020204" pitchFamily="34" charset="0"/>
              </a:rPr>
              <a:t>表示的语言</a:t>
            </a:r>
            <a:r>
              <a:rPr lang="zh-CN" altLang="en-US" sz="2400" i="1">
                <a:solidFill>
                  <a:srgbClr val="333399"/>
                </a:solidFill>
                <a:latin typeface="Arial" panose="020B0604020202020204" pitchFamily="34" charset="0"/>
              </a:rPr>
              <a:t>,</a:t>
            </a:r>
            <a:r>
              <a:rPr lang="zh-CN" altLang="en-US" sz="2400">
                <a:solidFill>
                  <a:srgbClr val="333399"/>
                </a:solidFill>
                <a:latin typeface="Arial" panose="020B0604020202020204" pitchFamily="34" charset="0"/>
              </a:rPr>
              <a:t> 则存在一个</a:t>
            </a:r>
            <a:r>
              <a:rPr lang="zh-CN" altLang="en-US" sz="2400" i="1">
                <a:solidFill>
                  <a:srgbClr val="333399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 </a:t>
            </a:r>
            <a:r>
              <a:rPr lang="zh-CN" altLang="en-US" sz="2400">
                <a:solidFill>
                  <a:srgbClr val="333399"/>
                </a:solidFill>
                <a:latin typeface="Arial" panose="020B0604020202020204" pitchFamily="34" charset="0"/>
              </a:rPr>
              <a:t>- </a:t>
            </a:r>
            <a:r>
              <a:rPr lang="en-US" altLang="zh-CN" sz="2400" i="1">
                <a:solidFill>
                  <a:srgbClr val="333399"/>
                </a:solidFill>
                <a:latin typeface="Arial" panose="020B0604020202020204" pitchFamily="34" charset="0"/>
              </a:rPr>
              <a:t>NFA</a:t>
            </a:r>
            <a:r>
              <a:rPr lang="en-US" altLang="zh-CN" sz="2400" i="1">
                <a:latin typeface="Arial" panose="020B0604020202020204" pitchFamily="34" charset="0"/>
              </a:rPr>
              <a:t> </a:t>
            </a:r>
            <a:r>
              <a:rPr lang="en-US" altLang="zh-CN" sz="2400" i="1">
                <a:solidFill>
                  <a:srgbClr val="333399"/>
                </a:solidFill>
                <a:latin typeface="Arial" panose="020B0604020202020204" pitchFamily="34" charset="0"/>
              </a:rPr>
              <a:t>E ,</a:t>
            </a:r>
            <a:r>
              <a:rPr lang="zh-CN" altLang="en-US" sz="2400">
                <a:solidFill>
                  <a:srgbClr val="333399"/>
                </a:solidFill>
                <a:latin typeface="Arial" panose="020B0604020202020204" pitchFamily="34" charset="0"/>
              </a:rPr>
              <a:t>满足 </a:t>
            </a:r>
            <a:r>
              <a:rPr lang="en-US" altLang="zh-CN" sz="2400" i="1">
                <a:solidFill>
                  <a:srgbClr val="333399"/>
                </a:solidFill>
                <a:latin typeface="Arial" panose="020B0604020202020204" pitchFamily="34" charset="0"/>
              </a:rPr>
              <a:t>L(E) = L(R) = L</a:t>
            </a:r>
            <a:r>
              <a:rPr lang="en-US" altLang="zh-CN" sz="2400">
                <a:solidFill>
                  <a:srgbClr val="333399"/>
                </a:solidFill>
                <a:latin typeface="Arial" panose="020B0604020202020204" pitchFamily="34" charset="0"/>
              </a:rPr>
              <a:t>.</a:t>
            </a:r>
          </a:p>
          <a:p>
            <a:pPr eaLnBrk="1" hangingPunct="1">
              <a:lnSpc>
                <a:spcPct val="120000"/>
              </a:lnSpc>
              <a:spcBef>
                <a:spcPct val="0"/>
              </a:spcBef>
              <a:buClrTx/>
              <a:buSzTx/>
              <a:buFont typeface="Wingdings" panose="05000000000000000000" pitchFamily="2" charset="2"/>
              <a:buChar char=" "/>
            </a:pPr>
            <a:r>
              <a:rPr lang="en-US" altLang="zh-CN" sz="1000">
                <a:solidFill>
                  <a:srgbClr val="333399"/>
                </a:solidFill>
                <a:latin typeface="Arial" panose="020B0604020202020204" pitchFamily="34" charset="0"/>
              </a:rPr>
              <a:t> </a:t>
            </a:r>
          </a:p>
          <a:p>
            <a:pPr algn="just" eaLnBrk="1" hangingPunct="1">
              <a:lnSpc>
                <a:spcPct val="12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400">
                <a:solidFill>
                  <a:srgbClr val="800080"/>
                </a:solidFill>
                <a:latin typeface="Arial" panose="020B0604020202020204" pitchFamily="34" charset="0"/>
              </a:rPr>
              <a:t>证明: </a:t>
            </a:r>
            <a:r>
              <a:rPr lang="zh-CN" altLang="en-US" sz="2400">
                <a:solidFill>
                  <a:srgbClr val="333399"/>
                </a:solidFill>
                <a:latin typeface="Arial" panose="020B0604020202020204" pitchFamily="34" charset="0"/>
              </a:rPr>
              <a:t>构造性证明.  可以通过结构归纳法证明从 </a:t>
            </a:r>
            <a:r>
              <a:rPr lang="en-US" altLang="zh-CN" sz="2400" i="1">
                <a:solidFill>
                  <a:srgbClr val="333399"/>
                </a:solidFill>
                <a:latin typeface="Arial" panose="020B0604020202020204" pitchFamily="34" charset="0"/>
              </a:rPr>
              <a:t>R </a:t>
            </a:r>
            <a:r>
              <a:rPr lang="zh-CN" altLang="en-US" sz="2400">
                <a:solidFill>
                  <a:srgbClr val="333399"/>
                </a:solidFill>
                <a:latin typeface="Arial" panose="020B0604020202020204" pitchFamily="34" charset="0"/>
              </a:rPr>
              <a:t>可以构造出与其等价的，满足如下条件的</a:t>
            </a:r>
            <a:r>
              <a:rPr lang="zh-CN" altLang="en-US" sz="2400" i="1">
                <a:solidFill>
                  <a:srgbClr val="333399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 </a:t>
            </a:r>
            <a:r>
              <a:rPr lang="zh-CN" altLang="en-US" sz="2400">
                <a:solidFill>
                  <a:srgbClr val="333399"/>
                </a:solidFill>
                <a:latin typeface="Arial" panose="020B0604020202020204" pitchFamily="34" charset="0"/>
              </a:rPr>
              <a:t>- </a:t>
            </a:r>
            <a:r>
              <a:rPr lang="en-US" altLang="zh-CN" sz="2400" i="1">
                <a:solidFill>
                  <a:srgbClr val="333399"/>
                </a:solidFill>
                <a:latin typeface="Arial" panose="020B0604020202020204" pitchFamily="34" charset="0"/>
              </a:rPr>
              <a:t>NFA</a:t>
            </a:r>
            <a:r>
              <a:rPr lang="en-US" altLang="zh-CN" sz="2400" i="1">
                <a:latin typeface="Arial" panose="020B0604020202020204" pitchFamily="34" charset="0"/>
              </a:rPr>
              <a:t> ：</a:t>
            </a:r>
            <a:endParaRPr lang="en-US" altLang="zh-CN" sz="2400">
              <a:solidFill>
                <a:srgbClr val="333399"/>
              </a:solidFill>
              <a:latin typeface="Arial" panose="020B0604020202020204" pitchFamily="34" charset="0"/>
            </a:endParaRPr>
          </a:p>
          <a:p>
            <a:pPr eaLnBrk="1" hangingPunct="1">
              <a:lnSpc>
                <a:spcPct val="120000"/>
              </a:lnSpc>
              <a:spcBef>
                <a:spcPct val="0"/>
              </a:spcBef>
              <a:buClrTx/>
              <a:buSzTx/>
              <a:buFont typeface="Wingdings" panose="05000000000000000000" pitchFamily="2" charset="2"/>
              <a:buChar char=" "/>
            </a:pPr>
            <a:r>
              <a:rPr lang="en-US" altLang="zh-CN" sz="1000">
                <a:solidFill>
                  <a:srgbClr val="333399"/>
                </a:solidFill>
                <a:latin typeface="Arial" panose="020B0604020202020204" pitchFamily="34" charset="0"/>
              </a:rPr>
              <a:t> </a:t>
            </a:r>
          </a:p>
          <a:p>
            <a:pPr algn="just" eaLnBrk="1" hangingPunct="1">
              <a:lnSpc>
                <a:spcPct val="12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 i="1">
                <a:solidFill>
                  <a:srgbClr val="333399"/>
                </a:solidFill>
                <a:latin typeface="Arial" panose="020B0604020202020204" pitchFamily="34" charset="0"/>
              </a:rPr>
              <a:t>       (1) </a:t>
            </a:r>
            <a:r>
              <a:rPr lang="zh-CN" altLang="en-US" sz="2400">
                <a:solidFill>
                  <a:srgbClr val="333399"/>
                </a:solidFill>
                <a:latin typeface="Arial" panose="020B0604020202020204" pitchFamily="34" charset="0"/>
              </a:rPr>
              <a:t>恰好一个终态</a:t>
            </a:r>
            <a:r>
              <a:rPr lang="zh-CN" altLang="en-US" sz="2400" i="1">
                <a:solidFill>
                  <a:srgbClr val="333399"/>
                </a:solidFill>
                <a:latin typeface="Arial" panose="020B0604020202020204" pitchFamily="34" charset="0"/>
              </a:rPr>
              <a:t>;</a:t>
            </a:r>
            <a:endParaRPr lang="zh-CN" altLang="en-US" sz="2400">
              <a:solidFill>
                <a:srgbClr val="333399"/>
              </a:solidFill>
              <a:latin typeface="Arial" panose="020B0604020202020204" pitchFamily="34" charset="0"/>
            </a:endParaRPr>
          </a:p>
          <a:p>
            <a:pPr eaLnBrk="1" hangingPunct="1">
              <a:lnSpc>
                <a:spcPct val="120000"/>
              </a:lnSpc>
              <a:spcBef>
                <a:spcPct val="0"/>
              </a:spcBef>
              <a:buClrTx/>
              <a:buSzTx/>
              <a:buFont typeface="Wingdings" panose="05000000000000000000" pitchFamily="2" charset="2"/>
              <a:buChar char=" "/>
            </a:pPr>
            <a:r>
              <a:rPr lang="zh-CN" altLang="en-US" sz="1000">
                <a:solidFill>
                  <a:srgbClr val="333399"/>
                </a:solidFill>
                <a:latin typeface="Arial" panose="020B0604020202020204" pitchFamily="34" charset="0"/>
              </a:rPr>
              <a:t> </a:t>
            </a:r>
          </a:p>
          <a:p>
            <a:pPr algn="just" eaLnBrk="1" hangingPunct="1">
              <a:lnSpc>
                <a:spcPct val="12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400" i="1">
                <a:solidFill>
                  <a:srgbClr val="333399"/>
                </a:solidFill>
                <a:latin typeface="Arial" panose="020B0604020202020204" pitchFamily="34" charset="0"/>
              </a:rPr>
              <a:t>       (2) </a:t>
            </a:r>
            <a:r>
              <a:rPr lang="zh-CN" altLang="en-US" sz="2400">
                <a:solidFill>
                  <a:srgbClr val="333399"/>
                </a:solidFill>
                <a:latin typeface="Arial" panose="020B0604020202020204" pitchFamily="34" charset="0"/>
              </a:rPr>
              <a:t>没有弧进入初态；</a:t>
            </a:r>
          </a:p>
          <a:p>
            <a:pPr algn="just" eaLnBrk="1" hangingPunct="1">
              <a:lnSpc>
                <a:spcPct val="120000"/>
              </a:lnSpc>
              <a:spcBef>
                <a:spcPct val="0"/>
              </a:spcBef>
              <a:buClrTx/>
              <a:buSzTx/>
              <a:buFontTx/>
              <a:buNone/>
            </a:pPr>
            <a:endParaRPr lang="zh-CN" altLang="en-US" sz="1000">
              <a:solidFill>
                <a:srgbClr val="333399"/>
              </a:solidFill>
              <a:latin typeface="Arial" panose="020B0604020202020204" pitchFamily="34" charset="0"/>
            </a:endParaRPr>
          </a:p>
          <a:p>
            <a:pPr algn="just" eaLnBrk="1" hangingPunct="1">
              <a:lnSpc>
                <a:spcPct val="12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400" i="1">
                <a:solidFill>
                  <a:srgbClr val="333399"/>
                </a:solidFill>
                <a:latin typeface="Arial" panose="020B0604020202020204" pitchFamily="34" charset="0"/>
              </a:rPr>
              <a:t>       (3) </a:t>
            </a:r>
            <a:r>
              <a:rPr lang="zh-CN" altLang="en-US" sz="2400">
                <a:solidFill>
                  <a:srgbClr val="333399"/>
                </a:solidFill>
                <a:latin typeface="Arial" panose="020B0604020202020204" pitchFamily="34" charset="0"/>
              </a:rPr>
              <a:t>没有弧离开终态；</a:t>
            </a:r>
          </a:p>
          <a:p>
            <a:pPr eaLnBrk="1" hangingPunct="1">
              <a:spcBef>
                <a:spcPct val="0"/>
              </a:spcBef>
              <a:buClrTx/>
              <a:buSzTx/>
              <a:buFont typeface="Wingdings" panose="05000000000000000000" pitchFamily="2" charset="2"/>
              <a:buChar char=" "/>
            </a:pPr>
            <a:r>
              <a:rPr lang="zh-CN" altLang="en-US" sz="1000">
                <a:solidFill>
                  <a:srgbClr val="333399"/>
                </a:solidFill>
              </a:rPr>
              <a:t> </a:t>
            </a:r>
          </a:p>
          <a:p>
            <a:pPr algn="just"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2400">
              <a:solidFill>
                <a:srgbClr val="333399"/>
              </a:solidFill>
              <a:ea typeface="宋体" panose="02010600030101010101" pitchFamily="2" charset="-122"/>
              <a:cs typeface="Times New Roman" panose="02020603050405020304" pitchFamily="18" charset="0"/>
              <a:sym typeface="Symbol" panose="05050102010706020507" pitchFamily="18" charset="2"/>
            </a:endParaRPr>
          </a:p>
        </p:txBody>
      </p:sp>
      <p:sp>
        <p:nvSpPr>
          <p:cNvPr id="13318" name="Rectangle 7"/>
          <p:cNvSpPr>
            <a:spLocks noChangeArrowheads="1"/>
          </p:cNvSpPr>
          <p:nvPr/>
        </p:nvSpPr>
        <p:spPr bwMode="auto">
          <a:xfrm>
            <a:off x="1143000" y="457200"/>
            <a:ext cx="6629400" cy="685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algn="ctr" eaLnBrk="1" hangingPunct="1">
              <a:lnSpc>
                <a:spcPct val="9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3200">
                <a:solidFill>
                  <a:srgbClr val="800080"/>
                </a:solidFill>
                <a:ea typeface="华文行楷" panose="02010800040101010101" pitchFamily="2" charset="-122"/>
              </a:rPr>
              <a:t>从</a:t>
            </a:r>
            <a:r>
              <a:rPr lang="zh-CN" altLang="en-US" sz="3200">
                <a:solidFill>
                  <a:srgbClr val="800080"/>
                </a:solidFill>
                <a:latin typeface="华文行楷" panose="02010800040101010101" pitchFamily="2" charset="-122"/>
                <a:ea typeface="华文行楷" panose="02010800040101010101" pitchFamily="2" charset="-122"/>
              </a:rPr>
              <a:t>正则表达式</a:t>
            </a:r>
            <a:r>
              <a:rPr lang="zh-CN" altLang="en-US" sz="3200">
                <a:solidFill>
                  <a:srgbClr val="800080"/>
                </a:solidFill>
                <a:ea typeface="华文行楷" panose="02010800040101010101" pitchFamily="2" charset="-122"/>
              </a:rPr>
              <a:t>构造等价的</a:t>
            </a:r>
            <a:r>
              <a:rPr lang="zh-CN" altLang="en-US" sz="3200" i="1">
                <a:solidFill>
                  <a:srgbClr val="800080"/>
                </a:solidFill>
                <a:latin typeface="Arial" panose="020B0604020202020204" pitchFamily="34" charset="0"/>
                <a:ea typeface="华文行楷" panose="02010800040101010101" pitchFamily="2" charset="-122"/>
                <a:sym typeface="Symbol" panose="05050102010706020507" pitchFamily="18" charset="2"/>
              </a:rPr>
              <a:t> </a:t>
            </a:r>
            <a:r>
              <a:rPr lang="zh-CN" altLang="en-US" sz="3200">
                <a:solidFill>
                  <a:srgbClr val="800080"/>
                </a:solidFill>
                <a:latin typeface="Arial" panose="020B060402020202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- </a:t>
            </a:r>
            <a:r>
              <a:rPr lang="en-US" altLang="zh-CN" sz="3200" i="1">
                <a:solidFill>
                  <a:srgbClr val="800080"/>
                </a:solidFill>
                <a:latin typeface="Arial" panose="020B0604020202020204" pitchFamily="34" charset="0"/>
                <a:ea typeface="华文行楷" panose="02010800040101010101" pitchFamily="2" charset="-122"/>
              </a:rPr>
              <a:t>NFA</a:t>
            </a:r>
          </a:p>
        </p:txBody>
      </p:sp>
    </p:spTree>
  </p:cSld>
  <p:clrMapOvr>
    <a:masterClrMapping/>
  </p:clrMapOvr>
  <p:transition spd="med" advClick="0">
    <p:wipe dir="r"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灯片编号占位符 1"/>
          <p:cNvSpPr>
            <a:spLocks noGrp="1"/>
          </p:cNvSpPr>
          <p:nvPr>
            <p:ph type="sldNum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D7460B71-A207-4C76-A346-0419CE70C1BE}" type="slidenum">
              <a:rPr kumimoji="0" lang="zh-CN" altLang="en-US" sz="1200">
                <a:solidFill>
                  <a:srgbClr val="009999"/>
                </a:solidFill>
                <a:latin typeface="Arial Narrow" panose="020B0606020202030204" pitchFamily="34" charset="0"/>
                <a:ea typeface="宋体" panose="02010600030101010101" pitchFamily="2" charset="-122"/>
              </a:rPr>
              <a:t>22</a:t>
            </a:fld>
            <a:endParaRPr kumimoji="0" lang="en-US" altLang="zh-CN" sz="1200">
              <a:solidFill>
                <a:srgbClr val="009999"/>
              </a:solidFill>
              <a:latin typeface="Arial Narrow" panose="020B0606020202030204" pitchFamily="34" charset="0"/>
              <a:ea typeface="宋体" panose="02010600030101010101" pitchFamily="2" charset="-122"/>
            </a:endParaRPr>
          </a:p>
        </p:txBody>
      </p:sp>
      <p:sp>
        <p:nvSpPr>
          <p:cNvPr id="14339" name="日期占位符 2"/>
          <p:cNvSpPr>
            <a:spLocks noGrp="1"/>
          </p:cNvSpPr>
          <p:nvPr>
            <p:ph type="dt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54D1DC59-52C1-4BD4-9880-10887065BAE5}" type="datetime1">
              <a:rPr kumimoji="0" lang="zh-CN" altLang="en-US" sz="1200">
                <a:solidFill>
                  <a:srgbClr val="009999"/>
                </a:solidFill>
                <a:latin typeface="Arial Narrow" panose="020B0606020202030204" pitchFamily="34" charset="0"/>
                <a:ea typeface="宋体" panose="02010600030101010101" pitchFamily="2" charset="-122"/>
              </a:rPr>
              <a:t>2024/3/24</a:t>
            </a:fld>
            <a:endParaRPr kumimoji="0" lang="zh-CN" altLang="zh-CN" sz="1200">
              <a:solidFill>
                <a:srgbClr val="009999"/>
              </a:solidFill>
              <a:latin typeface="Arial Narrow" panose="020B0606020202030204" pitchFamily="34" charset="0"/>
              <a:ea typeface="宋体" panose="02010600030101010101" pitchFamily="2" charset="-122"/>
            </a:endParaRPr>
          </a:p>
        </p:txBody>
      </p:sp>
      <p:sp>
        <p:nvSpPr>
          <p:cNvPr id="14340" name="页脚占位符 3"/>
          <p:cNvSpPr>
            <a:spLocks noGrp="1"/>
          </p:cNvSpPr>
          <p:nvPr>
            <p:ph type="ftr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200">
                <a:solidFill>
                  <a:srgbClr val="009999"/>
                </a:solidFill>
                <a:latin typeface="Arial Narrow" panose="020B0606020202030204" pitchFamily="34" charset="0"/>
                <a:ea typeface="宋体" panose="02010600030101010101" pitchFamily="2" charset="-122"/>
              </a:rPr>
              <a:t>School of Computer Science, BUPT</a:t>
            </a:r>
            <a:endParaRPr lang="zh-CN" altLang="en-US" sz="1200">
              <a:solidFill>
                <a:srgbClr val="009999"/>
              </a:solidFill>
              <a:latin typeface="Arial Narrow" panose="020B0606020202030204" pitchFamily="34" charset="0"/>
              <a:ea typeface="宋体" panose="02010600030101010101" pitchFamily="2" charset="-122"/>
            </a:endParaRPr>
          </a:p>
        </p:txBody>
      </p:sp>
      <p:sp>
        <p:nvSpPr>
          <p:cNvPr id="14341" name="Text Box 6"/>
          <p:cNvSpPr txBox="1">
            <a:spLocks noChangeArrowheads="1"/>
          </p:cNvSpPr>
          <p:nvPr/>
        </p:nvSpPr>
        <p:spPr bwMode="auto">
          <a:xfrm>
            <a:off x="685800" y="1828800"/>
            <a:ext cx="787876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algn="just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400">
                <a:solidFill>
                  <a:srgbClr val="800080"/>
                </a:solidFill>
                <a:latin typeface="华文行楷" panose="02010800040101010101" pitchFamily="2" charset="-122"/>
                <a:ea typeface="华文行楷" panose="02010800040101010101" pitchFamily="2" charset="-122"/>
              </a:rPr>
              <a:t>基础:</a:t>
            </a:r>
            <a:endParaRPr lang="zh-CN" altLang="en-US" sz="2400">
              <a:solidFill>
                <a:srgbClr val="333399"/>
              </a:solidFill>
              <a:ea typeface="宋体" panose="02010600030101010101" pitchFamily="2" charset="-122"/>
              <a:cs typeface="Times New Roman" panose="02020603050405020304" pitchFamily="18" charset="0"/>
              <a:sym typeface="Symbol" panose="05050102010706020507" pitchFamily="18" charset="2"/>
            </a:endParaRPr>
          </a:p>
        </p:txBody>
      </p:sp>
      <p:sp>
        <p:nvSpPr>
          <p:cNvPr id="14342" name="Rectangle 7"/>
          <p:cNvSpPr>
            <a:spLocks noChangeArrowheads="1"/>
          </p:cNvSpPr>
          <p:nvPr/>
        </p:nvSpPr>
        <p:spPr bwMode="auto">
          <a:xfrm>
            <a:off x="838200" y="381000"/>
            <a:ext cx="8001000" cy="685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algn="ctr" eaLnBrk="1" hangingPunct="1">
              <a:lnSpc>
                <a:spcPct val="9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3200">
                <a:solidFill>
                  <a:srgbClr val="800080"/>
                </a:solidFill>
                <a:ea typeface="华文行楷" panose="02010800040101010101" pitchFamily="2" charset="-122"/>
              </a:rPr>
              <a:t>从</a:t>
            </a:r>
            <a:r>
              <a:rPr lang="zh-CN" altLang="en-US" sz="3200">
                <a:solidFill>
                  <a:srgbClr val="800080"/>
                </a:solidFill>
                <a:latin typeface="华文行楷" panose="02010800040101010101" pitchFamily="2" charset="-122"/>
                <a:ea typeface="华文行楷" panose="02010800040101010101" pitchFamily="2" charset="-122"/>
              </a:rPr>
              <a:t>正则表达式</a:t>
            </a:r>
            <a:r>
              <a:rPr lang="zh-CN" altLang="en-US" sz="3200">
                <a:solidFill>
                  <a:srgbClr val="800080"/>
                </a:solidFill>
                <a:ea typeface="华文行楷" panose="02010800040101010101" pitchFamily="2" charset="-122"/>
              </a:rPr>
              <a:t>构造等价的</a:t>
            </a:r>
            <a:r>
              <a:rPr lang="zh-CN" altLang="en-US" sz="3200" i="1">
                <a:solidFill>
                  <a:srgbClr val="800080"/>
                </a:solidFill>
                <a:latin typeface="Arial" panose="020B0604020202020204" pitchFamily="34" charset="0"/>
                <a:ea typeface="华文行楷" panose="02010800040101010101" pitchFamily="2" charset="-122"/>
                <a:sym typeface="Symbol" panose="05050102010706020507" pitchFamily="18" charset="2"/>
              </a:rPr>
              <a:t> </a:t>
            </a:r>
            <a:r>
              <a:rPr lang="zh-CN" altLang="en-US" sz="3200">
                <a:solidFill>
                  <a:srgbClr val="800080"/>
                </a:solidFill>
                <a:latin typeface="Arial" panose="020B060402020202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- </a:t>
            </a:r>
            <a:r>
              <a:rPr lang="en-US" altLang="zh-CN" sz="3200" i="1">
                <a:solidFill>
                  <a:srgbClr val="800080"/>
                </a:solidFill>
                <a:latin typeface="Arial" panose="020B0604020202020204" pitchFamily="34" charset="0"/>
                <a:ea typeface="华文行楷" panose="02010800040101010101" pitchFamily="2" charset="-122"/>
              </a:rPr>
              <a:t>NFA</a:t>
            </a:r>
          </a:p>
          <a:p>
            <a:pPr algn="ctr" eaLnBrk="1" hangingPunct="1">
              <a:lnSpc>
                <a:spcPct val="9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>
                <a:solidFill>
                  <a:srgbClr val="333399"/>
                </a:solidFill>
                <a:ea typeface="华文行楷" panose="02010800040101010101" pitchFamily="2" charset="-122"/>
              </a:rPr>
              <a:t>（</a:t>
            </a:r>
            <a:r>
              <a:rPr lang="zh-CN" altLang="en-US" sz="2400">
                <a:solidFill>
                  <a:srgbClr val="333399"/>
                </a:solidFill>
                <a:ea typeface="华文行楷" panose="02010800040101010101" pitchFamily="2" charset="-122"/>
              </a:rPr>
              <a:t>归纳</a:t>
            </a:r>
            <a:r>
              <a:rPr lang="zh-CN" altLang="en-US" sz="2400">
                <a:solidFill>
                  <a:srgbClr val="333399"/>
                </a:solidFill>
                <a:latin typeface="华文行楷" panose="02010800040101010101" pitchFamily="2" charset="-122"/>
                <a:ea typeface="华文行楷" panose="02010800040101010101" pitchFamily="2" charset="-122"/>
              </a:rPr>
              <a:t>构造过程）</a:t>
            </a:r>
          </a:p>
        </p:txBody>
      </p:sp>
      <p:grpSp>
        <p:nvGrpSpPr>
          <p:cNvPr id="14343" name="Group 8"/>
          <p:cNvGrpSpPr/>
          <p:nvPr/>
        </p:nvGrpSpPr>
        <p:grpSpPr bwMode="auto">
          <a:xfrm>
            <a:off x="1295400" y="2022475"/>
            <a:ext cx="6343650" cy="949325"/>
            <a:chOff x="816" y="1706"/>
            <a:chExt cx="3996" cy="598"/>
          </a:xfrm>
        </p:grpSpPr>
        <p:sp>
          <p:nvSpPr>
            <p:cNvPr id="14351" name="Rectangle 9"/>
            <p:cNvSpPr>
              <a:spLocks noChangeArrowheads="1"/>
            </p:cNvSpPr>
            <p:nvPr/>
          </p:nvSpPr>
          <p:spPr bwMode="auto">
            <a:xfrm>
              <a:off x="816" y="1872"/>
              <a:ext cx="1776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SzTx/>
                <a:buFont typeface="Wingdings" panose="05000000000000000000" pitchFamily="2" charset="2"/>
                <a:buNone/>
              </a:pPr>
              <a:r>
                <a:rPr lang="zh-CN" altLang="en-US" sz="2400" i="1" dirty="0">
                  <a:solidFill>
                    <a:srgbClr val="333399"/>
                  </a:solidFill>
                  <a:latin typeface="Arial" panose="020B0604020202020204" pitchFamily="34" charset="0"/>
                  <a:ea typeface="华文行楷" panose="02010800040101010101" pitchFamily="2" charset="-122"/>
                </a:rPr>
                <a:t>1 </a:t>
              </a:r>
              <a:r>
                <a:rPr lang="zh-CN" altLang="en-US" sz="2400" dirty="0">
                  <a:solidFill>
                    <a:srgbClr val="333399"/>
                  </a:solidFill>
                  <a:latin typeface="Arial" panose="020B0604020202020204" pitchFamily="34" charset="0"/>
                  <a:ea typeface="华文行楷" panose="02010800040101010101" pitchFamily="2" charset="-122"/>
                  <a:sym typeface="Symbol" panose="05050102010706020507" pitchFamily="18" charset="2"/>
                </a:rPr>
                <a:t>对于 </a:t>
              </a:r>
              <a:r>
                <a:rPr lang="zh-CN" altLang="en-US" sz="2400" i="1" dirty="0">
                  <a:solidFill>
                    <a:srgbClr val="800080"/>
                  </a:solidFill>
                  <a:latin typeface="Arial" panose="020B0604020202020204" pitchFamily="34" charset="0"/>
                  <a:ea typeface="华文行楷" panose="02010800040101010101" pitchFamily="2" charset="-122"/>
                  <a:sym typeface="Symbol" panose="05050102010706020507" pitchFamily="18" charset="2"/>
                </a:rPr>
                <a:t></a:t>
              </a:r>
              <a:r>
                <a:rPr lang="zh-CN" altLang="en-US" sz="2400" i="1" dirty="0">
                  <a:solidFill>
                    <a:srgbClr val="333399"/>
                  </a:solidFill>
                  <a:latin typeface="Arial" panose="020B0604020202020204" pitchFamily="34" charset="0"/>
                  <a:ea typeface="华文行楷" panose="02010800040101010101" pitchFamily="2" charset="-122"/>
                  <a:sym typeface="Symbol" panose="05050102010706020507" pitchFamily="18" charset="2"/>
                </a:rPr>
                <a:t> ，</a:t>
              </a:r>
              <a:r>
                <a:rPr lang="zh-CN" altLang="en-US" sz="2400" dirty="0">
                  <a:solidFill>
                    <a:srgbClr val="333399"/>
                  </a:solidFill>
                  <a:latin typeface="Arial" panose="020B0604020202020204" pitchFamily="34" charset="0"/>
                  <a:ea typeface="华文行楷" panose="02010800040101010101" pitchFamily="2" charset="-122"/>
                  <a:sym typeface="Symbol" panose="05050102010706020507" pitchFamily="18" charset="2"/>
                </a:rPr>
                <a:t>构造为</a:t>
              </a:r>
              <a:endParaRPr lang="zh-CN" altLang="en-US" sz="2400" i="1" dirty="0">
                <a:solidFill>
                  <a:srgbClr val="800080"/>
                </a:solidFill>
                <a:ea typeface="宋体" panose="02010600030101010101" pitchFamily="2" charset="-122"/>
                <a:sym typeface="Symbol" panose="05050102010706020507" pitchFamily="18" charset="2"/>
              </a:endParaRPr>
            </a:p>
          </p:txBody>
        </p:sp>
        <p:sp>
          <p:nvSpPr>
            <p:cNvPr id="14352" name="Rectangle 10"/>
            <p:cNvSpPr>
              <a:spLocks noChangeArrowheads="1"/>
            </p:cNvSpPr>
            <p:nvPr/>
          </p:nvSpPr>
          <p:spPr bwMode="auto">
            <a:xfrm>
              <a:off x="3832" y="1776"/>
              <a:ext cx="200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2400" i="1">
                  <a:solidFill>
                    <a:srgbClr val="800080"/>
                  </a:solidFill>
                  <a:latin typeface="Arial" panose="020B0604020202020204" pitchFamily="34" charset="0"/>
                  <a:ea typeface="华文行楷" panose="02010800040101010101" pitchFamily="2" charset="-122"/>
                  <a:sym typeface="Symbol" panose="05050102010706020507" pitchFamily="18" charset="2"/>
                </a:rPr>
                <a:t></a:t>
              </a:r>
            </a:p>
          </p:txBody>
        </p:sp>
        <p:graphicFrame>
          <p:nvGraphicFramePr>
            <p:cNvPr id="14353" name="Object 11"/>
            <p:cNvGraphicFramePr>
              <a:graphicFrameLocks noChangeAspect="1"/>
            </p:cNvGraphicFramePr>
            <p:nvPr/>
          </p:nvGraphicFramePr>
          <p:xfrm>
            <a:off x="2976" y="1706"/>
            <a:ext cx="1836" cy="59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VISIO" r:id="rId2" imgW="2914650" imgH="952500" progId="Visio.Drawing.6">
                    <p:embed/>
                  </p:oleObj>
                </mc:Choice>
                <mc:Fallback>
                  <p:oleObj name="VISIO" r:id="rId2" imgW="2914650" imgH="952500" progId="Visio.Drawing.6">
                    <p:embed/>
                    <p:pic>
                      <p:nvPicPr>
                        <p:cNvPr id="0" name="Object 11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976" y="1706"/>
                          <a:ext cx="1836" cy="59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14344" name="Group 12"/>
          <p:cNvGrpSpPr/>
          <p:nvPr/>
        </p:nvGrpSpPr>
        <p:grpSpPr bwMode="auto">
          <a:xfrm>
            <a:off x="1295400" y="4343400"/>
            <a:ext cx="6324600" cy="949325"/>
            <a:chOff x="816" y="3168"/>
            <a:chExt cx="3984" cy="598"/>
          </a:xfrm>
        </p:grpSpPr>
        <p:sp>
          <p:nvSpPr>
            <p:cNvPr id="14348" name="Rectangle 13"/>
            <p:cNvSpPr>
              <a:spLocks noChangeArrowheads="1"/>
            </p:cNvSpPr>
            <p:nvPr/>
          </p:nvSpPr>
          <p:spPr bwMode="auto">
            <a:xfrm>
              <a:off x="816" y="3216"/>
              <a:ext cx="1776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SzTx/>
                <a:buFont typeface="Wingdings" panose="05000000000000000000" pitchFamily="2" charset="2"/>
                <a:buNone/>
              </a:pPr>
              <a:r>
                <a:rPr lang="zh-CN" altLang="en-US" sz="2400" i="1">
                  <a:solidFill>
                    <a:srgbClr val="333399"/>
                  </a:solidFill>
                  <a:latin typeface="Arial" panose="020B0604020202020204" pitchFamily="34" charset="0"/>
                  <a:ea typeface="华文行楷" panose="02010800040101010101" pitchFamily="2" charset="-122"/>
                </a:rPr>
                <a:t>3 </a:t>
              </a:r>
              <a:r>
                <a:rPr lang="zh-CN" altLang="en-US" sz="2400">
                  <a:solidFill>
                    <a:srgbClr val="333399"/>
                  </a:solidFill>
                  <a:latin typeface="Arial" panose="020B0604020202020204" pitchFamily="34" charset="0"/>
                  <a:ea typeface="华文行楷" panose="02010800040101010101" pitchFamily="2" charset="-122"/>
                  <a:sym typeface="Symbol" panose="05050102010706020507" pitchFamily="18" charset="2"/>
                </a:rPr>
                <a:t>对于 </a:t>
              </a:r>
              <a:r>
                <a:rPr lang="en-US" altLang="zh-CN" sz="2400" i="1">
                  <a:solidFill>
                    <a:srgbClr val="800080"/>
                  </a:solidFill>
                  <a:ea typeface="宋体" panose="02010600030101010101" pitchFamily="2" charset="-122"/>
                  <a:sym typeface="Symbol" panose="05050102010706020507" pitchFamily="18" charset="2"/>
                </a:rPr>
                <a:t>a</a:t>
              </a:r>
              <a:r>
                <a:rPr lang="en-US" altLang="zh-CN" sz="2400" i="1">
                  <a:solidFill>
                    <a:srgbClr val="333399"/>
                  </a:solidFill>
                  <a:ea typeface="宋体" panose="02010600030101010101" pitchFamily="2" charset="-122"/>
                  <a:sym typeface="Symbol" panose="05050102010706020507" pitchFamily="18" charset="2"/>
                </a:rPr>
                <a:t> </a:t>
              </a:r>
              <a:r>
                <a:rPr lang="en-US" altLang="zh-CN" sz="2400" i="1">
                  <a:solidFill>
                    <a:srgbClr val="333399"/>
                  </a:solidFill>
                  <a:latin typeface="Arial" panose="020B0604020202020204" pitchFamily="34" charset="0"/>
                  <a:ea typeface="华文行楷" panose="02010800040101010101" pitchFamily="2" charset="-122"/>
                  <a:sym typeface="Symbol" panose="05050102010706020507" pitchFamily="18" charset="2"/>
                </a:rPr>
                <a:t>，</a:t>
              </a:r>
              <a:r>
                <a:rPr lang="zh-CN" altLang="en-US" sz="2400">
                  <a:solidFill>
                    <a:srgbClr val="333399"/>
                  </a:solidFill>
                  <a:latin typeface="Arial" panose="020B0604020202020204" pitchFamily="34" charset="0"/>
                  <a:ea typeface="华文行楷" panose="02010800040101010101" pitchFamily="2" charset="-122"/>
                  <a:sym typeface="Symbol" panose="05050102010706020507" pitchFamily="18" charset="2"/>
                </a:rPr>
                <a:t>构造为</a:t>
              </a:r>
              <a:endParaRPr lang="zh-CN" altLang="en-US" sz="2400" i="1">
                <a:solidFill>
                  <a:srgbClr val="800080"/>
                </a:solidFill>
                <a:latin typeface="Arial" panose="020B0604020202020204" pitchFamily="34" charset="0"/>
                <a:ea typeface="华文行楷" panose="02010800040101010101" pitchFamily="2" charset="-122"/>
                <a:sym typeface="Symbol" panose="05050102010706020507" pitchFamily="18" charset="2"/>
              </a:endParaRPr>
            </a:p>
          </p:txBody>
        </p:sp>
        <p:sp>
          <p:nvSpPr>
            <p:cNvPr id="14349" name="Rectangle 14"/>
            <p:cNvSpPr>
              <a:spLocks noChangeArrowheads="1"/>
            </p:cNvSpPr>
            <p:nvPr/>
          </p:nvSpPr>
          <p:spPr bwMode="auto">
            <a:xfrm>
              <a:off x="3868" y="3216"/>
              <a:ext cx="212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400" i="1">
                  <a:solidFill>
                    <a:srgbClr val="800080"/>
                  </a:solidFill>
                  <a:ea typeface="宋体" panose="02010600030101010101" pitchFamily="2" charset="-122"/>
                  <a:sym typeface="Symbol" panose="05050102010706020507" pitchFamily="18" charset="2"/>
                </a:rPr>
                <a:t>a</a:t>
              </a:r>
            </a:p>
          </p:txBody>
        </p:sp>
        <p:graphicFrame>
          <p:nvGraphicFramePr>
            <p:cNvPr id="14350" name="Object 15"/>
            <p:cNvGraphicFramePr>
              <a:graphicFrameLocks noChangeAspect="1"/>
            </p:cNvGraphicFramePr>
            <p:nvPr/>
          </p:nvGraphicFramePr>
          <p:xfrm>
            <a:off x="2964" y="3168"/>
            <a:ext cx="1836" cy="59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VISIO" r:id="rId4" imgW="2914650" imgH="952500" progId="Visio.Drawing.6">
                    <p:embed/>
                  </p:oleObj>
                </mc:Choice>
                <mc:Fallback>
                  <p:oleObj name="VISIO" r:id="rId4" imgW="2914650" imgH="952500" progId="Visio.Drawing.6">
                    <p:embed/>
                    <p:pic>
                      <p:nvPicPr>
                        <p:cNvPr id="0" name="Object 1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964" y="3168"/>
                          <a:ext cx="1836" cy="59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14345" name="Group 16"/>
          <p:cNvGrpSpPr/>
          <p:nvPr/>
        </p:nvGrpSpPr>
        <p:grpSpPr bwMode="auto">
          <a:xfrm>
            <a:off x="1295400" y="3200400"/>
            <a:ext cx="6324600" cy="949325"/>
            <a:chOff x="816" y="2448"/>
            <a:chExt cx="3984" cy="598"/>
          </a:xfrm>
        </p:grpSpPr>
        <p:sp>
          <p:nvSpPr>
            <p:cNvPr id="14346" name="Rectangle 17"/>
            <p:cNvSpPr>
              <a:spLocks noChangeArrowheads="1"/>
            </p:cNvSpPr>
            <p:nvPr/>
          </p:nvSpPr>
          <p:spPr bwMode="auto">
            <a:xfrm>
              <a:off x="816" y="2496"/>
              <a:ext cx="1776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SzTx/>
                <a:buFont typeface="Wingdings" panose="05000000000000000000" pitchFamily="2" charset="2"/>
                <a:buNone/>
              </a:pPr>
              <a:r>
                <a:rPr lang="zh-CN" altLang="en-US" sz="2400" i="1" dirty="0">
                  <a:solidFill>
                    <a:srgbClr val="333399"/>
                  </a:solidFill>
                  <a:latin typeface="Arial" panose="020B0604020202020204" pitchFamily="34" charset="0"/>
                  <a:ea typeface="华文行楷" panose="02010800040101010101" pitchFamily="2" charset="-122"/>
                </a:rPr>
                <a:t>2 </a:t>
              </a:r>
              <a:r>
                <a:rPr lang="zh-CN" altLang="en-US" sz="2400" dirty="0">
                  <a:solidFill>
                    <a:srgbClr val="333399"/>
                  </a:solidFill>
                  <a:latin typeface="Arial" panose="020B0604020202020204" pitchFamily="34" charset="0"/>
                  <a:ea typeface="华文行楷" panose="02010800040101010101" pitchFamily="2" charset="-122"/>
                  <a:sym typeface="Symbol" panose="05050102010706020507" pitchFamily="18" charset="2"/>
                </a:rPr>
                <a:t>对于 </a:t>
              </a:r>
              <a:r>
                <a:rPr lang="zh-CN" altLang="en-US" sz="2400" i="1" dirty="0">
                  <a:solidFill>
                    <a:srgbClr val="800080"/>
                  </a:solidFill>
                  <a:ea typeface="宋体" panose="02010600030101010101" pitchFamily="2" charset="-122"/>
                  <a:sym typeface="Symbol" panose="05050102010706020507" pitchFamily="18" charset="2"/>
                </a:rPr>
                <a:t></a:t>
              </a:r>
              <a:r>
                <a:rPr lang="zh-CN" altLang="en-US" sz="2400" i="1" dirty="0">
                  <a:solidFill>
                    <a:srgbClr val="333399"/>
                  </a:solidFill>
                  <a:ea typeface="宋体" panose="02010600030101010101" pitchFamily="2" charset="-122"/>
                  <a:sym typeface="Symbol" panose="05050102010706020507" pitchFamily="18" charset="2"/>
                </a:rPr>
                <a:t> </a:t>
              </a:r>
              <a:r>
                <a:rPr lang="zh-CN" altLang="en-US" sz="2400" i="1" dirty="0">
                  <a:solidFill>
                    <a:srgbClr val="333399"/>
                  </a:solidFill>
                  <a:latin typeface="Arial" panose="020B0604020202020204" pitchFamily="34" charset="0"/>
                  <a:ea typeface="华文行楷" panose="02010800040101010101" pitchFamily="2" charset="-122"/>
                  <a:sym typeface="Symbol" panose="05050102010706020507" pitchFamily="18" charset="2"/>
                </a:rPr>
                <a:t>，</a:t>
              </a:r>
              <a:r>
                <a:rPr lang="zh-CN" altLang="en-US" sz="2400" dirty="0">
                  <a:solidFill>
                    <a:srgbClr val="333399"/>
                  </a:solidFill>
                  <a:latin typeface="Arial" panose="020B0604020202020204" pitchFamily="34" charset="0"/>
                  <a:ea typeface="华文行楷" panose="02010800040101010101" pitchFamily="2" charset="-122"/>
                  <a:sym typeface="Symbol" panose="05050102010706020507" pitchFamily="18" charset="2"/>
                </a:rPr>
                <a:t>构造为</a:t>
              </a:r>
            </a:p>
          </p:txBody>
        </p:sp>
        <p:graphicFrame>
          <p:nvGraphicFramePr>
            <p:cNvPr id="14347" name="Object 18"/>
            <p:cNvGraphicFramePr>
              <a:graphicFrameLocks noChangeAspect="1"/>
            </p:cNvGraphicFramePr>
            <p:nvPr/>
          </p:nvGraphicFramePr>
          <p:xfrm>
            <a:off x="2964" y="2448"/>
            <a:ext cx="1836" cy="59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VISIO" r:id="rId5" imgW="2914650" imgH="952500" progId="Visio.Drawing.6">
                    <p:embed/>
                  </p:oleObj>
                </mc:Choice>
                <mc:Fallback>
                  <p:oleObj name="VISIO" r:id="rId5" imgW="2914650" imgH="952500" progId="Visio.Drawing.6">
                    <p:embed/>
                    <p:pic>
                      <p:nvPicPr>
                        <p:cNvPr id="0" name="Object 1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964" y="2448"/>
                          <a:ext cx="1836" cy="59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</p:spTree>
  </p:cSld>
  <p:clrMapOvr>
    <a:masterClrMapping/>
  </p:clrMapOvr>
  <p:transition spd="med">
    <p:wipe dir="r"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灯片编号占位符 1"/>
          <p:cNvSpPr>
            <a:spLocks noGrp="1"/>
          </p:cNvSpPr>
          <p:nvPr>
            <p:ph type="sldNum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A425E0BD-4F19-4E51-B2DC-AD178D661FB0}" type="slidenum">
              <a:rPr kumimoji="0" lang="zh-CN" altLang="en-US" sz="1200">
                <a:solidFill>
                  <a:srgbClr val="009999"/>
                </a:solidFill>
                <a:latin typeface="Arial Narrow" panose="020B0606020202030204" pitchFamily="34" charset="0"/>
                <a:ea typeface="宋体" panose="02010600030101010101" pitchFamily="2" charset="-122"/>
              </a:rPr>
              <a:t>23</a:t>
            </a:fld>
            <a:endParaRPr kumimoji="0" lang="en-US" altLang="zh-CN" sz="1200">
              <a:solidFill>
                <a:srgbClr val="009999"/>
              </a:solidFill>
              <a:latin typeface="Arial Narrow" panose="020B0606020202030204" pitchFamily="34" charset="0"/>
              <a:ea typeface="宋体" panose="02010600030101010101" pitchFamily="2" charset="-122"/>
            </a:endParaRPr>
          </a:p>
        </p:txBody>
      </p:sp>
      <p:sp>
        <p:nvSpPr>
          <p:cNvPr id="15363" name="日期占位符 2"/>
          <p:cNvSpPr>
            <a:spLocks noGrp="1"/>
          </p:cNvSpPr>
          <p:nvPr>
            <p:ph type="dt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8DCF280D-1B67-40E5-A935-ED872CF64820}" type="datetime1">
              <a:rPr kumimoji="0" lang="zh-CN" altLang="en-US" sz="1200">
                <a:solidFill>
                  <a:srgbClr val="009999"/>
                </a:solidFill>
                <a:latin typeface="Arial Narrow" panose="020B0606020202030204" pitchFamily="34" charset="0"/>
                <a:ea typeface="宋体" panose="02010600030101010101" pitchFamily="2" charset="-122"/>
              </a:rPr>
              <a:t>2024/3/24</a:t>
            </a:fld>
            <a:endParaRPr kumimoji="0" lang="zh-CN" altLang="zh-CN" sz="1200">
              <a:solidFill>
                <a:srgbClr val="009999"/>
              </a:solidFill>
              <a:latin typeface="Arial Narrow" panose="020B0606020202030204" pitchFamily="34" charset="0"/>
              <a:ea typeface="宋体" panose="02010600030101010101" pitchFamily="2" charset="-122"/>
            </a:endParaRPr>
          </a:p>
        </p:txBody>
      </p:sp>
      <p:sp>
        <p:nvSpPr>
          <p:cNvPr id="15364" name="页脚占位符 3"/>
          <p:cNvSpPr>
            <a:spLocks noGrp="1"/>
          </p:cNvSpPr>
          <p:nvPr>
            <p:ph type="ftr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200">
                <a:solidFill>
                  <a:srgbClr val="009999"/>
                </a:solidFill>
                <a:latin typeface="Arial Narrow" panose="020B0606020202030204" pitchFamily="34" charset="0"/>
                <a:ea typeface="宋体" panose="02010600030101010101" pitchFamily="2" charset="-122"/>
              </a:rPr>
              <a:t>School of Computer Science, BUPT</a:t>
            </a:r>
            <a:endParaRPr lang="zh-CN" altLang="en-US" sz="1200">
              <a:solidFill>
                <a:srgbClr val="009999"/>
              </a:solidFill>
              <a:latin typeface="Arial Narrow" panose="020B0606020202030204" pitchFamily="34" charset="0"/>
              <a:ea typeface="宋体" panose="02010600030101010101" pitchFamily="2" charset="-122"/>
            </a:endParaRPr>
          </a:p>
        </p:txBody>
      </p:sp>
      <p:sp>
        <p:nvSpPr>
          <p:cNvPr id="15365" name="Text Box 6"/>
          <p:cNvSpPr txBox="1">
            <a:spLocks noChangeArrowheads="1"/>
          </p:cNvSpPr>
          <p:nvPr/>
        </p:nvSpPr>
        <p:spPr bwMode="auto">
          <a:xfrm>
            <a:off x="685800" y="1447800"/>
            <a:ext cx="787876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algn="just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400">
                <a:solidFill>
                  <a:srgbClr val="800080"/>
                </a:solidFill>
                <a:latin typeface="华文行楷" panose="02010800040101010101" pitchFamily="2" charset="-122"/>
                <a:ea typeface="华文行楷" panose="02010800040101010101" pitchFamily="2" charset="-122"/>
              </a:rPr>
              <a:t>归纳:</a:t>
            </a:r>
            <a:endParaRPr lang="zh-CN" altLang="en-US" sz="2400">
              <a:solidFill>
                <a:srgbClr val="333399"/>
              </a:solidFill>
              <a:ea typeface="宋体" panose="02010600030101010101" pitchFamily="2" charset="-122"/>
              <a:cs typeface="Times New Roman" panose="02020603050405020304" pitchFamily="18" charset="0"/>
              <a:sym typeface="Symbol" panose="05050102010706020507" pitchFamily="18" charset="2"/>
            </a:endParaRPr>
          </a:p>
        </p:txBody>
      </p:sp>
      <p:sp>
        <p:nvSpPr>
          <p:cNvPr id="15366" name="Rectangle 7"/>
          <p:cNvSpPr>
            <a:spLocks noChangeArrowheads="1"/>
          </p:cNvSpPr>
          <p:nvPr/>
        </p:nvSpPr>
        <p:spPr bwMode="auto">
          <a:xfrm>
            <a:off x="762000" y="457200"/>
            <a:ext cx="8001000" cy="685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algn="ctr" eaLnBrk="1" hangingPunct="1">
              <a:lnSpc>
                <a:spcPct val="9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3200" dirty="0">
                <a:solidFill>
                  <a:srgbClr val="800080"/>
                </a:solidFill>
                <a:ea typeface="华文行楷" panose="02010800040101010101" pitchFamily="2" charset="-122"/>
              </a:rPr>
              <a:t>从</a:t>
            </a:r>
            <a:r>
              <a:rPr lang="zh-CN" altLang="en-US" sz="3200" dirty="0">
                <a:solidFill>
                  <a:srgbClr val="800080"/>
                </a:solidFill>
                <a:latin typeface="华文行楷" panose="02010800040101010101" pitchFamily="2" charset="-122"/>
                <a:ea typeface="华文行楷" panose="02010800040101010101" pitchFamily="2" charset="-122"/>
              </a:rPr>
              <a:t>正则表达式</a:t>
            </a:r>
            <a:r>
              <a:rPr lang="zh-CN" altLang="en-US" sz="3200" dirty="0">
                <a:solidFill>
                  <a:srgbClr val="800080"/>
                </a:solidFill>
                <a:ea typeface="华文行楷" panose="02010800040101010101" pitchFamily="2" charset="-122"/>
              </a:rPr>
              <a:t>构造等价的</a:t>
            </a:r>
            <a:r>
              <a:rPr lang="zh-CN" altLang="en-US" sz="3200" i="1" dirty="0">
                <a:solidFill>
                  <a:srgbClr val="800080"/>
                </a:solidFill>
                <a:latin typeface="Arial" panose="020B0604020202020204" pitchFamily="34" charset="0"/>
                <a:ea typeface="华文行楷" panose="02010800040101010101" pitchFamily="2" charset="-122"/>
                <a:sym typeface="Symbol" panose="05050102010706020507" pitchFamily="18" charset="2"/>
              </a:rPr>
              <a:t> </a:t>
            </a:r>
            <a:r>
              <a:rPr lang="zh-CN" altLang="en-US" sz="3200" dirty="0">
                <a:solidFill>
                  <a:srgbClr val="800080"/>
                </a:solidFill>
                <a:latin typeface="Arial" panose="020B060402020202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- </a:t>
            </a:r>
            <a:r>
              <a:rPr lang="en-US" altLang="zh-CN" sz="3200" i="1" dirty="0">
                <a:solidFill>
                  <a:srgbClr val="800080"/>
                </a:solidFill>
                <a:latin typeface="Arial" panose="020B0604020202020204" pitchFamily="34" charset="0"/>
                <a:ea typeface="华文行楷" panose="02010800040101010101" pitchFamily="2" charset="-122"/>
              </a:rPr>
              <a:t>NFA</a:t>
            </a:r>
          </a:p>
          <a:p>
            <a:pPr algn="ctr" eaLnBrk="1" hangingPunct="1">
              <a:lnSpc>
                <a:spcPct val="9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 dirty="0">
                <a:solidFill>
                  <a:srgbClr val="333399"/>
                </a:solidFill>
                <a:ea typeface="华文行楷" panose="02010800040101010101" pitchFamily="2" charset="-122"/>
              </a:rPr>
              <a:t>（</a:t>
            </a:r>
            <a:r>
              <a:rPr lang="zh-CN" altLang="en-US" sz="2400" dirty="0">
                <a:solidFill>
                  <a:srgbClr val="333399"/>
                </a:solidFill>
                <a:ea typeface="华文行楷" panose="02010800040101010101" pitchFamily="2" charset="-122"/>
              </a:rPr>
              <a:t>归纳</a:t>
            </a:r>
            <a:r>
              <a:rPr lang="zh-CN" altLang="en-US" sz="2400" dirty="0">
                <a:solidFill>
                  <a:srgbClr val="333399"/>
                </a:solidFill>
                <a:latin typeface="华文行楷" panose="02010800040101010101" pitchFamily="2" charset="-122"/>
                <a:ea typeface="华文行楷" panose="02010800040101010101" pitchFamily="2" charset="-122"/>
              </a:rPr>
              <a:t>构造过程）</a:t>
            </a:r>
          </a:p>
        </p:txBody>
      </p:sp>
      <p:sp>
        <p:nvSpPr>
          <p:cNvPr id="15367" name="Rectangle 8"/>
          <p:cNvSpPr>
            <a:spLocks noChangeArrowheads="1"/>
          </p:cNvSpPr>
          <p:nvPr/>
        </p:nvSpPr>
        <p:spPr bwMode="auto">
          <a:xfrm>
            <a:off x="1447800" y="1981200"/>
            <a:ext cx="32004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 typeface="Wingdings" panose="05000000000000000000" pitchFamily="2" charset="2"/>
              <a:buNone/>
            </a:pPr>
            <a:r>
              <a:rPr lang="zh-CN" altLang="en-US" sz="2400" i="1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</a:rPr>
              <a:t>1 </a:t>
            </a:r>
            <a:r>
              <a:rPr lang="zh-CN" altLang="en-US" sz="2400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  <a:sym typeface="Symbol" panose="05050102010706020507" pitchFamily="18" charset="2"/>
              </a:rPr>
              <a:t>对于 </a:t>
            </a:r>
            <a:r>
              <a:rPr lang="en-US" altLang="zh-CN" sz="2400" i="1">
                <a:solidFill>
                  <a:srgbClr val="800080"/>
                </a:solidFill>
                <a:latin typeface="Arial" panose="020B0604020202020204" pitchFamily="34" charset="0"/>
                <a:ea typeface="华文行楷" panose="02010800040101010101" pitchFamily="2" charset="-122"/>
                <a:sym typeface="Symbol" panose="05050102010706020507" pitchFamily="18" charset="2"/>
              </a:rPr>
              <a:t>R+S</a:t>
            </a:r>
            <a:r>
              <a:rPr lang="en-US" altLang="zh-CN" sz="2400" i="1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  <a:sym typeface="Symbol" panose="05050102010706020507" pitchFamily="18" charset="2"/>
              </a:rPr>
              <a:t> ，</a:t>
            </a:r>
            <a:r>
              <a:rPr lang="zh-CN" altLang="en-US" sz="2400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  <a:sym typeface="Symbol" panose="05050102010706020507" pitchFamily="18" charset="2"/>
              </a:rPr>
              <a:t>构造为</a:t>
            </a:r>
            <a:endParaRPr lang="zh-CN" altLang="en-US" sz="2400" i="1">
              <a:solidFill>
                <a:srgbClr val="800080"/>
              </a:solidFill>
              <a:ea typeface="宋体" panose="02010600030101010101" pitchFamily="2" charset="-122"/>
              <a:sym typeface="Symbol" panose="05050102010706020507" pitchFamily="18" charset="2"/>
            </a:endParaRPr>
          </a:p>
        </p:txBody>
      </p:sp>
      <p:graphicFrame>
        <p:nvGraphicFramePr>
          <p:cNvPr id="15368" name="Object 9"/>
          <p:cNvGraphicFramePr>
            <a:graphicFrameLocks noChangeAspect="1"/>
          </p:cNvGraphicFramePr>
          <p:nvPr/>
        </p:nvGraphicFramePr>
        <p:xfrm>
          <a:off x="2209800" y="2965450"/>
          <a:ext cx="4297363" cy="16065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2" imgW="4305300" imgH="1609725" progId="Visio.Drawing.6">
                  <p:embed/>
                </p:oleObj>
              </mc:Choice>
              <mc:Fallback>
                <p:oleObj name="VISIO" r:id="rId2" imgW="4305300" imgH="1609725" progId="Visio.Drawing.6">
                  <p:embed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09800" y="2965450"/>
                        <a:ext cx="4297363" cy="16065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369" name="Rectangle 10"/>
          <p:cNvSpPr>
            <a:spLocks noChangeArrowheads="1"/>
          </p:cNvSpPr>
          <p:nvPr/>
        </p:nvSpPr>
        <p:spPr bwMode="auto">
          <a:xfrm>
            <a:off x="5791200" y="3886200"/>
            <a:ext cx="3175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400" i="1">
                <a:solidFill>
                  <a:srgbClr val="800080"/>
                </a:solidFill>
                <a:latin typeface="Arial" panose="020B0604020202020204" pitchFamily="34" charset="0"/>
                <a:ea typeface="华文行楷" panose="02010800040101010101" pitchFamily="2" charset="-122"/>
                <a:sym typeface="Symbol" panose="05050102010706020507" pitchFamily="18" charset="2"/>
              </a:rPr>
              <a:t></a:t>
            </a:r>
          </a:p>
        </p:txBody>
      </p:sp>
      <p:sp>
        <p:nvSpPr>
          <p:cNvPr id="15370" name="Rectangle 11"/>
          <p:cNvSpPr>
            <a:spLocks noChangeArrowheads="1"/>
          </p:cNvSpPr>
          <p:nvPr/>
        </p:nvSpPr>
        <p:spPr bwMode="auto">
          <a:xfrm>
            <a:off x="5791200" y="3200400"/>
            <a:ext cx="3175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400" i="1">
                <a:solidFill>
                  <a:srgbClr val="800080"/>
                </a:solidFill>
                <a:latin typeface="Arial" panose="020B0604020202020204" pitchFamily="34" charset="0"/>
                <a:ea typeface="华文行楷" panose="02010800040101010101" pitchFamily="2" charset="-122"/>
                <a:sym typeface="Symbol" panose="05050102010706020507" pitchFamily="18" charset="2"/>
              </a:rPr>
              <a:t></a:t>
            </a:r>
          </a:p>
        </p:txBody>
      </p:sp>
      <p:sp>
        <p:nvSpPr>
          <p:cNvPr id="15371" name="Rectangle 12"/>
          <p:cNvSpPr>
            <a:spLocks noChangeArrowheads="1"/>
          </p:cNvSpPr>
          <p:nvPr/>
        </p:nvSpPr>
        <p:spPr bwMode="auto">
          <a:xfrm>
            <a:off x="3111500" y="3886200"/>
            <a:ext cx="3175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400" i="1">
                <a:solidFill>
                  <a:srgbClr val="800080"/>
                </a:solidFill>
                <a:latin typeface="Arial" panose="020B0604020202020204" pitchFamily="34" charset="0"/>
                <a:ea typeface="华文行楷" panose="02010800040101010101" pitchFamily="2" charset="-122"/>
                <a:sym typeface="Symbol" panose="05050102010706020507" pitchFamily="18" charset="2"/>
              </a:rPr>
              <a:t></a:t>
            </a:r>
          </a:p>
        </p:txBody>
      </p:sp>
      <p:sp>
        <p:nvSpPr>
          <p:cNvPr id="15372" name="Rectangle 13"/>
          <p:cNvSpPr>
            <a:spLocks noChangeArrowheads="1"/>
          </p:cNvSpPr>
          <p:nvPr/>
        </p:nvSpPr>
        <p:spPr bwMode="auto">
          <a:xfrm>
            <a:off x="3111500" y="3200400"/>
            <a:ext cx="3175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400" i="1">
                <a:solidFill>
                  <a:srgbClr val="800080"/>
                </a:solidFill>
                <a:latin typeface="Arial" panose="020B0604020202020204" pitchFamily="34" charset="0"/>
                <a:ea typeface="华文行楷" panose="02010800040101010101" pitchFamily="2" charset="-122"/>
                <a:sym typeface="Symbol" panose="05050102010706020507" pitchFamily="18" charset="2"/>
              </a:rPr>
              <a:t></a:t>
            </a:r>
          </a:p>
        </p:txBody>
      </p:sp>
    </p:spTree>
  </p:cSld>
  <p:clrMapOvr>
    <a:masterClrMapping/>
  </p:clrMapOvr>
  <p:transition spd="med" advClick="0">
    <p:wipe dir="r"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灯片编号占位符 1"/>
          <p:cNvSpPr>
            <a:spLocks noGrp="1"/>
          </p:cNvSpPr>
          <p:nvPr>
            <p:ph type="sldNum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0CE44276-098B-4955-845F-E9180E28BBCE}" type="slidenum">
              <a:rPr kumimoji="0" lang="zh-CN" altLang="en-US" sz="1200">
                <a:solidFill>
                  <a:srgbClr val="009999"/>
                </a:solidFill>
                <a:latin typeface="Arial Narrow" panose="020B0606020202030204" pitchFamily="34" charset="0"/>
                <a:ea typeface="宋体" panose="02010600030101010101" pitchFamily="2" charset="-122"/>
              </a:rPr>
              <a:t>24</a:t>
            </a:fld>
            <a:endParaRPr kumimoji="0" lang="en-US" altLang="zh-CN" sz="1200">
              <a:solidFill>
                <a:srgbClr val="009999"/>
              </a:solidFill>
              <a:latin typeface="Arial Narrow" panose="020B0606020202030204" pitchFamily="34" charset="0"/>
              <a:ea typeface="宋体" panose="02010600030101010101" pitchFamily="2" charset="-122"/>
            </a:endParaRPr>
          </a:p>
        </p:txBody>
      </p:sp>
      <p:sp>
        <p:nvSpPr>
          <p:cNvPr id="16387" name="日期占位符 2"/>
          <p:cNvSpPr>
            <a:spLocks noGrp="1"/>
          </p:cNvSpPr>
          <p:nvPr>
            <p:ph type="dt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83D43BD5-E540-4114-8BDE-ACB679F2DA57}" type="datetime1">
              <a:rPr kumimoji="0" lang="zh-CN" altLang="en-US" sz="1200">
                <a:solidFill>
                  <a:srgbClr val="009999"/>
                </a:solidFill>
                <a:latin typeface="Arial Narrow" panose="020B0606020202030204" pitchFamily="34" charset="0"/>
                <a:ea typeface="宋体" panose="02010600030101010101" pitchFamily="2" charset="-122"/>
              </a:rPr>
              <a:t>2024/3/24</a:t>
            </a:fld>
            <a:endParaRPr kumimoji="0" lang="zh-CN" altLang="zh-CN" sz="1200">
              <a:solidFill>
                <a:srgbClr val="009999"/>
              </a:solidFill>
              <a:latin typeface="Arial Narrow" panose="020B0606020202030204" pitchFamily="34" charset="0"/>
              <a:ea typeface="宋体" panose="02010600030101010101" pitchFamily="2" charset="-122"/>
            </a:endParaRPr>
          </a:p>
        </p:txBody>
      </p:sp>
      <p:sp>
        <p:nvSpPr>
          <p:cNvPr id="16388" name="页脚占位符 3"/>
          <p:cNvSpPr>
            <a:spLocks noGrp="1"/>
          </p:cNvSpPr>
          <p:nvPr>
            <p:ph type="ftr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200">
                <a:solidFill>
                  <a:srgbClr val="009999"/>
                </a:solidFill>
                <a:latin typeface="Arial Narrow" panose="020B0606020202030204" pitchFamily="34" charset="0"/>
                <a:ea typeface="宋体" panose="02010600030101010101" pitchFamily="2" charset="-122"/>
              </a:rPr>
              <a:t>School of Computer Science, BUPT</a:t>
            </a:r>
            <a:endParaRPr lang="zh-CN" altLang="en-US" sz="1200">
              <a:solidFill>
                <a:srgbClr val="009999"/>
              </a:solidFill>
              <a:latin typeface="Arial Narrow" panose="020B0606020202030204" pitchFamily="34" charset="0"/>
              <a:ea typeface="宋体" panose="02010600030101010101" pitchFamily="2" charset="-122"/>
            </a:endParaRPr>
          </a:p>
        </p:txBody>
      </p:sp>
      <p:sp>
        <p:nvSpPr>
          <p:cNvPr id="16389" name="Text Box 6"/>
          <p:cNvSpPr txBox="1">
            <a:spLocks noChangeArrowheads="1"/>
          </p:cNvSpPr>
          <p:nvPr/>
        </p:nvSpPr>
        <p:spPr bwMode="auto">
          <a:xfrm>
            <a:off x="381000" y="1524000"/>
            <a:ext cx="787876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algn="just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400">
                <a:solidFill>
                  <a:srgbClr val="800080"/>
                </a:solidFill>
                <a:latin typeface="华文行楷" panose="02010800040101010101" pitchFamily="2" charset="-122"/>
                <a:ea typeface="华文行楷" panose="02010800040101010101" pitchFamily="2" charset="-122"/>
              </a:rPr>
              <a:t>归纳:</a:t>
            </a:r>
            <a:endParaRPr lang="zh-CN" altLang="en-US" sz="2400">
              <a:solidFill>
                <a:srgbClr val="333399"/>
              </a:solidFill>
              <a:ea typeface="宋体" panose="02010600030101010101" pitchFamily="2" charset="-122"/>
              <a:cs typeface="Times New Roman" panose="02020603050405020304" pitchFamily="18" charset="0"/>
              <a:sym typeface="Symbol" panose="05050102010706020507" pitchFamily="18" charset="2"/>
            </a:endParaRPr>
          </a:p>
        </p:txBody>
      </p:sp>
      <p:sp>
        <p:nvSpPr>
          <p:cNvPr id="16390" name="Rectangle 7"/>
          <p:cNvSpPr>
            <a:spLocks noChangeArrowheads="1"/>
          </p:cNvSpPr>
          <p:nvPr/>
        </p:nvSpPr>
        <p:spPr bwMode="auto">
          <a:xfrm>
            <a:off x="1143000" y="457200"/>
            <a:ext cx="7010400" cy="685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algn="ctr" eaLnBrk="1" hangingPunct="1">
              <a:lnSpc>
                <a:spcPct val="9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3200">
                <a:solidFill>
                  <a:srgbClr val="800080"/>
                </a:solidFill>
                <a:ea typeface="华文行楷" panose="02010800040101010101" pitchFamily="2" charset="-122"/>
              </a:rPr>
              <a:t>从</a:t>
            </a:r>
            <a:r>
              <a:rPr lang="zh-CN" altLang="en-US" sz="3200">
                <a:solidFill>
                  <a:srgbClr val="800080"/>
                </a:solidFill>
                <a:latin typeface="华文行楷" panose="02010800040101010101" pitchFamily="2" charset="-122"/>
                <a:ea typeface="华文行楷" panose="02010800040101010101" pitchFamily="2" charset="-122"/>
              </a:rPr>
              <a:t>正则表达式</a:t>
            </a:r>
            <a:r>
              <a:rPr lang="zh-CN" altLang="en-US" sz="3200">
                <a:solidFill>
                  <a:srgbClr val="800080"/>
                </a:solidFill>
                <a:ea typeface="华文行楷" panose="02010800040101010101" pitchFamily="2" charset="-122"/>
              </a:rPr>
              <a:t>构造等价的</a:t>
            </a:r>
            <a:r>
              <a:rPr lang="zh-CN" altLang="en-US" sz="3200" i="1">
                <a:solidFill>
                  <a:srgbClr val="800080"/>
                </a:solidFill>
                <a:latin typeface="Arial" panose="020B0604020202020204" pitchFamily="34" charset="0"/>
                <a:ea typeface="华文行楷" panose="02010800040101010101" pitchFamily="2" charset="-122"/>
                <a:sym typeface="Symbol" panose="05050102010706020507" pitchFamily="18" charset="2"/>
              </a:rPr>
              <a:t> </a:t>
            </a:r>
            <a:r>
              <a:rPr lang="zh-CN" altLang="en-US" sz="3200">
                <a:solidFill>
                  <a:srgbClr val="800080"/>
                </a:solidFill>
                <a:latin typeface="Arial" panose="020B060402020202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- </a:t>
            </a:r>
            <a:r>
              <a:rPr lang="en-US" altLang="zh-CN" sz="3200" i="1">
                <a:solidFill>
                  <a:srgbClr val="800080"/>
                </a:solidFill>
                <a:latin typeface="Arial" panose="020B0604020202020204" pitchFamily="34" charset="0"/>
                <a:ea typeface="华文行楷" panose="02010800040101010101" pitchFamily="2" charset="-122"/>
              </a:rPr>
              <a:t>NFA</a:t>
            </a:r>
          </a:p>
          <a:p>
            <a:pPr algn="ctr" eaLnBrk="1" hangingPunct="1">
              <a:lnSpc>
                <a:spcPct val="9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>
                <a:solidFill>
                  <a:srgbClr val="333399"/>
                </a:solidFill>
                <a:ea typeface="华文行楷" panose="02010800040101010101" pitchFamily="2" charset="-122"/>
              </a:rPr>
              <a:t>（</a:t>
            </a:r>
            <a:r>
              <a:rPr lang="zh-CN" altLang="en-US" sz="2400">
                <a:solidFill>
                  <a:srgbClr val="333399"/>
                </a:solidFill>
                <a:ea typeface="华文行楷" panose="02010800040101010101" pitchFamily="2" charset="-122"/>
              </a:rPr>
              <a:t>归纳</a:t>
            </a:r>
            <a:r>
              <a:rPr lang="zh-CN" altLang="en-US" sz="2400">
                <a:solidFill>
                  <a:srgbClr val="333399"/>
                </a:solidFill>
                <a:latin typeface="华文行楷" panose="02010800040101010101" pitchFamily="2" charset="-122"/>
                <a:ea typeface="华文行楷" panose="02010800040101010101" pitchFamily="2" charset="-122"/>
              </a:rPr>
              <a:t>构造过程）</a:t>
            </a:r>
          </a:p>
        </p:txBody>
      </p:sp>
      <p:grpSp>
        <p:nvGrpSpPr>
          <p:cNvPr id="16391" name="Group 8"/>
          <p:cNvGrpSpPr/>
          <p:nvPr/>
        </p:nvGrpSpPr>
        <p:grpSpPr bwMode="auto">
          <a:xfrm>
            <a:off x="990600" y="2012950"/>
            <a:ext cx="6248400" cy="1492250"/>
            <a:chOff x="816" y="1652"/>
            <a:chExt cx="3936" cy="940"/>
          </a:xfrm>
        </p:grpSpPr>
        <p:sp>
          <p:nvSpPr>
            <p:cNvPr id="16399" name="Rectangle 9"/>
            <p:cNvSpPr>
              <a:spLocks noChangeArrowheads="1"/>
            </p:cNvSpPr>
            <p:nvPr/>
          </p:nvSpPr>
          <p:spPr bwMode="auto">
            <a:xfrm>
              <a:off x="816" y="1652"/>
              <a:ext cx="1872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SzTx/>
                <a:buFont typeface="Wingdings" panose="05000000000000000000" pitchFamily="2" charset="2"/>
                <a:buNone/>
              </a:pPr>
              <a:r>
                <a:rPr lang="zh-CN" altLang="en-US" sz="2400" i="1">
                  <a:solidFill>
                    <a:srgbClr val="333399"/>
                  </a:solidFill>
                  <a:latin typeface="Arial" panose="020B0604020202020204" pitchFamily="34" charset="0"/>
                  <a:ea typeface="华文行楷" panose="02010800040101010101" pitchFamily="2" charset="-122"/>
                </a:rPr>
                <a:t>2 </a:t>
              </a:r>
              <a:r>
                <a:rPr lang="zh-CN" altLang="en-US" sz="2400">
                  <a:solidFill>
                    <a:srgbClr val="333399"/>
                  </a:solidFill>
                  <a:latin typeface="Arial" panose="020B0604020202020204" pitchFamily="34" charset="0"/>
                  <a:ea typeface="华文行楷" panose="02010800040101010101" pitchFamily="2" charset="-122"/>
                  <a:sym typeface="Symbol" panose="05050102010706020507" pitchFamily="18" charset="2"/>
                </a:rPr>
                <a:t>对于 </a:t>
              </a:r>
              <a:r>
                <a:rPr lang="en-US" altLang="zh-CN" sz="2400" i="1">
                  <a:solidFill>
                    <a:srgbClr val="800080"/>
                  </a:solidFill>
                  <a:ea typeface="宋体" panose="02010600030101010101" pitchFamily="2" charset="-122"/>
                  <a:sym typeface="Symbol" panose="05050102010706020507" pitchFamily="18" charset="2"/>
                </a:rPr>
                <a:t>RS</a:t>
              </a:r>
              <a:r>
                <a:rPr lang="en-US" altLang="zh-CN" sz="2400" i="1">
                  <a:solidFill>
                    <a:srgbClr val="333399"/>
                  </a:solidFill>
                  <a:ea typeface="宋体" panose="02010600030101010101" pitchFamily="2" charset="-122"/>
                  <a:sym typeface="Symbol" panose="05050102010706020507" pitchFamily="18" charset="2"/>
                </a:rPr>
                <a:t> </a:t>
              </a:r>
              <a:r>
                <a:rPr lang="en-US" altLang="zh-CN" sz="2400" i="1">
                  <a:solidFill>
                    <a:srgbClr val="333399"/>
                  </a:solidFill>
                  <a:latin typeface="Arial" panose="020B0604020202020204" pitchFamily="34" charset="0"/>
                  <a:ea typeface="华文行楷" panose="02010800040101010101" pitchFamily="2" charset="-122"/>
                  <a:sym typeface="Symbol" panose="05050102010706020507" pitchFamily="18" charset="2"/>
                </a:rPr>
                <a:t>，</a:t>
              </a:r>
              <a:r>
                <a:rPr lang="zh-CN" altLang="en-US" sz="2400">
                  <a:solidFill>
                    <a:srgbClr val="333399"/>
                  </a:solidFill>
                  <a:latin typeface="Arial" panose="020B0604020202020204" pitchFamily="34" charset="0"/>
                  <a:ea typeface="华文行楷" panose="02010800040101010101" pitchFamily="2" charset="-122"/>
                  <a:sym typeface="Symbol" panose="05050102010706020507" pitchFamily="18" charset="2"/>
                </a:rPr>
                <a:t>构造为</a:t>
              </a:r>
            </a:p>
          </p:txBody>
        </p:sp>
        <p:graphicFrame>
          <p:nvGraphicFramePr>
            <p:cNvPr id="16400" name="Object 10"/>
            <p:cNvGraphicFramePr>
              <a:graphicFrameLocks noChangeAspect="1"/>
            </p:cNvGraphicFramePr>
            <p:nvPr/>
          </p:nvGraphicFramePr>
          <p:xfrm>
            <a:off x="1350" y="2180"/>
            <a:ext cx="3402" cy="41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VISIO" r:id="rId2" imgW="5400675" imgH="657225" progId="Visio.Drawing.6">
                    <p:embed/>
                  </p:oleObj>
                </mc:Choice>
                <mc:Fallback>
                  <p:oleObj name="VISIO" r:id="rId2" imgW="5400675" imgH="657225" progId="Visio.Drawing.6">
                    <p:embed/>
                    <p:pic>
                      <p:nvPicPr>
                        <p:cNvPr id="0" name="Object 10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350" y="2180"/>
                          <a:ext cx="3402" cy="41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6401" name="Rectangle 11"/>
            <p:cNvSpPr>
              <a:spLocks noChangeArrowheads="1"/>
            </p:cNvSpPr>
            <p:nvPr/>
          </p:nvSpPr>
          <p:spPr bwMode="auto">
            <a:xfrm>
              <a:off x="3064" y="2160"/>
              <a:ext cx="200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2400" i="1">
                  <a:solidFill>
                    <a:srgbClr val="800080"/>
                  </a:solidFill>
                  <a:latin typeface="Arial" panose="020B0604020202020204" pitchFamily="34" charset="0"/>
                  <a:ea typeface="华文行楷" panose="02010800040101010101" pitchFamily="2" charset="-122"/>
                  <a:sym typeface="Symbol" panose="05050102010706020507" pitchFamily="18" charset="2"/>
                </a:rPr>
                <a:t></a:t>
              </a:r>
            </a:p>
          </p:txBody>
        </p:sp>
      </p:grpSp>
      <p:grpSp>
        <p:nvGrpSpPr>
          <p:cNvPr id="16392" name="Group 12"/>
          <p:cNvGrpSpPr/>
          <p:nvPr/>
        </p:nvGrpSpPr>
        <p:grpSpPr bwMode="auto">
          <a:xfrm>
            <a:off x="990600" y="3886200"/>
            <a:ext cx="5424488" cy="2057400"/>
            <a:chOff x="816" y="2832"/>
            <a:chExt cx="3417" cy="1296"/>
          </a:xfrm>
        </p:grpSpPr>
        <p:graphicFrame>
          <p:nvGraphicFramePr>
            <p:cNvPr id="16393" name="Object 13"/>
            <p:cNvGraphicFramePr>
              <a:graphicFrameLocks noChangeAspect="1"/>
            </p:cNvGraphicFramePr>
            <p:nvPr/>
          </p:nvGraphicFramePr>
          <p:xfrm>
            <a:off x="1526" y="3202"/>
            <a:ext cx="2707" cy="87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VISIO" r:id="rId4" imgW="4305300" imgH="1400175" progId="Visio.Drawing.6">
                    <p:embed/>
                  </p:oleObj>
                </mc:Choice>
                <mc:Fallback>
                  <p:oleObj name="VISIO" r:id="rId4" imgW="4305300" imgH="1400175" progId="Visio.Drawing.6">
                    <p:embed/>
                    <p:pic>
                      <p:nvPicPr>
                        <p:cNvPr id="0" name="Object 1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526" y="3202"/>
                          <a:ext cx="2707" cy="87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6394" name="Rectangle 14"/>
            <p:cNvSpPr>
              <a:spLocks noChangeArrowheads="1"/>
            </p:cNvSpPr>
            <p:nvPr/>
          </p:nvSpPr>
          <p:spPr bwMode="auto">
            <a:xfrm>
              <a:off x="816" y="2832"/>
              <a:ext cx="1984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SzTx/>
                <a:buFont typeface="Wingdings" panose="05000000000000000000" pitchFamily="2" charset="2"/>
                <a:buNone/>
              </a:pPr>
              <a:r>
                <a:rPr lang="zh-CN" altLang="en-US" sz="2400" i="1" dirty="0">
                  <a:solidFill>
                    <a:srgbClr val="333399"/>
                  </a:solidFill>
                  <a:latin typeface="Arial" panose="020B0604020202020204" pitchFamily="34" charset="0"/>
                  <a:ea typeface="华文行楷" panose="02010800040101010101" pitchFamily="2" charset="-122"/>
                </a:rPr>
                <a:t>3 </a:t>
              </a:r>
              <a:r>
                <a:rPr lang="zh-CN" altLang="en-US" sz="2400" dirty="0">
                  <a:solidFill>
                    <a:srgbClr val="333399"/>
                  </a:solidFill>
                  <a:latin typeface="Arial" panose="020B0604020202020204" pitchFamily="34" charset="0"/>
                  <a:ea typeface="华文行楷" panose="02010800040101010101" pitchFamily="2" charset="-122"/>
                  <a:sym typeface="Symbol" panose="05050102010706020507" pitchFamily="18" charset="2"/>
                </a:rPr>
                <a:t>对于 </a:t>
              </a:r>
              <a:r>
                <a:rPr lang="en-US" altLang="zh-CN" sz="2400" i="1" dirty="0">
                  <a:solidFill>
                    <a:srgbClr val="800080"/>
                  </a:solidFill>
                  <a:ea typeface="宋体" panose="02010600030101010101" pitchFamily="2" charset="-122"/>
                  <a:sym typeface="Symbol" panose="05050102010706020507" pitchFamily="18" charset="2"/>
                </a:rPr>
                <a:t>R*</a:t>
              </a:r>
              <a:r>
                <a:rPr lang="en-US" altLang="zh-CN" sz="2400" i="1" dirty="0">
                  <a:solidFill>
                    <a:srgbClr val="333399"/>
                  </a:solidFill>
                  <a:ea typeface="宋体" panose="02010600030101010101" pitchFamily="2" charset="-122"/>
                  <a:sym typeface="Symbol" panose="05050102010706020507" pitchFamily="18" charset="2"/>
                </a:rPr>
                <a:t> </a:t>
              </a:r>
              <a:r>
                <a:rPr lang="en-US" altLang="zh-CN" sz="2400" i="1" dirty="0">
                  <a:solidFill>
                    <a:srgbClr val="333399"/>
                  </a:solidFill>
                  <a:latin typeface="Arial" panose="020B0604020202020204" pitchFamily="34" charset="0"/>
                  <a:ea typeface="华文行楷" panose="02010800040101010101" pitchFamily="2" charset="-122"/>
                  <a:sym typeface="Symbol" panose="05050102010706020507" pitchFamily="18" charset="2"/>
                </a:rPr>
                <a:t>，</a:t>
              </a:r>
              <a:r>
                <a:rPr lang="zh-CN" altLang="en-US" sz="2400" dirty="0">
                  <a:solidFill>
                    <a:srgbClr val="333399"/>
                  </a:solidFill>
                  <a:latin typeface="Arial" panose="020B0604020202020204" pitchFamily="34" charset="0"/>
                  <a:ea typeface="华文行楷" panose="02010800040101010101" pitchFamily="2" charset="-122"/>
                  <a:sym typeface="Symbol" panose="05050102010706020507" pitchFamily="18" charset="2"/>
                </a:rPr>
                <a:t>构造为</a:t>
              </a:r>
              <a:endParaRPr lang="zh-CN" altLang="en-US" sz="2400" i="1" dirty="0">
                <a:solidFill>
                  <a:srgbClr val="800080"/>
                </a:solidFill>
                <a:latin typeface="Arial" panose="020B0604020202020204" pitchFamily="34" charset="0"/>
                <a:ea typeface="华文行楷" panose="02010800040101010101" pitchFamily="2" charset="-122"/>
                <a:sym typeface="Symbol" panose="05050102010706020507" pitchFamily="18" charset="2"/>
              </a:endParaRPr>
            </a:p>
          </p:txBody>
        </p:sp>
        <p:sp>
          <p:nvSpPr>
            <p:cNvPr id="16395" name="Rectangle 15"/>
            <p:cNvSpPr>
              <a:spLocks noChangeArrowheads="1"/>
            </p:cNvSpPr>
            <p:nvPr/>
          </p:nvSpPr>
          <p:spPr bwMode="auto">
            <a:xfrm>
              <a:off x="2104" y="3360"/>
              <a:ext cx="200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2400" i="1">
                  <a:solidFill>
                    <a:srgbClr val="800080"/>
                  </a:solidFill>
                  <a:latin typeface="Arial" panose="020B0604020202020204" pitchFamily="34" charset="0"/>
                  <a:ea typeface="华文行楷" panose="02010800040101010101" pitchFamily="2" charset="-122"/>
                  <a:sym typeface="Symbol" panose="05050102010706020507" pitchFamily="18" charset="2"/>
                </a:rPr>
                <a:t></a:t>
              </a:r>
            </a:p>
          </p:txBody>
        </p:sp>
        <p:sp>
          <p:nvSpPr>
            <p:cNvPr id="16396" name="Rectangle 16"/>
            <p:cNvSpPr>
              <a:spLocks noChangeArrowheads="1"/>
            </p:cNvSpPr>
            <p:nvPr/>
          </p:nvSpPr>
          <p:spPr bwMode="auto">
            <a:xfrm>
              <a:off x="2392" y="3840"/>
              <a:ext cx="200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2400" i="1">
                  <a:solidFill>
                    <a:srgbClr val="800080"/>
                  </a:solidFill>
                  <a:latin typeface="Arial" panose="020B0604020202020204" pitchFamily="34" charset="0"/>
                  <a:ea typeface="华文行楷" panose="02010800040101010101" pitchFamily="2" charset="-122"/>
                  <a:sym typeface="Symbol" panose="05050102010706020507" pitchFamily="18" charset="2"/>
                </a:rPr>
                <a:t></a:t>
              </a:r>
            </a:p>
          </p:txBody>
        </p:sp>
        <p:sp>
          <p:nvSpPr>
            <p:cNvPr id="16397" name="Rectangle 17"/>
            <p:cNvSpPr>
              <a:spLocks noChangeArrowheads="1"/>
            </p:cNvSpPr>
            <p:nvPr/>
          </p:nvSpPr>
          <p:spPr bwMode="auto">
            <a:xfrm>
              <a:off x="3256" y="3120"/>
              <a:ext cx="200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2400" i="1">
                  <a:solidFill>
                    <a:srgbClr val="800080"/>
                  </a:solidFill>
                  <a:latin typeface="Arial" panose="020B0604020202020204" pitchFamily="34" charset="0"/>
                  <a:ea typeface="华文行楷" panose="02010800040101010101" pitchFamily="2" charset="-122"/>
                  <a:sym typeface="Symbol" panose="05050102010706020507" pitchFamily="18" charset="2"/>
                </a:rPr>
                <a:t></a:t>
              </a:r>
            </a:p>
          </p:txBody>
        </p:sp>
        <p:sp>
          <p:nvSpPr>
            <p:cNvPr id="16398" name="Rectangle 18"/>
            <p:cNvSpPr>
              <a:spLocks noChangeArrowheads="1"/>
            </p:cNvSpPr>
            <p:nvPr/>
          </p:nvSpPr>
          <p:spPr bwMode="auto">
            <a:xfrm>
              <a:off x="3744" y="3360"/>
              <a:ext cx="200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2400" i="1">
                  <a:solidFill>
                    <a:srgbClr val="800080"/>
                  </a:solidFill>
                  <a:latin typeface="Arial" panose="020B0604020202020204" pitchFamily="34" charset="0"/>
                  <a:ea typeface="华文行楷" panose="02010800040101010101" pitchFamily="2" charset="-122"/>
                  <a:sym typeface="Symbol" panose="05050102010706020507" pitchFamily="18" charset="2"/>
                </a:rPr>
                <a:t></a:t>
              </a:r>
            </a:p>
          </p:txBody>
        </p:sp>
      </p:grpSp>
    </p:spTree>
  </p:cSld>
  <p:clrMapOvr>
    <a:masterClrMapping/>
  </p:clrMapOvr>
  <p:transition spd="med">
    <p:wipe dir="r"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灯片编号占位符 1"/>
          <p:cNvSpPr>
            <a:spLocks noGrp="1"/>
          </p:cNvSpPr>
          <p:nvPr>
            <p:ph type="sldNum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DD2802BF-3C08-4B52-AA8D-B52A348B5796}" type="slidenum">
              <a:rPr kumimoji="0" lang="zh-CN" altLang="en-US" sz="1200">
                <a:solidFill>
                  <a:srgbClr val="009999"/>
                </a:solidFill>
                <a:latin typeface="Arial Narrow" panose="020B0606020202030204" pitchFamily="34" charset="0"/>
                <a:ea typeface="宋体" panose="02010600030101010101" pitchFamily="2" charset="-122"/>
              </a:rPr>
              <a:t>25</a:t>
            </a:fld>
            <a:endParaRPr kumimoji="0" lang="en-US" altLang="zh-CN" sz="1200">
              <a:solidFill>
                <a:srgbClr val="009999"/>
              </a:solidFill>
              <a:latin typeface="Arial Narrow" panose="020B0606020202030204" pitchFamily="34" charset="0"/>
              <a:ea typeface="宋体" panose="02010600030101010101" pitchFamily="2" charset="-122"/>
            </a:endParaRPr>
          </a:p>
        </p:txBody>
      </p:sp>
      <p:sp>
        <p:nvSpPr>
          <p:cNvPr id="17411" name="日期占位符 2"/>
          <p:cNvSpPr>
            <a:spLocks noGrp="1"/>
          </p:cNvSpPr>
          <p:nvPr>
            <p:ph type="dt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431A244F-495C-4E6F-84A8-7CC4339A40A6}" type="datetime1">
              <a:rPr kumimoji="0" lang="zh-CN" altLang="en-US" sz="1200">
                <a:solidFill>
                  <a:srgbClr val="009999"/>
                </a:solidFill>
                <a:latin typeface="Arial Narrow" panose="020B0606020202030204" pitchFamily="34" charset="0"/>
                <a:ea typeface="宋体" panose="02010600030101010101" pitchFamily="2" charset="-122"/>
              </a:rPr>
              <a:t>2024/3/24</a:t>
            </a:fld>
            <a:endParaRPr kumimoji="0" lang="zh-CN" altLang="zh-CN" sz="1200">
              <a:solidFill>
                <a:srgbClr val="009999"/>
              </a:solidFill>
              <a:latin typeface="Arial Narrow" panose="020B0606020202030204" pitchFamily="34" charset="0"/>
              <a:ea typeface="宋体" panose="02010600030101010101" pitchFamily="2" charset="-122"/>
            </a:endParaRPr>
          </a:p>
        </p:txBody>
      </p:sp>
      <p:sp>
        <p:nvSpPr>
          <p:cNvPr id="17412" name="页脚占位符 3"/>
          <p:cNvSpPr>
            <a:spLocks noGrp="1"/>
          </p:cNvSpPr>
          <p:nvPr>
            <p:ph type="ftr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200">
                <a:solidFill>
                  <a:srgbClr val="009999"/>
                </a:solidFill>
                <a:latin typeface="Arial Narrow" panose="020B0606020202030204" pitchFamily="34" charset="0"/>
                <a:ea typeface="宋体" panose="02010600030101010101" pitchFamily="2" charset="-122"/>
              </a:rPr>
              <a:t>School of Computer Science, BUPT</a:t>
            </a:r>
            <a:endParaRPr lang="zh-CN" altLang="en-US" sz="1200">
              <a:solidFill>
                <a:srgbClr val="009999"/>
              </a:solidFill>
              <a:latin typeface="Arial Narrow" panose="020B0606020202030204" pitchFamily="34" charset="0"/>
              <a:ea typeface="宋体" panose="02010600030101010101" pitchFamily="2" charset="-122"/>
            </a:endParaRPr>
          </a:p>
        </p:txBody>
      </p:sp>
      <p:sp>
        <p:nvSpPr>
          <p:cNvPr id="17413" name="Text Box 6"/>
          <p:cNvSpPr txBox="1">
            <a:spLocks noChangeArrowheads="1"/>
          </p:cNvSpPr>
          <p:nvPr/>
        </p:nvSpPr>
        <p:spPr bwMode="auto">
          <a:xfrm>
            <a:off x="533400" y="1600200"/>
            <a:ext cx="711676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algn="just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400">
                <a:solidFill>
                  <a:srgbClr val="800080"/>
                </a:solidFill>
                <a:latin typeface="华文行楷" panose="02010800040101010101" pitchFamily="2" charset="-122"/>
                <a:ea typeface="华文行楷" panose="02010800040101010101" pitchFamily="2" charset="-122"/>
              </a:rPr>
              <a:t>举例: </a:t>
            </a:r>
            <a:r>
              <a:rPr lang="zh-CN" altLang="en-US" sz="2400">
                <a:solidFill>
                  <a:srgbClr val="333399"/>
                </a:solidFill>
                <a:ea typeface="华文行楷" panose="02010800040101010101" pitchFamily="2" charset="-122"/>
              </a:rPr>
              <a:t> </a:t>
            </a:r>
            <a:r>
              <a:rPr lang="zh-CN" altLang="en-US" sz="2400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</a:rPr>
              <a:t>设</a:t>
            </a:r>
            <a:r>
              <a:rPr lang="zh-CN" altLang="en-US" sz="2400">
                <a:solidFill>
                  <a:srgbClr val="333399"/>
                </a:solidFill>
                <a:ea typeface="华文行楷" panose="02010800040101010101" pitchFamily="2" charset="-122"/>
              </a:rPr>
              <a:t>正则表达式 </a:t>
            </a:r>
            <a:r>
              <a:rPr lang="zh-CN" altLang="en-US" sz="2400" i="1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</a:rPr>
              <a:t>1*0(0+1)*, </a:t>
            </a:r>
            <a:r>
              <a:rPr lang="zh-CN" altLang="en-US" sz="2400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</a:rPr>
              <a:t>构造等价的</a:t>
            </a:r>
            <a:r>
              <a:rPr lang="zh-CN" altLang="en-US" sz="2400" i="1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  <a:sym typeface="Symbol" panose="05050102010706020507" pitchFamily="18" charset="2"/>
              </a:rPr>
              <a:t> </a:t>
            </a:r>
            <a:r>
              <a:rPr lang="zh-CN" altLang="en-US" sz="2400">
                <a:solidFill>
                  <a:srgbClr val="333399"/>
                </a:solidFill>
                <a:latin typeface="Arial" panose="020B060402020202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- </a:t>
            </a:r>
            <a:r>
              <a:rPr lang="en-US" altLang="zh-CN" sz="2400" i="1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</a:rPr>
              <a:t>NFA</a:t>
            </a:r>
            <a:r>
              <a:rPr lang="en-US" altLang="zh-CN" sz="2400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</a:rPr>
              <a:t>.</a:t>
            </a:r>
          </a:p>
        </p:txBody>
      </p:sp>
      <p:sp>
        <p:nvSpPr>
          <p:cNvPr id="17414" name="Rectangle 7"/>
          <p:cNvSpPr>
            <a:spLocks noChangeArrowheads="1"/>
          </p:cNvSpPr>
          <p:nvPr/>
        </p:nvSpPr>
        <p:spPr bwMode="auto">
          <a:xfrm>
            <a:off x="838200" y="457200"/>
            <a:ext cx="7162800" cy="685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algn="ctr" eaLnBrk="1" hangingPunct="1">
              <a:lnSpc>
                <a:spcPct val="9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3200">
                <a:solidFill>
                  <a:srgbClr val="800080"/>
                </a:solidFill>
                <a:ea typeface="华文行楷" panose="02010800040101010101" pitchFamily="2" charset="-122"/>
              </a:rPr>
              <a:t>从</a:t>
            </a:r>
            <a:r>
              <a:rPr lang="zh-CN" altLang="en-US" sz="3200">
                <a:solidFill>
                  <a:srgbClr val="800080"/>
                </a:solidFill>
                <a:latin typeface="华文行楷" panose="02010800040101010101" pitchFamily="2" charset="-122"/>
                <a:ea typeface="华文行楷" panose="02010800040101010101" pitchFamily="2" charset="-122"/>
              </a:rPr>
              <a:t>正则表达式</a:t>
            </a:r>
            <a:r>
              <a:rPr lang="zh-CN" altLang="en-US" sz="3200">
                <a:solidFill>
                  <a:srgbClr val="800080"/>
                </a:solidFill>
                <a:ea typeface="华文行楷" panose="02010800040101010101" pitchFamily="2" charset="-122"/>
              </a:rPr>
              <a:t>构造等价的</a:t>
            </a:r>
            <a:r>
              <a:rPr lang="zh-CN" altLang="en-US" sz="3200" i="1">
                <a:solidFill>
                  <a:srgbClr val="800080"/>
                </a:solidFill>
                <a:latin typeface="Arial" panose="020B0604020202020204" pitchFamily="34" charset="0"/>
                <a:ea typeface="华文行楷" panose="02010800040101010101" pitchFamily="2" charset="-122"/>
                <a:sym typeface="Symbol" panose="05050102010706020507" pitchFamily="18" charset="2"/>
              </a:rPr>
              <a:t> </a:t>
            </a:r>
            <a:r>
              <a:rPr lang="zh-CN" altLang="en-US" sz="3200">
                <a:solidFill>
                  <a:srgbClr val="800080"/>
                </a:solidFill>
                <a:latin typeface="Arial" panose="020B060402020202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- </a:t>
            </a:r>
            <a:r>
              <a:rPr lang="en-US" altLang="zh-CN" sz="3200" i="1">
                <a:solidFill>
                  <a:srgbClr val="800080"/>
                </a:solidFill>
                <a:latin typeface="Arial" panose="020B0604020202020204" pitchFamily="34" charset="0"/>
                <a:ea typeface="华文行楷" panose="02010800040101010101" pitchFamily="2" charset="-122"/>
              </a:rPr>
              <a:t>NFA</a:t>
            </a:r>
          </a:p>
        </p:txBody>
      </p:sp>
      <p:grpSp>
        <p:nvGrpSpPr>
          <p:cNvPr id="17415" name="Group 8"/>
          <p:cNvGrpSpPr/>
          <p:nvPr/>
        </p:nvGrpSpPr>
        <p:grpSpPr bwMode="auto">
          <a:xfrm>
            <a:off x="1447800" y="3733800"/>
            <a:ext cx="5105400" cy="1149350"/>
            <a:chOff x="1296" y="2832"/>
            <a:chExt cx="3216" cy="724"/>
          </a:xfrm>
        </p:grpSpPr>
        <p:graphicFrame>
          <p:nvGraphicFramePr>
            <p:cNvPr id="17424" name="Object 9"/>
            <p:cNvGraphicFramePr>
              <a:graphicFrameLocks noChangeAspect="1"/>
            </p:cNvGraphicFramePr>
            <p:nvPr/>
          </p:nvGraphicFramePr>
          <p:xfrm>
            <a:off x="2747" y="2880"/>
            <a:ext cx="1765" cy="67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VISIO" r:id="rId2" imgW="2809875" imgH="1076325" progId="Visio.Drawing.6">
                    <p:embed/>
                  </p:oleObj>
                </mc:Choice>
                <mc:Fallback>
                  <p:oleObj name="VISIO" r:id="rId2" imgW="2809875" imgH="1076325" progId="Visio.Drawing.6">
                    <p:embed/>
                    <p:pic>
                      <p:nvPicPr>
                        <p:cNvPr id="0" name="Object 9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747" y="2880"/>
                          <a:ext cx="1765" cy="67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7425" name="Rectangle 10"/>
            <p:cNvSpPr>
              <a:spLocks noChangeArrowheads="1"/>
            </p:cNvSpPr>
            <p:nvPr/>
          </p:nvSpPr>
          <p:spPr bwMode="auto">
            <a:xfrm>
              <a:off x="1296" y="3072"/>
              <a:ext cx="442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2400" i="1">
                  <a:solidFill>
                    <a:srgbClr val="333399"/>
                  </a:solidFill>
                  <a:latin typeface="Arial" panose="020B0604020202020204" pitchFamily="34" charset="0"/>
                  <a:ea typeface="华文行楷" panose="02010800040101010101" pitchFamily="2" charset="-122"/>
                </a:rPr>
                <a:t>0+1</a:t>
              </a:r>
            </a:p>
          </p:txBody>
        </p:sp>
        <p:graphicFrame>
          <p:nvGraphicFramePr>
            <p:cNvPr id="17426" name="Object 11"/>
            <p:cNvGraphicFramePr>
              <a:graphicFrameLocks noChangeAspect="1"/>
            </p:cNvGraphicFramePr>
            <p:nvPr/>
          </p:nvGraphicFramePr>
          <p:xfrm>
            <a:off x="1969" y="3072"/>
            <a:ext cx="383" cy="25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VISIO" r:id="rId4" imgW="1066800" imgH="723900" progId="Visio.Drawing.6">
                    <p:embed/>
                  </p:oleObj>
                </mc:Choice>
                <mc:Fallback>
                  <p:oleObj name="VISIO" r:id="rId4" imgW="1066800" imgH="723900" progId="Visio.Drawing.6">
                    <p:embed/>
                    <p:pic>
                      <p:nvPicPr>
                        <p:cNvPr id="0" name="Object 11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969" y="3072"/>
                          <a:ext cx="383" cy="25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7427" name="Rectangle 12"/>
            <p:cNvSpPr>
              <a:spLocks noChangeArrowheads="1"/>
            </p:cNvSpPr>
            <p:nvPr/>
          </p:nvSpPr>
          <p:spPr bwMode="auto">
            <a:xfrm>
              <a:off x="4032" y="3264"/>
              <a:ext cx="200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2400" i="1">
                  <a:solidFill>
                    <a:srgbClr val="800080"/>
                  </a:solidFill>
                  <a:latin typeface="Arial" panose="020B0604020202020204" pitchFamily="34" charset="0"/>
                  <a:ea typeface="华文行楷" panose="02010800040101010101" pitchFamily="2" charset="-122"/>
                  <a:sym typeface="Symbol" panose="05050102010706020507" pitchFamily="18" charset="2"/>
                </a:rPr>
                <a:t></a:t>
              </a:r>
            </a:p>
          </p:txBody>
        </p:sp>
        <p:sp>
          <p:nvSpPr>
            <p:cNvPr id="17428" name="Rectangle 13"/>
            <p:cNvSpPr>
              <a:spLocks noChangeArrowheads="1"/>
            </p:cNvSpPr>
            <p:nvPr/>
          </p:nvSpPr>
          <p:spPr bwMode="auto">
            <a:xfrm>
              <a:off x="4032" y="2832"/>
              <a:ext cx="200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2400" i="1">
                  <a:solidFill>
                    <a:srgbClr val="800080"/>
                  </a:solidFill>
                  <a:latin typeface="Arial" panose="020B0604020202020204" pitchFamily="34" charset="0"/>
                  <a:ea typeface="华文行楷" panose="02010800040101010101" pitchFamily="2" charset="-122"/>
                  <a:sym typeface="Symbol" panose="05050102010706020507" pitchFamily="18" charset="2"/>
                </a:rPr>
                <a:t></a:t>
              </a:r>
            </a:p>
          </p:txBody>
        </p:sp>
        <p:sp>
          <p:nvSpPr>
            <p:cNvPr id="17429" name="Rectangle 14"/>
            <p:cNvSpPr>
              <a:spLocks noChangeArrowheads="1"/>
            </p:cNvSpPr>
            <p:nvPr/>
          </p:nvSpPr>
          <p:spPr bwMode="auto">
            <a:xfrm>
              <a:off x="2976" y="3264"/>
              <a:ext cx="200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2400" i="1">
                  <a:solidFill>
                    <a:srgbClr val="800080"/>
                  </a:solidFill>
                  <a:latin typeface="Arial" panose="020B0604020202020204" pitchFamily="34" charset="0"/>
                  <a:ea typeface="华文行楷" panose="02010800040101010101" pitchFamily="2" charset="-122"/>
                  <a:sym typeface="Symbol" panose="05050102010706020507" pitchFamily="18" charset="2"/>
                </a:rPr>
                <a:t></a:t>
              </a:r>
            </a:p>
          </p:txBody>
        </p:sp>
        <p:sp>
          <p:nvSpPr>
            <p:cNvPr id="17430" name="Rectangle 15"/>
            <p:cNvSpPr>
              <a:spLocks noChangeArrowheads="1"/>
            </p:cNvSpPr>
            <p:nvPr/>
          </p:nvSpPr>
          <p:spPr bwMode="auto">
            <a:xfrm>
              <a:off x="2976" y="2832"/>
              <a:ext cx="200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2400" i="1">
                  <a:solidFill>
                    <a:srgbClr val="800080"/>
                  </a:solidFill>
                  <a:latin typeface="Arial" panose="020B0604020202020204" pitchFamily="34" charset="0"/>
                  <a:ea typeface="华文行楷" panose="02010800040101010101" pitchFamily="2" charset="-122"/>
                  <a:sym typeface="Symbol" panose="05050102010706020507" pitchFamily="18" charset="2"/>
                </a:rPr>
                <a:t></a:t>
              </a:r>
            </a:p>
          </p:txBody>
        </p:sp>
      </p:grpSp>
      <p:grpSp>
        <p:nvGrpSpPr>
          <p:cNvPr id="17416" name="Group 16"/>
          <p:cNvGrpSpPr/>
          <p:nvPr/>
        </p:nvGrpSpPr>
        <p:grpSpPr bwMode="auto">
          <a:xfrm>
            <a:off x="1600200" y="2057400"/>
            <a:ext cx="4876800" cy="1447800"/>
            <a:chOff x="1392" y="1776"/>
            <a:chExt cx="3072" cy="912"/>
          </a:xfrm>
        </p:grpSpPr>
        <p:graphicFrame>
          <p:nvGraphicFramePr>
            <p:cNvPr id="17417" name="Object 17"/>
            <p:cNvGraphicFramePr>
              <a:graphicFrameLocks noChangeAspect="1"/>
            </p:cNvGraphicFramePr>
            <p:nvPr/>
          </p:nvGraphicFramePr>
          <p:xfrm>
            <a:off x="2681" y="1920"/>
            <a:ext cx="1783" cy="66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VISIO" r:id="rId6" imgW="2838450" imgH="1057275" progId="Visio.Drawing.6">
                    <p:embed/>
                  </p:oleObj>
                </mc:Choice>
                <mc:Fallback>
                  <p:oleObj name="VISIO" r:id="rId6" imgW="2838450" imgH="1057275" progId="Visio.Drawing.6">
                    <p:embed/>
                    <p:pic>
                      <p:nvPicPr>
                        <p:cNvPr id="0" name="Object 1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681" y="1920"/>
                          <a:ext cx="1783" cy="66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7418" name="Rectangle 18"/>
            <p:cNvSpPr>
              <a:spLocks noChangeArrowheads="1"/>
            </p:cNvSpPr>
            <p:nvPr/>
          </p:nvSpPr>
          <p:spPr bwMode="auto">
            <a:xfrm>
              <a:off x="1392" y="2112"/>
              <a:ext cx="298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2400" i="1">
                  <a:solidFill>
                    <a:srgbClr val="333399"/>
                  </a:solidFill>
                  <a:latin typeface="Arial" panose="020B0604020202020204" pitchFamily="34" charset="0"/>
                  <a:ea typeface="华文行楷" panose="02010800040101010101" pitchFamily="2" charset="-122"/>
                </a:rPr>
                <a:t>1*</a:t>
              </a:r>
            </a:p>
          </p:txBody>
        </p:sp>
        <p:graphicFrame>
          <p:nvGraphicFramePr>
            <p:cNvPr id="17419" name="Object 19"/>
            <p:cNvGraphicFramePr>
              <a:graphicFrameLocks noChangeAspect="1"/>
            </p:cNvGraphicFramePr>
            <p:nvPr/>
          </p:nvGraphicFramePr>
          <p:xfrm>
            <a:off x="1969" y="2112"/>
            <a:ext cx="383" cy="25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VISIO" r:id="rId8" imgW="1066800" imgH="723900" progId="Visio.Drawing.6">
                    <p:embed/>
                  </p:oleObj>
                </mc:Choice>
                <mc:Fallback>
                  <p:oleObj name="VISIO" r:id="rId8" imgW="1066800" imgH="723900" progId="Visio.Drawing.6">
                    <p:embed/>
                    <p:pic>
                      <p:nvPicPr>
                        <p:cNvPr id="0" name="Object 19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969" y="2112"/>
                          <a:ext cx="383" cy="25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7420" name="Rectangle 20"/>
            <p:cNvSpPr>
              <a:spLocks noChangeArrowheads="1"/>
            </p:cNvSpPr>
            <p:nvPr/>
          </p:nvSpPr>
          <p:spPr bwMode="auto">
            <a:xfrm>
              <a:off x="2928" y="2016"/>
              <a:ext cx="200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2400" i="1">
                  <a:solidFill>
                    <a:srgbClr val="800080"/>
                  </a:solidFill>
                  <a:latin typeface="Arial" panose="020B0604020202020204" pitchFamily="34" charset="0"/>
                  <a:ea typeface="华文行楷" panose="02010800040101010101" pitchFamily="2" charset="-122"/>
                  <a:sym typeface="Symbol" panose="05050102010706020507" pitchFamily="18" charset="2"/>
                </a:rPr>
                <a:t></a:t>
              </a:r>
            </a:p>
          </p:txBody>
        </p:sp>
        <p:sp>
          <p:nvSpPr>
            <p:cNvPr id="17421" name="Rectangle 21"/>
            <p:cNvSpPr>
              <a:spLocks noChangeArrowheads="1"/>
            </p:cNvSpPr>
            <p:nvPr/>
          </p:nvSpPr>
          <p:spPr bwMode="auto">
            <a:xfrm>
              <a:off x="3984" y="2016"/>
              <a:ext cx="200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2400" i="1">
                  <a:solidFill>
                    <a:srgbClr val="800080"/>
                  </a:solidFill>
                  <a:latin typeface="Arial" panose="020B0604020202020204" pitchFamily="34" charset="0"/>
                  <a:ea typeface="华文行楷" panose="02010800040101010101" pitchFamily="2" charset="-122"/>
                  <a:sym typeface="Symbol" panose="05050102010706020507" pitchFamily="18" charset="2"/>
                </a:rPr>
                <a:t></a:t>
              </a:r>
            </a:p>
          </p:txBody>
        </p:sp>
        <p:sp>
          <p:nvSpPr>
            <p:cNvPr id="17422" name="Rectangle 22"/>
            <p:cNvSpPr>
              <a:spLocks noChangeArrowheads="1"/>
            </p:cNvSpPr>
            <p:nvPr/>
          </p:nvSpPr>
          <p:spPr bwMode="auto">
            <a:xfrm>
              <a:off x="3408" y="2400"/>
              <a:ext cx="200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2400" i="1">
                  <a:solidFill>
                    <a:srgbClr val="800080"/>
                  </a:solidFill>
                  <a:latin typeface="Arial" panose="020B0604020202020204" pitchFamily="34" charset="0"/>
                  <a:ea typeface="华文行楷" panose="02010800040101010101" pitchFamily="2" charset="-122"/>
                  <a:sym typeface="Symbol" panose="05050102010706020507" pitchFamily="18" charset="2"/>
                </a:rPr>
                <a:t></a:t>
              </a:r>
            </a:p>
          </p:txBody>
        </p:sp>
        <p:sp>
          <p:nvSpPr>
            <p:cNvPr id="17423" name="Rectangle 23"/>
            <p:cNvSpPr>
              <a:spLocks noChangeArrowheads="1"/>
            </p:cNvSpPr>
            <p:nvPr/>
          </p:nvSpPr>
          <p:spPr bwMode="auto">
            <a:xfrm>
              <a:off x="3456" y="1776"/>
              <a:ext cx="200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2400" i="1">
                  <a:solidFill>
                    <a:srgbClr val="800080"/>
                  </a:solidFill>
                  <a:latin typeface="Arial" panose="020B0604020202020204" pitchFamily="34" charset="0"/>
                  <a:ea typeface="华文行楷" panose="02010800040101010101" pitchFamily="2" charset="-122"/>
                  <a:sym typeface="Symbol" panose="05050102010706020507" pitchFamily="18" charset="2"/>
                </a:rPr>
                <a:t></a:t>
              </a:r>
            </a:p>
          </p:txBody>
        </p:sp>
      </p:grpSp>
    </p:spTree>
  </p:cSld>
  <p:clrMapOvr>
    <a:masterClrMapping/>
  </p:clrMapOvr>
  <p:transition spd="med">
    <p:wipe dir="r"/>
  </p:transition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灯片编号占位符 1"/>
          <p:cNvSpPr>
            <a:spLocks noGrp="1"/>
          </p:cNvSpPr>
          <p:nvPr>
            <p:ph type="sldNum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D3ABFDFD-F708-4D34-B18E-B05C91B7600F}" type="slidenum">
              <a:rPr kumimoji="0" lang="zh-CN" altLang="en-US" sz="1200">
                <a:solidFill>
                  <a:srgbClr val="009999"/>
                </a:solidFill>
                <a:latin typeface="Arial Narrow" panose="020B0606020202030204" pitchFamily="34" charset="0"/>
                <a:ea typeface="宋体" panose="02010600030101010101" pitchFamily="2" charset="-122"/>
              </a:rPr>
              <a:t>26</a:t>
            </a:fld>
            <a:endParaRPr kumimoji="0" lang="en-US" altLang="zh-CN" sz="1200">
              <a:solidFill>
                <a:srgbClr val="009999"/>
              </a:solidFill>
              <a:latin typeface="Arial Narrow" panose="020B0606020202030204" pitchFamily="34" charset="0"/>
              <a:ea typeface="宋体" panose="02010600030101010101" pitchFamily="2" charset="-122"/>
            </a:endParaRPr>
          </a:p>
        </p:txBody>
      </p:sp>
      <p:sp>
        <p:nvSpPr>
          <p:cNvPr id="18435" name="日期占位符 2"/>
          <p:cNvSpPr>
            <a:spLocks noGrp="1"/>
          </p:cNvSpPr>
          <p:nvPr>
            <p:ph type="dt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009F6E6C-5723-4777-BC00-71AEE18CE565}" type="datetime1">
              <a:rPr kumimoji="0" lang="zh-CN" altLang="en-US" sz="1200">
                <a:solidFill>
                  <a:srgbClr val="009999"/>
                </a:solidFill>
                <a:latin typeface="Arial Narrow" panose="020B0606020202030204" pitchFamily="34" charset="0"/>
                <a:ea typeface="宋体" panose="02010600030101010101" pitchFamily="2" charset="-122"/>
              </a:rPr>
              <a:t>2024/3/24</a:t>
            </a:fld>
            <a:endParaRPr kumimoji="0" lang="zh-CN" altLang="zh-CN" sz="1200">
              <a:solidFill>
                <a:srgbClr val="009999"/>
              </a:solidFill>
              <a:latin typeface="Arial Narrow" panose="020B0606020202030204" pitchFamily="34" charset="0"/>
              <a:ea typeface="宋体" panose="02010600030101010101" pitchFamily="2" charset="-122"/>
            </a:endParaRPr>
          </a:p>
        </p:txBody>
      </p:sp>
      <p:sp>
        <p:nvSpPr>
          <p:cNvPr id="18436" name="页脚占位符 3"/>
          <p:cNvSpPr>
            <a:spLocks noGrp="1"/>
          </p:cNvSpPr>
          <p:nvPr>
            <p:ph type="ftr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200">
                <a:solidFill>
                  <a:srgbClr val="009999"/>
                </a:solidFill>
                <a:latin typeface="Arial Narrow" panose="020B0606020202030204" pitchFamily="34" charset="0"/>
                <a:ea typeface="宋体" panose="02010600030101010101" pitchFamily="2" charset="-122"/>
              </a:rPr>
              <a:t>School of Computer Science, BUPT</a:t>
            </a:r>
            <a:endParaRPr lang="zh-CN" altLang="en-US" sz="1200">
              <a:solidFill>
                <a:srgbClr val="009999"/>
              </a:solidFill>
              <a:latin typeface="Arial Narrow" panose="020B0606020202030204" pitchFamily="34" charset="0"/>
              <a:ea typeface="宋体" panose="02010600030101010101" pitchFamily="2" charset="-122"/>
            </a:endParaRPr>
          </a:p>
        </p:txBody>
      </p:sp>
      <p:sp>
        <p:nvSpPr>
          <p:cNvPr id="18437" name="Rectangle 6"/>
          <p:cNvSpPr>
            <a:spLocks noChangeArrowheads="1"/>
          </p:cNvSpPr>
          <p:nvPr/>
        </p:nvSpPr>
        <p:spPr bwMode="auto">
          <a:xfrm>
            <a:off x="762000" y="381000"/>
            <a:ext cx="7239000" cy="685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algn="ctr" eaLnBrk="1" hangingPunct="1">
              <a:lnSpc>
                <a:spcPct val="9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3200">
                <a:solidFill>
                  <a:srgbClr val="800080"/>
                </a:solidFill>
                <a:ea typeface="华文行楷" panose="02010800040101010101" pitchFamily="2" charset="-122"/>
              </a:rPr>
              <a:t>从</a:t>
            </a:r>
            <a:r>
              <a:rPr lang="zh-CN" altLang="en-US" sz="3200">
                <a:solidFill>
                  <a:srgbClr val="800080"/>
                </a:solidFill>
                <a:latin typeface="华文行楷" panose="02010800040101010101" pitchFamily="2" charset="-122"/>
                <a:ea typeface="华文行楷" panose="02010800040101010101" pitchFamily="2" charset="-122"/>
              </a:rPr>
              <a:t>正则表达式</a:t>
            </a:r>
            <a:r>
              <a:rPr lang="zh-CN" altLang="en-US" sz="3200">
                <a:solidFill>
                  <a:srgbClr val="800080"/>
                </a:solidFill>
                <a:ea typeface="华文行楷" panose="02010800040101010101" pitchFamily="2" charset="-122"/>
              </a:rPr>
              <a:t>构造等价的</a:t>
            </a:r>
            <a:r>
              <a:rPr lang="zh-CN" altLang="en-US" sz="3200" i="1">
                <a:solidFill>
                  <a:srgbClr val="800080"/>
                </a:solidFill>
                <a:latin typeface="Arial" panose="020B0604020202020204" pitchFamily="34" charset="0"/>
                <a:ea typeface="华文行楷" panose="02010800040101010101" pitchFamily="2" charset="-122"/>
                <a:sym typeface="Symbol" panose="05050102010706020507" pitchFamily="18" charset="2"/>
              </a:rPr>
              <a:t> </a:t>
            </a:r>
            <a:r>
              <a:rPr lang="zh-CN" altLang="en-US" sz="3200">
                <a:solidFill>
                  <a:srgbClr val="800080"/>
                </a:solidFill>
                <a:latin typeface="Arial" panose="020B060402020202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- </a:t>
            </a:r>
            <a:r>
              <a:rPr lang="en-US" altLang="zh-CN" sz="3200" i="1">
                <a:solidFill>
                  <a:srgbClr val="800080"/>
                </a:solidFill>
                <a:latin typeface="Arial" panose="020B0604020202020204" pitchFamily="34" charset="0"/>
                <a:ea typeface="华文行楷" panose="02010800040101010101" pitchFamily="2" charset="-122"/>
              </a:rPr>
              <a:t>NFA</a:t>
            </a:r>
          </a:p>
        </p:txBody>
      </p:sp>
      <p:grpSp>
        <p:nvGrpSpPr>
          <p:cNvPr id="18438" name="Group 7"/>
          <p:cNvGrpSpPr/>
          <p:nvPr/>
        </p:nvGrpSpPr>
        <p:grpSpPr bwMode="auto">
          <a:xfrm>
            <a:off x="965200" y="1538287"/>
            <a:ext cx="7097713" cy="1966913"/>
            <a:chOff x="768" y="1209"/>
            <a:chExt cx="4471" cy="1239"/>
          </a:xfrm>
        </p:grpSpPr>
        <p:sp>
          <p:nvSpPr>
            <p:cNvPr id="18457" name="Rectangle 8"/>
            <p:cNvSpPr>
              <a:spLocks noChangeArrowheads="1"/>
            </p:cNvSpPr>
            <p:nvPr/>
          </p:nvSpPr>
          <p:spPr bwMode="auto">
            <a:xfrm>
              <a:off x="768" y="1536"/>
              <a:ext cx="645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2400" i="1" dirty="0">
                  <a:solidFill>
                    <a:srgbClr val="333399"/>
                  </a:solidFill>
                  <a:latin typeface="Arial" panose="020B0604020202020204" pitchFamily="34" charset="0"/>
                  <a:ea typeface="华文行楷" panose="02010800040101010101" pitchFamily="2" charset="-122"/>
                </a:rPr>
                <a:t>(0+1)*</a:t>
              </a:r>
            </a:p>
          </p:txBody>
        </p:sp>
        <p:graphicFrame>
          <p:nvGraphicFramePr>
            <p:cNvPr id="18458" name="Object 9"/>
            <p:cNvGraphicFramePr>
              <a:graphicFrameLocks noChangeAspect="1"/>
            </p:cNvGraphicFramePr>
            <p:nvPr/>
          </p:nvGraphicFramePr>
          <p:xfrm>
            <a:off x="1728" y="1536"/>
            <a:ext cx="383" cy="25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VISIO" r:id="rId2" imgW="1066800" imgH="723900" progId="Visio.Drawing.6">
                    <p:embed/>
                  </p:oleObj>
                </mc:Choice>
                <mc:Fallback>
                  <p:oleObj name="VISIO" r:id="rId2" imgW="1066800" imgH="723900" progId="Visio.Drawing.6">
                    <p:embed/>
                    <p:pic>
                      <p:nvPicPr>
                        <p:cNvPr id="0" name="Object 9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728" y="1536"/>
                          <a:ext cx="383" cy="25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8459" name="Object 10"/>
            <p:cNvGraphicFramePr>
              <a:graphicFrameLocks noChangeAspect="1"/>
            </p:cNvGraphicFramePr>
            <p:nvPr/>
          </p:nvGraphicFramePr>
          <p:xfrm>
            <a:off x="2448" y="1209"/>
            <a:ext cx="2791" cy="109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VISIO" r:id="rId4" imgW="4438650" imgH="1743075" progId="Visio.Drawing.6">
                    <p:embed/>
                  </p:oleObj>
                </mc:Choice>
                <mc:Fallback>
                  <p:oleObj name="VISIO" r:id="rId4" imgW="4438650" imgH="1743075" progId="Visio.Drawing.6">
                    <p:embed/>
                    <p:pic>
                      <p:nvPicPr>
                        <p:cNvPr id="0" name="Object 10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448" y="1209"/>
                          <a:ext cx="2791" cy="109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8460" name="Rectangle 11"/>
            <p:cNvSpPr>
              <a:spLocks noChangeArrowheads="1"/>
            </p:cNvSpPr>
            <p:nvPr/>
          </p:nvSpPr>
          <p:spPr bwMode="auto">
            <a:xfrm>
              <a:off x="3792" y="2160"/>
              <a:ext cx="200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2400" i="1" dirty="0">
                  <a:solidFill>
                    <a:srgbClr val="800080"/>
                  </a:solidFill>
                  <a:latin typeface="Arial" panose="020B0604020202020204" pitchFamily="34" charset="0"/>
                  <a:ea typeface="华文行楷" panose="02010800040101010101" pitchFamily="2" charset="-122"/>
                  <a:sym typeface="Symbol" panose="05050102010706020507" pitchFamily="18" charset="2"/>
                </a:rPr>
                <a:t></a:t>
              </a:r>
            </a:p>
          </p:txBody>
        </p:sp>
        <p:sp>
          <p:nvSpPr>
            <p:cNvPr id="18461" name="Rectangle 12"/>
            <p:cNvSpPr>
              <a:spLocks noChangeArrowheads="1"/>
            </p:cNvSpPr>
            <p:nvPr/>
          </p:nvSpPr>
          <p:spPr bwMode="auto">
            <a:xfrm>
              <a:off x="2688" y="1536"/>
              <a:ext cx="200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2400" i="1">
                  <a:solidFill>
                    <a:srgbClr val="800080"/>
                  </a:solidFill>
                  <a:latin typeface="Arial" panose="020B0604020202020204" pitchFamily="34" charset="0"/>
                  <a:ea typeface="华文行楷" panose="02010800040101010101" pitchFamily="2" charset="-122"/>
                  <a:sym typeface="Symbol" panose="05050102010706020507" pitchFamily="18" charset="2"/>
                </a:rPr>
                <a:t></a:t>
              </a:r>
            </a:p>
          </p:txBody>
        </p:sp>
        <p:sp>
          <p:nvSpPr>
            <p:cNvPr id="18462" name="Rectangle 13"/>
            <p:cNvSpPr>
              <a:spLocks noChangeArrowheads="1"/>
            </p:cNvSpPr>
            <p:nvPr/>
          </p:nvSpPr>
          <p:spPr bwMode="auto">
            <a:xfrm>
              <a:off x="4704" y="1536"/>
              <a:ext cx="200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2400" i="1">
                  <a:solidFill>
                    <a:srgbClr val="800080"/>
                  </a:solidFill>
                  <a:latin typeface="Arial" panose="020B0604020202020204" pitchFamily="34" charset="0"/>
                  <a:ea typeface="华文行楷" panose="02010800040101010101" pitchFamily="2" charset="-122"/>
                  <a:sym typeface="Symbol" panose="05050102010706020507" pitchFamily="18" charset="2"/>
                </a:rPr>
                <a:t></a:t>
              </a:r>
            </a:p>
          </p:txBody>
        </p:sp>
        <p:sp>
          <p:nvSpPr>
            <p:cNvPr id="18463" name="Rectangle 14"/>
            <p:cNvSpPr>
              <a:spLocks noChangeArrowheads="1"/>
            </p:cNvSpPr>
            <p:nvPr/>
          </p:nvSpPr>
          <p:spPr bwMode="auto">
            <a:xfrm>
              <a:off x="4320" y="1248"/>
              <a:ext cx="200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2400" i="1">
                  <a:solidFill>
                    <a:srgbClr val="800080"/>
                  </a:solidFill>
                  <a:latin typeface="Arial" panose="020B0604020202020204" pitchFamily="34" charset="0"/>
                  <a:ea typeface="华文行楷" panose="02010800040101010101" pitchFamily="2" charset="-122"/>
                  <a:sym typeface="Symbol" panose="05050102010706020507" pitchFamily="18" charset="2"/>
                </a:rPr>
                <a:t></a:t>
              </a:r>
            </a:p>
          </p:txBody>
        </p:sp>
        <p:sp>
          <p:nvSpPr>
            <p:cNvPr id="18464" name="Rectangle 15"/>
            <p:cNvSpPr>
              <a:spLocks noChangeArrowheads="1"/>
            </p:cNvSpPr>
            <p:nvPr/>
          </p:nvSpPr>
          <p:spPr bwMode="auto">
            <a:xfrm>
              <a:off x="3120" y="1776"/>
              <a:ext cx="200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2400" i="1">
                  <a:solidFill>
                    <a:srgbClr val="800080"/>
                  </a:solidFill>
                  <a:latin typeface="Arial" panose="020B0604020202020204" pitchFamily="34" charset="0"/>
                  <a:ea typeface="华文行楷" panose="02010800040101010101" pitchFamily="2" charset="-122"/>
                  <a:sym typeface="Symbol" panose="05050102010706020507" pitchFamily="18" charset="2"/>
                </a:rPr>
                <a:t></a:t>
              </a:r>
            </a:p>
          </p:txBody>
        </p:sp>
        <p:sp>
          <p:nvSpPr>
            <p:cNvPr id="18465" name="Rectangle 16"/>
            <p:cNvSpPr>
              <a:spLocks noChangeArrowheads="1"/>
            </p:cNvSpPr>
            <p:nvPr/>
          </p:nvSpPr>
          <p:spPr bwMode="auto">
            <a:xfrm>
              <a:off x="3216" y="1536"/>
              <a:ext cx="200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2400" i="1">
                  <a:solidFill>
                    <a:srgbClr val="800080"/>
                  </a:solidFill>
                  <a:latin typeface="Arial" panose="020B0604020202020204" pitchFamily="34" charset="0"/>
                  <a:ea typeface="华文行楷" panose="02010800040101010101" pitchFamily="2" charset="-122"/>
                  <a:sym typeface="Symbol" panose="05050102010706020507" pitchFamily="18" charset="2"/>
                </a:rPr>
                <a:t></a:t>
              </a:r>
            </a:p>
          </p:txBody>
        </p:sp>
        <p:sp>
          <p:nvSpPr>
            <p:cNvPr id="18466" name="Rectangle 17"/>
            <p:cNvSpPr>
              <a:spLocks noChangeArrowheads="1"/>
            </p:cNvSpPr>
            <p:nvPr/>
          </p:nvSpPr>
          <p:spPr bwMode="auto">
            <a:xfrm>
              <a:off x="4312" y="1776"/>
              <a:ext cx="200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2400" i="1">
                  <a:solidFill>
                    <a:srgbClr val="800080"/>
                  </a:solidFill>
                  <a:latin typeface="Arial" panose="020B0604020202020204" pitchFamily="34" charset="0"/>
                  <a:ea typeface="华文行楷" panose="02010800040101010101" pitchFamily="2" charset="-122"/>
                  <a:sym typeface="Symbol" panose="05050102010706020507" pitchFamily="18" charset="2"/>
                </a:rPr>
                <a:t></a:t>
              </a:r>
            </a:p>
          </p:txBody>
        </p:sp>
        <p:sp>
          <p:nvSpPr>
            <p:cNvPr id="18467" name="Rectangle 18"/>
            <p:cNvSpPr>
              <a:spLocks noChangeArrowheads="1"/>
            </p:cNvSpPr>
            <p:nvPr/>
          </p:nvSpPr>
          <p:spPr bwMode="auto">
            <a:xfrm>
              <a:off x="4224" y="1536"/>
              <a:ext cx="200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2400" i="1">
                  <a:solidFill>
                    <a:srgbClr val="800080"/>
                  </a:solidFill>
                  <a:latin typeface="Arial" panose="020B0604020202020204" pitchFamily="34" charset="0"/>
                  <a:ea typeface="华文行楷" panose="02010800040101010101" pitchFamily="2" charset="-122"/>
                  <a:sym typeface="Symbol" panose="05050102010706020507" pitchFamily="18" charset="2"/>
                </a:rPr>
                <a:t></a:t>
              </a:r>
            </a:p>
          </p:txBody>
        </p:sp>
      </p:grpSp>
      <p:graphicFrame>
        <p:nvGraphicFramePr>
          <p:cNvPr id="18440" name="Object 20"/>
          <p:cNvGraphicFramePr>
            <a:graphicFrameLocks noChangeAspect="1"/>
          </p:cNvGraphicFramePr>
          <p:nvPr/>
        </p:nvGraphicFramePr>
        <p:xfrm>
          <a:off x="965200" y="3871913"/>
          <a:ext cx="7188200" cy="22526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6" imgW="7191375" imgH="2257425" progId="Visio.Drawing.6">
                  <p:embed/>
                </p:oleObj>
              </mc:Choice>
              <mc:Fallback>
                <p:oleObj name="VISIO" r:id="rId6" imgW="7191375" imgH="2257425" progId="Visio.Drawing.6">
                  <p:embed/>
                  <p:pic>
                    <p:nvPicPr>
                      <p:cNvPr id="0" name="Object 2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65200" y="3871913"/>
                        <a:ext cx="7188200" cy="22526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8441" name="Rectangle 21"/>
          <p:cNvSpPr>
            <a:spLocks noChangeArrowheads="1"/>
          </p:cNvSpPr>
          <p:nvPr/>
        </p:nvSpPr>
        <p:spPr bwMode="auto">
          <a:xfrm>
            <a:off x="609600" y="3262313"/>
            <a:ext cx="148272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400" i="1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</a:rPr>
              <a:t>1*0(0+1)*</a:t>
            </a:r>
          </a:p>
        </p:txBody>
      </p:sp>
      <p:graphicFrame>
        <p:nvGraphicFramePr>
          <p:cNvPr id="18442" name="Object 22"/>
          <p:cNvGraphicFramePr>
            <a:graphicFrameLocks noChangeAspect="1"/>
          </p:cNvGraphicFramePr>
          <p:nvPr/>
        </p:nvGraphicFramePr>
        <p:xfrm>
          <a:off x="2516188" y="3262313"/>
          <a:ext cx="608013" cy="4111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8" imgW="1066800" imgH="723900" progId="Visio.Drawing.6">
                  <p:embed/>
                </p:oleObj>
              </mc:Choice>
              <mc:Fallback>
                <p:oleObj name="VISIO" r:id="rId8" imgW="1066800" imgH="723900" progId="Visio.Drawing.6">
                  <p:embed/>
                  <p:pic>
                    <p:nvPicPr>
                      <p:cNvPr id="0" name="Object 2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16188" y="3262313"/>
                        <a:ext cx="608013" cy="4111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8443" name="Rectangle 23"/>
          <p:cNvSpPr>
            <a:spLocks noChangeArrowheads="1"/>
          </p:cNvSpPr>
          <p:nvPr/>
        </p:nvSpPr>
        <p:spPr bwMode="auto">
          <a:xfrm>
            <a:off x="5715000" y="5853113"/>
            <a:ext cx="3175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400" i="1">
                <a:solidFill>
                  <a:srgbClr val="800080"/>
                </a:solidFill>
                <a:latin typeface="Arial" panose="020B0604020202020204" pitchFamily="34" charset="0"/>
                <a:ea typeface="华文行楷" panose="02010800040101010101" pitchFamily="2" charset="-122"/>
                <a:sym typeface="Symbol" panose="05050102010706020507" pitchFamily="18" charset="2"/>
              </a:rPr>
              <a:t></a:t>
            </a:r>
          </a:p>
        </p:txBody>
      </p:sp>
      <p:sp>
        <p:nvSpPr>
          <p:cNvPr id="18444" name="Rectangle 24"/>
          <p:cNvSpPr>
            <a:spLocks noChangeArrowheads="1"/>
          </p:cNvSpPr>
          <p:nvPr/>
        </p:nvSpPr>
        <p:spPr bwMode="auto">
          <a:xfrm>
            <a:off x="4114800" y="5091113"/>
            <a:ext cx="3175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400" i="1">
                <a:solidFill>
                  <a:srgbClr val="800080"/>
                </a:solidFill>
                <a:latin typeface="Arial" panose="020B0604020202020204" pitchFamily="34" charset="0"/>
                <a:ea typeface="华文行楷" panose="02010800040101010101" pitchFamily="2" charset="-122"/>
                <a:sym typeface="Symbol" panose="05050102010706020507" pitchFamily="18" charset="2"/>
              </a:rPr>
              <a:t></a:t>
            </a:r>
          </a:p>
        </p:txBody>
      </p:sp>
      <p:sp>
        <p:nvSpPr>
          <p:cNvPr id="18445" name="Rectangle 25"/>
          <p:cNvSpPr>
            <a:spLocks noChangeArrowheads="1"/>
          </p:cNvSpPr>
          <p:nvPr/>
        </p:nvSpPr>
        <p:spPr bwMode="auto">
          <a:xfrm>
            <a:off x="5016500" y="4862513"/>
            <a:ext cx="3175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400" i="1">
                <a:solidFill>
                  <a:srgbClr val="800080"/>
                </a:solidFill>
                <a:latin typeface="Arial" panose="020B0604020202020204" pitchFamily="34" charset="0"/>
                <a:ea typeface="华文行楷" panose="02010800040101010101" pitchFamily="2" charset="-122"/>
                <a:sym typeface="Symbol" panose="05050102010706020507" pitchFamily="18" charset="2"/>
              </a:rPr>
              <a:t></a:t>
            </a:r>
          </a:p>
        </p:txBody>
      </p:sp>
      <p:sp>
        <p:nvSpPr>
          <p:cNvPr id="18446" name="Rectangle 26"/>
          <p:cNvSpPr>
            <a:spLocks noChangeArrowheads="1"/>
          </p:cNvSpPr>
          <p:nvPr/>
        </p:nvSpPr>
        <p:spPr bwMode="auto">
          <a:xfrm>
            <a:off x="4864100" y="5319713"/>
            <a:ext cx="3175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400" i="1">
                <a:solidFill>
                  <a:srgbClr val="800080"/>
                </a:solidFill>
                <a:latin typeface="Arial" panose="020B0604020202020204" pitchFamily="34" charset="0"/>
                <a:ea typeface="华文行楷" panose="02010800040101010101" pitchFamily="2" charset="-122"/>
                <a:sym typeface="Symbol" panose="05050102010706020507" pitchFamily="18" charset="2"/>
              </a:rPr>
              <a:t></a:t>
            </a:r>
          </a:p>
        </p:txBody>
      </p:sp>
      <p:sp>
        <p:nvSpPr>
          <p:cNvPr id="18447" name="Rectangle 27"/>
          <p:cNvSpPr>
            <a:spLocks noChangeArrowheads="1"/>
          </p:cNvSpPr>
          <p:nvPr/>
        </p:nvSpPr>
        <p:spPr bwMode="auto">
          <a:xfrm>
            <a:off x="6616700" y="4405313"/>
            <a:ext cx="3175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400" i="1">
                <a:solidFill>
                  <a:srgbClr val="800080"/>
                </a:solidFill>
                <a:latin typeface="Arial" panose="020B0604020202020204" pitchFamily="34" charset="0"/>
                <a:ea typeface="华文行楷" panose="02010800040101010101" pitchFamily="2" charset="-122"/>
                <a:sym typeface="Symbol" panose="05050102010706020507" pitchFamily="18" charset="2"/>
              </a:rPr>
              <a:t></a:t>
            </a:r>
          </a:p>
        </p:txBody>
      </p:sp>
      <p:sp>
        <p:nvSpPr>
          <p:cNvPr id="18448" name="Rectangle 28"/>
          <p:cNvSpPr>
            <a:spLocks noChangeArrowheads="1"/>
          </p:cNvSpPr>
          <p:nvPr/>
        </p:nvSpPr>
        <p:spPr bwMode="auto">
          <a:xfrm>
            <a:off x="7315200" y="4862513"/>
            <a:ext cx="3175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400" i="1">
                <a:solidFill>
                  <a:srgbClr val="800080"/>
                </a:solidFill>
                <a:latin typeface="Arial" panose="020B0604020202020204" pitchFamily="34" charset="0"/>
                <a:ea typeface="华文行楷" panose="02010800040101010101" pitchFamily="2" charset="-122"/>
                <a:sym typeface="Symbol" panose="05050102010706020507" pitchFamily="18" charset="2"/>
              </a:rPr>
              <a:t></a:t>
            </a:r>
          </a:p>
        </p:txBody>
      </p:sp>
      <p:sp>
        <p:nvSpPr>
          <p:cNvPr id="18449" name="Rectangle 29"/>
          <p:cNvSpPr>
            <a:spLocks noChangeArrowheads="1"/>
          </p:cNvSpPr>
          <p:nvPr/>
        </p:nvSpPr>
        <p:spPr bwMode="auto">
          <a:xfrm>
            <a:off x="6477000" y="4862513"/>
            <a:ext cx="3175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400" i="1">
                <a:solidFill>
                  <a:srgbClr val="800080"/>
                </a:solidFill>
                <a:latin typeface="Arial" panose="020B0604020202020204" pitchFamily="34" charset="0"/>
                <a:ea typeface="华文行楷" panose="02010800040101010101" pitchFamily="2" charset="-122"/>
                <a:sym typeface="Symbol" panose="05050102010706020507" pitchFamily="18" charset="2"/>
              </a:rPr>
              <a:t></a:t>
            </a:r>
          </a:p>
        </p:txBody>
      </p:sp>
      <p:sp>
        <p:nvSpPr>
          <p:cNvPr id="18450" name="Rectangle 30"/>
          <p:cNvSpPr>
            <a:spLocks noChangeArrowheads="1"/>
          </p:cNvSpPr>
          <p:nvPr/>
        </p:nvSpPr>
        <p:spPr bwMode="auto">
          <a:xfrm>
            <a:off x="6629400" y="5319713"/>
            <a:ext cx="3175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400" i="1">
                <a:solidFill>
                  <a:srgbClr val="800080"/>
                </a:solidFill>
                <a:latin typeface="Arial" panose="020B0604020202020204" pitchFamily="34" charset="0"/>
                <a:ea typeface="华文行楷" panose="02010800040101010101" pitchFamily="2" charset="-122"/>
                <a:sym typeface="Symbol" panose="05050102010706020507" pitchFamily="18" charset="2"/>
              </a:rPr>
              <a:t></a:t>
            </a:r>
          </a:p>
        </p:txBody>
      </p:sp>
      <p:sp>
        <p:nvSpPr>
          <p:cNvPr id="18451" name="Rectangle 31"/>
          <p:cNvSpPr>
            <a:spLocks noChangeArrowheads="1"/>
          </p:cNvSpPr>
          <p:nvPr/>
        </p:nvSpPr>
        <p:spPr bwMode="auto">
          <a:xfrm>
            <a:off x="4406900" y="4405313"/>
            <a:ext cx="3175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400" i="1">
                <a:solidFill>
                  <a:srgbClr val="800080"/>
                </a:solidFill>
                <a:latin typeface="Arial" panose="020B0604020202020204" pitchFamily="34" charset="0"/>
                <a:ea typeface="华文行楷" panose="02010800040101010101" pitchFamily="2" charset="-122"/>
                <a:sym typeface="Symbol" panose="05050102010706020507" pitchFamily="18" charset="2"/>
              </a:rPr>
              <a:t></a:t>
            </a:r>
          </a:p>
        </p:txBody>
      </p:sp>
      <p:sp>
        <p:nvSpPr>
          <p:cNvPr id="18452" name="Rectangle 32"/>
          <p:cNvSpPr>
            <a:spLocks noChangeArrowheads="1"/>
          </p:cNvSpPr>
          <p:nvPr/>
        </p:nvSpPr>
        <p:spPr bwMode="auto">
          <a:xfrm>
            <a:off x="3797300" y="4024313"/>
            <a:ext cx="3175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400" i="1">
                <a:solidFill>
                  <a:srgbClr val="800080"/>
                </a:solidFill>
                <a:latin typeface="Arial" panose="020B0604020202020204" pitchFamily="34" charset="0"/>
                <a:ea typeface="华文行楷" panose="02010800040101010101" pitchFamily="2" charset="-122"/>
                <a:sym typeface="Symbol" panose="05050102010706020507" pitchFamily="18" charset="2"/>
              </a:rPr>
              <a:t></a:t>
            </a:r>
          </a:p>
        </p:txBody>
      </p:sp>
      <p:sp>
        <p:nvSpPr>
          <p:cNvPr id="18453" name="Rectangle 33"/>
          <p:cNvSpPr>
            <a:spLocks noChangeArrowheads="1"/>
          </p:cNvSpPr>
          <p:nvPr/>
        </p:nvSpPr>
        <p:spPr bwMode="auto">
          <a:xfrm>
            <a:off x="2959100" y="4024313"/>
            <a:ext cx="3175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400" i="1">
                <a:solidFill>
                  <a:srgbClr val="800080"/>
                </a:solidFill>
                <a:latin typeface="Arial" panose="020B0604020202020204" pitchFamily="34" charset="0"/>
                <a:ea typeface="华文行楷" panose="02010800040101010101" pitchFamily="2" charset="-122"/>
                <a:sym typeface="Symbol" panose="05050102010706020507" pitchFamily="18" charset="2"/>
              </a:rPr>
              <a:t></a:t>
            </a:r>
          </a:p>
        </p:txBody>
      </p:sp>
      <p:sp>
        <p:nvSpPr>
          <p:cNvPr id="18454" name="Rectangle 34"/>
          <p:cNvSpPr>
            <a:spLocks noChangeArrowheads="1"/>
          </p:cNvSpPr>
          <p:nvPr/>
        </p:nvSpPr>
        <p:spPr bwMode="auto">
          <a:xfrm>
            <a:off x="2209800" y="4633913"/>
            <a:ext cx="3175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400" i="1">
                <a:solidFill>
                  <a:srgbClr val="800080"/>
                </a:solidFill>
                <a:latin typeface="Arial" panose="020B0604020202020204" pitchFamily="34" charset="0"/>
                <a:ea typeface="华文行楷" panose="02010800040101010101" pitchFamily="2" charset="-122"/>
                <a:sym typeface="Symbol" panose="05050102010706020507" pitchFamily="18" charset="2"/>
              </a:rPr>
              <a:t></a:t>
            </a:r>
          </a:p>
        </p:txBody>
      </p:sp>
      <p:sp>
        <p:nvSpPr>
          <p:cNvPr id="18455" name="Rectangle 35"/>
          <p:cNvSpPr>
            <a:spLocks noChangeArrowheads="1"/>
          </p:cNvSpPr>
          <p:nvPr/>
        </p:nvSpPr>
        <p:spPr bwMode="auto">
          <a:xfrm>
            <a:off x="1371600" y="4024313"/>
            <a:ext cx="3175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400" i="1">
                <a:solidFill>
                  <a:srgbClr val="800080"/>
                </a:solidFill>
                <a:latin typeface="Arial" panose="020B0604020202020204" pitchFamily="34" charset="0"/>
                <a:ea typeface="华文行楷" panose="02010800040101010101" pitchFamily="2" charset="-122"/>
                <a:sym typeface="Symbol" panose="05050102010706020507" pitchFamily="18" charset="2"/>
              </a:rPr>
              <a:t></a:t>
            </a:r>
          </a:p>
        </p:txBody>
      </p:sp>
      <p:sp>
        <p:nvSpPr>
          <p:cNvPr id="18456" name="Rectangle 36"/>
          <p:cNvSpPr>
            <a:spLocks noChangeArrowheads="1"/>
          </p:cNvSpPr>
          <p:nvPr/>
        </p:nvSpPr>
        <p:spPr bwMode="auto">
          <a:xfrm>
            <a:off x="2578100" y="3795713"/>
            <a:ext cx="3175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400" i="1">
                <a:solidFill>
                  <a:srgbClr val="800080"/>
                </a:solidFill>
                <a:latin typeface="Arial" panose="020B0604020202020204" pitchFamily="34" charset="0"/>
                <a:ea typeface="华文行楷" panose="02010800040101010101" pitchFamily="2" charset="-122"/>
                <a:sym typeface="Symbol" panose="05050102010706020507" pitchFamily="18" charset="2"/>
              </a:rPr>
              <a:t></a:t>
            </a:r>
          </a:p>
        </p:txBody>
      </p:sp>
    </p:spTree>
  </p:cSld>
  <p:clrMapOvr>
    <a:masterClrMapping/>
  </p:clrMapOvr>
  <p:transition spd="med">
    <p:wipe dir="r"/>
  </p:transition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灯片编号占位符 1"/>
          <p:cNvSpPr>
            <a:spLocks noGrp="1"/>
          </p:cNvSpPr>
          <p:nvPr>
            <p:ph type="sldNum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51488554-B2CE-44E8-A481-F236F336E780}" type="slidenum">
              <a:rPr kumimoji="0" lang="zh-CN" altLang="en-US" sz="1200">
                <a:solidFill>
                  <a:srgbClr val="009999"/>
                </a:solidFill>
                <a:latin typeface="Arial Narrow" panose="020B0606020202030204" pitchFamily="34" charset="0"/>
                <a:ea typeface="宋体" panose="02010600030101010101" pitchFamily="2" charset="-122"/>
              </a:rPr>
              <a:t>27</a:t>
            </a:fld>
            <a:endParaRPr kumimoji="0" lang="en-US" altLang="zh-CN" sz="1200">
              <a:solidFill>
                <a:srgbClr val="009999"/>
              </a:solidFill>
              <a:latin typeface="Arial Narrow" panose="020B0606020202030204" pitchFamily="34" charset="0"/>
              <a:ea typeface="宋体" panose="02010600030101010101" pitchFamily="2" charset="-122"/>
            </a:endParaRPr>
          </a:p>
        </p:txBody>
      </p:sp>
      <p:sp>
        <p:nvSpPr>
          <p:cNvPr id="28675" name="日期占位符 2"/>
          <p:cNvSpPr>
            <a:spLocks noGrp="1"/>
          </p:cNvSpPr>
          <p:nvPr>
            <p:ph type="dt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8AF05D36-4330-4489-A345-360A680CE21C}" type="datetime1">
              <a:rPr kumimoji="0" lang="zh-CN" altLang="en-US" sz="1200">
                <a:solidFill>
                  <a:srgbClr val="009999"/>
                </a:solidFill>
                <a:latin typeface="Arial Narrow" panose="020B0606020202030204" pitchFamily="34" charset="0"/>
                <a:ea typeface="宋体" panose="02010600030101010101" pitchFamily="2" charset="-122"/>
              </a:rPr>
              <a:t>2024/3/24</a:t>
            </a:fld>
            <a:endParaRPr kumimoji="0" lang="zh-CN" altLang="zh-CN" sz="1200">
              <a:solidFill>
                <a:srgbClr val="009999"/>
              </a:solidFill>
              <a:latin typeface="Arial Narrow" panose="020B0606020202030204" pitchFamily="34" charset="0"/>
              <a:ea typeface="宋体" panose="02010600030101010101" pitchFamily="2" charset="-122"/>
            </a:endParaRPr>
          </a:p>
        </p:txBody>
      </p:sp>
      <p:sp>
        <p:nvSpPr>
          <p:cNvPr id="28676" name="页脚占位符 3"/>
          <p:cNvSpPr>
            <a:spLocks noGrp="1"/>
          </p:cNvSpPr>
          <p:nvPr>
            <p:ph type="ftr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200">
                <a:solidFill>
                  <a:srgbClr val="009999"/>
                </a:solidFill>
                <a:latin typeface="Arial Narrow" panose="020B0606020202030204" pitchFamily="34" charset="0"/>
                <a:ea typeface="宋体" panose="02010600030101010101" pitchFamily="2" charset="-122"/>
              </a:rPr>
              <a:t>School of Computer Science, BUPT</a:t>
            </a:r>
            <a:endParaRPr lang="zh-CN" altLang="en-US" sz="1200">
              <a:solidFill>
                <a:srgbClr val="009999"/>
              </a:solidFill>
              <a:latin typeface="Arial Narrow" panose="020B0606020202030204" pitchFamily="34" charset="0"/>
              <a:ea typeface="宋体" panose="02010600030101010101" pitchFamily="2" charset="-122"/>
            </a:endParaRPr>
          </a:p>
        </p:txBody>
      </p:sp>
      <p:sp>
        <p:nvSpPr>
          <p:cNvPr id="28677" name="Rectangle 2"/>
          <p:cNvSpPr>
            <a:spLocks noChangeArrowheads="1"/>
          </p:cNvSpPr>
          <p:nvPr/>
        </p:nvSpPr>
        <p:spPr bwMode="auto">
          <a:xfrm>
            <a:off x="2286000" y="609600"/>
            <a:ext cx="3886200" cy="381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algn="ctr" eaLnBrk="1" hangingPunct="1">
              <a:lnSpc>
                <a:spcPct val="9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3200" dirty="0">
                <a:solidFill>
                  <a:srgbClr val="800080"/>
                </a:solidFill>
                <a:latin typeface="Arial" panose="020B0604020202020204" pitchFamily="34" charset="0"/>
                <a:ea typeface="华文行楷" panose="02010800040101010101" pitchFamily="2" charset="-122"/>
              </a:rPr>
              <a:t>课堂练习</a:t>
            </a:r>
            <a:r>
              <a:rPr lang="zh-CN" altLang="en-US" sz="3200" i="1" dirty="0">
                <a:solidFill>
                  <a:schemeClr val="hlink"/>
                </a:solidFill>
                <a:latin typeface="CMR10" charset="0"/>
                <a:ea typeface="宋体" panose="02010600030101010101" pitchFamily="2" charset="-122"/>
              </a:rPr>
              <a:t> </a:t>
            </a:r>
          </a:p>
        </p:txBody>
      </p:sp>
      <p:sp>
        <p:nvSpPr>
          <p:cNvPr id="28678" name="Text Box 7"/>
          <p:cNvSpPr txBox="1">
            <a:spLocks noChangeArrowheads="1"/>
          </p:cNvSpPr>
          <p:nvPr/>
        </p:nvSpPr>
        <p:spPr bwMode="auto">
          <a:xfrm>
            <a:off x="827584" y="1202710"/>
            <a:ext cx="8458200" cy="36009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 typeface="Wingdings" panose="05000000000000000000" pitchFamily="2" charset="2"/>
              <a:buNone/>
            </a:pPr>
            <a:r>
              <a:rPr lang="zh-CN" altLang="en-US" sz="2400" dirty="0">
                <a:solidFill>
                  <a:schemeClr val="tx2"/>
                </a:solidFill>
                <a:latin typeface="楷体_GB2312" pitchFamily="49" charset="-122"/>
              </a:rPr>
              <a:t> 转换下列正则表达式为带</a:t>
            </a:r>
            <a:r>
              <a:rPr lang="zh-CN" altLang="en-US" sz="2400" dirty="0">
                <a:solidFill>
                  <a:schemeClr val="tx2"/>
                </a:solidFill>
                <a:latin typeface="楷体_GB2312" pitchFamily="49" charset="-122"/>
                <a:sym typeface="Symbol" panose="05050102010706020507" pitchFamily="18" charset="2"/>
              </a:rPr>
              <a:t></a:t>
            </a:r>
            <a:r>
              <a:rPr lang="zh-CN" altLang="en-US" sz="2400" dirty="0">
                <a:solidFill>
                  <a:schemeClr val="tx2"/>
                </a:solidFill>
                <a:latin typeface="楷体_GB2312" pitchFamily="49" charset="-122"/>
              </a:rPr>
              <a:t>转移的</a:t>
            </a:r>
            <a:r>
              <a:rPr lang="en-US" altLang="zh-CN" sz="2400" dirty="0">
                <a:solidFill>
                  <a:schemeClr val="tx2"/>
                </a:solidFill>
                <a:latin typeface="楷体_GB2312" pitchFamily="49" charset="-122"/>
              </a:rPr>
              <a:t>NFA</a:t>
            </a:r>
            <a:r>
              <a:rPr lang="en-US" altLang="zh-CN" sz="2400" dirty="0">
                <a:solidFill>
                  <a:schemeClr val="tx2"/>
                </a:solidFill>
                <a:latin typeface="楷体_GB2312" pitchFamily="49" charset="-122"/>
                <a:sym typeface="Symbol" panose="05050102010706020507" pitchFamily="18" charset="2"/>
              </a:rPr>
              <a:t>.</a:t>
            </a:r>
            <a:endParaRPr lang="en-US" altLang="zh-CN" sz="2400" dirty="0">
              <a:solidFill>
                <a:schemeClr val="tx2"/>
              </a:solidFill>
              <a:latin typeface="楷体_GB2312" pitchFamily="49" charset="-122"/>
            </a:endParaRPr>
          </a:p>
          <a:p>
            <a:pPr eaLnBrk="1" hangingPunct="1">
              <a:spcBef>
                <a:spcPct val="0"/>
              </a:spcBef>
              <a:buClrTx/>
              <a:buSzTx/>
              <a:buFont typeface="Wingdings" panose="05000000000000000000" pitchFamily="2" charset="2"/>
              <a:buChar char=" "/>
            </a:pPr>
            <a:r>
              <a:rPr lang="en-US" altLang="zh-CN" sz="1200" dirty="0">
                <a:solidFill>
                  <a:schemeClr val="tx2"/>
                </a:solidFill>
              </a:rPr>
              <a:t> </a:t>
            </a:r>
          </a:p>
          <a:p>
            <a:pPr eaLnBrk="1" hangingPunct="1">
              <a:spcBef>
                <a:spcPct val="0"/>
              </a:spcBef>
              <a:buClrTx/>
              <a:buSzTx/>
              <a:buFont typeface="Wingdings" panose="05000000000000000000" pitchFamily="2" charset="2"/>
              <a:buNone/>
            </a:pPr>
            <a:r>
              <a:rPr lang="en-US" altLang="zh-CN" sz="2400" i="1" dirty="0">
                <a:solidFill>
                  <a:schemeClr val="tx2"/>
                </a:solidFill>
                <a:latin typeface="Arial" panose="020B0604020202020204" pitchFamily="34" charset="0"/>
                <a:ea typeface="华文行楷" panose="02010800040101010101" pitchFamily="2" charset="-122"/>
              </a:rPr>
              <a:t>    a) 01*.</a:t>
            </a:r>
          </a:p>
          <a:p>
            <a:pPr eaLnBrk="1" hangingPunct="1">
              <a:spcBef>
                <a:spcPct val="0"/>
              </a:spcBef>
              <a:buClrTx/>
              <a:buSzTx/>
              <a:buFont typeface="Wingdings" panose="05000000000000000000" pitchFamily="2" charset="2"/>
              <a:buNone/>
            </a:pPr>
            <a:endParaRPr lang="en-US" altLang="zh-CN" sz="2400" i="1" dirty="0">
              <a:solidFill>
                <a:schemeClr val="tx2"/>
              </a:solidFill>
              <a:latin typeface="Arial" panose="020B0604020202020204" pitchFamily="34" charset="0"/>
              <a:ea typeface="华文行楷" panose="02010800040101010101" pitchFamily="2" charset="-122"/>
            </a:endParaRPr>
          </a:p>
          <a:p>
            <a:pPr eaLnBrk="1" hangingPunct="1">
              <a:spcBef>
                <a:spcPct val="0"/>
              </a:spcBef>
              <a:buClrTx/>
              <a:buSzTx/>
              <a:buFont typeface="Wingdings" panose="05000000000000000000" pitchFamily="2" charset="2"/>
              <a:buNone/>
            </a:pPr>
            <a:endParaRPr lang="en-US" altLang="zh-CN" sz="2400" i="1" dirty="0">
              <a:solidFill>
                <a:schemeClr val="tx2"/>
              </a:solidFill>
              <a:latin typeface="Arial" panose="020B0604020202020204" pitchFamily="34" charset="0"/>
              <a:ea typeface="华文行楷" panose="02010800040101010101" pitchFamily="2" charset="-122"/>
            </a:endParaRPr>
          </a:p>
          <a:p>
            <a:pPr eaLnBrk="1" hangingPunct="1">
              <a:spcBef>
                <a:spcPct val="0"/>
              </a:spcBef>
              <a:buClrTx/>
              <a:buSzTx/>
              <a:buFont typeface="Wingdings" panose="05000000000000000000" pitchFamily="2" charset="2"/>
              <a:buNone/>
            </a:pPr>
            <a:r>
              <a:rPr lang="en-US" altLang="zh-CN" sz="2400" i="1" dirty="0">
                <a:solidFill>
                  <a:schemeClr val="tx2"/>
                </a:solidFill>
                <a:latin typeface="Arial" panose="020B0604020202020204" pitchFamily="34" charset="0"/>
                <a:ea typeface="华文行楷" panose="02010800040101010101" pitchFamily="2" charset="-122"/>
              </a:rPr>
              <a:t>    b) (0+1)01.</a:t>
            </a:r>
          </a:p>
          <a:p>
            <a:pPr eaLnBrk="1" hangingPunct="1">
              <a:spcBef>
                <a:spcPct val="0"/>
              </a:spcBef>
              <a:buClrTx/>
              <a:buSzTx/>
              <a:buFont typeface="Wingdings" panose="05000000000000000000" pitchFamily="2" charset="2"/>
              <a:buNone/>
            </a:pPr>
            <a:endParaRPr lang="en-US" altLang="zh-CN" sz="2400" i="1" dirty="0">
              <a:solidFill>
                <a:schemeClr val="tx2"/>
              </a:solidFill>
              <a:latin typeface="Arial" panose="020B0604020202020204" pitchFamily="34" charset="0"/>
              <a:ea typeface="华文行楷" panose="02010800040101010101" pitchFamily="2" charset="-122"/>
            </a:endParaRPr>
          </a:p>
          <a:p>
            <a:pPr eaLnBrk="1" hangingPunct="1">
              <a:spcBef>
                <a:spcPct val="0"/>
              </a:spcBef>
              <a:buClrTx/>
              <a:buSzTx/>
              <a:buFont typeface="Wingdings" panose="05000000000000000000" pitchFamily="2" charset="2"/>
              <a:buNone/>
            </a:pPr>
            <a:endParaRPr lang="en-US" altLang="zh-CN" sz="2400" i="1" dirty="0">
              <a:solidFill>
                <a:schemeClr val="tx2"/>
              </a:solidFill>
              <a:latin typeface="Arial" panose="020B0604020202020204" pitchFamily="34" charset="0"/>
              <a:ea typeface="华文行楷" panose="02010800040101010101" pitchFamily="2" charset="-122"/>
            </a:endParaRPr>
          </a:p>
          <a:p>
            <a:pPr eaLnBrk="1" hangingPunct="1">
              <a:spcBef>
                <a:spcPct val="0"/>
              </a:spcBef>
              <a:buClrTx/>
              <a:buSzTx/>
              <a:buFont typeface="Wingdings" panose="05000000000000000000" pitchFamily="2" charset="2"/>
              <a:buNone/>
            </a:pPr>
            <a:endParaRPr lang="en-US" altLang="zh-CN" sz="2400" i="1" dirty="0">
              <a:solidFill>
                <a:schemeClr val="tx2"/>
              </a:solidFill>
              <a:latin typeface="Arial" panose="020B0604020202020204" pitchFamily="34" charset="0"/>
              <a:ea typeface="华文行楷" panose="02010800040101010101" pitchFamily="2" charset="-122"/>
            </a:endParaRPr>
          </a:p>
          <a:p>
            <a:pPr eaLnBrk="1" hangingPunct="1">
              <a:spcBef>
                <a:spcPct val="0"/>
              </a:spcBef>
              <a:buClrTx/>
              <a:buSzTx/>
              <a:buFont typeface="Wingdings" panose="05000000000000000000" pitchFamily="2" charset="2"/>
              <a:buNone/>
            </a:pPr>
            <a:r>
              <a:rPr lang="en-US" altLang="zh-CN" sz="2400" i="1" dirty="0">
                <a:solidFill>
                  <a:schemeClr val="tx2"/>
                </a:solidFill>
                <a:latin typeface="Arial" panose="020B0604020202020204" pitchFamily="34" charset="0"/>
                <a:ea typeface="华文行楷" panose="02010800040101010101" pitchFamily="2" charset="-122"/>
              </a:rPr>
              <a:t>    c) 00(0+1)*.</a:t>
            </a:r>
          </a:p>
        </p:txBody>
      </p:sp>
      <p:grpSp>
        <p:nvGrpSpPr>
          <p:cNvPr id="26" name="组合 25"/>
          <p:cNvGrpSpPr/>
          <p:nvPr/>
        </p:nvGrpSpPr>
        <p:grpSpPr>
          <a:xfrm>
            <a:off x="2604426" y="1683676"/>
            <a:ext cx="4728393" cy="1447800"/>
            <a:chOff x="2260969" y="2957036"/>
            <a:chExt cx="4728393" cy="1447800"/>
          </a:xfrm>
        </p:grpSpPr>
        <p:sp>
          <p:nvSpPr>
            <p:cNvPr id="13" name="Rectangle 22"/>
            <p:cNvSpPr>
              <a:spLocks noChangeArrowheads="1"/>
            </p:cNvSpPr>
            <p:nvPr/>
          </p:nvSpPr>
          <p:spPr bwMode="auto">
            <a:xfrm>
              <a:off x="5312961" y="3947636"/>
              <a:ext cx="317500" cy="4572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2400" i="1" dirty="0">
                  <a:solidFill>
                    <a:srgbClr val="800080"/>
                  </a:solidFill>
                  <a:latin typeface="Arial" panose="020B0604020202020204" pitchFamily="34" charset="0"/>
                  <a:ea typeface="华文行楷" panose="02010800040101010101" pitchFamily="2" charset="-122"/>
                  <a:sym typeface="Symbol" panose="05050102010706020507" pitchFamily="18" charset="2"/>
                </a:rPr>
                <a:t></a:t>
              </a:r>
            </a:p>
          </p:txBody>
        </p:sp>
        <p:sp>
          <p:nvSpPr>
            <p:cNvPr id="14" name="Rectangle 23"/>
            <p:cNvSpPr>
              <a:spLocks noChangeArrowheads="1"/>
            </p:cNvSpPr>
            <p:nvPr/>
          </p:nvSpPr>
          <p:spPr bwMode="auto">
            <a:xfrm>
              <a:off x="5389161" y="2957036"/>
              <a:ext cx="317500" cy="4572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2400" i="1">
                  <a:solidFill>
                    <a:srgbClr val="800080"/>
                  </a:solidFill>
                  <a:latin typeface="Arial" panose="020B0604020202020204" pitchFamily="34" charset="0"/>
                  <a:ea typeface="华文行楷" panose="02010800040101010101" pitchFamily="2" charset="-122"/>
                  <a:sym typeface="Symbol" panose="05050102010706020507" pitchFamily="18" charset="2"/>
                </a:rPr>
                <a:t></a:t>
              </a:r>
            </a:p>
          </p:txBody>
        </p:sp>
        <p:grpSp>
          <p:nvGrpSpPr>
            <p:cNvPr id="23" name="组合 22"/>
            <p:cNvGrpSpPr/>
            <p:nvPr/>
          </p:nvGrpSpPr>
          <p:grpSpPr>
            <a:xfrm>
              <a:off x="2260969" y="3185636"/>
              <a:ext cx="4728393" cy="1052513"/>
              <a:chOff x="2260969" y="3185636"/>
              <a:chExt cx="4728393" cy="1052513"/>
            </a:xfrm>
          </p:grpSpPr>
          <p:graphicFrame>
            <p:nvGraphicFramePr>
              <p:cNvPr id="8" name="Object 17"/>
              <p:cNvGraphicFramePr>
                <a:graphicFrameLocks noChangeAspect="1"/>
              </p:cNvGraphicFramePr>
              <p:nvPr/>
            </p:nvGraphicFramePr>
            <p:xfrm>
              <a:off x="4158849" y="3185636"/>
              <a:ext cx="2830513" cy="1052513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VISIO" r:id="rId2" imgW="2838450" imgH="1057275" progId="Visio.Drawing.6">
                      <p:embed/>
                    </p:oleObj>
                  </mc:Choice>
                  <mc:Fallback>
                    <p:oleObj name="VISIO" r:id="rId2" imgW="2838450" imgH="1057275" progId="Visio.Drawing.6">
                      <p:embed/>
                      <p:pic>
                        <p:nvPicPr>
                          <p:cNvPr id="0" name="Object 17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3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4158849" y="3185636"/>
                            <a:ext cx="2830513" cy="1052513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chemeClr val="accent1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chemeClr val="tx1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chemeClr val="bg2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11" name="Rectangle 20"/>
              <p:cNvSpPr>
                <a:spLocks noChangeArrowheads="1"/>
              </p:cNvSpPr>
              <p:nvPr/>
            </p:nvSpPr>
            <p:spPr bwMode="auto">
              <a:xfrm>
                <a:off x="4550961" y="3338036"/>
                <a:ext cx="317500" cy="45720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zh-CN" altLang="en-US" sz="2400" i="1">
                    <a:solidFill>
                      <a:srgbClr val="800080"/>
                    </a:solidFill>
                    <a:latin typeface="Arial" panose="020B0604020202020204" pitchFamily="34" charset="0"/>
                    <a:ea typeface="华文行楷" panose="02010800040101010101" pitchFamily="2" charset="-122"/>
                    <a:sym typeface="Symbol" panose="05050102010706020507" pitchFamily="18" charset="2"/>
                  </a:rPr>
                  <a:t></a:t>
                </a:r>
              </a:p>
            </p:txBody>
          </p:sp>
          <p:sp>
            <p:nvSpPr>
              <p:cNvPr id="12" name="Rectangle 21"/>
              <p:cNvSpPr>
                <a:spLocks noChangeArrowheads="1"/>
              </p:cNvSpPr>
              <p:nvPr/>
            </p:nvSpPr>
            <p:spPr bwMode="auto">
              <a:xfrm>
                <a:off x="6227361" y="3338036"/>
                <a:ext cx="317500" cy="45720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zh-CN" altLang="en-US" sz="2400" i="1" dirty="0">
                    <a:solidFill>
                      <a:srgbClr val="800080"/>
                    </a:solidFill>
                    <a:latin typeface="Arial" panose="020B0604020202020204" pitchFamily="34" charset="0"/>
                    <a:ea typeface="华文行楷" panose="02010800040101010101" pitchFamily="2" charset="-122"/>
                    <a:sym typeface="Symbol" panose="05050102010706020507" pitchFamily="18" charset="2"/>
                  </a:rPr>
                  <a:t></a:t>
                </a:r>
              </a:p>
            </p:txBody>
          </p:sp>
          <p:sp>
            <p:nvSpPr>
              <p:cNvPr id="2" name="椭圆 1"/>
              <p:cNvSpPr/>
              <p:nvPr/>
            </p:nvSpPr>
            <p:spPr bwMode="auto">
              <a:xfrm>
                <a:off x="2662457" y="3533100"/>
                <a:ext cx="375320" cy="360040"/>
              </a:xfrm>
              <a:prstGeom prst="ellipse">
                <a:avLst/>
              </a:prstGeom>
              <a:solidFill>
                <a:schemeClr val="bg1"/>
              </a:solidFill>
              <a:ln w="19050" cap="flat" cmpd="sng" algn="ctr">
                <a:solidFill>
                  <a:srgbClr val="80008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t" anchorCtr="0" compatLnSpc="1"/>
              <a:lstStyle/>
              <a:p>
                <a:pPr marL="0" marR="0" indent="0" algn="r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None/>
                </a:pPr>
                <a:endParaRPr kumimoji="1" lang="zh-CN" altLang="en-US" sz="1800" b="1" i="0" u="none" strike="noStrike" cap="none" normalizeH="0" baseline="0" dirty="0">
                  <a:ln>
                    <a:noFill/>
                  </a:ln>
                  <a:solidFill>
                    <a:srgbClr val="009999"/>
                  </a:solidFill>
                  <a:effectLst/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6" name="椭圆 15"/>
              <p:cNvSpPr/>
              <p:nvPr/>
            </p:nvSpPr>
            <p:spPr bwMode="auto">
              <a:xfrm>
                <a:off x="3439265" y="3533100"/>
                <a:ext cx="375320" cy="360040"/>
              </a:xfrm>
              <a:prstGeom prst="ellipse">
                <a:avLst/>
              </a:prstGeom>
              <a:solidFill>
                <a:schemeClr val="bg1"/>
              </a:solidFill>
              <a:ln w="19050" cap="flat" cmpd="sng" algn="ctr">
                <a:solidFill>
                  <a:srgbClr val="80008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t" anchorCtr="0" compatLnSpc="1"/>
              <a:lstStyle/>
              <a:p>
                <a:pPr marL="0" marR="0" indent="0" algn="r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None/>
                </a:pPr>
                <a:endParaRPr kumimoji="1" lang="zh-CN" altLang="en-US" sz="1800" b="1" i="0" u="none" strike="noStrike" cap="none" normalizeH="0" baseline="0" dirty="0">
                  <a:ln>
                    <a:noFill/>
                  </a:ln>
                  <a:solidFill>
                    <a:srgbClr val="009999"/>
                  </a:solidFill>
                  <a:effectLst/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cxnSp>
            <p:nvCxnSpPr>
              <p:cNvPr id="4" name="直接箭头连接符 3"/>
              <p:cNvCxnSpPr>
                <a:stCxn id="2" idx="6"/>
                <a:endCxn id="16" idx="2"/>
              </p:cNvCxnSpPr>
              <p:nvPr/>
            </p:nvCxnSpPr>
            <p:spPr bwMode="auto">
              <a:xfrm>
                <a:off x="3037777" y="3713120"/>
                <a:ext cx="401488" cy="0"/>
              </a:xfrm>
              <a:prstGeom prst="straightConnector1">
                <a:avLst/>
              </a:prstGeom>
              <a:solidFill>
                <a:schemeClr val="accent1"/>
              </a:solidFill>
              <a:ln w="19050" cap="flat" cmpd="sng" algn="ctr">
                <a:solidFill>
                  <a:srgbClr val="800080"/>
                </a:solidFill>
                <a:prstDash val="solid"/>
                <a:round/>
                <a:headEnd type="none" w="med" len="med"/>
                <a:tailEnd type="triangle"/>
              </a:ln>
              <a:effectLst/>
            </p:spPr>
          </p:cxnSp>
          <p:cxnSp>
            <p:nvCxnSpPr>
              <p:cNvPr id="20" name="直接箭头连接符 19"/>
              <p:cNvCxnSpPr/>
              <p:nvPr/>
            </p:nvCxnSpPr>
            <p:spPr bwMode="auto">
              <a:xfrm>
                <a:off x="3814585" y="3713120"/>
                <a:ext cx="401488" cy="0"/>
              </a:xfrm>
              <a:prstGeom prst="straightConnector1">
                <a:avLst/>
              </a:prstGeom>
              <a:solidFill>
                <a:schemeClr val="accent1"/>
              </a:solidFill>
              <a:ln w="19050" cap="flat" cmpd="sng" algn="ctr">
                <a:solidFill>
                  <a:srgbClr val="800080"/>
                </a:solidFill>
                <a:prstDash val="solid"/>
                <a:round/>
                <a:headEnd type="none" w="med" len="med"/>
                <a:tailEnd type="triangle"/>
              </a:ln>
              <a:effectLst/>
            </p:spPr>
          </p:cxnSp>
          <p:cxnSp>
            <p:nvCxnSpPr>
              <p:cNvPr id="21" name="直接箭头连接符 20"/>
              <p:cNvCxnSpPr/>
              <p:nvPr/>
            </p:nvCxnSpPr>
            <p:spPr bwMode="auto">
              <a:xfrm>
                <a:off x="2260969" y="3713120"/>
                <a:ext cx="401488" cy="0"/>
              </a:xfrm>
              <a:prstGeom prst="straightConnector1">
                <a:avLst/>
              </a:prstGeom>
              <a:solidFill>
                <a:schemeClr val="accent1"/>
              </a:solidFill>
              <a:ln w="19050" cap="flat" cmpd="sng" algn="ctr">
                <a:solidFill>
                  <a:srgbClr val="800080"/>
                </a:solidFill>
                <a:prstDash val="solid"/>
                <a:round/>
                <a:headEnd type="none" w="med" len="med"/>
                <a:tailEnd type="triangle"/>
              </a:ln>
              <a:effectLst/>
            </p:spPr>
          </p:cxnSp>
          <p:sp>
            <p:nvSpPr>
              <p:cNvPr id="24" name="矩形 23"/>
              <p:cNvSpPr/>
              <p:nvPr/>
            </p:nvSpPr>
            <p:spPr>
              <a:xfrm>
                <a:off x="3810437" y="3266329"/>
                <a:ext cx="319318" cy="46166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zh-CN" altLang="en-US" sz="2400" b="1" i="1" dirty="0">
                    <a:solidFill>
                      <a:srgbClr val="800080"/>
                    </a:solidFill>
                    <a:latin typeface="Arial" panose="020B0604020202020204" pitchFamily="34" charset="0"/>
                    <a:ea typeface="华文行楷" panose="02010800040101010101" pitchFamily="2" charset="-122"/>
                    <a:sym typeface="Symbol" panose="05050102010706020507" pitchFamily="18" charset="2"/>
                  </a:rPr>
                  <a:t></a:t>
                </a:r>
                <a:endParaRPr lang="zh-CN" altLang="en-US" sz="2400" b="1" dirty="0"/>
              </a:p>
            </p:txBody>
          </p:sp>
          <p:sp>
            <p:nvSpPr>
              <p:cNvPr id="25" name="矩形 24"/>
              <p:cNvSpPr/>
              <p:nvPr/>
            </p:nvSpPr>
            <p:spPr>
              <a:xfrm>
                <a:off x="3061979" y="3378478"/>
                <a:ext cx="320558" cy="338554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en-US" altLang="zh-CN" sz="1600" i="1" dirty="0">
                    <a:solidFill>
                      <a:srgbClr val="800080"/>
                    </a:solidFill>
                    <a:latin typeface="Arial" panose="020B0604020202020204" pitchFamily="34" charset="0"/>
                    <a:ea typeface="华文行楷" panose="02010800040101010101" pitchFamily="2" charset="-122"/>
                    <a:sym typeface="Symbol" panose="05050102010706020507" pitchFamily="18" charset="2"/>
                  </a:rPr>
                  <a:t>0</a:t>
                </a:r>
                <a:endParaRPr lang="zh-CN" altLang="en-US" sz="1600" dirty="0"/>
              </a:p>
            </p:txBody>
          </p:sp>
        </p:grpSp>
      </p:grpSp>
      <p:grpSp>
        <p:nvGrpSpPr>
          <p:cNvPr id="27" name="组合 26"/>
          <p:cNvGrpSpPr/>
          <p:nvPr/>
        </p:nvGrpSpPr>
        <p:grpSpPr>
          <a:xfrm>
            <a:off x="2122073" y="3212976"/>
            <a:ext cx="6266351" cy="1149350"/>
            <a:chOff x="2370312" y="4195307"/>
            <a:chExt cx="6266351" cy="1149350"/>
          </a:xfrm>
        </p:grpSpPr>
        <p:graphicFrame>
          <p:nvGraphicFramePr>
            <p:cNvPr id="29" name="Object 9"/>
            <p:cNvGraphicFramePr>
              <a:graphicFrameLocks noChangeAspect="1"/>
            </p:cNvGraphicFramePr>
            <p:nvPr/>
          </p:nvGraphicFramePr>
          <p:xfrm>
            <a:off x="2745974" y="4271507"/>
            <a:ext cx="2801938" cy="107315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VISIO" r:id="rId4" imgW="2809875" imgH="1076325" progId="Visio.Drawing.6">
                    <p:embed/>
                  </p:oleObj>
                </mc:Choice>
                <mc:Fallback>
                  <p:oleObj name="VISIO" r:id="rId4" imgW="2809875" imgH="1076325" progId="Visio.Drawing.6">
                    <p:embed/>
                    <p:pic>
                      <p:nvPicPr>
                        <p:cNvPr id="0" name="Object 9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745974" y="4271507"/>
                          <a:ext cx="2801938" cy="107315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2" name="Rectangle 12"/>
            <p:cNvSpPr>
              <a:spLocks noChangeArrowheads="1"/>
            </p:cNvSpPr>
            <p:nvPr/>
          </p:nvSpPr>
          <p:spPr bwMode="auto">
            <a:xfrm>
              <a:off x="4785911" y="4881107"/>
              <a:ext cx="317500" cy="4572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2400" i="1">
                  <a:solidFill>
                    <a:srgbClr val="800080"/>
                  </a:solidFill>
                  <a:latin typeface="Arial" panose="020B0604020202020204" pitchFamily="34" charset="0"/>
                  <a:ea typeface="华文行楷" panose="02010800040101010101" pitchFamily="2" charset="-122"/>
                  <a:sym typeface="Symbol" panose="05050102010706020507" pitchFamily="18" charset="2"/>
                </a:rPr>
                <a:t></a:t>
              </a:r>
            </a:p>
          </p:txBody>
        </p:sp>
        <p:sp>
          <p:nvSpPr>
            <p:cNvPr id="33" name="Rectangle 13"/>
            <p:cNvSpPr>
              <a:spLocks noChangeArrowheads="1"/>
            </p:cNvSpPr>
            <p:nvPr/>
          </p:nvSpPr>
          <p:spPr bwMode="auto">
            <a:xfrm>
              <a:off x="4785911" y="4195307"/>
              <a:ext cx="317500" cy="4572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2400" i="1">
                  <a:solidFill>
                    <a:srgbClr val="800080"/>
                  </a:solidFill>
                  <a:latin typeface="Arial" panose="020B0604020202020204" pitchFamily="34" charset="0"/>
                  <a:ea typeface="华文行楷" panose="02010800040101010101" pitchFamily="2" charset="-122"/>
                  <a:sym typeface="Symbol" panose="05050102010706020507" pitchFamily="18" charset="2"/>
                </a:rPr>
                <a:t></a:t>
              </a:r>
            </a:p>
          </p:txBody>
        </p:sp>
        <p:sp>
          <p:nvSpPr>
            <p:cNvPr id="34" name="Rectangle 14"/>
            <p:cNvSpPr>
              <a:spLocks noChangeArrowheads="1"/>
            </p:cNvSpPr>
            <p:nvPr/>
          </p:nvSpPr>
          <p:spPr bwMode="auto">
            <a:xfrm>
              <a:off x="3109511" y="4881107"/>
              <a:ext cx="317500" cy="4572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2400" i="1">
                  <a:solidFill>
                    <a:srgbClr val="800080"/>
                  </a:solidFill>
                  <a:latin typeface="Arial" panose="020B0604020202020204" pitchFamily="34" charset="0"/>
                  <a:ea typeface="华文行楷" panose="02010800040101010101" pitchFamily="2" charset="-122"/>
                  <a:sym typeface="Symbol" panose="05050102010706020507" pitchFamily="18" charset="2"/>
                </a:rPr>
                <a:t></a:t>
              </a:r>
            </a:p>
          </p:txBody>
        </p:sp>
        <p:sp>
          <p:nvSpPr>
            <p:cNvPr id="35" name="Rectangle 15"/>
            <p:cNvSpPr>
              <a:spLocks noChangeArrowheads="1"/>
            </p:cNvSpPr>
            <p:nvPr/>
          </p:nvSpPr>
          <p:spPr bwMode="auto">
            <a:xfrm>
              <a:off x="3109511" y="4195307"/>
              <a:ext cx="317500" cy="4572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2400" i="1">
                  <a:solidFill>
                    <a:srgbClr val="800080"/>
                  </a:solidFill>
                  <a:latin typeface="Arial" panose="020B0604020202020204" pitchFamily="34" charset="0"/>
                  <a:ea typeface="华文行楷" panose="02010800040101010101" pitchFamily="2" charset="-122"/>
                  <a:sym typeface="Symbol" panose="05050102010706020507" pitchFamily="18" charset="2"/>
                </a:rPr>
                <a:t></a:t>
              </a:r>
            </a:p>
          </p:txBody>
        </p:sp>
        <p:cxnSp>
          <p:nvCxnSpPr>
            <p:cNvPr id="36" name="直接箭头连接符 35"/>
            <p:cNvCxnSpPr/>
            <p:nvPr/>
          </p:nvCxnSpPr>
          <p:spPr bwMode="auto">
            <a:xfrm>
              <a:off x="2370312" y="4797152"/>
              <a:ext cx="401488" cy="0"/>
            </a:xfrm>
            <a:prstGeom prst="straightConnector1">
              <a:avLst/>
            </a:prstGeom>
            <a:solidFill>
              <a:schemeClr val="accent1"/>
            </a:solidFill>
            <a:ln w="19050" cap="flat" cmpd="sng" algn="ctr">
              <a:solidFill>
                <a:srgbClr val="800080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sp>
          <p:nvSpPr>
            <p:cNvPr id="37" name="椭圆 36"/>
            <p:cNvSpPr/>
            <p:nvPr/>
          </p:nvSpPr>
          <p:spPr bwMode="auto">
            <a:xfrm>
              <a:off x="5930919" y="4613039"/>
              <a:ext cx="375320" cy="360040"/>
            </a:xfrm>
            <a:prstGeom prst="ellipse">
              <a:avLst/>
            </a:prstGeom>
            <a:solidFill>
              <a:schemeClr val="bg1"/>
            </a:solidFill>
            <a:ln w="19050" cap="flat" cmpd="sng" algn="ctr">
              <a:solidFill>
                <a:srgbClr val="80008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/>
            <a:lstStyle/>
            <a:p>
              <a:pPr marL="0" marR="0" indent="0" algn="r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None/>
              </a:pPr>
              <a:endParaRPr kumimoji="1" lang="zh-CN" altLang="en-US" sz="1800" b="1" i="0" u="none" strike="noStrike" cap="none" normalizeH="0" baseline="0" dirty="0">
                <a:ln>
                  <a:noFill/>
                </a:ln>
                <a:solidFill>
                  <a:srgbClr val="009999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38" name="椭圆 37"/>
            <p:cNvSpPr/>
            <p:nvPr/>
          </p:nvSpPr>
          <p:spPr bwMode="auto">
            <a:xfrm>
              <a:off x="6707727" y="4613039"/>
              <a:ext cx="375320" cy="360040"/>
            </a:xfrm>
            <a:prstGeom prst="ellipse">
              <a:avLst/>
            </a:prstGeom>
            <a:solidFill>
              <a:schemeClr val="bg1"/>
            </a:solidFill>
            <a:ln w="19050" cap="flat" cmpd="sng" algn="ctr">
              <a:solidFill>
                <a:srgbClr val="80008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/>
            <a:lstStyle/>
            <a:p>
              <a:pPr marL="0" marR="0" indent="0" algn="r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None/>
              </a:pPr>
              <a:endParaRPr kumimoji="1" lang="zh-CN" altLang="en-US" sz="1800" b="1" i="0" u="none" strike="noStrike" cap="none" normalizeH="0" baseline="0" dirty="0">
                <a:ln>
                  <a:noFill/>
                </a:ln>
                <a:solidFill>
                  <a:srgbClr val="009999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cxnSp>
          <p:nvCxnSpPr>
            <p:cNvPr id="39" name="直接箭头连接符 38"/>
            <p:cNvCxnSpPr>
              <a:stCxn id="37" idx="6"/>
              <a:endCxn id="38" idx="2"/>
            </p:cNvCxnSpPr>
            <p:nvPr/>
          </p:nvCxnSpPr>
          <p:spPr bwMode="auto">
            <a:xfrm>
              <a:off x="6306239" y="4793059"/>
              <a:ext cx="401488" cy="0"/>
            </a:xfrm>
            <a:prstGeom prst="straightConnector1">
              <a:avLst/>
            </a:prstGeom>
            <a:solidFill>
              <a:schemeClr val="accent1"/>
            </a:solidFill>
            <a:ln w="19050" cap="flat" cmpd="sng" algn="ctr">
              <a:solidFill>
                <a:srgbClr val="800080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40" name="直接箭头连接符 39"/>
            <p:cNvCxnSpPr/>
            <p:nvPr/>
          </p:nvCxnSpPr>
          <p:spPr bwMode="auto">
            <a:xfrm>
              <a:off x="5529431" y="4793059"/>
              <a:ext cx="401488" cy="0"/>
            </a:xfrm>
            <a:prstGeom prst="straightConnector1">
              <a:avLst/>
            </a:prstGeom>
            <a:solidFill>
              <a:schemeClr val="accent1"/>
            </a:solidFill>
            <a:ln w="19050" cap="flat" cmpd="sng" algn="ctr">
              <a:solidFill>
                <a:srgbClr val="800080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sp>
          <p:nvSpPr>
            <p:cNvPr id="41" name="矩形 40"/>
            <p:cNvSpPr/>
            <p:nvPr/>
          </p:nvSpPr>
          <p:spPr>
            <a:xfrm>
              <a:off x="6330441" y="4458598"/>
              <a:ext cx="320558" cy="338554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altLang="zh-CN" sz="1600" i="1" dirty="0">
                  <a:solidFill>
                    <a:srgbClr val="800080"/>
                  </a:solidFill>
                  <a:latin typeface="Arial" panose="020B0604020202020204" pitchFamily="34" charset="0"/>
                  <a:ea typeface="华文行楷" panose="02010800040101010101" pitchFamily="2" charset="-122"/>
                  <a:sym typeface="Symbol" panose="05050102010706020507" pitchFamily="18" charset="2"/>
                </a:rPr>
                <a:t>0</a:t>
              </a:r>
              <a:endParaRPr lang="zh-CN" altLang="en-US" sz="1600" dirty="0"/>
            </a:p>
          </p:txBody>
        </p:sp>
        <p:sp>
          <p:nvSpPr>
            <p:cNvPr id="42" name="椭圆 41"/>
            <p:cNvSpPr/>
            <p:nvPr/>
          </p:nvSpPr>
          <p:spPr bwMode="auto">
            <a:xfrm>
              <a:off x="7484535" y="4581128"/>
              <a:ext cx="375320" cy="360040"/>
            </a:xfrm>
            <a:prstGeom prst="ellipse">
              <a:avLst/>
            </a:prstGeom>
            <a:solidFill>
              <a:schemeClr val="bg1"/>
            </a:solidFill>
            <a:ln w="19050" cap="flat" cmpd="sng" algn="ctr">
              <a:solidFill>
                <a:srgbClr val="80008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/>
            <a:lstStyle/>
            <a:p>
              <a:pPr marL="0" marR="0" indent="0" algn="r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None/>
              </a:pPr>
              <a:endParaRPr kumimoji="1" lang="zh-CN" altLang="en-US" sz="1800" b="1" i="0" u="none" strike="noStrike" cap="none" normalizeH="0" baseline="0" dirty="0">
                <a:ln>
                  <a:noFill/>
                </a:ln>
                <a:solidFill>
                  <a:srgbClr val="009999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43" name="椭圆 42"/>
            <p:cNvSpPr/>
            <p:nvPr/>
          </p:nvSpPr>
          <p:spPr bwMode="auto">
            <a:xfrm>
              <a:off x="8261343" y="4581128"/>
              <a:ext cx="375320" cy="360040"/>
            </a:xfrm>
            <a:prstGeom prst="ellipse">
              <a:avLst/>
            </a:prstGeom>
            <a:solidFill>
              <a:schemeClr val="bg1"/>
            </a:solidFill>
            <a:ln w="19050" cap="flat" cmpd="sng" algn="ctr">
              <a:solidFill>
                <a:srgbClr val="80008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/>
            <a:lstStyle/>
            <a:p>
              <a:pPr marL="0" marR="0" indent="0" algn="r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None/>
              </a:pPr>
              <a:endParaRPr kumimoji="1" lang="zh-CN" altLang="en-US" sz="1800" b="1" i="0" u="none" strike="noStrike" cap="none" normalizeH="0" baseline="0" dirty="0">
                <a:ln>
                  <a:noFill/>
                </a:ln>
                <a:solidFill>
                  <a:srgbClr val="009999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cxnSp>
          <p:nvCxnSpPr>
            <p:cNvPr id="44" name="直接箭头连接符 43"/>
            <p:cNvCxnSpPr>
              <a:stCxn id="42" idx="6"/>
              <a:endCxn id="43" idx="2"/>
            </p:cNvCxnSpPr>
            <p:nvPr/>
          </p:nvCxnSpPr>
          <p:spPr bwMode="auto">
            <a:xfrm>
              <a:off x="7859855" y="4761148"/>
              <a:ext cx="401488" cy="0"/>
            </a:xfrm>
            <a:prstGeom prst="straightConnector1">
              <a:avLst/>
            </a:prstGeom>
            <a:solidFill>
              <a:schemeClr val="accent1"/>
            </a:solidFill>
            <a:ln w="19050" cap="flat" cmpd="sng" algn="ctr">
              <a:solidFill>
                <a:srgbClr val="800080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45" name="直接箭头连接符 44"/>
            <p:cNvCxnSpPr/>
            <p:nvPr/>
          </p:nvCxnSpPr>
          <p:spPr bwMode="auto">
            <a:xfrm>
              <a:off x="7083047" y="4761148"/>
              <a:ext cx="401488" cy="0"/>
            </a:xfrm>
            <a:prstGeom prst="straightConnector1">
              <a:avLst/>
            </a:prstGeom>
            <a:solidFill>
              <a:schemeClr val="accent1"/>
            </a:solidFill>
            <a:ln w="19050" cap="flat" cmpd="sng" algn="ctr">
              <a:solidFill>
                <a:srgbClr val="800080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sp>
          <p:nvSpPr>
            <p:cNvPr id="46" name="矩形 45"/>
            <p:cNvSpPr/>
            <p:nvPr/>
          </p:nvSpPr>
          <p:spPr>
            <a:xfrm>
              <a:off x="7884057" y="4437112"/>
              <a:ext cx="320558" cy="338554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altLang="zh-CN" sz="1600" i="1" dirty="0">
                  <a:solidFill>
                    <a:srgbClr val="800080"/>
                  </a:solidFill>
                  <a:latin typeface="Arial" panose="020B0604020202020204" pitchFamily="34" charset="0"/>
                  <a:ea typeface="华文行楷" panose="02010800040101010101" pitchFamily="2" charset="-122"/>
                  <a:sym typeface="Symbol" panose="05050102010706020507" pitchFamily="18" charset="2"/>
                </a:rPr>
                <a:t>1</a:t>
              </a:r>
              <a:endParaRPr lang="zh-CN" altLang="en-US" sz="1600" dirty="0"/>
            </a:p>
          </p:txBody>
        </p:sp>
        <p:sp>
          <p:nvSpPr>
            <p:cNvPr id="47" name="矩形 46"/>
            <p:cNvSpPr/>
            <p:nvPr/>
          </p:nvSpPr>
          <p:spPr>
            <a:xfrm>
              <a:off x="5517905" y="4384757"/>
              <a:ext cx="319318" cy="461665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zh-CN" altLang="en-US" sz="2400" b="1" i="1" dirty="0">
                  <a:solidFill>
                    <a:srgbClr val="800080"/>
                  </a:solidFill>
                  <a:latin typeface="Arial" panose="020B0604020202020204" pitchFamily="34" charset="0"/>
                  <a:ea typeface="华文行楷" panose="02010800040101010101" pitchFamily="2" charset="-122"/>
                  <a:sym typeface="Symbol" panose="05050102010706020507" pitchFamily="18" charset="2"/>
                </a:rPr>
                <a:t></a:t>
              </a:r>
              <a:endParaRPr lang="zh-CN" altLang="en-US" sz="2400" b="1" dirty="0"/>
            </a:p>
          </p:txBody>
        </p:sp>
        <p:sp>
          <p:nvSpPr>
            <p:cNvPr id="48" name="矩形 47"/>
            <p:cNvSpPr/>
            <p:nvPr/>
          </p:nvSpPr>
          <p:spPr>
            <a:xfrm>
              <a:off x="7079206" y="4350295"/>
              <a:ext cx="319318" cy="461665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zh-CN" altLang="en-US" sz="2400" b="1" i="1" dirty="0">
                  <a:solidFill>
                    <a:srgbClr val="800080"/>
                  </a:solidFill>
                  <a:latin typeface="Arial" panose="020B0604020202020204" pitchFamily="34" charset="0"/>
                  <a:ea typeface="华文行楷" panose="02010800040101010101" pitchFamily="2" charset="-122"/>
                  <a:sym typeface="Symbol" panose="05050102010706020507" pitchFamily="18" charset="2"/>
                </a:rPr>
                <a:t></a:t>
              </a:r>
              <a:endParaRPr lang="zh-CN" altLang="en-US" sz="2400" b="1" dirty="0"/>
            </a:p>
          </p:txBody>
        </p:sp>
        <p:sp>
          <p:nvSpPr>
            <p:cNvPr id="50" name="椭圆 49"/>
            <p:cNvSpPr/>
            <p:nvPr/>
          </p:nvSpPr>
          <p:spPr bwMode="auto">
            <a:xfrm>
              <a:off x="8328043" y="4629609"/>
              <a:ext cx="255285" cy="251494"/>
            </a:xfrm>
            <a:prstGeom prst="ellipse">
              <a:avLst/>
            </a:prstGeom>
            <a:solidFill>
              <a:schemeClr val="bg1"/>
            </a:solidFill>
            <a:ln w="19050" cap="flat" cmpd="sng" algn="ctr">
              <a:solidFill>
                <a:srgbClr val="80008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/>
            <a:lstStyle/>
            <a:p>
              <a:pPr marL="0" marR="0" indent="0" algn="r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None/>
              </a:pPr>
              <a:endParaRPr kumimoji="1" lang="zh-CN" altLang="en-US" sz="1800" b="1" i="0" u="none" strike="noStrike" cap="none" normalizeH="0" baseline="0" dirty="0">
                <a:ln>
                  <a:noFill/>
                </a:ln>
                <a:solidFill>
                  <a:srgbClr val="009999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</p:grpSp>
      <p:grpSp>
        <p:nvGrpSpPr>
          <p:cNvPr id="28672" name="组合 28671"/>
          <p:cNvGrpSpPr/>
          <p:nvPr/>
        </p:nvGrpSpPr>
        <p:grpSpPr>
          <a:xfrm>
            <a:off x="1115616" y="4630439"/>
            <a:ext cx="7879895" cy="1966913"/>
            <a:chOff x="2202938" y="4558431"/>
            <a:chExt cx="7879895" cy="1966913"/>
          </a:xfrm>
        </p:grpSpPr>
        <p:grpSp>
          <p:nvGrpSpPr>
            <p:cNvPr id="49" name="组合 48"/>
            <p:cNvGrpSpPr/>
            <p:nvPr/>
          </p:nvGrpSpPr>
          <p:grpSpPr>
            <a:xfrm>
              <a:off x="2202938" y="5013176"/>
              <a:ext cx="3515711" cy="653108"/>
              <a:chOff x="2202938" y="5499459"/>
              <a:chExt cx="3515711" cy="653108"/>
            </a:xfrm>
          </p:grpSpPr>
          <p:sp>
            <p:nvSpPr>
              <p:cNvPr id="51" name="椭圆 50"/>
              <p:cNvSpPr/>
              <p:nvPr/>
            </p:nvSpPr>
            <p:spPr bwMode="auto">
              <a:xfrm>
                <a:off x="2604426" y="5792527"/>
                <a:ext cx="375320" cy="360040"/>
              </a:xfrm>
              <a:prstGeom prst="ellipse">
                <a:avLst/>
              </a:prstGeom>
              <a:solidFill>
                <a:schemeClr val="bg1"/>
              </a:solidFill>
              <a:ln w="19050" cap="flat" cmpd="sng" algn="ctr">
                <a:solidFill>
                  <a:srgbClr val="80008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t" anchorCtr="0" compatLnSpc="1"/>
              <a:lstStyle/>
              <a:p>
                <a:pPr marL="0" marR="0" indent="0" algn="r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None/>
                </a:pPr>
                <a:endParaRPr kumimoji="1" lang="zh-CN" altLang="en-US" sz="1800" b="1" i="0" u="none" strike="noStrike" cap="none" normalizeH="0" baseline="0" dirty="0">
                  <a:ln>
                    <a:noFill/>
                  </a:ln>
                  <a:solidFill>
                    <a:srgbClr val="009999"/>
                  </a:solidFill>
                  <a:effectLst/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52" name="椭圆 51"/>
              <p:cNvSpPr/>
              <p:nvPr/>
            </p:nvSpPr>
            <p:spPr bwMode="auto">
              <a:xfrm>
                <a:off x="3381234" y="5792527"/>
                <a:ext cx="375320" cy="360040"/>
              </a:xfrm>
              <a:prstGeom prst="ellipse">
                <a:avLst/>
              </a:prstGeom>
              <a:solidFill>
                <a:schemeClr val="bg1"/>
              </a:solidFill>
              <a:ln w="19050" cap="flat" cmpd="sng" algn="ctr">
                <a:solidFill>
                  <a:srgbClr val="80008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t" anchorCtr="0" compatLnSpc="1"/>
              <a:lstStyle/>
              <a:p>
                <a:pPr marL="0" marR="0" indent="0" algn="r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None/>
                </a:pPr>
                <a:endParaRPr kumimoji="1" lang="zh-CN" altLang="en-US" sz="1800" b="1" i="0" u="none" strike="noStrike" cap="none" normalizeH="0" baseline="0" dirty="0">
                  <a:ln>
                    <a:noFill/>
                  </a:ln>
                  <a:solidFill>
                    <a:srgbClr val="009999"/>
                  </a:solidFill>
                  <a:effectLst/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cxnSp>
            <p:nvCxnSpPr>
              <p:cNvPr id="53" name="直接箭头连接符 52"/>
              <p:cNvCxnSpPr/>
              <p:nvPr/>
            </p:nvCxnSpPr>
            <p:spPr bwMode="auto">
              <a:xfrm>
                <a:off x="2202938" y="5972547"/>
                <a:ext cx="401488" cy="0"/>
              </a:xfrm>
              <a:prstGeom prst="straightConnector1">
                <a:avLst/>
              </a:prstGeom>
              <a:solidFill>
                <a:schemeClr val="accent1"/>
              </a:solidFill>
              <a:ln w="19050" cap="flat" cmpd="sng" algn="ctr">
                <a:solidFill>
                  <a:srgbClr val="800080"/>
                </a:solidFill>
                <a:prstDash val="solid"/>
                <a:round/>
                <a:headEnd type="none" w="med" len="med"/>
                <a:tailEnd type="triangle"/>
              </a:ln>
              <a:effectLst/>
            </p:spPr>
          </p:cxnSp>
          <p:sp>
            <p:nvSpPr>
              <p:cNvPr id="54" name="矩形 53"/>
              <p:cNvSpPr/>
              <p:nvPr/>
            </p:nvSpPr>
            <p:spPr>
              <a:xfrm>
                <a:off x="3003948" y="5638086"/>
                <a:ext cx="320558" cy="338554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en-US" altLang="zh-CN" sz="1600" i="1" dirty="0">
                    <a:solidFill>
                      <a:srgbClr val="800080"/>
                    </a:solidFill>
                    <a:latin typeface="Arial" panose="020B0604020202020204" pitchFamily="34" charset="0"/>
                    <a:ea typeface="华文行楷" panose="02010800040101010101" pitchFamily="2" charset="-122"/>
                    <a:sym typeface="Symbol" panose="05050102010706020507" pitchFamily="18" charset="2"/>
                  </a:rPr>
                  <a:t>0</a:t>
                </a:r>
                <a:endParaRPr lang="zh-CN" altLang="en-US" sz="1600" dirty="0"/>
              </a:p>
            </p:txBody>
          </p:sp>
          <p:sp>
            <p:nvSpPr>
              <p:cNvPr id="55" name="椭圆 54"/>
              <p:cNvSpPr/>
              <p:nvPr/>
            </p:nvSpPr>
            <p:spPr bwMode="auto">
              <a:xfrm>
                <a:off x="4158042" y="5760616"/>
                <a:ext cx="375320" cy="360040"/>
              </a:xfrm>
              <a:prstGeom prst="ellipse">
                <a:avLst/>
              </a:prstGeom>
              <a:solidFill>
                <a:schemeClr val="bg1"/>
              </a:solidFill>
              <a:ln w="19050" cap="flat" cmpd="sng" algn="ctr">
                <a:solidFill>
                  <a:srgbClr val="80008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t" anchorCtr="0" compatLnSpc="1"/>
              <a:lstStyle/>
              <a:p>
                <a:pPr marL="0" marR="0" indent="0" algn="r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None/>
                </a:pPr>
                <a:endParaRPr kumimoji="1" lang="zh-CN" altLang="en-US" sz="1800" b="1" i="0" u="none" strike="noStrike" cap="none" normalizeH="0" baseline="0" dirty="0">
                  <a:ln>
                    <a:noFill/>
                  </a:ln>
                  <a:solidFill>
                    <a:srgbClr val="009999"/>
                  </a:solidFill>
                  <a:effectLst/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56" name="椭圆 55"/>
              <p:cNvSpPr/>
              <p:nvPr/>
            </p:nvSpPr>
            <p:spPr bwMode="auto">
              <a:xfrm>
                <a:off x="4934850" y="5760616"/>
                <a:ext cx="375320" cy="360040"/>
              </a:xfrm>
              <a:prstGeom prst="ellipse">
                <a:avLst/>
              </a:prstGeom>
              <a:solidFill>
                <a:schemeClr val="bg1"/>
              </a:solidFill>
              <a:ln w="19050" cap="flat" cmpd="sng" algn="ctr">
                <a:solidFill>
                  <a:srgbClr val="80008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t" anchorCtr="0" compatLnSpc="1"/>
              <a:lstStyle/>
              <a:p>
                <a:pPr marL="0" marR="0" indent="0" algn="r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None/>
                </a:pPr>
                <a:endParaRPr kumimoji="1" lang="zh-CN" altLang="en-US" sz="1800" b="1" i="0" u="none" strike="noStrike" cap="none" normalizeH="0" baseline="0" dirty="0">
                  <a:ln>
                    <a:noFill/>
                  </a:ln>
                  <a:solidFill>
                    <a:srgbClr val="009999"/>
                  </a:solidFill>
                  <a:effectLst/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cxnSp>
            <p:nvCxnSpPr>
              <p:cNvPr id="57" name="直接箭头连接符 56"/>
              <p:cNvCxnSpPr>
                <a:stCxn id="55" idx="6"/>
                <a:endCxn id="56" idx="2"/>
              </p:cNvCxnSpPr>
              <p:nvPr/>
            </p:nvCxnSpPr>
            <p:spPr bwMode="auto">
              <a:xfrm>
                <a:off x="4533362" y="5940636"/>
                <a:ext cx="401488" cy="0"/>
              </a:xfrm>
              <a:prstGeom prst="straightConnector1">
                <a:avLst/>
              </a:prstGeom>
              <a:solidFill>
                <a:schemeClr val="accent1"/>
              </a:solidFill>
              <a:ln w="19050" cap="flat" cmpd="sng" algn="ctr">
                <a:solidFill>
                  <a:srgbClr val="800080"/>
                </a:solidFill>
                <a:prstDash val="solid"/>
                <a:round/>
                <a:headEnd type="none" w="med" len="med"/>
                <a:tailEnd type="triangle"/>
              </a:ln>
              <a:effectLst/>
            </p:spPr>
          </p:cxnSp>
          <p:cxnSp>
            <p:nvCxnSpPr>
              <p:cNvPr id="58" name="直接箭头连接符 57"/>
              <p:cNvCxnSpPr/>
              <p:nvPr/>
            </p:nvCxnSpPr>
            <p:spPr bwMode="auto">
              <a:xfrm>
                <a:off x="3756554" y="5940636"/>
                <a:ext cx="401488" cy="0"/>
              </a:xfrm>
              <a:prstGeom prst="straightConnector1">
                <a:avLst/>
              </a:prstGeom>
              <a:solidFill>
                <a:schemeClr val="accent1"/>
              </a:solidFill>
              <a:ln w="19050" cap="flat" cmpd="sng" algn="ctr">
                <a:solidFill>
                  <a:srgbClr val="800080"/>
                </a:solidFill>
                <a:prstDash val="solid"/>
                <a:round/>
                <a:headEnd type="none" w="med" len="med"/>
                <a:tailEnd type="triangle"/>
              </a:ln>
              <a:effectLst/>
            </p:spPr>
          </p:cxnSp>
          <p:cxnSp>
            <p:nvCxnSpPr>
              <p:cNvPr id="59" name="直接箭头连接符 58"/>
              <p:cNvCxnSpPr/>
              <p:nvPr/>
            </p:nvCxnSpPr>
            <p:spPr bwMode="auto">
              <a:xfrm>
                <a:off x="2979746" y="5972547"/>
                <a:ext cx="401488" cy="0"/>
              </a:xfrm>
              <a:prstGeom prst="straightConnector1">
                <a:avLst/>
              </a:prstGeom>
              <a:solidFill>
                <a:schemeClr val="accent1"/>
              </a:solidFill>
              <a:ln w="19050" cap="flat" cmpd="sng" algn="ctr">
                <a:solidFill>
                  <a:srgbClr val="800080"/>
                </a:solidFill>
                <a:prstDash val="solid"/>
                <a:round/>
                <a:headEnd type="none" w="med" len="med"/>
                <a:tailEnd type="triangle"/>
              </a:ln>
              <a:effectLst/>
            </p:spPr>
          </p:cxnSp>
          <p:sp>
            <p:nvSpPr>
              <p:cNvPr id="60" name="矩形 59"/>
              <p:cNvSpPr/>
              <p:nvPr/>
            </p:nvSpPr>
            <p:spPr>
              <a:xfrm>
                <a:off x="3725994" y="5499459"/>
                <a:ext cx="319318" cy="46166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zh-CN" altLang="en-US" sz="2400" b="1" i="1" dirty="0">
                    <a:solidFill>
                      <a:srgbClr val="800080"/>
                    </a:solidFill>
                    <a:latin typeface="Arial" panose="020B0604020202020204" pitchFamily="34" charset="0"/>
                    <a:ea typeface="华文行楷" panose="02010800040101010101" pitchFamily="2" charset="-122"/>
                    <a:sym typeface="Symbol" panose="05050102010706020507" pitchFamily="18" charset="2"/>
                  </a:rPr>
                  <a:t></a:t>
                </a:r>
                <a:endParaRPr lang="zh-CN" altLang="en-US" sz="2400" b="1" dirty="0"/>
              </a:p>
            </p:txBody>
          </p:sp>
          <p:sp>
            <p:nvSpPr>
              <p:cNvPr id="61" name="矩形 60"/>
              <p:cNvSpPr/>
              <p:nvPr/>
            </p:nvSpPr>
            <p:spPr>
              <a:xfrm>
                <a:off x="4547903" y="5623250"/>
                <a:ext cx="320558" cy="338554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en-US" altLang="zh-CN" sz="1600" i="1" dirty="0">
                    <a:solidFill>
                      <a:srgbClr val="800080"/>
                    </a:solidFill>
                    <a:latin typeface="Arial" panose="020B0604020202020204" pitchFamily="34" charset="0"/>
                    <a:ea typeface="华文行楷" panose="02010800040101010101" pitchFamily="2" charset="-122"/>
                    <a:sym typeface="Symbol" panose="05050102010706020507" pitchFamily="18" charset="2"/>
                  </a:rPr>
                  <a:t>0</a:t>
                </a:r>
                <a:endParaRPr lang="zh-CN" altLang="en-US" sz="1600" dirty="0"/>
              </a:p>
            </p:txBody>
          </p:sp>
          <p:cxnSp>
            <p:nvCxnSpPr>
              <p:cNvPr id="62" name="直接箭头连接符 61"/>
              <p:cNvCxnSpPr/>
              <p:nvPr/>
            </p:nvCxnSpPr>
            <p:spPr bwMode="auto">
              <a:xfrm>
                <a:off x="5317161" y="5940636"/>
                <a:ext cx="401488" cy="0"/>
              </a:xfrm>
              <a:prstGeom prst="straightConnector1">
                <a:avLst/>
              </a:prstGeom>
              <a:solidFill>
                <a:schemeClr val="accent1"/>
              </a:solidFill>
              <a:ln w="19050" cap="flat" cmpd="sng" algn="ctr">
                <a:solidFill>
                  <a:srgbClr val="800080"/>
                </a:solidFill>
                <a:prstDash val="solid"/>
                <a:round/>
                <a:headEnd type="none" w="med" len="med"/>
                <a:tailEnd type="triangle"/>
              </a:ln>
              <a:effectLst/>
            </p:spPr>
          </p:cxnSp>
          <p:sp>
            <p:nvSpPr>
              <p:cNvPr id="63" name="矩形 62"/>
              <p:cNvSpPr/>
              <p:nvPr/>
            </p:nvSpPr>
            <p:spPr>
              <a:xfrm>
                <a:off x="5310170" y="5546819"/>
                <a:ext cx="319318" cy="46166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zh-CN" altLang="en-US" sz="2400" b="1" i="1" dirty="0">
                    <a:solidFill>
                      <a:srgbClr val="800080"/>
                    </a:solidFill>
                    <a:latin typeface="Arial" panose="020B0604020202020204" pitchFamily="34" charset="0"/>
                    <a:ea typeface="华文行楷" panose="02010800040101010101" pitchFamily="2" charset="-122"/>
                    <a:sym typeface="Symbol" panose="05050102010706020507" pitchFamily="18" charset="2"/>
                  </a:rPr>
                  <a:t></a:t>
                </a:r>
                <a:endParaRPr lang="zh-CN" altLang="en-US" sz="2400" b="1" dirty="0"/>
              </a:p>
            </p:txBody>
          </p:sp>
        </p:grpSp>
        <p:grpSp>
          <p:nvGrpSpPr>
            <p:cNvPr id="22" name="组合 21"/>
            <p:cNvGrpSpPr/>
            <p:nvPr/>
          </p:nvGrpSpPr>
          <p:grpSpPr>
            <a:xfrm>
              <a:off x="5652120" y="4558431"/>
              <a:ext cx="4430713" cy="1966913"/>
              <a:chOff x="7701471" y="1768231"/>
              <a:chExt cx="4430713" cy="1966913"/>
            </a:xfrm>
          </p:grpSpPr>
          <p:graphicFrame>
            <p:nvGraphicFramePr>
              <p:cNvPr id="68" name="Object 10"/>
              <p:cNvGraphicFramePr>
                <a:graphicFrameLocks noChangeAspect="1"/>
              </p:cNvGraphicFramePr>
              <p:nvPr/>
            </p:nvGraphicFramePr>
            <p:xfrm>
              <a:off x="7701471" y="1768231"/>
              <a:ext cx="4430713" cy="1738313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VISIO" r:id="rId6" imgW="4438650" imgH="1743075" progId="Visio.Drawing.6">
                      <p:embed/>
                    </p:oleObj>
                  </mc:Choice>
                  <mc:Fallback>
                    <p:oleObj name="VISIO" r:id="rId6" imgW="4438650" imgH="1743075" progId="Visio.Drawing.6">
                      <p:embed/>
                      <p:pic>
                        <p:nvPicPr>
                          <p:cNvPr id="0" name="Object 10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7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7701471" y="1768231"/>
                            <a:ext cx="4430713" cy="1738313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chemeClr val="accent1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chemeClr val="tx1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chemeClr val="bg2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69" name="Rectangle 11"/>
              <p:cNvSpPr>
                <a:spLocks noChangeArrowheads="1"/>
              </p:cNvSpPr>
              <p:nvPr/>
            </p:nvSpPr>
            <p:spPr bwMode="auto">
              <a:xfrm>
                <a:off x="9835071" y="3277944"/>
                <a:ext cx="317500" cy="45720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zh-CN" altLang="en-US" sz="2400" i="1" dirty="0">
                    <a:solidFill>
                      <a:srgbClr val="800080"/>
                    </a:solidFill>
                    <a:latin typeface="Arial" panose="020B0604020202020204" pitchFamily="34" charset="0"/>
                    <a:ea typeface="华文行楷" panose="02010800040101010101" pitchFamily="2" charset="-122"/>
                    <a:sym typeface="Symbol" panose="05050102010706020507" pitchFamily="18" charset="2"/>
                  </a:rPr>
                  <a:t></a:t>
                </a:r>
              </a:p>
            </p:txBody>
          </p:sp>
          <p:sp>
            <p:nvSpPr>
              <p:cNvPr id="70" name="Rectangle 12"/>
              <p:cNvSpPr>
                <a:spLocks noChangeArrowheads="1"/>
              </p:cNvSpPr>
              <p:nvPr/>
            </p:nvSpPr>
            <p:spPr bwMode="auto">
              <a:xfrm>
                <a:off x="8082471" y="2287344"/>
                <a:ext cx="317500" cy="45720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zh-CN" altLang="en-US" sz="2400" i="1">
                    <a:solidFill>
                      <a:srgbClr val="800080"/>
                    </a:solidFill>
                    <a:latin typeface="Arial" panose="020B0604020202020204" pitchFamily="34" charset="0"/>
                    <a:ea typeface="华文行楷" panose="02010800040101010101" pitchFamily="2" charset="-122"/>
                    <a:sym typeface="Symbol" panose="05050102010706020507" pitchFamily="18" charset="2"/>
                  </a:rPr>
                  <a:t></a:t>
                </a:r>
              </a:p>
            </p:txBody>
          </p:sp>
          <p:sp>
            <p:nvSpPr>
              <p:cNvPr id="71" name="Rectangle 13"/>
              <p:cNvSpPr>
                <a:spLocks noChangeArrowheads="1"/>
              </p:cNvSpPr>
              <p:nvPr/>
            </p:nvSpPr>
            <p:spPr bwMode="auto">
              <a:xfrm>
                <a:off x="11282871" y="2287344"/>
                <a:ext cx="317500" cy="45720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zh-CN" altLang="en-US" sz="2400" i="1">
                    <a:solidFill>
                      <a:srgbClr val="800080"/>
                    </a:solidFill>
                    <a:latin typeface="Arial" panose="020B0604020202020204" pitchFamily="34" charset="0"/>
                    <a:ea typeface="华文行楷" panose="02010800040101010101" pitchFamily="2" charset="-122"/>
                    <a:sym typeface="Symbol" panose="05050102010706020507" pitchFamily="18" charset="2"/>
                  </a:rPr>
                  <a:t></a:t>
                </a:r>
              </a:p>
            </p:txBody>
          </p:sp>
          <p:sp>
            <p:nvSpPr>
              <p:cNvPr id="72" name="Rectangle 14"/>
              <p:cNvSpPr>
                <a:spLocks noChangeArrowheads="1"/>
              </p:cNvSpPr>
              <p:nvPr/>
            </p:nvSpPr>
            <p:spPr bwMode="auto">
              <a:xfrm>
                <a:off x="10673271" y="1830144"/>
                <a:ext cx="317500" cy="45720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zh-CN" altLang="en-US" sz="2400" i="1">
                    <a:solidFill>
                      <a:srgbClr val="800080"/>
                    </a:solidFill>
                    <a:latin typeface="Arial" panose="020B0604020202020204" pitchFamily="34" charset="0"/>
                    <a:ea typeface="华文行楷" panose="02010800040101010101" pitchFamily="2" charset="-122"/>
                    <a:sym typeface="Symbol" panose="05050102010706020507" pitchFamily="18" charset="2"/>
                  </a:rPr>
                  <a:t></a:t>
                </a:r>
              </a:p>
            </p:txBody>
          </p:sp>
          <p:sp>
            <p:nvSpPr>
              <p:cNvPr id="73" name="Rectangle 15"/>
              <p:cNvSpPr>
                <a:spLocks noChangeArrowheads="1"/>
              </p:cNvSpPr>
              <p:nvPr/>
            </p:nvSpPr>
            <p:spPr bwMode="auto">
              <a:xfrm>
                <a:off x="8768271" y="2668344"/>
                <a:ext cx="317500" cy="45720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zh-CN" altLang="en-US" sz="2400" i="1">
                    <a:solidFill>
                      <a:srgbClr val="800080"/>
                    </a:solidFill>
                    <a:latin typeface="Arial" panose="020B0604020202020204" pitchFamily="34" charset="0"/>
                    <a:ea typeface="华文行楷" panose="02010800040101010101" pitchFamily="2" charset="-122"/>
                    <a:sym typeface="Symbol" panose="05050102010706020507" pitchFamily="18" charset="2"/>
                  </a:rPr>
                  <a:t></a:t>
                </a:r>
              </a:p>
            </p:txBody>
          </p:sp>
          <p:sp>
            <p:nvSpPr>
              <p:cNvPr id="74" name="Rectangle 16"/>
              <p:cNvSpPr>
                <a:spLocks noChangeArrowheads="1"/>
              </p:cNvSpPr>
              <p:nvPr/>
            </p:nvSpPr>
            <p:spPr bwMode="auto">
              <a:xfrm>
                <a:off x="8920671" y="2287344"/>
                <a:ext cx="317500" cy="45720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zh-CN" altLang="en-US" sz="2400" i="1">
                    <a:solidFill>
                      <a:srgbClr val="800080"/>
                    </a:solidFill>
                    <a:latin typeface="Arial" panose="020B0604020202020204" pitchFamily="34" charset="0"/>
                    <a:ea typeface="华文行楷" panose="02010800040101010101" pitchFamily="2" charset="-122"/>
                    <a:sym typeface="Symbol" panose="05050102010706020507" pitchFamily="18" charset="2"/>
                  </a:rPr>
                  <a:t></a:t>
                </a:r>
              </a:p>
            </p:txBody>
          </p:sp>
          <p:sp>
            <p:nvSpPr>
              <p:cNvPr id="75" name="Rectangle 17"/>
              <p:cNvSpPr>
                <a:spLocks noChangeArrowheads="1"/>
              </p:cNvSpPr>
              <p:nvPr/>
            </p:nvSpPr>
            <p:spPr bwMode="auto">
              <a:xfrm>
                <a:off x="10660571" y="2668344"/>
                <a:ext cx="317500" cy="45720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zh-CN" altLang="en-US" sz="2400" i="1">
                    <a:solidFill>
                      <a:srgbClr val="800080"/>
                    </a:solidFill>
                    <a:latin typeface="Arial" panose="020B0604020202020204" pitchFamily="34" charset="0"/>
                    <a:ea typeface="华文行楷" panose="02010800040101010101" pitchFamily="2" charset="-122"/>
                    <a:sym typeface="Symbol" panose="05050102010706020507" pitchFamily="18" charset="2"/>
                  </a:rPr>
                  <a:t></a:t>
                </a:r>
              </a:p>
            </p:txBody>
          </p:sp>
          <p:sp>
            <p:nvSpPr>
              <p:cNvPr id="76" name="Rectangle 18"/>
              <p:cNvSpPr>
                <a:spLocks noChangeArrowheads="1"/>
              </p:cNvSpPr>
              <p:nvPr/>
            </p:nvSpPr>
            <p:spPr bwMode="auto">
              <a:xfrm>
                <a:off x="10520871" y="2287344"/>
                <a:ext cx="317500" cy="45720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zh-CN" altLang="en-US" sz="2400" i="1">
                    <a:solidFill>
                      <a:srgbClr val="800080"/>
                    </a:solidFill>
                    <a:latin typeface="Arial" panose="020B0604020202020204" pitchFamily="34" charset="0"/>
                    <a:ea typeface="华文行楷" panose="02010800040101010101" pitchFamily="2" charset="-122"/>
                    <a:sym typeface="Symbol" panose="05050102010706020507" pitchFamily="18" charset="2"/>
                  </a:rPr>
                  <a:t></a:t>
                </a:r>
              </a:p>
            </p:txBody>
          </p:sp>
        </p:grpSp>
      </p:grpSp>
    </p:spTree>
  </p:cSld>
  <p:clrMapOvr>
    <a:masterClrMapping/>
  </p:clrMapOvr>
  <p:transition spd="med" advClick="0"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灯片编号占位符 1"/>
          <p:cNvSpPr>
            <a:spLocks noGrp="1"/>
          </p:cNvSpPr>
          <p:nvPr>
            <p:ph type="sldNum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A8F0D752-57E4-4853-A0EF-9C2E3AEC4AD0}" type="slidenum">
              <a:rPr kumimoji="0" lang="zh-CN" altLang="en-US" sz="1200">
                <a:solidFill>
                  <a:srgbClr val="009999"/>
                </a:solidFill>
                <a:latin typeface="Arial Narrow" panose="020B0606020202030204" pitchFamily="34" charset="0"/>
                <a:ea typeface="宋体" panose="02010600030101010101" pitchFamily="2" charset="-122"/>
              </a:rPr>
              <a:t>28</a:t>
            </a:fld>
            <a:endParaRPr kumimoji="0" lang="en-US" altLang="zh-CN" sz="1200">
              <a:solidFill>
                <a:srgbClr val="009999"/>
              </a:solidFill>
              <a:latin typeface="Arial Narrow" panose="020B0606020202030204" pitchFamily="34" charset="0"/>
              <a:ea typeface="宋体" panose="02010600030101010101" pitchFamily="2" charset="-122"/>
            </a:endParaRPr>
          </a:p>
        </p:txBody>
      </p:sp>
      <p:sp>
        <p:nvSpPr>
          <p:cNvPr id="19459" name="日期占位符 2"/>
          <p:cNvSpPr>
            <a:spLocks noGrp="1"/>
          </p:cNvSpPr>
          <p:nvPr>
            <p:ph type="dt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7109EFD5-F3AB-42BC-AA02-E1D9054E1E6F}" type="datetime1">
              <a:rPr kumimoji="0" lang="zh-CN" altLang="en-US" sz="1200">
                <a:solidFill>
                  <a:srgbClr val="009999"/>
                </a:solidFill>
                <a:latin typeface="Arial Narrow" panose="020B0606020202030204" pitchFamily="34" charset="0"/>
                <a:ea typeface="宋体" panose="02010600030101010101" pitchFamily="2" charset="-122"/>
              </a:rPr>
              <a:t>2024/3/24</a:t>
            </a:fld>
            <a:endParaRPr kumimoji="0" lang="zh-CN" altLang="zh-CN" sz="1200">
              <a:solidFill>
                <a:srgbClr val="009999"/>
              </a:solidFill>
              <a:latin typeface="Arial Narrow" panose="020B0606020202030204" pitchFamily="34" charset="0"/>
              <a:ea typeface="宋体" panose="02010600030101010101" pitchFamily="2" charset="-122"/>
            </a:endParaRPr>
          </a:p>
        </p:txBody>
      </p:sp>
      <p:sp>
        <p:nvSpPr>
          <p:cNvPr id="19460" name="页脚占位符 3"/>
          <p:cNvSpPr>
            <a:spLocks noGrp="1"/>
          </p:cNvSpPr>
          <p:nvPr>
            <p:ph type="ftr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200">
                <a:solidFill>
                  <a:srgbClr val="009999"/>
                </a:solidFill>
                <a:latin typeface="Arial Narrow" panose="020B0606020202030204" pitchFamily="34" charset="0"/>
                <a:ea typeface="宋体" panose="02010600030101010101" pitchFamily="2" charset="-122"/>
              </a:rPr>
              <a:t>School of Computer Science, BUPT</a:t>
            </a:r>
            <a:endParaRPr lang="zh-CN" altLang="en-US" sz="1200">
              <a:solidFill>
                <a:srgbClr val="009999"/>
              </a:solidFill>
              <a:latin typeface="Arial Narrow" panose="020B0606020202030204" pitchFamily="34" charset="0"/>
              <a:ea typeface="宋体" panose="02010600030101010101" pitchFamily="2" charset="-122"/>
            </a:endParaRPr>
          </a:p>
        </p:txBody>
      </p:sp>
      <p:sp>
        <p:nvSpPr>
          <p:cNvPr id="19461" name="Text Box 2">
            <a:hlinkClick r:id="rId2" action="ppaction://hlinksldjump"/>
          </p:cNvPr>
          <p:cNvSpPr txBox="1">
            <a:spLocks noChangeArrowheads="1"/>
          </p:cNvSpPr>
          <p:nvPr/>
        </p:nvSpPr>
        <p:spPr bwMode="auto">
          <a:xfrm>
            <a:off x="1905000" y="457200"/>
            <a:ext cx="6759575" cy="8604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eaLnBrk="1" hangingPunct="1">
              <a:lnSpc>
                <a:spcPct val="140000"/>
              </a:lnSpc>
              <a:spcBef>
                <a:spcPct val="0"/>
              </a:spcBef>
              <a:buClr>
                <a:srgbClr val="333399"/>
              </a:buClr>
              <a:buSzTx/>
              <a:buFont typeface="Wingdings" panose="05000000000000000000" pitchFamily="2" charset="2"/>
              <a:buNone/>
            </a:pPr>
            <a:r>
              <a:rPr lang="zh-CN" altLang="en-US" sz="3600">
                <a:solidFill>
                  <a:srgbClr val="800080"/>
                </a:solidFill>
                <a:ea typeface="华文行楷" panose="02010800040101010101" pitchFamily="2" charset="-122"/>
              </a:rPr>
              <a:t>3.8   右线性语言与</a:t>
            </a:r>
            <a:r>
              <a:rPr lang="zh-CN" altLang="en-US" sz="3200">
                <a:solidFill>
                  <a:srgbClr val="800080"/>
                </a:solidFill>
                <a:ea typeface="华文行楷" panose="02010800040101010101" pitchFamily="2" charset="-122"/>
              </a:rPr>
              <a:t>有限自动机</a:t>
            </a:r>
          </a:p>
        </p:txBody>
      </p:sp>
      <p:sp>
        <p:nvSpPr>
          <p:cNvPr id="19462" name="Rectangle 3"/>
          <p:cNvSpPr>
            <a:spLocks noChangeArrowheads="1"/>
          </p:cNvSpPr>
          <p:nvPr/>
        </p:nvSpPr>
        <p:spPr bwMode="auto">
          <a:xfrm>
            <a:off x="250825" y="1484313"/>
            <a:ext cx="8686800" cy="5016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457200" indent="-45720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algn="just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b="0" dirty="0">
                <a:solidFill>
                  <a:schemeClr val="folHlink"/>
                </a:solidFill>
                <a:latin typeface="楷体_GB2312" pitchFamily="49" charset="-122"/>
              </a:rPr>
              <a:t>  </a:t>
            </a:r>
            <a:r>
              <a:rPr lang="zh-CN" altLang="en-US" sz="3200" b="0" dirty="0">
                <a:solidFill>
                  <a:srgbClr val="333399"/>
                </a:solidFill>
                <a:latin typeface="Arial" panose="020B0604020202020204" pitchFamily="34" charset="0"/>
              </a:rPr>
              <a:t>至此，我们已学到正则集有三种定义方式，且这三种方式等价：</a:t>
            </a:r>
          </a:p>
          <a:p>
            <a:pPr>
              <a:spcBef>
                <a:spcPct val="0"/>
              </a:spcBef>
              <a:buClrTx/>
              <a:buSzTx/>
              <a:buFontTx/>
              <a:buAutoNum type="arabicPeriod"/>
            </a:pPr>
            <a:r>
              <a:rPr lang="zh-CN" altLang="en-US" sz="3200" b="0" dirty="0">
                <a:solidFill>
                  <a:srgbClr val="333399"/>
                </a:solidFill>
                <a:latin typeface="Arial" panose="020B0604020202020204" pitchFamily="34" charset="0"/>
              </a:rPr>
              <a:t> 正则集是含有{</a:t>
            </a:r>
            <a:r>
              <a:rPr lang="en-US" altLang="zh-CN" sz="3200" b="0" dirty="0" err="1">
                <a:solidFill>
                  <a:srgbClr val="333399"/>
                </a:solidFill>
                <a:latin typeface="Arial" panose="020B0604020202020204" pitchFamily="34" charset="0"/>
              </a:rPr>
              <a:t>ε</a:t>
            </a:r>
            <a:r>
              <a:rPr lang="en-US" altLang="zh-CN" sz="3200" b="0" dirty="0">
                <a:solidFill>
                  <a:srgbClr val="333399"/>
                </a:solidFill>
                <a:latin typeface="Arial" panose="020B0604020202020204" pitchFamily="34" charset="0"/>
              </a:rPr>
              <a:t>}，</a:t>
            </a:r>
            <a:r>
              <a:rPr lang="el-GR" altLang="zh-CN" sz="3200" b="0" dirty="0">
                <a:solidFill>
                  <a:srgbClr val="333399"/>
                </a:solidFill>
                <a:latin typeface="Arial" panose="020B0604020202020204" pitchFamily="34" charset="0"/>
              </a:rPr>
              <a:t> Φ </a:t>
            </a:r>
            <a:r>
              <a:rPr lang="en-US" altLang="zh-CN" sz="3200" b="0" dirty="0">
                <a:solidFill>
                  <a:srgbClr val="333399"/>
                </a:solidFill>
                <a:latin typeface="Arial" panose="020B0604020202020204" pitchFamily="34" charset="0"/>
              </a:rPr>
              <a:t>，{a} </a:t>
            </a:r>
            <a:r>
              <a:rPr lang="zh-CN" altLang="en-US" sz="3200" b="0" dirty="0">
                <a:solidFill>
                  <a:srgbClr val="333399"/>
                </a:solidFill>
                <a:latin typeface="Arial" panose="020B0604020202020204" pitchFamily="34" charset="0"/>
              </a:rPr>
              <a:t>以及在并、连接和 * 运算下封闭的语言</a:t>
            </a:r>
          </a:p>
          <a:p>
            <a:pPr>
              <a:spcBef>
                <a:spcPct val="0"/>
              </a:spcBef>
              <a:buClrTx/>
              <a:buSzTx/>
              <a:buFontTx/>
              <a:buAutoNum type="arabicPeriod"/>
            </a:pPr>
            <a:r>
              <a:rPr lang="zh-CN" altLang="en-US" sz="3200" b="0" dirty="0">
                <a:solidFill>
                  <a:srgbClr val="333399"/>
                </a:solidFill>
                <a:latin typeface="Arial" panose="020B0604020202020204" pitchFamily="34" charset="0"/>
              </a:rPr>
              <a:t> 由正则表达式定义的集合是正则集。</a:t>
            </a:r>
          </a:p>
          <a:p>
            <a:pPr>
              <a:spcBef>
                <a:spcPct val="0"/>
              </a:spcBef>
              <a:buClrTx/>
              <a:buSzTx/>
              <a:buFontTx/>
              <a:buAutoNum type="arabicPeriod"/>
            </a:pPr>
            <a:r>
              <a:rPr lang="zh-CN" altLang="en-US" sz="3200" b="0" dirty="0">
                <a:solidFill>
                  <a:srgbClr val="333399"/>
                </a:solidFill>
                <a:latin typeface="Arial" panose="020B0604020202020204" pitchFamily="34" charset="0"/>
              </a:rPr>
              <a:t> 由右线性文法生成的语言是正则集。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3200" b="0" dirty="0">
                <a:solidFill>
                  <a:srgbClr val="333399"/>
                </a:solidFill>
                <a:latin typeface="Arial" panose="020B0604020202020204" pitchFamily="34" charset="0"/>
              </a:rPr>
              <a:t>此外，还有第四种方式： 	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3200" b="0" dirty="0">
                <a:solidFill>
                  <a:srgbClr val="333399"/>
                </a:solidFill>
                <a:latin typeface="Arial" panose="020B0604020202020204" pitchFamily="34" charset="0"/>
              </a:rPr>
              <a:t>将正则集作为由有限自动机定义的集合。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3200" b="0" dirty="0">
                <a:solidFill>
                  <a:srgbClr val="333399"/>
                </a:solidFill>
                <a:latin typeface="Arial" panose="020B0604020202020204" pitchFamily="34" charset="0"/>
              </a:rPr>
              <a:t>即 正则集(右线性语言) </a:t>
            </a:r>
            <a:r>
              <a:rPr lang="zh-CN" altLang="en-US" sz="3200" b="0" dirty="0">
                <a:solidFill>
                  <a:srgbClr val="333399"/>
                </a:solidFill>
                <a:latin typeface="Arial" panose="020B0604020202020204" pitchFamily="34" charset="0"/>
                <a:sym typeface="Euclid Symbol" panose="05050102010706020507" pitchFamily="18" charset="2"/>
              </a:rPr>
              <a:t></a:t>
            </a:r>
            <a:r>
              <a:rPr lang="zh-CN" altLang="en-US" sz="3200" b="0" dirty="0">
                <a:solidFill>
                  <a:srgbClr val="333399"/>
                </a:solidFill>
                <a:latin typeface="Arial" panose="020B0604020202020204" pitchFamily="34" charset="0"/>
              </a:rPr>
              <a:t> 有限自动机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zh-CN" altLang="en-US" sz="3200" b="0" dirty="0">
              <a:solidFill>
                <a:srgbClr val="333399"/>
              </a:solidFill>
              <a:latin typeface="Arial" panose="020B0604020202020204" pitchFamily="34" charset="0"/>
            </a:endParaRPr>
          </a:p>
        </p:txBody>
      </p:sp>
    </p:spTree>
  </p:cSld>
  <p:clrMapOvr>
    <a:masterClrMapping/>
  </p:clrMapOvr>
  <p:transition spd="med" advClick="0">
    <p:wipe dir="r"/>
  </p:transition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灯片编号占位符 1"/>
          <p:cNvSpPr>
            <a:spLocks noGrp="1"/>
          </p:cNvSpPr>
          <p:nvPr>
            <p:ph type="sldNum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8A76CFAE-631A-4BD1-B328-D75A892CB4FB}" type="slidenum">
              <a:rPr kumimoji="0" lang="zh-CN" altLang="en-US" sz="1200">
                <a:solidFill>
                  <a:srgbClr val="009999"/>
                </a:solidFill>
                <a:latin typeface="Arial Narrow" panose="020B0606020202030204" pitchFamily="34" charset="0"/>
                <a:ea typeface="宋体" panose="02010600030101010101" pitchFamily="2" charset="-122"/>
              </a:rPr>
              <a:t>29</a:t>
            </a:fld>
            <a:endParaRPr kumimoji="0" lang="en-US" altLang="zh-CN" sz="1200">
              <a:solidFill>
                <a:srgbClr val="009999"/>
              </a:solidFill>
              <a:latin typeface="Arial Narrow" panose="020B0606020202030204" pitchFamily="34" charset="0"/>
              <a:ea typeface="宋体" panose="02010600030101010101" pitchFamily="2" charset="-122"/>
            </a:endParaRPr>
          </a:p>
        </p:txBody>
      </p:sp>
      <p:sp>
        <p:nvSpPr>
          <p:cNvPr id="20483" name="日期占位符 2"/>
          <p:cNvSpPr>
            <a:spLocks noGrp="1"/>
          </p:cNvSpPr>
          <p:nvPr>
            <p:ph type="dt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B5E581A1-0F3A-4F10-8131-40A5D6A40058}" type="datetime1">
              <a:rPr kumimoji="0" lang="zh-CN" altLang="en-US" sz="1200">
                <a:solidFill>
                  <a:srgbClr val="009999"/>
                </a:solidFill>
                <a:latin typeface="Arial Narrow" panose="020B0606020202030204" pitchFamily="34" charset="0"/>
                <a:ea typeface="宋体" panose="02010600030101010101" pitchFamily="2" charset="-122"/>
              </a:rPr>
              <a:t>2024/3/24</a:t>
            </a:fld>
            <a:endParaRPr kumimoji="0" lang="zh-CN" altLang="zh-CN" sz="1200">
              <a:solidFill>
                <a:srgbClr val="009999"/>
              </a:solidFill>
              <a:latin typeface="Arial Narrow" panose="020B0606020202030204" pitchFamily="34" charset="0"/>
              <a:ea typeface="宋体" panose="02010600030101010101" pitchFamily="2" charset="-122"/>
            </a:endParaRPr>
          </a:p>
        </p:txBody>
      </p:sp>
      <p:sp>
        <p:nvSpPr>
          <p:cNvPr id="20484" name="页脚占位符 3"/>
          <p:cNvSpPr>
            <a:spLocks noGrp="1"/>
          </p:cNvSpPr>
          <p:nvPr>
            <p:ph type="ftr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200">
                <a:solidFill>
                  <a:srgbClr val="009999"/>
                </a:solidFill>
                <a:latin typeface="Arial Narrow" panose="020B0606020202030204" pitchFamily="34" charset="0"/>
                <a:ea typeface="宋体" panose="02010600030101010101" pitchFamily="2" charset="-122"/>
              </a:rPr>
              <a:t>School of Computer Science, BUPT</a:t>
            </a:r>
            <a:endParaRPr lang="zh-CN" altLang="en-US" sz="1200">
              <a:solidFill>
                <a:srgbClr val="009999"/>
              </a:solidFill>
              <a:latin typeface="Arial Narrow" panose="020B0606020202030204" pitchFamily="34" charset="0"/>
              <a:ea typeface="宋体" panose="02010600030101010101" pitchFamily="2" charset="-122"/>
            </a:endParaRPr>
          </a:p>
        </p:txBody>
      </p:sp>
      <p:sp>
        <p:nvSpPr>
          <p:cNvPr id="20485" name="Text Box 2">
            <a:hlinkClick r:id="rId3" action="ppaction://hlinksldjump"/>
          </p:cNvPr>
          <p:cNvSpPr txBox="1">
            <a:spLocks noChangeArrowheads="1"/>
          </p:cNvSpPr>
          <p:nvPr/>
        </p:nvSpPr>
        <p:spPr bwMode="auto">
          <a:xfrm>
            <a:off x="1905000" y="457200"/>
            <a:ext cx="6759575" cy="73250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algn="r" eaLnBrk="1" hangingPunct="1">
              <a:lnSpc>
                <a:spcPct val="140000"/>
              </a:lnSpc>
              <a:spcBef>
                <a:spcPct val="0"/>
              </a:spcBef>
              <a:buClr>
                <a:srgbClr val="333399"/>
              </a:buClr>
              <a:buSzTx/>
              <a:buFont typeface="Wingdings" panose="05000000000000000000" pitchFamily="2" charset="2"/>
              <a:buNone/>
            </a:pPr>
            <a:r>
              <a:rPr lang="zh-CN" altLang="en-US" sz="3200" dirty="0">
                <a:solidFill>
                  <a:srgbClr val="800080"/>
                </a:solidFill>
                <a:ea typeface="华文行楷" panose="02010800040101010101" pitchFamily="2" charset="-122"/>
              </a:rPr>
              <a:t>右线性文法</a:t>
            </a:r>
            <a:r>
              <a:rPr lang="zh-CN" altLang="en-US" sz="3200" dirty="0">
                <a:solidFill>
                  <a:srgbClr val="800080"/>
                </a:solidFill>
                <a:ea typeface="华文行楷" panose="02010800040101010101" pitchFamily="2" charset="-122"/>
                <a:sym typeface="Symbol" panose="05050102010706020507" pitchFamily="18" charset="2"/>
              </a:rPr>
              <a:t></a:t>
            </a:r>
            <a:r>
              <a:rPr lang="zh-CN" altLang="en-US" sz="3200" dirty="0">
                <a:solidFill>
                  <a:srgbClr val="800080"/>
                </a:solidFill>
                <a:ea typeface="华文行楷" panose="02010800040101010101" pitchFamily="2" charset="-122"/>
              </a:rPr>
              <a:t> 有限自动机</a:t>
            </a:r>
          </a:p>
        </p:txBody>
      </p:sp>
      <p:sp>
        <p:nvSpPr>
          <p:cNvPr id="20486" name="Rectangle 3"/>
          <p:cNvSpPr>
            <a:spLocks noChangeArrowheads="1"/>
          </p:cNvSpPr>
          <p:nvPr/>
        </p:nvSpPr>
        <p:spPr bwMode="auto">
          <a:xfrm>
            <a:off x="304800" y="1219200"/>
            <a:ext cx="8458200" cy="540829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6350" indent="-635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1616075" indent="-45720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algn="just">
              <a:lnSpc>
                <a:spcPct val="12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400" dirty="0">
                <a:solidFill>
                  <a:srgbClr val="800080"/>
                </a:solidFill>
                <a:cs typeface="Times New Roman" panose="02020603050405020304" pitchFamily="18" charset="0"/>
              </a:rPr>
              <a:t>定理3.8.1</a:t>
            </a:r>
            <a:r>
              <a:rPr lang="zh-CN" altLang="en-US" sz="2400" b="0" dirty="0">
                <a:solidFill>
                  <a:schemeClr val="tx2"/>
                </a:solidFill>
                <a:cs typeface="Times New Roman" panose="02020603050405020304" pitchFamily="18" charset="0"/>
              </a:rPr>
              <a:t>：由任意右线性文法</a:t>
            </a:r>
            <a:r>
              <a:rPr lang="en-US" altLang="zh-CN" sz="2400" b="0" dirty="0">
                <a:solidFill>
                  <a:schemeClr val="tx2"/>
                </a:solidFill>
                <a:cs typeface="Times New Roman" panose="02020603050405020304" pitchFamily="18" charset="0"/>
              </a:rPr>
              <a:t>G</a:t>
            </a:r>
            <a:r>
              <a:rPr lang="zh-CN" altLang="en-US" sz="2400" b="0" dirty="0">
                <a:solidFill>
                  <a:schemeClr val="tx2"/>
                </a:solidFill>
                <a:cs typeface="Times New Roman" panose="02020603050405020304" pitchFamily="18" charset="0"/>
              </a:rPr>
              <a:t>定义的语言必然能被一个</a:t>
            </a:r>
            <a:r>
              <a:rPr lang="en-US" altLang="zh-CN" sz="2400" b="0" dirty="0">
                <a:solidFill>
                  <a:schemeClr val="tx2"/>
                </a:solidFill>
                <a:cs typeface="Times New Roman" panose="02020603050405020304" pitchFamily="18" charset="0"/>
              </a:rPr>
              <a:t>NFA  M</a:t>
            </a:r>
            <a:r>
              <a:rPr lang="zh-CN" altLang="en-US" sz="2400" b="0" dirty="0">
                <a:solidFill>
                  <a:schemeClr val="tx2"/>
                </a:solidFill>
                <a:cs typeface="Times New Roman" panose="02020603050405020304" pitchFamily="18" charset="0"/>
              </a:rPr>
              <a:t>所接受。即</a:t>
            </a:r>
            <a:r>
              <a:rPr lang="en-US" altLang="zh-CN" sz="2400" b="0" dirty="0">
                <a:solidFill>
                  <a:schemeClr val="tx2"/>
                </a:solidFill>
                <a:cs typeface="Times New Roman" panose="02020603050405020304" pitchFamily="18" charset="0"/>
              </a:rPr>
              <a:t>L（G）＝L（M）</a:t>
            </a:r>
          </a:p>
          <a:p>
            <a:pPr algn="just">
              <a:lnSpc>
                <a:spcPct val="12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400" dirty="0">
                <a:solidFill>
                  <a:srgbClr val="800080"/>
                </a:solidFill>
                <a:cs typeface="Times New Roman" panose="02020603050405020304" pitchFamily="18" charset="0"/>
              </a:rPr>
              <a:t>证明思路（构造证明）</a:t>
            </a:r>
            <a:r>
              <a:rPr lang="zh-CN" altLang="en-US" sz="2400" dirty="0">
                <a:solidFill>
                  <a:schemeClr val="tx2"/>
                </a:solidFill>
                <a:cs typeface="Times New Roman" panose="02020603050405020304" pitchFamily="18" charset="0"/>
              </a:rPr>
              <a:t>：</a:t>
            </a:r>
          </a:p>
          <a:p>
            <a:pPr algn="just">
              <a:lnSpc>
                <a:spcPct val="12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400" b="0" dirty="0">
                <a:solidFill>
                  <a:schemeClr val="tx2"/>
                </a:solidFill>
                <a:cs typeface="Times New Roman" panose="02020603050405020304" pitchFamily="18" charset="0"/>
              </a:rPr>
              <a:t>		设右线性文法</a:t>
            </a:r>
            <a:r>
              <a:rPr lang="en-US" altLang="zh-CN" sz="2400" b="0" dirty="0">
                <a:solidFill>
                  <a:schemeClr val="tx2"/>
                </a:solidFill>
                <a:cs typeface="Times New Roman" panose="02020603050405020304" pitchFamily="18" charset="0"/>
              </a:rPr>
              <a:t>G＝（N，T，P，S），</a:t>
            </a:r>
            <a:r>
              <a:rPr lang="zh-CN" altLang="en-US" sz="2400" b="0" dirty="0">
                <a:solidFill>
                  <a:schemeClr val="tx2"/>
                </a:solidFill>
                <a:cs typeface="Times New Roman" panose="02020603050405020304" pitchFamily="18" charset="0"/>
              </a:rPr>
              <a:t>构造一个与</a:t>
            </a:r>
            <a:r>
              <a:rPr lang="en-US" altLang="zh-CN" sz="2400" b="0" dirty="0">
                <a:solidFill>
                  <a:schemeClr val="tx2"/>
                </a:solidFill>
                <a:cs typeface="Times New Roman" panose="02020603050405020304" pitchFamily="18" charset="0"/>
              </a:rPr>
              <a:t>G</a:t>
            </a:r>
            <a:r>
              <a:rPr lang="zh-CN" altLang="en-US" sz="2400" b="0" dirty="0">
                <a:solidFill>
                  <a:schemeClr val="tx2"/>
                </a:solidFill>
                <a:cs typeface="Times New Roman" panose="02020603050405020304" pitchFamily="18" charset="0"/>
              </a:rPr>
              <a:t>等价的有限自动机</a:t>
            </a:r>
            <a:r>
              <a:rPr lang="en-US" altLang="zh-CN" sz="2400" b="0" dirty="0">
                <a:solidFill>
                  <a:schemeClr val="tx2"/>
                </a:solidFill>
                <a:cs typeface="Times New Roman" panose="02020603050405020304" pitchFamily="18" charset="0"/>
              </a:rPr>
              <a:t>NFA</a:t>
            </a:r>
            <a:r>
              <a:rPr lang="zh-CN" altLang="en-US" sz="2400" b="0" dirty="0">
                <a:solidFill>
                  <a:schemeClr val="tx2"/>
                </a:solidFill>
                <a:cs typeface="Times New Roman" panose="02020603050405020304" pitchFamily="18" charset="0"/>
              </a:rPr>
              <a:t> </a:t>
            </a:r>
            <a:r>
              <a:rPr lang="en-US" altLang="zh-CN" sz="2400" b="0" dirty="0">
                <a:solidFill>
                  <a:schemeClr val="tx2"/>
                </a:solidFill>
                <a:cs typeface="Times New Roman" panose="02020603050405020304" pitchFamily="18" charset="0"/>
              </a:rPr>
              <a:t>M＝（Q，T，δ，q</a:t>
            </a:r>
            <a:r>
              <a:rPr lang="en-US" altLang="zh-CN" sz="2400" b="0" baseline="-25000" dirty="0">
                <a:solidFill>
                  <a:schemeClr val="tx2"/>
                </a:solidFill>
                <a:cs typeface="Times New Roman" panose="02020603050405020304" pitchFamily="18" charset="0"/>
              </a:rPr>
              <a:t>0</a:t>
            </a:r>
            <a:r>
              <a:rPr lang="en-US" altLang="zh-CN" sz="2400" b="0" dirty="0">
                <a:solidFill>
                  <a:schemeClr val="tx2"/>
                </a:solidFill>
                <a:cs typeface="Times New Roman" panose="02020603050405020304" pitchFamily="18" charset="0"/>
              </a:rPr>
              <a:t>，F），</a:t>
            </a:r>
            <a:r>
              <a:rPr lang="zh-CN" altLang="en-US" sz="2400" b="0" dirty="0">
                <a:solidFill>
                  <a:schemeClr val="tx2"/>
                </a:solidFill>
                <a:cs typeface="Times New Roman" panose="02020603050405020304" pitchFamily="18" charset="0"/>
              </a:rPr>
              <a:t>其中：</a:t>
            </a:r>
          </a:p>
          <a:p>
            <a:pPr algn="just">
              <a:lnSpc>
                <a:spcPct val="12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 b="0" dirty="0">
                <a:solidFill>
                  <a:schemeClr val="tx2"/>
                </a:solidFill>
                <a:cs typeface="Times New Roman" panose="02020603050405020304" pitchFamily="18" charset="0"/>
              </a:rPr>
              <a:t>         Q＝N U {H}，H</a:t>
            </a:r>
            <a:r>
              <a:rPr lang="zh-CN" altLang="en-US" sz="2400" b="0" dirty="0">
                <a:solidFill>
                  <a:schemeClr val="tx2"/>
                </a:solidFill>
                <a:cs typeface="Times New Roman" panose="02020603050405020304" pitchFamily="18" charset="0"/>
              </a:rPr>
              <a:t>为一个新增加的状态,  </a:t>
            </a:r>
            <a:r>
              <a:rPr lang="en-US" altLang="zh-CN" sz="2400" b="0" dirty="0">
                <a:solidFill>
                  <a:schemeClr val="tx2"/>
                </a:solidFill>
                <a:cs typeface="Times New Roman" panose="02020603050405020304" pitchFamily="18" charset="0"/>
              </a:rPr>
              <a:t>H</a:t>
            </a:r>
            <a:r>
              <a:rPr lang="en-US" altLang="zh-CN" sz="2400" b="0" dirty="0">
                <a:solidFill>
                  <a:schemeClr val="tx2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</a:t>
            </a:r>
            <a:r>
              <a:rPr lang="en-US" altLang="zh-CN" sz="2400" b="0" dirty="0">
                <a:solidFill>
                  <a:schemeClr val="tx2"/>
                </a:solidFill>
                <a:cs typeface="Times New Roman" panose="02020603050405020304" pitchFamily="18" charset="0"/>
              </a:rPr>
              <a:t>N， q</a:t>
            </a:r>
            <a:r>
              <a:rPr lang="en-US" altLang="zh-CN" sz="2400" b="0" baseline="-25000" dirty="0">
                <a:solidFill>
                  <a:schemeClr val="tx2"/>
                </a:solidFill>
                <a:cs typeface="Times New Roman" panose="02020603050405020304" pitchFamily="18" charset="0"/>
              </a:rPr>
              <a:t>0</a:t>
            </a:r>
            <a:r>
              <a:rPr lang="en-US" altLang="zh-CN" sz="2400" b="0" dirty="0">
                <a:solidFill>
                  <a:schemeClr val="tx2"/>
                </a:solidFill>
                <a:cs typeface="Times New Roman" panose="02020603050405020304" pitchFamily="18" charset="0"/>
              </a:rPr>
              <a:t>＝S</a:t>
            </a:r>
          </a:p>
          <a:p>
            <a:pPr algn="just">
              <a:lnSpc>
                <a:spcPct val="12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 b="0" dirty="0">
                <a:solidFill>
                  <a:schemeClr val="tx2"/>
                </a:solidFill>
                <a:cs typeface="Times New Roman" panose="02020603050405020304" pitchFamily="18" charset="0"/>
              </a:rPr>
              <a:t>               {H，S}  </a:t>
            </a:r>
            <a:r>
              <a:rPr lang="zh-CN" altLang="en-US" sz="2400" b="0" dirty="0">
                <a:solidFill>
                  <a:schemeClr val="tx2"/>
                </a:solidFill>
                <a:cs typeface="Times New Roman" panose="02020603050405020304" pitchFamily="18" charset="0"/>
              </a:rPr>
              <a:t>当</a:t>
            </a:r>
            <a:r>
              <a:rPr lang="en-US" altLang="zh-CN" sz="2400" b="0" dirty="0" err="1">
                <a:solidFill>
                  <a:schemeClr val="tx2"/>
                </a:solidFill>
                <a:cs typeface="Times New Roman" panose="02020603050405020304" pitchFamily="18" charset="0"/>
              </a:rPr>
              <a:t>S</a:t>
            </a:r>
            <a:r>
              <a:rPr lang="en-US" altLang="zh-CN" sz="2400" b="0" dirty="0" err="1">
                <a:solidFill>
                  <a:schemeClr val="tx2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</a:t>
            </a:r>
            <a:r>
              <a:rPr lang="en-US" altLang="zh-CN" sz="2400" b="0" dirty="0" err="1">
                <a:solidFill>
                  <a:schemeClr val="tx2"/>
                </a:solidFill>
                <a:cs typeface="Times New Roman" panose="02020603050405020304" pitchFamily="18" charset="0"/>
              </a:rPr>
              <a:t>ε</a:t>
            </a:r>
            <a:r>
              <a:rPr lang="zh-CN" altLang="en-US" sz="2400" b="0" dirty="0">
                <a:solidFill>
                  <a:schemeClr val="tx2"/>
                </a:solidFill>
                <a:cs typeface="Times New Roman" panose="02020603050405020304" pitchFamily="18" charset="0"/>
              </a:rPr>
              <a:t>属于</a:t>
            </a:r>
            <a:r>
              <a:rPr lang="en-US" altLang="zh-CN" sz="2400" b="0" dirty="0">
                <a:solidFill>
                  <a:schemeClr val="tx2"/>
                </a:solidFill>
                <a:cs typeface="Times New Roman" panose="02020603050405020304" pitchFamily="18" charset="0"/>
              </a:rPr>
              <a:t>P。</a:t>
            </a:r>
          </a:p>
          <a:p>
            <a:pPr algn="just">
              <a:lnSpc>
                <a:spcPct val="12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 b="0" dirty="0">
                <a:solidFill>
                  <a:schemeClr val="tx2"/>
                </a:solidFill>
                <a:cs typeface="Times New Roman" panose="02020603050405020304" pitchFamily="18" charset="0"/>
              </a:rPr>
              <a:t>               {H}     </a:t>
            </a:r>
            <a:r>
              <a:rPr lang="zh-CN" altLang="en-US" sz="2400" b="0" dirty="0">
                <a:solidFill>
                  <a:schemeClr val="tx2"/>
                </a:solidFill>
                <a:cs typeface="Times New Roman" panose="02020603050405020304" pitchFamily="18" charset="0"/>
              </a:rPr>
              <a:t>否则 </a:t>
            </a:r>
            <a:r>
              <a:rPr lang="en-US" altLang="zh-CN" sz="2400" b="0" dirty="0">
                <a:solidFill>
                  <a:schemeClr val="tx2"/>
                </a:solidFill>
                <a:cs typeface="Times New Roman" panose="02020603050405020304" pitchFamily="18" charset="0"/>
              </a:rPr>
              <a:t> </a:t>
            </a:r>
            <a:endParaRPr lang="zh-CN" altLang="en-US" sz="2400" b="0" dirty="0">
              <a:solidFill>
                <a:schemeClr val="tx2"/>
              </a:solidFill>
              <a:cs typeface="Times New Roman" panose="02020603050405020304" pitchFamily="18" charset="0"/>
            </a:endParaRPr>
          </a:p>
          <a:p>
            <a:pPr algn="just" eaLnBrk="1" hangingPunct="1">
              <a:lnSpc>
                <a:spcPct val="12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 dirty="0">
                <a:solidFill>
                  <a:schemeClr val="tx2"/>
                </a:solidFill>
                <a:cs typeface="Times New Roman" panose="02020603050405020304" pitchFamily="18" charset="0"/>
              </a:rPr>
              <a:t>δ</a:t>
            </a:r>
            <a:r>
              <a:rPr lang="zh-CN" altLang="en-US" sz="2400" dirty="0">
                <a:solidFill>
                  <a:schemeClr val="tx2"/>
                </a:solidFill>
                <a:cs typeface="Times New Roman" panose="02020603050405020304" pitchFamily="18" charset="0"/>
              </a:rPr>
              <a:t>的定义为：对</a:t>
            </a:r>
            <a:r>
              <a:rPr lang="en-US" altLang="zh-CN" sz="2400" dirty="0">
                <a:solidFill>
                  <a:schemeClr val="tx2"/>
                </a:solidFill>
                <a:cs typeface="Times New Roman" panose="02020603050405020304" pitchFamily="18" charset="0"/>
              </a:rPr>
              <a:t>A,</a:t>
            </a:r>
            <a:r>
              <a:rPr lang="en-US" altLang="zh-CN" sz="2400" dirty="0">
                <a:solidFill>
                  <a:srgbClr val="003399"/>
                </a:solidFill>
                <a:cs typeface="Times New Roman" panose="02020603050405020304" pitchFamily="18" charset="0"/>
              </a:rPr>
              <a:t>B</a:t>
            </a:r>
            <a:r>
              <a:rPr lang="en-US" altLang="zh-CN" sz="2400" dirty="0">
                <a:solidFill>
                  <a:srgbClr val="003399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N, a T</a:t>
            </a:r>
            <a:endParaRPr lang="zh-CN" altLang="en-US" sz="2400" dirty="0">
              <a:solidFill>
                <a:srgbClr val="003399"/>
              </a:solidFill>
              <a:cs typeface="Times New Roman" panose="02020603050405020304" pitchFamily="18" charset="0"/>
            </a:endParaRPr>
          </a:p>
          <a:p>
            <a:pPr lvl="1" algn="just" eaLnBrk="1" hangingPunct="1">
              <a:lnSpc>
                <a:spcPct val="12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400" b="1" dirty="0">
                <a:solidFill>
                  <a:srgbClr val="800080"/>
                </a:solidFill>
                <a:cs typeface="Times New Roman" panose="02020603050405020304" pitchFamily="18" charset="0"/>
              </a:rPr>
              <a:t>当</a:t>
            </a:r>
            <a:r>
              <a:rPr lang="en-US" altLang="zh-CN" sz="2400" b="1" dirty="0">
                <a:solidFill>
                  <a:srgbClr val="800080"/>
                </a:solidFill>
                <a:cs typeface="Times New Roman" panose="02020603050405020304" pitchFamily="18" charset="0"/>
              </a:rPr>
              <a:t>A </a:t>
            </a:r>
            <a:r>
              <a:rPr lang="en-US" altLang="zh-CN" sz="2400" b="1" dirty="0">
                <a:solidFill>
                  <a:srgbClr val="800080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</a:t>
            </a:r>
            <a:r>
              <a:rPr lang="en-US" altLang="zh-CN" sz="2400" b="1" dirty="0">
                <a:solidFill>
                  <a:srgbClr val="800080"/>
                </a:solidFill>
                <a:cs typeface="Times New Roman" panose="02020603050405020304" pitchFamily="18" charset="0"/>
              </a:rPr>
              <a:t> a B </a:t>
            </a:r>
            <a:r>
              <a:rPr lang="en-US" altLang="zh-CN" sz="2400" b="1" dirty="0">
                <a:solidFill>
                  <a:srgbClr val="800080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</a:t>
            </a:r>
            <a:r>
              <a:rPr lang="en-US" altLang="zh-CN" sz="2400" b="1" dirty="0">
                <a:solidFill>
                  <a:srgbClr val="800080"/>
                </a:solidFill>
                <a:cs typeface="Times New Roman" panose="02020603050405020304" pitchFamily="18" charset="0"/>
              </a:rPr>
              <a:t> P，</a:t>
            </a:r>
            <a:r>
              <a:rPr lang="zh-CN" altLang="en-US" sz="2400" b="1" dirty="0">
                <a:solidFill>
                  <a:srgbClr val="800080"/>
                </a:solidFill>
                <a:cs typeface="Times New Roman" panose="02020603050405020304" pitchFamily="18" charset="0"/>
              </a:rPr>
              <a:t>则 </a:t>
            </a:r>
            <a:r>
              <a:rPr lang="en-US" altLang="zh-CN" sz="2400" b="1" dirty="0">
                <a:solidFill>
                  <a:srgbClr val="800080"/>
                </a:solidFill>
                <a:cs typeface="Times New Roman" panose="02020603050405020304" pitchFamily="18" charset="0"/>
              </a:rPr>
              <a:t>B </a:t>
            </a:r>
            <a:r>
              <a:rPr lang="en-US" altLang="zh-CN" sz="2400" b="1" dirty="0">
                <a:solidFill>
                  <a:srgbClr val="800080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</a:t>
            </a:r>
            <a:r>
              <a:rPr lang="en-US" altLang="zh-CN" sz="2400" b="1" dirty="0" err="1">
                <a:solidFill>
                  <a:srgbClr val="800080"/>
                </a:solidFill>
                <a:cs typeface="Times New Roman" panose="02020603050405020304" pitchFamily="18" charset="0"/>
              </a:rPr>
              <a:t>δ（A，a</a:t>
            </a:r>
            <a:r>
              <a:rPr lang="en-US" altLang="zh-CN" sz="2400" b="1" dirty="0">
                <a:solidFill>
                  <a:srgbClr val="800080"/>
                </a:solidFill>
                <a:cs typeface="Times New Roman" panose="02020603050405020304" pitchFamily="18" charset="0"/>
              </a:rPr>
              <a:t>）</a:t>
            </a:r>
          </a:p>
          <a:p>
            <a:pPr lvl="1" algn="just" eaLnBrk="1" hangingPunct="1">
              <a:lnSpc>
                <a:spcPct val="12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400" b="1" dirty="0">
                <a:solidFill>
                  <a:srgbClr val="800080"/>
                </a:solidFill>
                <a:cs typeface="Times New Roman" panose="02020603050405020304" pitchFamily="18" charset="0"/>
              </a:rPr>
              <a:t>当</a:t>
            </a:r>
            <a:r>
              <a:rPr lang="en-US" altLang="zh-CN" sz="2400" b="1" dirty="0">
                <a:solidFill>
                  <a:srgbClr val="800080"/>
                </a:solidFill>
                <a:cs typeface="Times New Roman" panose="02020603050405020304" pitchFamily="18" charset="0"/>
              </a:rPr>
              <a:t>A </a:t>
            </a:r>
            <a:r>
              <a:rPr lang="en-US" altLang="zh-CN" sz="2400" b="1" dirty="0">
                <a:solidFill>
                  <a:srgbClr val="800080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</a:t>
            </a:r>
            <a:r>
              <a:rPr lang="en-US" altLang="zh-CN" sz="2400" b="1" dirty="0">
                <a:solidFill>
                  <a:srgbClr val="800080"/>
                </a:solidFill>
                <a:cs typeface="Times New Roman" panose="02020603050405020304" pitchFamily="18" charset="0"/>
              </a:rPr>
              <a:t> a </a:t>
            </a:r>
            <a:r>
              <a:rPr lang="en-US" altLang="zh-CN" sz="2400" b="1" dirty="0">
                <a:solidFill>
                  <a:srgbClr val="800080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</a:t>
            </a:r>
            <a:r>
              <a:rPr lang="en-US" altLang="zh-CN" sz="2400" b="1" dirty="0">
                <a:solidFill>
                  <a:srgbClr val="800080"/>
                </a:solidFill>
                <a:cs typeface="Times New Roman" panose="02020603050405020304" pitchFamily="18" charset="0"/>
              </a:rPr>
              <a:t> P,   </a:t>
            </a:r>
            <a:r>
              <a:rPr lang="zh-CN" altLang="en-US" sz="2400" b="1" dirty="0">
                <a:solidFill>
                  <a:srgbClr val="800080"/>
                </a:solidFill>
                <a:cs typeface="Times New Roman" panose="02020603050405020304" pitchFamily="18" charset="0"/>
              </a:rPr>
              <a:t>则 </a:t>
            </a:r>
            <a:r>
              <a:rPr lang="en-US" altLang="zh-CN" sz="2400" b="1" dirty="0">
                <a:solidFill>
                  <a:srgbClr val="800080"/>
                </a:solidFill>
                <a:cs typeface="Times New Roman" panose="02020603050405020304" pitchFamily="18" charset="0"/>
              </a:rPr>
              <a:t>H </a:t>
            </a:r>
            <a:r>
              <a:rPr lang="en-US" altLang="zh-CN" sz="2400" b="1" dirty="0">
                <a:solidFill>
                  <a:srgbClr val="800080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</a:t>
            </a:r>
            <a:r>
              <a:rPr lang="en-US" altLang="zh-CN" sz="2400" b="1" dirty="0" err="1">
                <a:solidFill>
                  <a:srgbClr val="800080"/>
                </a:solidFill>
                <a:cs typeface="Times New Roman" panose="02020603050405020304" pitchFamily="18" charset="0"/>
              </a:rPr>
              <a:t>δ（A，a</a:t>
            </a:r>
            <a:r>
              <a:rPr lang="en-US" altLang="zh-CN" sz="2400" b="1" dirty="0">
                <a:solidFill>
                  <a:srgbClr val="800080"/>
                </a:solidFill>
                <a:cs typeface="Times New Roman" panose="02020603050405020304" pitchFamily="18" charset="0"/>
              </a:rPr>
              <a:t>）</a:t>
            </a:r>
          </a:p>
          <a:p>
            <a:pPr lvl="1" algn="just" eaLnBrk="1" hangingPunct="1">
              <a:lnSpc>
                <a:spcPct val="120000"/>
              </a:lnSpc>
              <a:spcBef>
                <a:spcPct val="0"/>
              </a:spcBef>
              <a:buClrTx/>
              <a:buSzTx/>
              <a:buNone/>
            </a:pPr>
            <a:r>
              <a:rPr lang="zh-CN" altLang="en-US" sz="2400" dirty="0">
                <a:solidFill>
                  <a:schemeClr val="tx2"/>
                </a:solidFill>
                <a:cs typeface="Times New Roman" panose="02020603050405020304" pitchFamily="18" charset="0"/>
              </a:rPr>
              <a:t>对于任意输入，</a:t>
            </a:r>
            <a:r>
              <a:rPr lang="en-US" altLang="zh-CN" sz="2400" dirty="0" err="1">
                <a:solidFill>
                  <a:schemeClr val="tx2"/>
                </a:solidFill>
                <a:cs typeface="Times New Roman" panose="02020603050405020304" pitchFamily="18" charset="0"/>
              </a:rPr>
              <a:t>δ（H，a</a:t>
            </a:r>
            <a:r>
              <a:rPr lang="en-US" altLang="zh-CN" sz="2400" dirty="0">
                <a:solidFill>
                  <a:schemeClr val="tx2"/>
                </a:solidFill>
                <a:cs typeface="Times New Roman" panose="02020603050405020304" pitchFamily="18" charset="0"/>
              </a:rPr>
              <a:t>）＝</a:t>
            </a:r>
            <a:r>
              <a:rPr lang="el-GR" altLang="zh-CN" sz="2400" dirty="0">
                <a:solidFill>
                  <a:schemeClr val="tx2"/>
                </a:solidFill>
                <a:cs typeface="Times New Roman" panose="02020603050405020304" pitchFamily="18" charset="0"/>
                <a:sym typeface="Euclid Symbol" panose="05050102010706020507" pitchFamily="18" charset="2"/>
              </a:rPr>
              <a:t> Φ </a:t>
            </a:r>
            <a:r>
              <a:rPr lang="en-US" altLang="zh-CN" sz="2400" dirty="0">
                <a:solidFill>
                  <a:schemeClr val="tx2"/>
                </a:solidFill>
                <a:cs typeface="Times New Roman" panose="02020603050405020304" pitchFamily="18" charset="0"/>
              </a:rPr>
              <a:t>。</a:t>
            </a:r>
            <a:endParaRPr lang="zh-CN" altLang="en-US" sz="2400" dirty="0">
              <a:solidFill>
                <a:schemeClr val="tx2"/>
              </a:solidFill>
              <a:cs typeface="Times New Roman" panose="02020603050405020304" pitchFamily="18" charset="0"/>
            </a:endParaRPr>
          </a:p>
        </p:txBody>
      </p:sp>
      <p:grpSp>
        <p:nvGrpSpPr>
          <p:cNvPr id="20487" name="Group 4"/>
          <p:cNvGrpSpPr/>
          <p:nvPr/>
        </p:nvGrpSpPr>
        <p:grpSpPr bwMode="auto">
          <a:xfrm>
            <a:off x="762000" y="4114800"/>
            <a:ext cx="762000" cy="533400"/>
            <a:chOff x="240" y="2592"/>
            <a:chExt cx="480" cy="336"/>
          </a:xfrm>
        </p:grpSpPr>
        <p:sp>
          <p:nvSpPr>
            <p:cNvPr id="20488" name="AutoShape 5"/>
            <p:cNvSpPr/>
            <p:nvPr/>
          </p:nvSpPr>
          <p:spPr bwMode="auto">
            <a:xfrm>
              <a:off x="624" y="2592"/>
              <a:ext cx="96" cy="336"/>
            </a:xfrm>
            <a:prstGeom prst="leftBrace">
              <a:avLst>
                <a:gd name="adj1" fmla="val 29167"/>
                <a:gd name="adj2" fmla="val 50000"/>
              </a:avLst>
            </a:prstGeom>
            <a:noFill/>
            <a:ln w="57150">
              <a:solidFill>
                <a:schemeClr val="tx2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9pPr>
            </a:lstStyle>
            <a:p>
              <a:pPr algn="ctr">
                <a:buFont typeface="Wingdings" panose="05000000000000000000" pitchFamily="2" charset="2"/>
                <a:buNone/>
              </a:pPr>
              <a:endParaRPr lang="zh-CN" altLang="en-US" sz="1800" b="0">
                <a:solidFill>
                  <a:srgbClr val="3366CC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20489" name="Text Box 6"/>
            <p:cNvSpPr txBox="1">
              <a:spLocks noChangeArrowheads="1"/>
            </p:cNvSpPr>
            <p:nvPr/>
          </p:nvSpPr>
          <p:spPr bwMode="auto">
            <a:xfrm>
              <a:off x="240" y="2640"/>
              <a:ext cx="345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9pPr>
            </a:lstStyle>
            <a:p>
              <a:pPr algn="r">
                <a:buFont typeface="Wingdings" panose="05000000000000000000" pitchFamily="2" charset="2"/>
                <a:buNone/>
              </a:pPr>
              <a:r>
                <a:rPr lang="en-US" altLang="zh-CN" sz="2400">
                  <a:solidFill>
                    <a:schemeClr val="tx2"/>
                  </a:solidFill>
                  <a:latin typeface="Arial" panose="020B0604020202020204" pitchFamily="34" charset="0"/>
                </a:rPr>
                <a:t>F=</a:t>
              </a:r>
            </a:p>
          </p:txBody>
        </p:sp>
      </p:grpSp>
    </p:spTree>
  </p:cSld>
  <p:clrMapOvr>
    <a:masterClrMapping/>
  </p:clrMapOvr>
  <p:transition spd="med" advClick="0">
    <p:wipe dir="r"/>
  </p:transition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灯片编号占位符 1"/>
          <p:cNvSpPr>
            <a:spLocks noGrp="1"/>
          </p:cNvSpPr>
          <p:nvPr>
            <p:ph type="sldNum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D85FB9DF-5F96-4629-BB1B-B8551061238F}" type="slidenum">
              <a:rPr kumimoji="0" lang="zh-CN" altLang="en-US" sz="1200">
                <a:solidFill>
                  <a:srgbClr val="009999"/>
                </a:solidFill>
                <a:latin typeface="Arial Narrow" panose="020B0606020202030204" pitchFamily="34" charset="0"/>
                <a:ea typeface="宋体" panose="02010600030101010101" pitchFamily="2" charset="-122"/>
              </a:rPr>
              <a:t>30</a:t>
            </a:fld>
            <a:endParaRPr kumimoji="0" lang="en-US" altLang="zh-CN" sz="1200">
              <a:solidFill>
                <a:srgbClr val="009999"/>
              </a:solidFill>
              <a:latin typeface="Arial Narrow" panose="020B0606020202030204" pitchFamily="34" charset="0"/>
              <a:ea typeface="宋体" panose="02010600030101010101" pitchFamily="2" charset="-122"/>
            </a:endParaRPr>
          </a:p>
        </p:txBody>
      </p:sp>
      <p:sp>
        <p:nvSpPr>
          <p:cNvPr id="21507" name="日期占位符 2"/>
          <p:cNvSpPr>
            <a:spLocks noGrp="1"/>
          </p:cNvSpPr>
          <p:nvPr>
            <p:ph type="dt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32B74E19-8E0E-4B7B-911F-D678BA6A649A}" type="datetime1">
              <a:rPr kumimoji="0" lang="zh-CN" altLang="en-US" sz="1200">
                <a:solidFill>
                  <a:srgbClr val="009999"/>
                </a:solidFill>
                <a:latin typeface="Arial Narrow" panose="020B0606020202030204" pitchFamily="34" charset="0"/>
                <a:ea typeface="宋体" panose="02010600030101010101" pitchFamily="2" charset="-122"/>
              </a:rPr>
              <a:t>2024/3/24</a:t>
            </a:fld>
            <a:endParaRPr kumimoji="0" lang="zh-CN" altLang="zh-CN" sz="1200">
              <a:solidFill>
                <a:srgbClr val="009999"/>
              </a:solidFill>
              <a:latin typeface="Arial Narrow" panose="020B0606020202030204" pitchFamily="34" charset="0"/>
              <a:ea typeface="宋体" panose="02010600030101010101" pitchFamily="2" charset="-122"/>
            </a:endParaRPr>
          </a:p>
        </p:txBody>
      </p:sp>
      <p:sp>
        <p:nvSpPr>
          <p:cNvPr id="21508" name="页脚占位符 3"/>
          <p:cNvSpPr>
            <a:spLocks noGrp="1"/>
          </p:cNvSpPr>
          <p:nvPr>
            <p:ph type="ftr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200">
                <a:solidFill>
                  <a:srgbClr val="009999"/>
                </a:solidFill>
                <a:latin typeface="Arial Narrow" panose="020B0606020202030204" pitchFamily="34" charset="0"/>
                <a:ea typeface="宋体" panose="02010600030101010101" pitchFamily="2" charset="-122"/>
              </a:rPr>
              <a:t>School of Computer Science, BUPT</a:t>
            </a:r>
            <a:endParaRPr lang="zh-CN" altLang="en-US" sz="1200">
              <a:solidFill>
                <a:srgbClr val="009999"/>
              </a:solidFill>
              <a:latin typeface="Arial Narrow" panose="020B0606020202030204" pitchFamily="34" charset="0"/>
              <a:ea typeface="宋体" panose="02010600030101010101" pitchFamily="2" charset="-122"/>
            </a:endParaRPr>
          </a:p>
        </p:txBody>
      </p:sp>
      <p:sp>
        <p:nvSpPr>
          <p:cNvPr id="21509" name="Rectangle 2"/>
          <p:cNvSpPr>
            <a:spLocks noChangeArrowheads="1"/>
          </p:cNvSpPr>
          <p:nvPr/>
        </p:nvSpPr>
        <p:spPr bwMode="auto">
          <a:xfrm>
            <a:off x="914400" y="304800"/>
            <a:ext cx="8001000" cy="838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algn="r" eaLnBrk="1" hangingPunct="1">
              <a:lnSpc>
                <a:spcPct val="9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3200" dirty="0">
                <a:solidFill>
                  <a:srgbClr val="800080"/>
                </a:solidFill>
                <a:ea typeface="华文行楷" panose="02010800040101010101" pitchFamily="2" charset="-122"/>
              </a:rPr>
              <a:t>右线性文法</a:t>
            </a:r>
            <a:r>
              <a:rPr lang="zh-CN" altLang="en-US" sz="3200" dirty="0">
                <a:solidFill>
                  <a:srgbClr val="800080"/>
                </a:solidFill>
                <a:ea typeface="华文行楷" panose="02010800040101010101" pitchFamily="2" charset="-122"/>
                <a:sym typeface="Symbol" panose="05050102010706020507" pitchFamily="18" charset="2"/>
              </a:rPr>
              <a:t></a:t>
            </a:r>
            <a:r>
              <a:rPr lang="zh-CN" altLang="en-US" sz="3200" dirty="0">
                <a:solidFill>
                  <a:srgbClr val="800080"/>
                </a:solidFill>
                <a:ea typeface="华文行楷" panose="02010800040101010101" pitchFamily="2" charset="-122"/>
              </a:rPr>
              <a:t> 有限自动机</a:t>
            </a:r>
            <a:r>
              <a:rPr lang="zh-CN" altLang="en-US" sz="2400" b="0" dirty="0">
                <a:solidFill>
                  <a:srgbClr val="333399"/>
                </a:solidFill>
                <a:latin typeface="Arial" panose="020B0604020202020204" pitchFamily="34" charset="0"/>
              </a:rPr>
              <a:t>（</a:t>
            </a:r>
            <a:r>
              <a:rPr lang="zh-CN" altLang="en-US" b="0" dirty="0">
                <a:solidFill>
                  <a:srgbClr val="333399"/>
                </a:solidFill>
                <a:latin typeface="Arial" panose="020B0604020202020204" pitchFamily="34" charset="0"/>
              </a:rPr>
              <a:t>例</a:t>
            </a:r>
            <a:r>
              <a:rPr lang="en-US" altLang="zh-CN" sz="2400" b="0" dirty="0">
                <a:solidFill>
                  <a:srgbClr val="333399"/>
                </a:solidFill>
                <a:latin typeface="Arial" panose="020B0604020202020204" pitchFamily="34" charset="0"/>
              </a:rPr>
              <a:t>）</a:t>
            </a:r>
          </a:p>
        </p:txBody>
      </p:sp>
      <p:sp>
        <p:nvSpPr>
          <p:cNvPr id="21510" name="Text Box 3"/>
          <p:cNvSpPr txBox="1">
            <a:spLocks noChangeArrowheads="1"/>
          </p:cNvSpPr>
          <p:nvPr/>
        </p:nvSpPr>
        <p:spPr bwMode="auto">
          <a:xfrm>
            <a:off x="304800" y="1358900"/>
            <a:ext cx="8458200" cy="15160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algn="just" eaLnBrk="1" hangingPunct="1">
              <a:lnSpc>
                <a:spcPct val="13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400">
                <a:solidFill>
                  <a:srgbClr val="800080"/>
                </a:solidFill>
                <a:latin typeface="Arial" panose="020B0604020202020204" pitchFamily="34" charset="0"/>
              </a:rPr>
              <a:t>例：</a:t>
            </a:r>
            <a:r>
              <a:rPr lang="zh-CN" altLang="en-US" sz="2400">
                <a:solidFill>
                  <a:srgbClr val="333399"/>
                </a:solidFill>
                <a:latin typeface="Arial" panose="020B0604020202020204" pitchFamily="34" charset="0"/>
              </a:rPr>
              <a:t>设有右线性文法</a:t>
            </a:r>
            <a:r>
              <a:rPr lang="en-US" altLang="zh-CN" sz="2400">
                <a:solidFill>
                  <a:srgbClr val="333399"/>
                </a:solidFill>
                <a:latin typeface="Arial" panose="020B0604020202020204" pitchFamily="34" charset="0"/>
              </a:rPr>
              <a:t>G=({S,B} ,{a,b}, P,S)，</a:t>
            </a:r>
            <a:r>
              <a:rPr lang="zh-CN" altLang="en-US" sz="2400">
                <a:solidFill>
                  <a:srgbClr val="333399"/>
                </a:solidFill>
                <a:latin typeface="Arial" panose="020B0604020202020204" pitchFamily="34" charset="0"/>
              </a:rPr>
              <a:t>其中</a:t>
            </a:r>
            <a:endParaRPr lang="en-US" altLang="zh-CN" sz="2400">
              <a:solidFill>
                <a:srgbClr val="333399"/>
              </a:solidFill>
              <a:latin typeface="Arial" panose="020B0604020202020204" pitchFamily="34" charset="0"/>
            </a:endParaRPr>
          </a:p>
          <a:p>
            <a:pPr eaLnBrk="1" hangingPunct="1">
              <a:lnSpc>
                <a:spcPct val="13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>
                <a:solidFill>
                  <a:srgbClr val="333399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	P</a:t>
            </a:r>
            <a:r>
              <a:rPr lang="en-US" altLang="zh-CN" sz="2400">
                <a:solidFill>
                  <a:srgbClr val="333399"/>
                </a:solidFill>
                <a:latin typeface="Arial" panose="020B0604020202020204" pitchFamily="34" charset="0"/>
              </a:rPr>
              <a:t>： S</a:t>
            </a:r>
            <a:r>
              <a:rPr lang="en-US" altLang="zh-CN" sz="2400">
                <a:solidFill>
                  <a:srgbClr val="333399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</a:t>
            </a:r>
            <a:r>
              <a:rPr lang="en-US" altLang="zh-CN" sz="2400">
                <a:solidFill>
                  <a:srgbClr val="333399"/>
                </a:solidFill>
                <a:latin typeface="Arial" panose="020B0604020202020204" pitchFamily="34" charset="0"/>
              </a:rPr>
              <a:t>aB      B</a:t>
            </a:r>
            <a:r>
              <a:rPr lang="en-US" altLang="zh-CN" sz="2400">
                <a:solidFill>
                  <a:srgbClr val="333399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</a:t>
            </a:r>
            <a:r>
              <a:rPr lang="en-US" altLang="zh-CN" sz="2400">
                <a:solidFill>
                  <a:srgbClr val="333399"/>
                </a:solidFill>
                <a:latin typeface="Arial" panose="020B0604020202020204" pitchFamily="34" charset="0"/>
              </a:rPr>
              <a:t>aB|bS|a</a:t>
            </a:r>
            <a:br>
              <a:rPr lang="en-US" altLang="zh-CN" sz="2400">
                <a:solidFill>
                  <a:srgbClr val="333399"/>
                </a:solidFill>
                <a:latin typeface="Arial" panose="020B0604020202020204" pitchFamily="34" charset="0"/>
              </a:rPr>
            </a:br>
            <a:r>
              <a:rPr lang="en-US" altLang="zh-CN" sz="2400">
                <a:solidFill>
                  <a:srgbClr val="333399"/>
                </a:solidFill>
                <a:latin typeface="Arial" panose="020B0604020202020204" pitchFamily="34" charset="0"/>
              </a:rPr>
              <a:t>    	</a:t>
            </a:r>
            <a:r>
              <a:rPr lang="zh-CN" altLang="en-US" sz="2400">
                <a:solidFill>
                  <a:srgbClr val="333399"/>
                </a:solidFill>
                <a:latin typeface="Arial" panose="020B0604020202020204" pitchFamily="34" charset="0"/>
              </a:rPr>
              <a:t>试构造与</a:t>
            </a:r>
            <a:r>
              <a:rPr lang="en-US" altLang="zh-CN" sz="2400">
                <a:solidFill>
                  <a:srgbClr val="333399"/>
                </a:solidFill>
                <a:latin typeface="Arial" panose="020B0604020202020204" pitchFamily="34" charset="0"/>
              </a:rPr>
              <a:t>G</a:t>
            </a:r>
            <a:r>
              <a:rPr lang="zh-CN" altLang="en-US" sz="2400">
                <a:solidFill>
                  <a:srgbClr val="333399"/>
                </a:solidFill>
                <a:latin typeface="Arial" panose="020B0604020202020204" pitchFamily="34" charset="0"/>
              </a:rPr>
              <a:t>等价的有限自动机</a:t>
            </a:r>
            <a:r>
              <a:rPr lang="en-US" altLang="zh-CN" sz="2400">
                <a:solidFill>
                  <a:srgbClr val="333399"/>
                </a:solidFill>
                <a:latin typeface="Arial" panose="020B0604020202020204" pitchFamily="34" charset="0"/>
              </a:rPr>
              <a:t>M。</a:t>
            </a:r>
          </a:p>
        </p:txBody>
      </p:sp>
      <p:sp>
        <p:nvSpPr>
          <p:cNvPr id="840708" name="Rectangle 4"/>
          <p:cNvSpPr>
            <a:spLocks noChangeArrowheads="1"/>
          </p:cNvSpPr>
          <p:nvPr/>
        </p:nvSpPr>
        <p:spPr bwMode="auto">
          <a:xfrm>
            <a:off x="228600" y="2971800"/>
            <a:ext cx="5410200" cy="34813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8191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eaLnBrk="1" hangingPunct="1">
              <a:buFont typeface="Wingdings" panose="05000000000000000000" pitchFamily="2" charset="2"/>
              <a:buNone/>
            </a:pPr>
            <a:r>
              <a:rPr lang="zh-CN" altLang="en-US" sz="2400">
                <a:solidFill>
                  <a:srgbClr val="800080"/>
                </a:solidFill>
                <a:latin typeface="Arial" panose="020B0604020202020204" pitchFamily="34" charset="0"/>
              </a:rPr>
              <a:t>解：</a:t>
            </a:r>
            <a:r>
              <a:rPr lang="zh-CN" altLang="en-US" sz="2400">
                <a:solidFill>
                  <a:schemeClr val="tx2"/>
                </a:solidFill>
                <a:latin typeface="Arial" panose="020B0604020202020204" pitchFamily="34" charset="0"/>
              </a:rPr>
              <a:t> 设</a:t>
            </a:r>
            <a:r>
              <a:rPr lang="en-US" altLang="zh-CN" sz="2400">
                <a:solidFill>
                  <a:schemeClr val="tx2"/>
                </a:solidFill>
                <a:latin typeface="Arial" panose="020B0604020202020204" pitchFamily="34" charset="0"/>
              </a:rPr>
              <a:t>NFA M=(Q,T, </a:t>
            </a:r>
            <a:r>
              <a:rPr lang="en-US" altLang="zh-CN" sz="2400">
                <a:solidFill>
                  <a:schemeClr val="tx2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, </a:t>
            </a:r>
            <a:r>
              <a:rPr lang="en-US" altLang="zh-CN" sz="2400">
                <a:solidFill>
                  <a:schemeClr val="tx2"/>
                </a:solidFill>
                <a:latin typeface="Arial" panose="020B0604020202020204" pitchFamily="34" charset="0"/>
              </a:rPr>
              <a:t>q</a:t>
            </a:r>
            <a:r>
              <a:rPr lang="en-US" altLang="zh-CN" sz="2400" baseline="-25000">
                <a:solidFill>
                  <a:schemeClr val="tx2"/>
                </a:solidFill>
                <a:latin typeface="Arial" panose="020B0604020202020204" pitchFamily="34" charset="0"/>
              </a:rPr>
              <a:t>0</a:t>
            </a:r>
            <a:r>
              <a:rPr lang="en-US" altLang="zh-CN" sz="2400">
                <a:solidFill>
                  <a:schemeClr val="tx2"/>
                </a:solidFill>
                <a:latin typeface="Arial" panose="020B0604020202020204" pitchFamily="34" charset="0"/>
              </a:rPr>
              <a:t>, F)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400">
                <a:solidFill>
                  <a:schemeClr val="tx2"/>
                </a:solidFill>
                <a:latin typeface="Arial" panose="020B0604020202020204" pitchFamily="34" charset="0"/>
              </a:rPr>
              <a:t>Q={S,B,H}   </a:t>
            </a:r>
            <a:r>
              <a:rPr lang="en-US" altLang="zh-CN" sz="2400">
                <a:solidFill>
                  <a:schemeClr val="tx2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T</a:t>
            </a:r>
            <a:r>
              <a:rPr lang="en-US" altLang="zh-CN" sz="2400">
                <a:solidFill>
                  <a:schemeClr val="tx2"/>
                </a:solidFill>
                <a:latin typeface="Arial" panose="020B0604020202020204" pitchFamily="34" charset="0"/>
              </a:rPr>
              <a:t>={a,b}    q</a:t>
            </a:r>
            <a:r>
              <a:rPr lang="en-US" altLang="zh-CN" sz="2400" baseline="-25000">
                <a:solidFill>
                  <a:schemeClr val="tx2"/>
                </a:solidFill>
                <a:latin typeface="Arial" panose="020B0604020202020204" pitchFamily="34" charset="0"/>
              </a:rPr>
              <a:t>0 </a:t>
            </a:r>
            <a:r>
              <a:rPr lang="en-US" altLang="zh-CN" sz="2400">
                <a:solidFill>
                  <a:schemeClr val="tx2"/>
                </a:solidFill>
                <a:latin typeface="Arial" panose="020B0604020202020204" pitchFamily="34" charset="0"/>
              </a:rPr>
              <a:t>= S    F ={H}</a:t>
            </a:r>
          </a:p>
          <a:p>
            <a:pPr eaLnBrk="1" hangingPunct="1">
              <a:buFont typeface="Wingdings" panose="05000000000000000000" pitchFamily="2" charset="2"/>
              <a:buNone/>
            </a:pPr>
            <a:endParaRPr lang="zh-CN" altLang="en-US" sz="2400">
              <a:solidFill>
                <a:schemeClr val="tx2"/>
              </a:solidFill>
              <a:latin typeface="Arial" panose="020B0604020202020204" pitchFamily="34" charset="0"/>
            </a:endParaRP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zh-CN" altLang="en-US" sz="2400">
                <a:solidFill>
                  <a:schemeClr val="tx2"/>
                </a:solidFill>
                <a:latin typeface="Arial" panose="020B0604020202020204" pitchFamily="34" charset="0"/>
              </a:rPr>
              <a:t>转换函数</a:t>
            </a:r>
            <a:r>
              <a:rPr lang="zh-CN" altLang="en-US" sz="2400">
                <a:solidFill>
                  <a:schemeClr val="tx2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：</a:t>
            </a:r>
          </a:p>
          <a:p>
            <a:pPr lvl="1" eaLnBrk="1" hangingPunct="1"/>
            <a:r>
              <a:rPr lang="zh-CN" altLang="en-US" sz="2400" b="1">
                <a:solidFill>
                  <a:schemeClr val="tx2"/>
                </a:solidFill>
                <a:latin typeface="Arial" panose="020B0604020202020204" pitchFamily="34" charset="0"/>
              </a:rPr>
              <a:t>对于产生式</a:t>
            </a:r>
            <a:r>
              <a:rPr lang="en-US" altLang="zh-CN" sz="2400">
                <a:solidFill>
                  <a:schemeClr val="tx2"/>
                </a:solidFill>
                <a:latin typeface="Arial" panose="020B0604020202020204" pitchFamily="34" charset="0"/>
              </a:rPr>
              <a:t>S</a:t>
            </a:r>
            <a:r>
              <a:rPr lang="en-US" altLang="zh-CN" sz="2400">
                <a:solidFill>
                  <a:schemeClr val="tx2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</a:t>
            </a:r>
            <a:r>
              <a:rPr lang="en-US" altLang="zh-CN" sz="2400">
                <a:solidFill>
                  <a:schemeClr val="tx2"/>
                </a:solidFill>
                <a:latin typeface="Arial" panose="020B0604020202020204" pitchFamily="34" charset="0"/>
              </a:rPr>
              <a:t>aB，</a:t>
            </a:r>
            <a:r>
              <a:rPr lang="zh-CN" altLang="en-US" sz="2400" b="1">
                <a:solidFill>
                  <a:schemeClr val="tx2"/>
                </a:solidFill>
                <a:latin typeface="Arial" panose="020B0604020202020204" pitchFamily="34" charset="0"/>
              </a:rPr>
              <a:t>有</a:t>
            </a:r>
            <a:r>
              <a:rPr lang="zh-CN" altLang="en-US" sz="2400">
                <a:solidFill>
                  <a:schemeClr val="tx2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</a:t>
            </a:r>
            <a:r>
              <a:rPr lang="zh-CN" altLang="en-US" sz="2400">
                <a:solidFill>
                  <a:schemeClr val="tx2"/>
                </a:solidFill>
                <a:latin typeface="Arial" panose="020B0604020202020204" pitchFamily="34" charset="0"/>
              </a:rPr>
              <a:t>(</a:t>
            </a:r>
            <a:r>
              <a:rPr lang="en-US" altLang="zh-CN" sz="2400">
                <a:solidFill>
                  <a:schemeClr val="tx2"/>
                </a:solidFill>
                <a:latin typeface="Arial" panose="020B0604020202020204" pitchFamily="34" charset="0"/>
              </a:rPr>
              <a:t>S,a)={B}</a:t>
            </a:r>
          </a:p>
          <a:p>
            <a:pPr lvl="1" eaLnBrk="1" hangingPunct="1"/>
            <a:r>
              <a:rPr lang="zh-CN" altLang="en-US" sz="2400" b="1">
                <a:solidFill>
                  <a:schemeClr val="tx2"/>
                </a:solidFill>
                <a:latin typeface="Arial" panose="020B0604020202020204" pitchFamily="34" charset="0"/>
              </a:rPr>
              <a:t>对于产生式</a:t>
            </a:r>
            <a:r>
              <a:rPr lang="en-US" altLang="zh-CN" sz="2400">
                <a:solidFill>
                  <a:schemeClr val="tx2"/>
                </a:solidFill>
                <a:latin typeface="Arial" panose="020B0604020202020204" pitchFamily="34" charset="0"/>
              </a:rPr>
              <a:t>B</a:t>
            </a:r>
            <a:r>
              <a:rPr lang="en-US" altLang="zh-CN" sz="2400">
                <a:solidFill>
                  <a:schemeClr val="tx2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</a:t>
            </a:r>
            <a:r>
              <a:rPr lang="en-US" altLang="zh-CN" sz="2400">
                <a:solidFill>
                  <a:schemeClr val="tx2"/>
                </a:solidFill>
                <a:latin typeface="Arial" panose="020B0604020202020204" pitchFamily="34" charset="0"/>
              </a:rPr>
              <a:t>aB，</a:t>
            </a:r>
            <a:r>
              <a:rPr lang="zh-CN" altLang="en-US" sz="2400" b="1">
                <a:solidFill>
                  <a:schemeClr val="tx2"/>
                </a:solidFill>
                <a:latin typeface="Arial" panose="020B0604020202020204" pitchFamily="34" charset="0"/>
              </a:rPr>
              <a:t>有</a:t>
            </a:r>
            <a:r>
              <a:rPr lang="zh-CN" altLang="en-US" sz="2400">
                <a:solidFill>
                  <a:schemeClr val="tx2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</a:t>
            </a:r>
            <a:r>
              <a:rPr lang="zh-CN" altLang="en-US" sz="2400">
                <a:solidFill>
                  <a:schemeClr val="tx2"/>
                </a:solidFill>
                <a:latin typeface="Arial" panose="020B0604020202020204" pitchFamily="34" charset="0"/>
              </a:rPr>
              <a:t>(</a:t>
            </a:r>
            <a:r>
              <a:rPr lang="en-US" altLang="zh-CN" sz="2400">
                <a:solidFill>
                  <a:schemeClr val="tx2"/>
                </a:solidFill>
                <a:latin typeface="Arial" panose="020B0604020202020204" pitchFamily="34" charset="0"/>
              </a:rPr>
              <a:t>B,a)={B}</a:t>
            </a:r>
          </a:p>
          <a:p>
            <a:pPr lvl="1" eaLnBrk="1" hangingPunct="1"/>
            <a:r>
              <a:rPr lang="zh-CN" altLang="en-US" sz="2400" b="1">
                <a:solidFill>
                  <a:schemeClr val="tx2"/>
                </a:solidFill>
                <a:latin typeface="Arial" panose="020B0604020202020204" pitchFamily="34" charset="0"/>
              </a:rPr>
              <a:t>对于产生式</a:t>
            </a:r>
            <a:r>
              <a:rPr lang="en-US" altLang="zh-CN" sz="2400">
                <a:solidFill>
                  <a:schemeClr val="tx2"/>
                </a:solidFill>
                <a:latin typeface="Arial" panose="020B0604020202020204" pitchFamily="34" charset="0"/>
              </a:rPr>
              <a:t>B</a:t>
            </a:r>
            <a:r>
              <a:rPr lang="en-US" altLang="zh-CN" sz="2400">
                <a:solidFill>
                  <a:schemeClr val="tx2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</a:t>
            </a:r>
            <a:r>
              <a:rPr lang="en-US" altLang="zh-CN" sz="2400">
                <a:solidFill>
                  <a:schemeClr val="tx2"/>
                </a:solidFill>
                <a:latin typeface="Arial" panose="020B0604020202020204" pitchFamily="34" charset="0"/>
              </a:rPr>
              <a:t>bS，</a:t>
            </a:r>
            <a:r>
              <a:rPr lang="zh-CN" altLang="en-US" sz="2400" b="1">
                <a:solidFill>
                  <a:schemeClr val="tx2"/>
                </a:solidFill>
                <a:latin typeface="Arial" panose="020B0604020202020204" pitchFamily="34" charset="0"/>
              </a:rPr>
              <a:t>有</a:t>
            </a:r>
            <a:r>
              <a:rPr lang="zh-CN" altLang="en-US" sz="2400">
                <a:solidFill>
                  <a:schemeClr val="tx2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</a:t>
            </a:r>
            <a:r>
              <a:rPr lang="zh-CN" altLang="en-US" sz="2400">
                <a:solidFill>
                  <a:schemeClr val="tx2"/>
                </a:solidFill>
                <a:latin typeface="Arial" panose="020B0604020202020204" pitchFamily="34" charset="0"/>
              </a:rPr>
              <a:t>(</a:t>
            </a:r>
            <a:r>
              <a:rPr lang="en-US" altLang="zh-CN" sz="2400">
                <a:solidFill>
                  <a:schemeClr val="tx2"/>
                </a:solidFill>
                <a:latin typeface="Arial" panose="020B0604020202020204" pitchFamily="34" charset="0"/>
              </a:rPr>
              <a:t>B,b)={S}</a:t>
            </a:r>
          </a:p>
          <a:p>
            <a:pPr lvl="1" eaLnBrk="1" hangingPunct="1"/>
            <a:r>
              <a:rPr lang="zh-CN" altLang="en-US" sz="2400" b="1">
                <a:solidFill>
                  <a:schemeClr val="tx2"/>
                </a:solidFill>
                <a:latin typeface="Arial" panose="020B0604020202020204" pitchFamily="34" charset="0"/>
              </a:rPr>
              <a:t>对于产生式</a:t>
            </a:r>
            <a:r>
              <a:rPr lang="en-US" altLang="zh-CN" sz="2400">
                <a:solidFill>
                  <a:schemeClr val="tx2"/>
                </a:solidFill>
                <a:latin typeface="Arial" panose="020B0604020202020204" pitchFamily="34" charset="0"/>
              </a:rPr>
              <a:t>B</a:t>
            </a:r>
            <a:r>
              <a:rPr lang="en-US" altLang="zh-CN" sz="2400">
                <a:solidFill>
                  <a:schemeClr val="tx2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</a:t>
            </a:r>
            <a:r>
              <a:rPr lang="en-US" altLang="zh-CN" sz="2400">
                <a:solidFill>
                  <a:schemeClr val="tx2"/>
                </a:solidFill>
                <a:latin typeface="Arial" panose="020B0604020202020204" pitchFamily="34" charset="0"/>
              </a:rPr>
              <a:t>a， </a:t>
            </a:r>
            <a:r>
              <a:rPr lang="zh-CN" altLang="en-US" sz="2400" b="1">
                <a:solidFill>
                  <a:schemeClr val="tx2"/>
                </a:solidFill>
                <a:latin typeface="Arial" panose="020B0604020202020204" pitchFamily="34" charset="0"/>
              </a:rPr>
              <a:t>有</a:t>
            </a:r>
            <a:r>
              <a:rPr lang="zh-CN" altLang="en-US" sz="2400">
                <a:solidFill>
                  <a:schemeClr val="tx2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</a:t>
            </a:r>
            <a:r>
              <a:rPr lang="zh-CN" altLang="en-US" sz="2400">
                <a:solidFill>
                  <a:schemeClr val="tx2"/>
                </a:solidFill>
                <a:latin typeface="Arial" panose="020B0604020202020204" pitchFamily="34" charset="0"/>
              </a:rPr>
              <a:t>(</a:t>
            </a:r>
            <a:r>
              <a:rPr lang="en-US" altLang="zh-CN" sz="2400">
                <a:solidFill>
                  <a:schemeClr val="tx2"/>
                </a:solidFill>
                <a:latin typeface="Arial" panose="020B0604020202020204" pitchFamily="34" charset="0"/>
              </a:rPr>
              <a:t>B,a)={H}</a:t>
            </a:r>
            <a:endParaRPr lang="zh-CN" altLang="en-US" sz="2400" b="1">
              <a:solidFill>
                <a:schemeClr val="tx2"/>
              </a:solidFill>
              <a:latin typeface="Arial" panose="020B0604020202020204" pitchFamily="34" charset="0"/>
            </a:endParaRPr>
          </a:p>
        </p:txBody>
      </p:sp>
      <p:grpSp>
        <p:nvGrpSpPr>
          <p:cNvPr id="2" name="Group 5"/>
          <p:cNvGrpSpPr/>
          <p:nvPr/>
        </p:nvGrpSpPr>
        <p:grpSpPr bwMode="auto">
          <a:xfrm>
            <a:off x="4419600" y="3276600"/>
            <a:ext cx="4191000" cy="1600200"/>
            <a:chOff x="5971" y="9985"/>
            <a:chExt cx="3560" cy="1420"/>
          </a:xfrm>
        </p:grpSpPr>
        <p:grpSp>
          <p:nvGrpSpPr>
            <p:cNvPr id="21513" name="Group 6"/>
            <p:cNvGrpSpPr/>
            <p:nvPr/>
          </p:nvGrpSpPr>
          <p:grpSpPr bwMode="auto">
            <a:xfrm>
              <a:off x="6691" y="10725"/>
              <a:ext cx="480" cy="540"/>
              <a:chOff x="7191" y="9765"/>
              <a:chExt cx="480" cy="540"/>
            </a:xfrm>
          </p:grpSpPr>
          <p:sp>
            <p:nvSpPr>
              <p:cNvPr id="21530" name="Oval 7"/>
              <p:cNvSpPr>
                <a:spLocks noChangeArrowheads="1"/>
              </p:cNvSpPr>
              <p:nvPr/>
            </p:nvSpPr>
            <p:spPr bwMode="auto">
              <a:xfrm>
                <a:off x="7191" y="9765"/>
                <a:ext cx="400" cy="420"/>
              </a:xfrm>
              <a:prstGeom prst="ellipse">
                <a:avLst/>
              </a:prstGeom>
              <a:noFill/>
              <a:ln w="9525">
                <a:solidFill>
                  <a:srgbClr val="00000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9pPr>
              </a:lstStyle>
              <a:p>
                <a:pPr algn="r">
                  <a:buFont typeface="Wingdings" panose="05000000000000000000" pitchFamily="2" charset="2"/>
                  <a:buNone/>
                </a:pPr>
                <a:endParaRPr lang="zh-CN" altLang="en-US" sz="1800" b="0">
                  <a:solidFill>
                    <a:srgbClr val="009999"/>
                  </a:solidFill>
                  <a:ea typeface="宋体" panose="02010600030101010101" pitchFamily="2" charset="-122"/>
                </a:endParaRPr>
              </a:p>
            </p:txBody>
          </p:sp>
          <p:sp>
            <p:nvSpPr>
              <p:cNvPr id="21531" name="Text Box 8"/>
              <p:cNvSpPr txBox="1">
                <a:spLocks noChangeArrowheads="1"/>
              </p:cNvSpPr>
              <p:nvPr/>
            </p:nvSpPr>
            <p:spPr bwMode="auto">
              <a:xfrm>
                <a:off x="7191" y="9765"/>
                <a:ext cx="480" cy="54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CN" sz="2000" b="0">
                    <a:ea typeface="宋体" panose="02010600030101010101" pitchFamily="2" charset="-122"/>
                  </a:rPr>
                  <a:t>S</a:t>
                </a:r>
              </a:p>
            </p:txBody>
          </p:sp>
        </p:grpSp>
        <p:grpSp>
          <p:nvGrpSpPr>
            <p:cNvPr id="21514" name="Group 9"/>
            <p:cNvGrpSpPr/>
            <p:nvPr/>
          </p:nvGrpSpPr>
          <p:grpSpPr bwMode="auto">
            <a:xfrm>
              <a:off x="7911" y="10725"/>
              <a:ext cx="480" cy="540"/>
              <a:chOff x="7191" y="9765"/>
              <a:chExt cx="480" cy="540"/>
            </a:xfrm>
          </p:grpSpPr>
          <p:sp>
            <p:nvSpPr>
              <p:cNvPr id="21528" name="Oval 10"/>
              <p:cNvSpPr>
                <a:spLocks noChangeArrowheads="1"/>
              </p:cNvSpPr>
              <p:nvPr/>
            </p:nvSpPr>
            <p:spPr bwMode="auto">
              <a:xfrm>
                <a:off x="7191" y="9765"/>
                <a:ext cx="400" cy="420"/>
              </a:xfrm>
              <a:prstGeom prst="ellipse">
                <a:avLst/>
              </a:prstGeom>
              <a:noFill/>
              <a:ln w="9525">
                <a:solidFill>
                  <a:srgbClr val="00000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9pPr>
              </a:lstStyle>
              <a:p>
                <a:pPr algn="r">
                  <a:buFont typeface="Wingdings" panose="05000000000000000000" pitchFamily="2" charset="2"/>
                  <a:buNone/>
                </a:pPr>
                <a:endParaRPr lang="zh-CN" altLang="en-US" sz="1800" b="0">
                  <a:solidFill>
                    <a:srgbClr val="009999"/>
                  </a:solidFill>
                  <a:ea typeface="宋体" panose="02010600030101010101" pitchFamily="2" charset="-122"/>
                </a:endParaRPr>
              </a:p>
            </p:txBody>
          </p:sp>
          <p:sp>
            <p:nvSpPr>
              <p:cNvPr id="21529" name="Text Box 11"/>
              <p:cNvSpPr txBox="1">
                <a:spLocks noChangeArrowheads="1"/>
              </p:cNvSpPr>
              <p:nvPr/>
            </p:nvSpPr>
            <p:spPr bwMode="auto">
              <a:xfrm>
                <a:off x="7191" y="9765"/>
                <a:ext cx="480" cy="54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CN" sz="2000" b="0">
                    <a:ea typeface="宋体" panose="02010600030101010101" pitchFamily="2" charset="-122"/>
                  </a:rPr>
                  <a:t>B</a:t>
                </a:r>
              </a:p>
            </p:txBody>
          </p:sp>
        </p:grpSp>
        <p:grpSp>
          <p:nvGrpSpPr>
            <p:cNvPr id="21515" name="Group 12"/>
            <p:cNvGrpSpPr/>
            <p:nvPr/>
          </p:nvGrpSpPr>
          <p:grpSpPr bwMode="auto">
            <a:xfrm>
              <a:off x="9051" y="10745"/>
              <a:ext cx="480" cy="540"/>
              <a:chOff x="7191" y="9765"/>
              <a:chExt cx="480" cy="540"/>
            </a:xfrm>
          </p:grpSpPr>
          <p:sp>
            <p:nvSpPr>
              <p:cNvPr id="21526" name="Oval 13"/>
              <p:cNvSpPr>
                <a:spLocks noChangeArrowheads="1"/>
              </p:cNvSpPr>
              <p:nvPr/>
            </p:nvSpPr>
            <p:spPr bwMode="auto">
              <a:xfrm>
                <a:off x="7191" y="9765"/>
                <a:ext cx="400" cy="420"/>
              </a:xfrm>
              <a:prstGeom prst="ellipse">
                <a:avLst/>
              </a:prstGeom>
              <a:noFill/>
              <a:ln w="38100" cmpd="dbl">
                <a:solidFill>
                  <a:srgbClr val="00000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9pPr>
              </a:lstStyle>
              <a:p>
                <a:pPr algn="r">
                  <a:buFont typeface="Wingdings" panose="05000000000000000000" pitchFamily="2" charset="2"/>
                  <a:buNone/>
                </a:pPr>
                <a:endParaRPr lang="zh-CN" altLang="en-US" sz="1800" b="0">
                  <a:solidFill>
                    <a:srgbClr val="009999"/>
                  </a:solidFill>
                  <a:ea typeface="宋体" panose="02010600030101010101" pitchFamily="2" charset="-122"/>
                </a:endParaRPr>
              </a:p>
            </p:txBody>
          </p:sp>
          <p:sp>
            <p:nvSpPr>
              <p:cNvPr id="21527" name="Text Box 14"/>
              <p:cNvSpPr txBox="1">
                <a:spLocks noChangeArrowheads="1"/>
              </p:cNvSpPr>
              <p:nvPr/>
            </p:nvSpPr>
            <p:spPr bwMode="auto">
              <a:xfrm>
                <a:off x="7191" y="9765"/>
                <a:ext cx="480" cy="54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381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CN" sz="2000" b="0">
                    <a:ea typeface="宋体" panose="02010600030101010101" pitchFamily="2" charset="-122"/>
                  </a:rPr>
                  <a:t>H</a:t>
                </a:r>
              </a:p>
            </p:txBody>
          </p:sp>
        </p:grpSp>
        <p:sp>
          <p:nvSpPr>
            <p:cNvPr id="21516" name="Line 15"/>
            <p:cNvSpPr>
              <a:spLocks noChangeShapeType="1"/>
            </p:cNvSpPr>
            <p:nvPr/>
          </p:nvSpPr>
          <p:spPr bwMode="auto">
            <a:xfrm>
              <a:off x="6294" y="10965"/>
              <a:ext cx="400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tailEnd type="triangle" w="sm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1517" name="Text Box 16"/>
            <p:cNvSpPr txBox="1">
              <a:spLocks noChangeArrowheads="1"/>
            </p:cNvSpPr>
            <p:nvPr/>
          </p:nvSpPr>
          <p:spPr bwMode="auto">
            <a:xfrm>
              <a:off x="5971" y="10565"/>
              <a:ext cx="840" cy="5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9pPr>
            </a:lstStyle>
            <a:p>
              <a:pPr algn="just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1800" b="0">
                  <a:ea typeface="宋体" panose="02010600030101010101" pitchFamily="2" charset="-122"/>
                </a:rPr>
                <a:t>开始</a:t>
              </a:r>
            </a:p>
          </p:txBody>
        </p:sp>
        <p:sp>
          <p:nvSpPr>
            <p:cNvPr id="21518" name="Arc 17"/>
            <p:cNvSpPr/>
            <p:nvPr/>
          </p:nvSpPr>
          <p:spPr bwMode="auto">
            <a:xfrm flipV="1">
              <a:off x="6931" y="11045"/>
              <a:ext cx="1159" cy="280"/>
            </a:xfrm>
            <a:custGeom>
              <a:avLst/>
              <a:gdLst>
                <a:gd name="T0" fmla="*/ 0 w 40381"/>
                <a:gd name="T1" fmla="*/ 0 h 21600"/>
                <a:gd name="T2" fmla="*/ 0 w 40381"/>
                <a:gd name="T3" fmla="*/ 0 h 21600"/>
                <a:gd name="T4" fmla="*/ 0 w 40381"/>
                <a:gd name="T5" fmla="*/ 0 h 21600"/>
                <a:gd name="T6" fmla="*/ 0 60000 65536"/>
                <a:gd name="T7" fmla="*/ 0 60000 65536"/>
                <a:gd name="T8" fmla="*/ 0 60000 65536"/>
                <a:gd name="T9" fmla="*/ 0 w 40381"/>
                <a:gd name="T10" fmla="*/ 0 h 21600"/>
                <a:gd name="T11" fmla="*/ 40381 w 40381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40381" h="21600" fill="none" extrusionOk="0">
                  <a:moveTo>
                    <a:pt x="0" y="13695"/>
                  </a:moveTo>
                  <a:cubicBezTo>
                    <a:pt x="3249" y="5432"/>
                    <a:pt x="11223" y="-1"/>
                    <a:pt x="20102" y="0"/>
                  </a:cubicBezTo>
                  <a:cubicBezTo>
                    <a:pt x="29163" y="0"/>
                    <a:pt x="37261" y="5655"/>
                    <a:pt x="40381" y="14162"/>
                  </a:cubicBezTo>
                </a:path>
                <a:path w="40381" h="21600" stroke="0" extrusionOk="0">
                  <a:moveTo>
                    <a:pt x="0" y="13695"/>
                  </a:moveTo>
                  <a:cubicBezTo>
                    <a:pt x="3249" y="5432"/>
                    <a:pt x="11223" y="-1"/>
                    <a:pt x="20102" y="0"/>
                  </a:cubicBezTo>
                  <a:cubicBezTo>
                    <a:pt x="29163" y="0"/>
                    <a:pt x="37261" y="5655"/>
                    <a:pt x="40381" y="14162"/>
                  </a:cubicBezTo>
                  <a:lnTo>
                    <a:pt x="20102" y="21600"/>
                  </a:lnTo>
                  <a:lnTo>
                    <a:pt x="0" y="13695"/>
                  </a:lnTo>
                  <a:close/>
                </a:path>
              </a:pathLst>
            </a:custGeom>
            <a:noFill/>
            <a:ln w="9525">
              <a:solidFill>
                <a:srgbClr val="000000"/>
              </a:solidFill>
              <a:round/>
              <a:headEnd type="triangle" w="sm" len="med"/>
              <a:tailEnd type="none" w="sm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1519" name="Arc 18"/>
            <p:cNvSpPr/>
            <p:nvPr/>
          </p:nvSpPr>
          <p:spPr bwMode="auto">
            <a:xfrm>
              <a:off x="7931" y="10365"/>
              <a:ext cx="400" cy="386"/>
            </a:xfrm>
            <a:custGeom>
              <a:avLst/>
              <a:gdLst>
                <a:gd name="T0" fmla="*/ 0 w 43200"/>
                <a:gd name="T1" fmla="*/ 0 h 42534"/>
                <a:gd name="T2" fmla="*/ 0 w 43200"/>
                <a:gd name="T3" fmla="*/ 0 h 42534"/>
                <a:gd name="T4" fmla="*/ 0 w 43200"/>
                <a:gd name="T5" fmla="*/ 0 h 42534"/>
                <a:gd name="T6" fmla="*/ 0 60000 65536"/>
                <a:gd name="T7" fmla="*/ 0 60000 65536"/>
                <a:gd name="T8" fmla="*/ 0 60000 65536"/>
                <a:gd name="T9" fmla="*/ 0 w 43200"/>
                <a:gd name="T10" fmla="*/ 0 h 42534"/>
                <a:gd name="T11" fmla="*/ 43200 w 43200"/>
                <a:gd name="T12" fmla="*/ 42534 h 42534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43200" h="42534" fill="none" extrusionOk="0">
                  <a:moveTo>
                    <a:pt x="8566" y="38825"/>
                  </a:moveTo>
                  <a:cubicBezTo>
                    <a:pt x="3170" y="34742"/>
                    <a:pt x="0" y="28366"/>
                    <a:pt x="0" y="21600"/>
                  </a:cubicBezTo>
                  <a:cubicBezTo>
                    <a:pt x="0" y="9670"/>
                    <a:pt x="9670" y="0"/>
                    <a:pt x="21600" y="0"/>
                  </a:cubicBezTo>
                  <a:cubicBezTo>
                    <a:pt x="33529" y="0"/>
                    <a:pt x="43200" y="9670"/>
                    <a:pt x="43200" y="21600"/>
                  </a:cubicBezTo>
                  <a:cubicBezTo>
                    <a:pt x="43200" y="31479"/>
                    <a:pt x="36496" y="40099"/>
                    <a:pt x="26922" y="42534"/>
                  </a:cubicBezTo>
                </a:path>
                <a:path w="43200" h="42534" stroke="0" extrusionOk="0">
                  <a:moveTo>
                    <a:pt x="8566" y="38825"/>
                  </a:moveTo>
                  <a:cubicBezTo>
                    <a:pt x="3170" y="34742"/>
                    <a:pt x="0" y="28366"/>
                    <a:pt x="0" y="21600"/>
                  </a:cubicBezTo>
                  <a:cubicBezTo>
                    <a:pt x="0" y="9670"/>
                    <a:pt x="9670" y="0"/>
                    <a:pt x="21600" y="0"/>
                  </a:cubicBezTo>
                  <a:cubicBezTo>
                    <a:pt x="33529" y="0"/>
                    <a:pt x="43200" y="9670"/>
                    <a:pt x="43200" y="21600"/>
                  </a:cubicBezTo>
                  <a:cubicBezTo>
                    <a:pt x="43200" y="31479"/>
                    <a:pt x="36496" y="40099"/>
                    <a:pt x="26922" y="42534"/>
                  </a:cubicBezTo>
                  <a:lnTo>
                    <a:pt x="21600" y="21600"/>
                  </a:lnTo>
                  <a:lnTo>
                    <a:pt x="8566" y="38825"/>
                  </a:lnTo>
                  <a:close/>
                </a:path>
              </a:pathLst>
            </a:custGeom>
            <a:noFill/>
            <a:ln w="9525">
              <a:solidFill>
                <a:srgbClr val="000000"/>
              </a:solidFill>
              <a:round/>
              <a:tailEnd type="triangle" w="sm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1520" name="Line 19"/>
            <p:cNvSpPr>
              <a:spLocks noChangeShapeType="1"/>
            </p:cNvSpPr>
            <p:nvPr/>
          </p:nvSpPr>
          <p:spPr bwMode="auto">
            <a:xfrm>
              <a:off x="7111" y="10965"/>
              <a:ext cx="800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tailEnd type="triangle" w="sm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1521" name="Line 20"/>
            <p:cNvSpPr>
              <a:spLocks noChangeShapeType="1"/>
            </p:cNvSpPr>
            <p:nvPr/>
          </p:nvSpPr>
          <p:spPr bwMode="auto">
            <a:xfrm>
              <a:off x="8311" y="10965"/>
              <a:ext cx="740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tailEnd type="triangle" w="sm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1522" name="Text Box 21"/>
            <p:cNvSpPr txBox="1">
              <a:spLocks noChangeArrowheads="1"/>
            </p:cNvSpPr>
            <p:nvPr/>
          </p:nvSpPr>
          <p:spPr bwMode="auto">
            <a:xfrm>
              <a:off x="7231" y="10585"/>
              <a:ext cx="580" cy="6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9pPr>
            </a:lstStyle>
            <a:p>
              <a:pPr algn="just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000" b="0">
                  <a:ea typeface="宋体" panose="02010600030101010101" pitchFamily="2" charset="-122"/>
                </a:rPr>
                <a:t>a</a:t>
              </a:r>
            </a:p>
          </p:txBody>
        </p:sp>
        <p:sp>
          <p:nvSpPr>
            <p:cNvPr id="21523" name="Text Box 22"/>
            <p:cNvSpPr txBox="1">
              <a:spLocks noChangeArrowheads="1"/>
            </p:cNvSpPr>
            <p:nvPr/>
          </p:nvSpPr>
          <p:spPr bwMode="auto">
            <a:xfrm>
              <a:off x="7951" y="9985"/>
              <a:ext cx="580" cy="6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9pPr>
            </a:lstStyle>
            <a:p>
              <a:pPr algn="just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000" b="0">
                  <a:ea typeface="宋体" panose="02010600030101010101" pitchFamily="2" charset="-122"/>
                </a:rPr>
                <a:t>a</a:t>
              </a:r>
            </a:p>
          </p:txBody>
        </p:sp>
        <p:sp>
          <p:nvSpPr>
            <p:cNvPr id="21524" name="Text Box 23"/>
            <p:cNvSpPr txBox="1">
              <a:spLocks noChangeArrowheads="1"/>
            </p:cNvSpPr>
            <p:nvPr/>
          </p:nvSpPr>
          <p:spPr bwMode="auto">
            <a:xfrm>
              <a:off x="8411" y="10605"/>
              <a:ext cx="580" cy="6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9pPr>
            </a:lstStyle>
            <a:p>
              <a:pPr algn="just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000" b="0">
                  <a:ea typeface="宋体" panose="02010600030101010101" pitchFamily="2" charset="-122"/>
                </a:rPr>
                <a:t>a</a:t>
              </a:r>
            </a:p>
          </p:txBody>
        </p:sp>
        <p:sp>
          <p:nvSpPr>
            <p:cNvPr id="21525" name="Text Box 24"/>
            <p:cNvSpPr txBox="1">
              <a:spLocks noChangeArrowheads="1"/>
            </p:cNvSpPr>
            <p:nvPr/>
          </p:nvSpPr>
          <p:spPr bwMode="auto">
            <a:xfrm>
              <a:off x="7271" y="10965"/>
              <a:ext cx="520" cy="44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9pPr>
            </a:lstStyle>
            <a:p>
              <a:pPr algn="just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000" b="0">
                  <a:ea typeface="宋体" panose="02010600030101010101" pitchFamily="2" charset="-122"/>
                </a:rPr>
                <a:t>b</a:t>
              </a:r>
            </a:p>
          </p:txBody>
        </p:sp>
      </p:grpSp>
    </p:spTree>
  </p:cSld>
  <p:clrMapOvr>
    <a:masterClrMapping/>
  </p:clrMapOvr>
  <p:transition spd="med" advClick="0"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070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84070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070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84070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070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84070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070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84070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070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84070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070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84070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070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84070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34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2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40708" grpId="0" build="p" autoUpdateAnimBg="0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灯片编号占位符 1"/>
          <p:cNvSpPr>
            <a:spLocks noGrp="1"/>
          </p:cNvSpPr>
          <p:nvPr>
            <p:ph type="sldNum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B2B1B327-7587-4A1C-8376-CCE807D26A7E}" type="slidenum">
              <a:rPr kumimoji="0" lang="zh-CN" altLang="en-US" sz="1200">
                <a:solidFill>
                  <a:srgbClr val="009999"/>
                </a:solidFill>
                <a:latin typeface="Arial Narrow" panose="020B0606020202030204" pitchFamily="34" charset="0"/>
                <a:ea typeface="宋体" panose="02010600030101010101" pitchFamily="2" charset="-122"/>
              </a:rPr>
              <a:t>31</a:t>
            </a:fld>
            <a:endParaRPr kumimoji="0" lang="en-US" altLang="zh-CN" sz="1200">
              <a:solidFill>
                <a:srgbClr val="009999"/>
              </a:solidFill>
              <a:latin typeface="Arial Narrow" panose="020B0606020202030204" pitchFamily="34" charset="0"/>
              <a:ea typeface="宋体" panose="02010600030101010101" pitchFamily="2" charset="-122"/>
            </a:endParaRPr>
          </a:p>
        </p:txBody>
      </p:sp>
      <p:sp>
        <p:nvSpPr>
          <p:cNvPr id="22531" name="日期占位符 2"/>
          <p:cNvSpPr>
            <a:spLocks noGrp="1"/>
          </p:cNvSpPr>
          <p:nvPr>
            <p:ph type="dt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A1B3555F-65C6-4800-90E8-C79BA696CACA}" type="datetime1">
              <a:rPr kumimoji="0" lang="zh-CN" altLang="en-US" sz="1200">
                <a:solidFill>
                  <a:srgbClr val="009999"/>
                </a:solidFill>
                <a:latin typeface="Arial Narrow" panose="020B0606020202030204" pitchFamily="34" charset="0"/>
                <a:ea typeface="宋体" panose="02010600030101010101" pitchFamily="2" charset="-122"/>
              </a:rPr>
              <a:t>2024/3/24</a:t>
            </a:fld>
            <a:endParaRPr kumimoji="0" lang="zh-CN" altLang="zh-CN" sz="1200">
              <a:solidFill>
                <a:srgbClr val="009999"/>
              </a:solidFill>
              <a:latin typeface="Arial Narrow" panose="020B0606020202030204" pitchFamily="34" charset="0"/>
              <a:ea typeface="宋体" panose="02010600030101010101" pitchFamily="2" charset="-122"/>
            </a:endParaRPr>
          </a:p>
        </p:txBody>
      </p:sp>
      <p:sp>
        <p:nvSpPr>
          <p:cNvPr id="22532" name="页脚占位符 3"/>
          <p:cNvSpPr>
            <a:spLocks noGrp="1"/>
          </p:cNvSpPr>
          <p:nvPr>
            <p:ph type="ftr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200">
                <a:solidFill>
                  <a:srgbClr val="009999"/>
                </a:solidFill>
                <a:latin typeface="Arial Narrow" panose="020B0606020202030204" pitchFamily="34" charset="0"/>
                <a:ea typeface="宋体" panose="02010600030101010101" pitchFamily="2" charset="-122"/>
              </a:rPr>
              <a:t>School of Computer Science, BUPT</a:t>
            </a:r>
            <a:endParaRPr lang="zh-CN" altLang="en-US" sz="1200">
              <a:solidFill>
                <a:srgbClr val="009999"/>
              </a:solidFill>
              <a:latin typeface="Arial Narrow" panose="020B0606020202030204" pitchFamily="34" charset="0"/>
              <a:ea typeface="宋体" panose="02010600030101010101" pitchFamily="2" charset="-122"/>
            </a:endParaRPr>
          </a:p>
        </p:txBody>
      </p:sp>
      <p:sp>
        <p:nvSpPr>
          <p:cNvPr id="22533" name="Rectangle 2"/>
          <p:cNvSpPr>
            <a:spLocks noChangeArrowheads="1"/>
          </p:cNvSpPr>
          <p:nvPr/>
        </p:nvSpPr>
        <p:spPr bwMode="auto">
          <a:xfrm>
            <a:off x="914400" y="304800"/>
            <a:ext cx="8001000" cy="838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algn="r" eaLnBrk="1" hangingPunct="1">
              <a:lnSpc>
                <a:spcPct val="9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3200" dirty="0">
                <a:solidFill>
                  <a:srgbClr val="800080"/>
                </a:solidFill>
                <a:ea typeface="华文行楷" panose="02010800040101010101" pitchFamily="2" charset="-122"/>
              </a:rPr>
              <a:t>右线性文法</a:t>
            </a:r>
            <a:r>
              <a:rPr lang="zh-CN" altLang="en-US" sz="3200" dirty="0">
                <a:solidFill>
                  <a:srgbClr val="800080"/>
                </a:solidFill>
                <a:ea typeface="华文行楷" panose="02010800040101010101" pitchFamily="2" charset="-122"/>
                <a:sym typeface="Symbol" panose="05050102010706020507" pitchFamily="18" charset="2"/>
              </a:rPr>
              <a:t></a:t>
            </a:r>
            <a:r>
              <a:rPr lang="zh-CN" altLang="en-US" sz="3200" dirty="0">
                <a:solidFill>
                  <a:srgbClr val="800080"/>
                </a:solidFill>
                <a:ea typeface="华文行楷" panose="02010800040101010101" pitchFamily="2" charset="-122"/>
              </a:rPr>
              <a:t> 有限自动机</a:t>
            </a:r>
            <a:r>
              <a:rPr lang="zh-CN" altLang="en-US" sz="2400" dirty="0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</a:rPr>
              <a:t>（续）</a:t>
            </a:r>
          </a:p>
        </p:txBody>
      </p:sp>
      <p:sp>
        <p:nvSpPr>
          <p:cNvPr id="22534" name="Text Box 3"/>
          <p:cNvSpPr txBox="1">
            <a:spLocks noChangeArrowheads="1"/>
          </p:cNvSpPr>
          <p:nvPr/>
        </p:nvSpPr>
        <p:spPr bwMode="auto">
          <a:xfrm>
            <a:off x="228600" y="1905000"/>
            <a:ext cx="8382000" cy="2879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algn="just" eaLnBrk="1" hangingPunct="1">
              <a:lnSpc>
                <a:spcPct val="13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3200">
                <a:solidFill>
                  <a:srgbClr val="800080"/>
                </a:solidFill>
                <a:latin typeface="华文行楷" panose="02010800040101010101" pitchFamily="2" charset="-122"/>
                <a:ea typeface="华文行楷" panose="02010800040101010101" pitchFamily="2" charset="-122"/>
              </a:rPr>
              <a:t>求证</a:t>
            </a:r>
            <a:r>
              <a:rPr lang="zh-CN" altLang="en-US">
                <a:solidFill>
                  <a:srgbClr val="800080"/>
                </a:solidFill>
                <a:latin typeface="Arial" panose="020B0604020202020204" pitchFamily="34" charset="0"/>
              </a:rPr>
              <a:t> </a:t>
            </a:r>
            <a:r>
              <a:rPr lang="en-US" altLang="zh-CN" sz="2400">
                <a:solidFill>
                  <a:schemeClr val="tx2"/>
                </a:solidFill>
                <a:latin typeface="Arial" panose="020B0604020202020204" pitchFamily="34" charset="0"/>
              </a:rPr>
              <a:t>G</a:t>
            </a:r>
            <a:r>
              <a:rPr lang="zh-CN" altLang="en-US" sz="2400">
                <a:solidFill>
                  <a:schemeClr val="tx2"/>
                </a:solidFill>
                <a:latin typeface="Arial" panose="020B0604020202020204" pitchFamily="34" charset="0"/>
              </a:rPr>
              <a:t>与</a:t>
            </a:r>
            <a:r>
              <a:rPr lang="en-US" altLang="zh-CN" sz="2400">
                <a:solidFill>
                  <a:schemeClr val="tx2"/>
                </a:solidFill>
                <a:latin typeface="Arial" panose="020B0604020202020204" pitchFamily="34" charset="0"/>
              </a:rPr>
              <a:t>NFA M</a:t>
            </a:r>
            <a:r>
              <a:rPr lang="zh-CN" altLang="en-US" sz="2400">
                <a:solidFill>
                  <a:schemeClr val="tx2"/>
                </a:solidFill>
                <a:latin typeface="Arial" panose="020B0604020202020204" pitchFamily="34" charset="0"/>
              </a:rPr>
              <a:t>两者定义了同一语言。</a:t>
            </a:r>
          </a:p>
          <a:p>
            <a:pPr algn="just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400">
                <a:solidFill>
                  <a:schemeClr val="tx2"/>
                </a:solidFill>
                <a:latin typeface="Arial" panose="020B0604020202020204" pitchFamily="34" charset="0"/>
              </a:rPr>
              <a:t> </a:t>
            </a:r>
          </a:p>
          <a:p>
            <a:pPr algn="just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400">
                <a:solidFill>
                  <a:srgbClr val="800080"/>
                </a:solidFill>
                <a:latin typeface="Arial" panose="020B0604020202020204" pitchFamily="34" charset="0"/>
              </a:rPr>
              <a:t>证明：</a:t>
            </a:r>
            <a:r>
              <a:rPr lang="zh-CN" altLang="en-US" sz="2400">
                <a:solidFill>
                  <a:srgbClr val="333399"/>
                </a:solidFill>
                <a:latin typeface="Arial" panose="020B0604020202020204" pitchFamily="34" charset="0"/>
              </a:rPr>
              <a:t> </a:t>
            </a:r>
          </a:p>
          <a:p>
            <a:pPr algn="just" eaLnBrk="1" hangingPunct="1">
              <a:lnSpc>
                <a:spcPct val="13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400">
                <a:solidFill>
                  <a:srgbClr val="333399"/>
                </a:solidFill>
                <a:latin typeface="Arial" panose="020B0604020202020204" pitchFamily="34" charset="0"/>
              </a:rPr>
              <a:t>先证（1）文法</a:t>
            </a:r>
            <a:r>
              <a:rPr lang="en-US" altLang="zh-CN" sz="2400">
                <a:solidFill>
                  <a:srgbClr val="333399"/>
                </a:solidFill>
                <a:latin typeface="Arial" panose="020B0604020202020204" pitchFamily="34" charset="0"/>
              </a:rPr>
              <a:t>G</a:t>
            </a:r>
            <a:r>
              <a:rPr lang="zh-CN" altLang="en-US" sz="2400">
                <a:solidFill>
                  <a:srgbClr val="333399"/>
                </a:solidFill>
                <a:latin typeface="Arial" panose="020B0604020202020204" pitchFamily="34" charset="0"/>
              </a:rPr>
              <a:t>产生的语言 </a:t>
            </a:r>
            <a:r>
              <a:rPr lang="en-US" altLang="zh-CN" sz="2400">
                <a:solidFill>
                  <a:srgbClr val="333399"/>
                </a:solidFill>
                <a:latin typeface="Arial" panose="020B0604020202020204" pitchFamily="34" charset="0"/>
              </a:rPr>
              <a:t>L(G) </a:t>
            </a:r>
            <a:r>
              <a:rPr lang="zh-CN" altLang="en-US" sz="2400">
                <a:solidFill>
                  <a:srgbClr val="333399"/>
                </a:solidFill>
                <a:latin typeface="Arial" panose="020B0604020202020204" pitchFamily="34" charset="0"/>
              </a:rPr>
              <a:t>能够被</a:t>
            </a:r>
            <a:r>
              <a:rPr lang="en-US" altLang="zh-CN" sz="2400">
                <a:solidFill>
                  <a:srgbClr val="333399"/>
                </a:solidFill>
                <a:latin typeface="Arial" panose="020B0604020202020204" pitchFamily="34" charset="0"/>
              </a:rPr>
              <a:t>NFA M</a:t>
            </a:r>
            <a:r>
              <a:rPr lang="zh-CN" altLang="en-US" sz="2400">
                <a:solidFill>
                  <a:srgbClr val="333399"/>
                </a:solidFill>
                <a:latin typeface="Arial" panose="020B0604020202020204" pitchFamily="34" charset="0"/>
              </a:rPr>
              <a:t>所接收；</a:t>
            </a:r>
          </a:p>
          <a:p>
            <a:pPr algn="just" eaLnBrk="1" hangingPunct="1">
              <a:lnSpc>
                <a:spcPct val="13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400">
                <a:solidFill>
                  <a:srgbClr val="333399"/>
                </a:solidFill>
                <a:latin typeface="Arial" panose="020B0604020202020204" pitchFamily="34" charset="0"/>
              </a:rPr>
              <a:t>再证（2）</a:t>
            </a:r>
            <a:r>
              <a:rPr lang="en-US" altLang="zh-CN" sz="2400">
                <a:solidFill>
                  <a:srgbClr val="333399"/>
                </a:solidFill>
                <a:latin typeface="Arial" panose="020B0604020202020204" pitchFamily="34" charset="0"/>
              </a:rPr>
              <a:t>NFA M </a:t>
            </a:r>
            <a:r>
              <a:rPr lang="zh-CN" altLang="en-US" sz="2400">
                <a:solidFill>
                  <a:srgbClr val="333399"/>
                </a:solidFill>
                <a:latin typeface="Arial" panose="020B0604020202020204" pitchFamily="34" charset="0"/>
              </a:rPr>
              <a:t>接受的语言 </a:t>
            </a:r>
            <a:r>
              <a:rPr lang="en-US" altLang="zh-CN" sz="2400">
                <a:solidFill>
                  <a:srgbClr val="333399"/>
                </a:solidFill>
                <a:latin typeface="Arial" panose="020B0604020202020204" pitchFamily="34" charset="0"/>
              </a:rPr>
              <a:t>L(M) </a:t>
            </a:r>
            <a:r>
              <a:rPr lang="zh-CN" altLang="en-US" sz="2400">
                <a:solidFill>
                  <a:srgbClr val="333399"/>
                </a:solidFill>
                <a:latin typeface="Arial" panose="020B0604020202020204" pitchFamily="34" charset="0"/>
              </a:rPr>
              <a:t>可由文法</a:t>
            </a:r>
            <a:r>
              <a:rPr lang="en-US" altLang="zh-CN" sz="2400">
                <a:solidFill>
                  <a:srgbClr val="333399"/>
                </a:solidFill>
                <a:latin typeface="Arial" panose="020B0604020202020204" pitchFamily="34" charset="0"/>
              </a:rPr>
              <a:t>G </a:t>
            </a:r>
            <a:r>
              <a:rPr lang="zh-CN" altLang="en-US" sz="2400">
                <a:solidFill>
                  <a:srgbClr val="333399"/>
                </a:solidFill>
                <a:latin typeface="Arial" panose="020B0604020202020204" pitchFamily="34" charset="0"/>
              </a:rPr>
              <a:t>产生。</a:t>
            </a:r>
          </a:p>
          <a:p>
            <a:pPr algn="just" eaLnBrk="1" hangingPunct="1">
              <a:lnSpc>
                <a:spcPct val="130000"/>
              </a:lnSpc>
              <a:spcBef>
                <a:spcPct val="0"/>
              </a:spcBef>
              <a:buClrTx/>
              <a:buSzTx/>
              <a:buFontTx/>
              <a:buNone/>
            </a:pPr>
            <a:endParaRPr lang="zh-CN" altLang="en-US" sz="2400">
              <a:solidFill>
                <a:srgbClr val="333399"/>
              </a:solidFill>
              <a:latin typeface="Arial" panose="020B0604020202020204" pitchFamily="34" charset="0"/>
            </a:endParaRPr>
          </a:p>
        </p:txBody>
      </p:sp>
    </p:spTree>
  </p:cSld>
  <p:clrMapOvr>
    <a:masterClrMapping/>
  </p:clrMapOvr>
  <p:transition spd="med" advClick="0">
    <p:wipe dir="r"/>
  </p:transition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灯片编号占位符 1"/>
          <p:cNvSpPr>
            <a:spLocks noGrp="1"/>
          </p:cNvSpPr>
          <p:nvPr>
            <p:ph type="sldNum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6FE69917-4E61-4F41-9044-01729C386612}" type="slidenum">
              <a:rPr kumimoji="0" lang="zh-CN" altLang="en-US" sz="1200">
                <a:solidFill>
                  <a:srgbClr val="009999"/>
                </a:solidFill>
                <a:latin typeface="Arial Narrow" panose="020B0606020202030204" pitchFamily="34" charset="0"/>
                <a:ea typeface="宋体" panose="02010600030101010101" pitchFamily="2" charset="-122"/>
              </a:rPr>
              <a:t>32</a:t>
            </a:fld>
            <a:endParaRPr kumimoji="0" lang="en-US" altLang="zh-CN" sz="1200">
              <a:solidFill>
                <a:srgbClr val="009999"/>
              </a:solidFill>
              <a:latin typeface="Arial Narrow" panose="020B0606020202030204" pitchFamily="34" charset="0"/>
              <a:ea typeface="宋体" panose="02010600030101010101" pitchFamily="2" charset="-122"/>
            </a:endParaRPr>
          </a:p>
        </p:txBody>
      </p:sp>
      <p:sp>
        <p:nvSpPr>
          <p:cNvPr id="23555" name="日期占位符 2"/>
          <p:cNvSpPr>
            <a:spLocks noGrp="1"/>
          </p:cNvSpPr>
          <p:nvPr>
            <p:ph type="dt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A803CD52-7E9A-4C34-B0F4-0D94891D5904}" type="datetime1">
              <a:rPr kumimoji="0" lang="zh-CN" altLang="en-US" sz="1200">
                <a:solidFill>
                  <a:srgbClr val="009999"/>
                </a:solidFill>
                <a:latin typeface="Arial Narrow" panose="020B0606020202030204" pitchFamily="34" charset="0"/>
                <a:ea typeface="宋体" panose="02010600030101010101" pitchFamily="2" charset="-122"/>
              </a:rPr>
              <a:t>2024/3/24</a:t>
            </a:fld>
            <a:endParaRPr kumimoji="0" lang="zh-CN" altLang="zh-CN" sz="1200">
              <a:solidFill>
                <a:srgbClr val="009999"/>
              </a:solidFill>
              <a:latin typeface="Arial Narrow" panose="020B0606020202030204" pitchFamily="34" charset="0"/>
              <a:ea typeface="宋体" panose="02010600030101010101" pitchFamily="2" charset="-122"/>
            </a:endParaRPr>
          </a:p>
        </p:txBody>
      </p:sp>
      <p:sp>
        <p:nvSpPr>
          <p:cNvPr id="23556" name="页脚占位符 3"/>
          <p:cNvSpPr>
            <a:spLocks noGrp="1"/>
          </p:cNvSpPr>
          <p:nvPr>
            <p:ph type="ftr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200">
                <a:solidFill>
                  <a:srgbClr val="009999"/>
                </a:solidFill>
                <a:latin typeface="Arial Narrow" panose="020B0606020202030204" pitchFamily="34" charset="0"/>
                <a:ea typeface="宋体" panose="02010600030101010101" pitchFamily="2" charset="-122"/>
              </a:rPr>
              <a:t>School of Computer Science, BUPT</a:t>
            </a:r>
            <a:endParaRPr lang="zh-CN" altLang="en-US" sz="1200">
              <a:solidFill>
                <a:srgbClr val="009999"/>
              </a:solidFill>
              <a:latin typeface="Arial Narrow" panose="020B0606020202030204" pitchFamily="34" charset="0"/>
              <a:ea typeface="宋体" panose="02010600030101010101" pitchFamily="2" charset="-122"/>
            </a:endParaRPr>
          </a:p>
        </p:txBody>
      </p:sp>
      <p:sp>
        <p:nvSpPr>
          <p:cNvPr id="23557" name="Rectangle 2"/>
          <p:cNvSpPr>
            <a:spLocks noChangeArrowheads="1"/>
          </p:cNvSpPr>
          <p:nvPr/>
        </p:nvSpPr>
        <p:spPr bwMode="auto">
          <a:xfrm>
            <a:off x="914400" y="304800"/>
            <a:ext cx="8001000" cy="838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algn="r" eaLnBrk="1" hangingPunct="1">
              <a:lnSpc>
                <a:spcPct val="9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3200" dirty="0">
                <a:solidFill>
                  <a:srgbClr val="800080"/>
                </a:solidFill>
                <a:ea typeface="华文行楷" panose="02010800040101010101" pitchFamily="2" charset="-122"/>
              </a:rPr>
              <a:t>右线性文法</a:t>
            </a:r>
            <a:r>
              <a:rPr lang="zh-CN" altLang="en-US" sz="3200" dirty="0">
                <a:solidFill>
                  <a:srgbClr val="800080"/>
                </a:solidFill>
                <a:ea typeface="华文行楷" panose="02010800040101010101" pitchFamily="2" charset="-122"/>
                <a:sym typeface="Symbol" panose="05050102010706020507" pitchFamily="18" charset="2"/>
              </a:rPr>
              <a:t></a:t>
            </a:r>
            <a:r>
              <a:rPr lang="zh-CN" altLang="en-US" sz="3200" dirty="0">
                <a:solidFill>
                  <a:srgbClr val="800080"/>
                </a:solidFill>
                <a:ea typeface="华文行楷" panose="02010800040101010101" pitchFamily="2" charset="-122"/>
              </a:rPr>
              <a:t> 有限自动机</a:t>
            </a:r>
            <a:r>
              <a:rPr lang="zh-CN" altLang="en-US" sz="2400" dirty="0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</a:rPr>
              <a:t>（续）</a:t>
            </a:r>
          </a:p>
        </p:txBody>
      </p:sp>
      <p:sp>
        <p:nvSpPr>
          <p:cNvPr id="23558" name="Text Box 3"/>
          <p:cNvSpPr txBox="1">
            <a:spLocks noChangeArrowheads="1"/>
          </p:cNvSpPr>
          <p:nvPr/>
        </p:nvSpPr>
        <p:spPr bwMode="auto">
          <a:xfrm>
            <a:off x="381000" y="1295400"/>
            <a:ext cx="8382000" cy="516953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algn="just" eaLnBrk="1" hangingPunct="1">
              <a:lnSpc>
                <a:spcPct val="15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000" dirty="0">
                <a:solidFill>
                  <a:srgbClr val="800080"/>
                </a:solidFill>
                <a:cs typeface="Times New Roman" panose="02020603050405020304" pitchFamily="18" charset="0"/>
              </a:rPr>
              <a:t>证明方法：</a:t>
            </a:r>
            <a:r>
              <a:rPr lang="zh-CN" altLang="en-US" sz="2000" b="0" dirty="0">
                <a:solidFill>
                  <a:srgbClr val="333399"/>
                </a:solidFill>
                <a:cs typeface="Times New Roman" panose="02020603050405020304" pitchFamily="18" charset="0"/>
              </a:rPr>
              <a:t>通过两者定义的语言中任意一个字符串来说明。</a:t>
            </a:r>
          </a:p>
          <a:p>
            <a:pPr algn="just" eaLnBrk="1" hangingPunct="1">
              <a:lnSpc>
                <a:spcPct val="15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000" b="0" dirty="0">
                <a:solidFill>
                  <a:srgbClr val="333399"/>
                </a:solidFill>
                <a:cs typeface="Times New Roman" panose="02020603050405020304" pitchFamily="18" charset="0"/>
              </a:rPr>
              <a:t>（1）设 </a:t>
            </a:r>
            <a:r>
              <a:rPr lang="en-US" altLang="zh-CN" sz="2000" dirty="0">
                <a:solidFill>
                  <a:srgbClr val="333399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ω = </a:t>
            </a:r>
            <a:r>
              <a:rPr lang="en-US" altLang="zh-CN" sz="2000" b="0" dirty="0">
                <a:solidFill>
                  <a:srgbClr val="333399"/>
                </a:solidFill>
                <a:cs typeface="Times New Roman" panose="02020603050405020304" pitchFamily="18" charset="0"/>
              </a:rPr>
              <a:t>a</a:t>
            </a:r>
            <a:r>
              <a:rPr lang="en-US" altLang="zh-CN" sz="2000" b="0" baseline="-30000" dirty="0">
                <a:solidFill>
                  <a:srgbClr val="333399"/>
                </a:solidFill>
                <a:cs typeface="Times New Roman" panose="02020603050405020304" pitchFamily="18" charset="0"/>
              </a:rPr>
              <a:t>1</a:t>
            </a:r>
            <a:r>
              <a:rPr lang="en-US" altLang="zh-CN" sz="2000" b="0" dirty="0">
                <a:solidFill>
                  <a:srgbClr val="333399"/>
                </a:solidFill>
                <a:cs typeface="Times New Roman" panose="02020603050405020304" pitchFamily="18" charset="0"/>
              </a:rPr>
              <a:t>a</a:t>
            </a:r>
            <a:r>
              <a:rPr lang="en-US" altLang="zh-CN" sz="2000" b="0" baseline="-30000" dirty="0">
                <a:solidFill>
                  <a:srgbClr val="333399"/>
                </a:solidFill>
                <a:cs typeface="Times New Roman" panose="02020603050405020304" pitchFamily="18" charset="0"/>
              </a:rPr>
              <a:t>2</a:t>
            </a:r>
            <a:r>
              <a:rPr lang="en-US" altLang="zh-CN" sz="2000" b="0" dirty="0">
                <a:solidFill>
                  <a:srgbClr val="333399"/>
                </a:solidFill>
                <a:cs typeface="Times New Roman" panose="02020603050405020304" pitchFamily="18" charset="0"/>
              </a:rPr>
              <a:t>…</a:t>
            </a:r>
            <a:r>
              <a:rPr lang="en-US" altLang="zh-CN" sz="2000" b="0" dirty="0" err="1">
                <a:solidFill>
                  <a:srgbClr val="333399"/>
                </a:solidFill>
                <a:cs typeface="Times New Roman" panose="02020603050405020304" pitchFamily="18" charset="0"/>
              </a:rPr>
              <a:t>a</a:t>
            </a:r>
            <a:r>
              <a:rPr lang="en-US" altLang="zh-CN" sz="2000" b="0" baseline="-30000" dirty="0" err="1">
                <a:solidFill>
                  <a:srgbClr val="333399"/>
                </a:solidFill>
                <a:cs typeface="Times New Roman" panose="02020603050405020304" pitchFamily="18" charset="0"/>
              </a:rPr>
              <a:t>n</a:t>
            </a:r>
            <a:r>
              <a:rPr lang="en-US" altLang="zh-CN" sz="2000" dirty="0" err="1">
                <a:solidFill>
                  <a:srgbClr val="333399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∈L</a:t>
            </a:r>
            <a:r>
              <a:rPr lang="en-US" altLang="zh-CN" sz="2000" dirty="0">
                <a:solidFill>
                  <a:srgbClr val="333399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(G)</a:t>
            </a:r>
            <a:r>
              <a:rPr lang="zh-CN" altLang="en-US" sz="2000" b="0" dirty="0">
                <a:solidFill>
                  <a:srgbClr val="333399"/>
                </a:solidFill>
                <a:cs typeface="Times New Roman" panose="02020603050405020304" pitchFamily="18" charset="0"/>
              </a:rPr>
              <a:t> ，且</a:t>
            </a:r>
            <a:r>
              <a:rPr lang="en-US" altLang="zh-CN" sz="2000" b="0" dirty="0">
                <a:solidFill>
                  <a:srgbClr val="333399"/>
                </a:solidFill>
                <a:cs typeface="Times New Roman" panose="02020603050405020304" pitchFamily="18" charset="0"/>
              </a:rPr>
              <a:t>n </a:t>
            </a:r>
            <a:r>
              <a:rPr lang="en-US" altLang="zh-CN" sz="2000" b="0" dirty="0">
                <a:solidFill>
                  <a:srgbClr val="333399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</a:t>
            </a:r>
            <a:r>
              <a:rPr lang="en-US" altLang="zh-CN" sz="2000" b="0" dirty="0">
                <a:solidFill>
                  <a:srgbClr val="333399"/>
                </a:solidFill>
                <a:cs typeface="Times New Roman" panose="02020603050405020304" pitchFamily="18" charset="0"/>
              </a:rPr>
              <a:t> 1</a:t>
            </a:r>
          </a:p>
          <a:p>
            <a:pPr lvl="1" algn="just" eaLnBrk="1" hangingPunct="1">
              <a:lnSpc>
                <a:spcPct val="15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000" dirty="0">
                <a:solidFill>
                  <a:srgbClr val="333399"/>
                </a:solidFill>
                <a:cs typeface="Times New Roman" panose="02020603050405020304" pitchFamily="18" charset="0"/>
              </a:rPr>
              <a:t>则有 </a:t>
            </a:r>
            <a:r>
              <a:rPr lang="en-US" altLang="zh-CN" sz="2000" dirty="0">
                <a:solidFill>
                  <a:srgbClr val="333399"/>
                </a:solidFill>
                <a:cs typeface="Times New Roman" panose="02020603050405020304" pitchFamily="18" charset="0"/>
              </a:rPr>
              <a:t>S </a:t>
            </a:r>
            <a:r>
              <a:rPr lang="en-US" altLang="zh-CN" sz="2000" dirty="0">
                <a:solidFill>
                  <a:srgbClr val="333399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</a:t>
            </a:r>
            <a:r>
              <a:rPr lang="en-US" altLang="zh-CN" sz="2000" dirty="0">
                <a:solidFill>
                  <a:srgbClr val="333399"/>
                </a:solidFill>
                <a:cs typeface="Times New Roman" panose="02020603050405020304" pitchFamily="18" charset="0"/>
              </a:rPr>
              <a:t> a</a:t>
            </a:r>
            <a:r>
              <a:rPr lang="en-US" altLang="zh-CN" sz="2000" baseline="-30000" dirty="0">
                <a:solidFill>
                  <a:srgbClr val="333399"/>
                </a:solidFill>
                <a:cs typeface="Times New Roman" panose="02020603050405020304" pitchFamily="18" charset="0"/>
              </a:rPr>
              <a:t>1</a:t>
            </a:r>
            <a:r>
              <a:rPr lang="en-US" altLang="zh-CN" sz="2000" dirty="0">
                <a:solidFill>
                  <a:srgbClr val="333399"/>
                </a:solidFill>
                <a:cs typeface="Times New Roman" panose="02020603050405020304" pitchFamily="18" charset="0"/>
              </a:rPr>
              <a:t>A</a:t>
            </a:r>
            <a:r>
              <a:rPr lang="en-US" altLang="zh-CN" sz="2000" baseline="-30000" dirty="0">
                <a:solidFill>
                  <a:srgbClr val="333399"/>
                </a:solidFill>
                <a:cs typeface="Times New Roman" panose="02020603050405020304" pitchFamily="18" charset="0"/>
              </a:rPr>
              <a:t>1</a:t>
            </a:r>
            <a:r>
              <a:rPr lang="en-US" altLang="zh-CN" sz="2000" dirty="0">
                <a:solidFill>
                  <a:srgbClr val="333399"/>
                </a:solidFill>
                <a:cs typeface="Times New Roman" panose="02020603050405020304" pitchFamily="18" charset="0"/>
              </a:rPr>
              <a:t> </a:t>
            </a:r>
            <a:r>
              <a:rPr lang="en-US" altLang="zh-CN" sz="2000" dirty="0">
                <a:solidFill>
                  <a:srgbClr val="333399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</a:t>
            </a:r>
            <a:r>
              <a:rPr lang="en-US" altLang="zh-CN" sz="2000" dirty="0">
                <a:solidFill>
                  <a:srgbClr val="333399"/>
                </a:solidFill>
                <a:cs typeface="Times New Roman" panose="02020603050405020304" pitchFamily="18" charset="0"/>
              </a:rPr>
              <a:t> a</a:t>
            </a:r>
            <a:r>
              <a:rPr lang="en-US" altLang="zh-CN" sz="2000" baseline="-30000" dirty="0">
                <a:solidFill>
                  <a:srgbClr val="333399"/>
                </a:solidFill>
                <a:cs typeface="Times New Roman" panose="02020603050405020304" pitchFamily="18" charset="0"/>
              </a:rPr>
              <a:t>1</a:t>
            </a:r>
            <a:r>
              <a:rPr lang="en-US" altLang="zh-CN" sz="2000" dirty="0">
                <a:solidFill>
                  <a:srgbClr val="333399"/>
                </a:solidFill>
                <a:cs typeface="Times New Roman" panose="02020603050405020304" pitchFamily="18" charset="0"/>
              </a:rPr>
              <a:t>a</a:t>
            </a:r>
            <a:r>
              <a:rPr lang="en-US" altLang="zh-CN" sz="2000" baseline="-30000" dirty="0">
                <a:solidFill>
                  <a:srgbClr val="333399"/>
                </a:solidFill>
                <a:cs typeface="Times New Roman" panose="02020603050405020304" pitchFamily="18" charset="0"/>
              </a:rPr>
              <a:t>2</a:t>
            </a:r>
            <a:r>
              <a:rPr lang="en-US" altLang="zh-CN" sz="2000" dirty="0">
                <a:solidFill>
                  <a:srgbClr val="333399"/>
                </a:solidFill>
                <a:cs typeface="Times New Roman" panose="02020603050405020304" pitchFamily="18" charset="0"/>
              </a:rPr>
              <a:t>A</a:t>
            </a:r>
            <a:r>
              <a:rPr lang="en-US" altLang="zh-CN" sz="2000" baseline="-30000" dirty="0">
                <a:solidFill>
                  <a:srgbClr val="333399"/>
                </a:solidFill>
                <a:cs typeface="Times New Roman" panose="02020603050405020304" pitchFamily="18" charset="0"/>
              </a:rPr>
              <a:t>2</a:t>
            </a:r>
            <a:r>
              <a:rPr lang="en-US" altLang="zh-CN" sz="2000" dirty="0">
                <a:solidFill>
                  <a:srgbClr val="333399"/>
                </a:solidFill>
                <a:cs typeface="Times New Roman" panose="02020603050405020304" pitchFamily="18" charset="0"/>
              </a:rPr>
              <a:t> </a:t>
            </a:r>
            <a:r>
              <a:rPr lang="en-US" altLang="zh-CN" sz="2000" dirty="0">
                <a:solidFill>
                  <a:srgbClr val="333399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 </a:t>
            </a:r>
            <a:r>
              <a:rPr lang="en-US" altLang="zh-CN" sz="2000" dirty="0">
                <a:solidFill>
                  <a:srgbClr val="333399"/>
                </a:solidFill>
                <a:cs typeface="Times New Roman" panose="02020603050405020304" pitchFamily="18" charset="0"/>
              </a:rPr>
              <a:t>…</a:t>
            </a:r>
          </a:p>
          <a:p>
            <a:pPr lvl="1" algn="just" eaLnBrk="1" hangingPunct="1">
              <a:lnSpc>
                <a:spcPct val="15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000" dirty="0">
                <a:solidFill>
                  <a:srgbClr val="333399"/>
                </a:solidFill>
                <a:cs typeface="Times New Roman" panose="02020603050405020304" pitchFamily="18" charset="0"/>
              </a:rPr>
              <a:t>	 </a:t>
            </a:r>
            <a:r>
              <a:rPr lang="en-US" altLang="zh-CN" sz="2000" dirty="0">
                <a:solidFill>
                  <a:srgbClr val="333399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 </a:t>
            </a:r>
            <a:r>
              <a:rPr lang="en-US" altLang="zh-CN" sz="2000" dirty="0">
                <a:solidFill>
                  <a:srgbClr val="333399"/>
                </a:solidFill>
                <a:cs typeface="Times New Roman" panose="02020603050405020304" pitchFamily="18" charset="0"/>
              </a:rPr>
              <a:t>a</a:t>
            </a:r>
            <a:r>
              <a:rPr lang="en-US" altLang="zh-CN" sz="2000" baseline="-30000" dirty="0">
                <a:solidFill>
                  <a:srgbClr val="333399"/>
                </a:solidFill>
                <a:cs typeface="Times New Roman" panose="02020603050405020304" pitchFamily="18" charset="0"/>
              </a:rPr>
              <a:t>1</a:t>
            </a:r>
            <a:r>
              <a:rPr lang="en-US" altLang="zh-CN" sz="2000" dirty="0">
                <a:solidFill>
                  <a:srgbClr val="333399"/>
                </a:solidFill>
                <a:cs typeface="Times New Roman" panose="02020603050405020304" pitchFamily="18" charset="0"/>
              </a:rPr>
              <a:t>a</a:t>
            </a:r>
            <a:r>
              <a:rPr lang="en-US" altLang="zh-CN" sz="2000" baseline="-30000" dirty="0">
                <a:solidFill>
                  <a:srgbClr val="333399"/>
                </a:solidFill>
                <a:cs typeface="Times New Roman" panose="02020603050405020304" pitchFamily="18" charset="0"/>
              </a:rPr>
              <a:t>2</a:t>
            </a:r>
            <a:r>
              <a:rPr lang="en-US" altLang="zh-CN" sz="2000" dirty="0">
                <a:solidFill>
                  <a:srgbClr val="333399"/>
                </a:solidFill>
                <a:cs typeface="Times New Roman" panose="02020603050405020304" pitchFamily="18" charset="0"/>
              </a:rPr>
              <a:t>…a</a:t>
            </a:r>
            <a:r>
              <a:rPr lang="en-US" altLang="zh-CN" sz="2000" baseline="-30000" dirty="0">
                <a:solidFill>
                  <a:srgbClr val="333399"/>
                </a:solidFill>
                <a:cs typeface="Times New Roman" panose="02020603050405020304" pitchFamily="18" charset="0"/>
              </a:rPr>
              <a:t>n-1</a:t>
            </a:r>
            <a:r>
              <a:rPr lang="en-US" altLang="zh-CN" sz="2000" dirty="0">
                <a:solidFill>
                  <a:srgbClr val="333399"/>
                </a:solidFill>
                <a:cs typeface="Times New Roman" panose="02020603050405020304" pitchFamily="18" charset="0"/>
              </a:rPr>
              <a:t>A</a:t>
            </a:r>
            <a:r>
              <a:rPr lang="en-US" altLang="zh-CN" sz="2000" baseline="-30000" dirty="0">
                <a:solidFill>
                  <a:srgbClr val="333399"/>
                </a:solidFill>
                <a:cs typeface="Times New Roman" panose="02020603050405020304" pitchFamily="18" charset="0"/>
              </a:rPr>
              <a:t>n-1</a:t>
            </a:r>
            <a:r>
              <a:rPr lang="en-US" altLang="zh-CN" sz="2000" dirty="0">
                <a:solidFill>
                  <a:srgbClr val="333399"/>
                </a:solidFill>
                <a:cs typeface="Times New Roman" panose="02020603050405020304" pitchFamily="18" charset="0"/>
              </a:rPr>
              <a:t> </a:t>
            </a:r>
            <a:r>
              <a:rPr lang="en-US" altLang="zh-CN" sz="2000" dirty="0">
                <a:solidFill>
                  <a:srgbClr val="333399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</a:t>
            </a:r>
            <a:r>
              <a:rPr lang="en-US" altLang="zh-CN" sz="2000" dirty="0">
                <a:solidFill>
                  <a:srgbClr val="333399"/>
                </a:solidFill>
                <a:cs typeface="Times New Roman" panose="02020603050405020304" pitchFamily="18" charset="0"/>
              </a:rPr>
              <a:t> a</a:t>
            </a:r>
            <a:r>
              <a:rPr lang="en-US" altLang="zh-CN" sz="2000" baseline="-30000" dirty="0">
                <a:solidFill>
                  <a:srgbClr val="333399"/>
                </a:solidFill>
                <a:cs typeface="Times New Roman" panose="02020603050405020304" pitchFamily="18" charset="0"/>
              </a:rPr>
              <a:t>1</a:t>
            </a:r>
            <a:r>
              <a:rPr lang="en-US" altLang="zh-CN" sz="2000" dirty="0">
                <a:solidFill>
                  <a:srgbClr val="333399"/>
                </a:solidFill>
                <a:cs typeface="Times New Roman" panose="02020603050405020304" pitchFamily="18" charset="0"/>
              </a:rPr>
              <a:t>a</a:t>
            </a:r>
            <a:r>
              <a:rPr lang="en-US" altLang="zh-CN" sz="2000" baseline="-30000" dirty="0">
                <a:solidFill>
                  <a:srgbClr val="333399"/>
                </a:solidFill>
                <a:cs typeface="Times New Roman" panose="02020603050405020304" pitchFamily="18" charset="0"/>
              </a:rPr>
              <a:t>2 </a:t>
            </a:r>
            <a:r>
              <a:rPr lang="en-US" altLang="zh-CN" sz="2000" dirty="0">
                <a:solidFill>
                  <a:srgbClr val="333399"/>
                </a:solidFill>
                <a:cs typeface="Times New Roman" panose="02020603050405020304" pitchFamily="18" charset="0"/>
              </a:rPr>
              <a:t>… a</a:t>
            </a:r>
            <a:r>
              <a:rPr lang="en-US" altLang="zh-CN" sz="2000" baseline="-30000" dirty="0">
                <a:solidFill>
                  <a:srgbClr val="333399"/>
                </a:solidFill>
                <a:cs typeface="Times New Roman" panose="02020603050405020304" pitchFamily="18" charset="0"/>
              </a:rPr>
              <a:t>n-1</a:t>
            </a:r>
            <a:r>
              <a:rPr lang="en-US" altLang="zh-CN" sz="2000" dirty="0">
                <a:solidFill>
                  <a:srgbClr val="333399"/>
                </a:solidFill>
                <a:cs typeface="Times New Roman" panose="02020603050405020304" pitchFamily="18" charset="0"/>
              </a:rPr>
              <a:t>a</a:t>
            </a:r>
            <a:r>
              <a:rPr lang="en-US" altLang="zh-CN" sz="2000" baseline="-30000" dirty="0">
                <a:solidFill>
                  <a:srgbClr val="333399"/>
                </a:solidFill>
                <a:cs typeface="Times New Roman" panose="02020603050405020304" pitchFamily="18" charset="0"/>
              </a:rPr>
              <a:t> n</a:t>
            </a:r>
            <a:endParaRPr lang="en-US" altLang="zh-CN" sz="2000" dirty="0">
              <a:solidFill>
                <a:srgbClr val="333399"/>
              </a:solidFill>
              <a:cs typeface="Times New Roman" panose="02020603050405020304" pitchFamily="18" charset="0"/>
            </a:endParaRPr>
          </a:p>
          <a:p>
            <a:pPr lvl="1" algn="just" eaLnBrk="1" hangingPunct="1">
              <a:lnSpc>
                <a:spcPct val="15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000" dirty="0">
                <a:solidFill>
                  <a:srgbClr val="333399"/>
                </a:solidFill>
                <a:cs typeface="Times New Roman" panose="02020603050405020304" pitchFamily="18" charset="0"/>
              </a:rPr>
              <a:t>则由</a:t>
            </a:r>
            <a:r>
              <a:rPr lang="en-US" altLang="zh-CN" sz="2000" dirty="0">
                <a:solidFill>
                  <a:srgbClr val="333399"/>
                </a:solidFill>
                <a:cs typeface="Times New Roman" panose="02020603050405020304" pitchFamily="18" charset="0"/>
              </a:rPr>
              <a:t>δ</a:t>
            </a:r>
            <a:r>
              <a:rPr lang="zh-CN" altLang="en-US" sz="2000" dirty="0">
                <a:solidFill>
                  <a:srgbClr val="333399"/>
                </a:solidFill>
                <a:cs typeface="Times New Roman" panose="02020603050405020304" pitchFamily="18" charset="0"/>
              </a:rPr>
              <a:t>的定义，有</a:t>
            </a:r>
          </a:p>
          <a:p>
            <a:pPr lvl="1" algn="just" eaLnBrk="1" hangingPunct="1">
              <a:lnSpc>
                <a:spcPct val="15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000" dirty="0">
                <a:solidFill>
                  <a:srgbClr val="333399"/>
                </a:solidFill>
                <a:cs typeface="Times New Roman" panose="02020603050405020304" pitchFamily="18" charset="0"/>
              </a:rPr>
              <a:t>A</a:t>
            </a:r>
            <a:r>
              <a:rPr lang="en-US" altLang="zh-CN" sz="2000" baseline="-30000" dirty="0">
                <a:solidFill>
                  <a:srgbClr val="333399"/>
                </a:solidFill>
                <a:cs typeface="Times New Roman" panose="02020603050405020304" pitchFamily="18" charset="0"/>
              </a:rPr>
              <a:t>1</a:t>
            </a:r>
            <a:r>
              <a:rPr lang="en-US" altLang="zh-CN" sz="2000" dirty="0">
                <a:solidFill>
                  <a:srgbClr val="333399"/>
                </a:solidFill>
                <a:cs typeface="Times New Roman" panose="02020603050405020304" pitchFamily="18" charset="0"/>
              </a:rPr>
              <a:t> </a:t>
            </a:r>
            <a:r>
              <a:rPr lang="en-US" altLang="zh-CN" sz="2000" dirty="0">
                <a:solidFill>
                  <a:srgbClr val="333399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</a:t>
            </a:r>
            <a:r>
              <a:rPr lang="en-US" altLang="zh-CN" sz="2000" dirty="0">
                <a:solidFill>
                  <a:srgbClr val="333399"/>
                </a:solidFill>
                <a:cs typeface="Times New Roman" panose="02020603050405020304" pitchFamily="18" charset="0"/>
              </a:rPr>
              <a:t>δ(S，a</a:t>
            </a:r>
            <a:r>
              <a:rPr lang="en-US" altLang="zh-CN" sz="2000" baseline="-30000" dirty="0">
                <a:solidFill>
                  <a:srgbClr val="333399"/>
                </a:solidFill>
                <a:cs typeface="Times New Roman" panose="02020603050405020304" pitchFamily="18" charset="0"/>
              </a:rPr>
              <a:t>1</a:t>
            </a:r>
            <a:r>
              <a:rPr lang="en-US" altLang="zh-CN" sz="2000" dirty="0">
                <a:solidFill>
                  <a:srgbClr val="333399"/>
                </a:solidFill>
                <a:cs typeface="Times New Roman" panose="02020603050405020304" pitchFamily="18" charset="0"/>
              </a:rPr>
              <a:t>)</a:t>
            </a:r>
            <a:r>
              <a:rPr lang="zh-CN" altLang="en-US" sz="2000" dirty="0">
                <a:solidFill>
                  <a:srgbClr val="333399"/>
                </a:solidFill>
                <a:cs typeface="Times New Roman" panose="02020603050405020304" pitchFamily="18" charset="0"/>
              </a:rPr>
              <a:t>，</a:t>
            </a:r>
            <a:r>
              <a:rPr lang="en-US" altLang="zh-CN" sz="2000" dirty="0">
                <a:solidFill>
                  <a:srgbClr val="333399"/>
                </a:solidFill>
                <a:cs typeface="Times New Roman" panose="02020603050405020304" pitchFamily="18" charset="0"/>
              </a:rPr>
              <a:t>A</a:t>
            </a:r>
            <a:r>
              <a:rPr lang="en-US" altLang="zh-CN" sz="2000" baseline="-30000" dirty="0">
                <a:solidFill>
                  <a:srgbClr val="333399"/>
                </a:solidFill>
                <a:cs typeface="Times New Roman" panose="02020603050405020304" pitchFamily="18" charset="0"/>
              </a:rPr>
              <a:t>2</a:t>
            </a:r>
            <a:r>
              <a:rPr lang="en-US" altLang="zh-CN" sz="2000" dirty="0">
                <a:solidFill>
                  <a:srgbClr val="333399"/>
                </a:solidFill>
                <a:cs typeface="Times New Roman" panose="02020603050405020304" pitchFamily="18" charset="0"/>
              </a:rPr>
              <a:t> </a:t>
            </a:r>
            <a:r>
              <a:rPr lang="en-US" altLang="zh-CN" sz="2000" dirty="0">
                <a:solidFill>
                  <a:srgbClr val="333399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</a:t>
            </a:r>
            <a:r>
              <a:rPr lang="en-US" altLang="zh-CN" sz="2000" dirty="0">
                <a:solidFill>
                  <a:srgbClr val="333399"/>
                </a:solidFill>
                <a:cs typeface="Times New Roman" panose="02020603050405020304" pitchFamily="18" charset="0"/>
              </a:rPr>
              <a:t>δ(A</a:t>
            </a:r>
            <a:r>
              <a:rPr lang="en-US" altLang="zh-CN" sz="2000" baseline="-30000" dirty="0">
                <a:solidFill>
                  <a:srgbClr val="333399"/>
                </a:solidFill>
                <a:cs typeface="Times New Roman" panose="02020603050405020304" pitchFamily="18" charset="0"/>
              </a:rPr>
              <a:t>1</a:t>
            </a:r>
            <a:r>
              <a:rPr lang="en-US" altLang="zh-CN" sz="2000" dirty="0">
                <a:solidFill>
                  <a:srgbClr val="333399"/>
                </a:solidFill>
                <a:cs typeface="Times New Roman" panose="02020603050405020304" pitchFamily="18" charset="0"/>
              </a:rPr>
              <a:t>，a</a:t>
            </a:r>
            <a:r>
              <a:rPr lang="en-US" altLang="zh-CN" sz="2000" baseline="-30000" dirty="0">
                <a:solidFill>
                  <a:srgbClr val="333399"/>
                </a:solidFill>
                <a:cs typeface="Times New Roman" panose="02020603050405020304" pitchFamily="18" charset="0"/>
              </a:rPr>
              <a:t>2</a:t>
            </a:r>
            <a:r>
              <a:rPr lang="en-US" altLang="zh-CN" sz="2000" dirty="0">
                <a:solidFill>
                  <a:srgbClr val="333399"/>
                </a:solidFill>
                <a:cs typeface="Times New Roman" panose="02020603050405020304" pitchFamily="18" charset="0"/>
              </a:rPr>
              <a:t>), </a:t>
            </a:r>
            <a:r>
              <a:rPr lang="zh-CN" altLang="en-US" sz="2000" dirty="0">
                <a:solidFill>
                  <a:srgbClr val="333399"/>
                </a:solidFill>
                <a:cs typeface="Times New Roman" panose="02020603050405020304" pitchFamily="18" charset="0"/>
              </a:rPr>
              <a:t>…  ,</a:t>
            </a:r>
          </a:p>
          <a:p>
            <a:pPr lvl="1" eaLnBrk="1" hangingPunct="1">
              <a:lnSpc>
                <a:spcPct val="15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000" dirty="0">
                <a:solidFill>
                  <a:srgbClr val="333399"/>
                </a:solidFill>
                <a:cs typeface="Times New Roman" panose="02020603050405020304" pitchFamily="18" charset="0"/>
              </a:rPr>
              <a:t>A</a:t>
            </a:r>
            <a:r>
              <a:rPr lang="en-US" altLang="zh-CN" sz="2000" baseline="-30000" dirty="0">
                <a:solidFill>
                  <a:srgbClr val="333399"/>
                </a:solidFill>
                <a:cs typeface="Times New Roman" panose="02020603050405020304" pitchFamily="18" charset="0"/>
              </a:rPr>
              <a:t>n-1</a:t>
            </a:r>
            <a:r>
              <a:rPr lang="en-US" altLang="zh-CN" sz="2000" dirty="0">
                <a:solidFill>
                  <a:srgbClr val="333399"/>
                </a:solidFill>
                <a:cs typeface="Times New Roman" panose="02020603050405020304" pitchFamily="18" charset="0"/>
              </a:rPr>
              <a:t> </a:t>
            </a:r>
            <a:r>
              <a:rPr lang="en-US" altLang="zh-CN" sz="2000" dirty="0">
                <a:solidFill>
                  <a:srgbClr val="333399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</a:t>
            </a:r>
            <a:r>
              <a:rPr lang="en-US" altLang="zh-CN" sz="2000" dirty="0">
                <a:solidFill>
                  <a:srgbClr val="333399"/>
                </a:solidFill>
                <a:cs typeface="Times New Roman" panose="02020603050405020304" pitchFamily="18" charset="0"/>
              </a:rPr>
              <a:t>δ(A</a:t>
            </a:r>
            <a:r>
              <a:rPr lang="en-US" altLang="zh-CN" sz="2000" baseline="-30000" dirty="0">
                <a:solidFill>
                  <a:srgbClr val="333399"/>
                </a:solidFill>
                <a:cs typeface="Times New Roman" panose="02020603050405020304" pitchFamily="18" charset="0"/>
              </a:rPr>
              <a:t>n-2</a:t>
            </a:r>
            <a:r>
              <a:rPr lang="en-US" altLang="zh-CN" sz="2000" dirty="0">
                <a:solidFill>
                  <a:srgbClr val="333399"/>
                </a:solidFill>
                <a:cs typeface="Times New Roman" panose="02020603050405020304" pitchFamily="18" charset="0"/>
              </a:rPr>
              <a:t>，a</a:t>
            </a:r>
            <a:r>
              <a:rPr lang="en-US" altLang="zh-CN" sz="2000" baseline="-30000" dirty="0">
                <a:solidFill>
                  <a:srgbClr val="333399"/>
                </a:solidFill>
                <a:cs typeface="Times New Roman" panose="02020603050405020304" pitchFamily="18" charset="0"/>
              </a:rPr>
              <a:t>n-1</a:t>
            </a:r>
            <a:r>
              <a:rPr lang="en-US" altLang="zh-CN" sz="2000" dirty="0">
                <a:solidFill>
                  <a:srgbClr val="333399"/>
                </a:solidFill>
                <a:cs typeface="Times New Roman" panose="02020603050405020304" pitchFamily="18" charset="0"/>
              </a:rPr>
              <a:t>)</a:t>
            </a:r>
            <a:r>
              <a:rPr lang="zh-CN" altLang="en-US" sz="2000" dirty="0">
                <a:solidFill>
                  <a:srgbClr val="333399"/>
                </a:solidFill>
                <a:cs typeface="Times New Roman" panose="02020603050405020304" pitchFamily="18" charset="0"/>
              </a:rPr>
              <a:t>，</a:t>
            </a:r>
            <a:r>
              <a:rPr lang="en-US" altLang="zh-CN" sz="2000" dirty="0">
                <a:solidFill>
                  <a:srgbClr val="333399"/>
                </a:solidFill>
                <a:cs typeface="Times New Roman" panose="02020603050405020304" pitchFamily="18" charset="0"/>
              </a:rPr>
              <a:t>H </a:t>
            </a:r>
            <a:r>
              <a:rPr lang="en-US" altLang="zh-CN" sz="2000" dirty="0">
                <a:solidFill>
                  <a:srgbClr val="333399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</a:t>
            </a:r>
            <a:r>
              <a:rPr lang="en-US" altLang="zh-CN" sz="2000" dirty="0">
                <a:solidFill>
                  <a:srgbClr val="333399"/>
                </a:solidFill>
                <a:cs typeface="Times New Roman" panose="02020603050405020304" pitchFamily="18" charset="0"/>
              </a:rPr>
              <a:t>δ(A</a:t>
            </a:r>
            <a:r>
              <a:rPr lang="en-US" altLang="zh-CN" sz="2000" baseline="-30000" dirty="0">
                <a:solidFill>
                  <a:srgbClr val="333399"/>
                </a:solidFill>
                <a:cs typeface="Times New Roman" panose="02020603050405020304" pitchFamily="18" charset="0"/>
              </a:rPr>
              <a:t>n-1</a:t>
            </a:r>
            <a:r>
              <a:rPr lang="en-US" altLang="zh-CN" sz="2000" dirty="0">
                <a:solidFill>
                  <a:srgbClr val="333399"/>
                </a:solidFill>
                <a:cs typeface="Times New Roman" panose="02020603050405020304" pitchFamily="18" charset="0"/>
              </a:rPr>
              <a:t>，a</a:t>
            </a:r>
            <a:r>
              <a:rPr lang="en-US" altLang="zh-CN" sz="2000" baseline="-30000" dirty="0">
                <a:solidFill>
                  <a:srgbClr val="333399"/>
                </a:solidFill>
                <a:cs typeface="Times New Roman" panose="02020603050405020304" pitchFamily="18" charset="0"/>
              </a:rPr>
              <a:t>n</a:t>
            </a:r>
            <a:r>
              <a:rPr lang="en-US" altLang="zh-CN" sz="2000" dirty="0">
                <a:solidFill>
                  <a:srgbClr val="333399"/>
                </a:solidFill>
                <a:cs typeface="Times New Roman" panose="02020603050405020304" pitchFamily="18" charset="0"/>
              </a:rPr>
              <a:t>)</a:t>
            </a:r>
            <a:r>
              <a:rPr lang="zh-CN" altLang="en-US" sz="2000" dirty="0">
                <a:solidFill>
                  <a:srgbClr val="333399"/>
                </a:solidFill>
                <a:cs typeface="Times New Roman" panose="02020603050405020304" pitchFamily="18" charset="0"/>
              </a:rPr>
              <a:t>，且 </a:t>
            </a:r>
            <a:r>
              <a:rPr lang="en-US" altLang="zh-CN" sz="2000" dirty="0">
                <a:solidFill>
                  <a:srgbClr val="333399"/>
                </a:solidFill>
                <a:cs typeface="Times New Roman" panose="02020603050405020304" pitchFamily="18" charset="0"/>
              </a:rPr>
              <a:t>H </a:t>
            </a:r>
            <a:r>
              <a:rPr lang="en-US" altLang="zh-CN" sz="2000" dirty="0">
                <a:solidFill>
                  <a:srgbClr val="333399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</a:t>
            </a:r>
            <a:r>
              <a:rPr lang="en-US" altLang="zh-CN" sz="2000" dirty="0">
                <a:solidFill>
                  <a:srgbClr val="333399"/>
                </a:solidFill>
                <a:cs typeface="Times New Roman" panose="02020603050405020304" pitchFamily="18" charset="0"/>
              </a:rPr>
              <a:t>δ(S，</a:t>
            </a:r>
            <a:r>
              <a:rPr lang="en-US" altLang="zh-CN" sz="2000" dirty="0">
                <a:solidFill>
                  <a:srgbClr val="333399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</a:t>
            </a:r>
            <a:r>
              <a:rPr lang="en-US" altLang="zh-CN" sz="2000" dirty="0">
                <a:solidFill>
                  <a:srgbClr val="333399"/>
                </a:solidFill>
                <a:cs typeface="Times New Roman" panose="02020603050405020304" pitchFamily="18" charset="0"/>
              </a:rPr>
              <a:t>)</a:t>
            </a:r>
          </a:p>
          <a:p>
            <a:pPr lvl="1" eaLnBrk="1" hangingPunct="1">
              <a:lnSpc>
                <a:spcPct val="15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000" dirty="0">
                <a:solidFill>
                  <a:srgbClr val="333399"/>
                </a:solidFill>
                <a:cs typeface="Times New Roman" panose="02020603050405020304" pitchFamily="18" charset="0"/>
              </a:rPr>
              <a:t>因为</a:t>
            </a:r>
            <a:r>
              <a:rPr lang="en-US" altLang="zh-CN" sz="2000" dirty="0">
                <a:solidFill>
                  <a:srgbClr val="333399"/>
                </a:solidFill>
                <a:cs typeface="Times New Roman" panose="02020603050405020304" pitchFamily="18" charset="0"/>
              </a:rPr>
              <a:t>H </a:t>
            </a:r>
            <a:r>
              <a:rPr lang="en-US" altLang="zh-CN" sz="2000" dirty="0">
                <a:solidFill>
                  <a:srgbClr val="333399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 F</a:t>
            </a:r>
            <a:r>
              <a:rPr lang="zh-CN" altLang="en-US" sz="2000" dirty="0">
                <a:solidFill>
                  <a:srgbClr val="333399"/>
                </a:solidFill>
                <a:cs typeface="Times New Roman" panose="02020603050405020304" pitchFamily="18" charset="0"/>
              </a:rPr>
              <a:t>, 所以</a:t>
            </a:r>
            <a:r>
              <a:rPr lang="zh-CN" altLang="en-US" sz="2000" dirty="0">
                <a:solidFill>
                  <a:srgbClr val="333399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</a:t>
            </a:r>
            <a:r>
              <a:rPr lang="zh-CN" altLang="en-US" sz="2000" dirty="0">
                <a:solidFill>
                  <a:srgbClr val="333399"/>
                </a:solidFill>
                <a:cs typeface="Times New Roman" panose="02020603050405020304" pitchFamily="18" charset="0"/>
              </a:rPr>
              <a:t>被</a:t>
            </a:r>
            <a:r>
              <a:rPr lang="en-US" altLang="zh-CN" sz="2000" dirty="0">
                <a:solidFill>
                  <a:srgbClr val="333399"/>
                </a:solidFill>
                <a:cs typeface="Times New Roman" panose="02020603050405020304" pitchFamily="18" charset="0"/>
              </a:rPr>
              <a:t>NFA M </a:t>
            </a:r>
            <a:r>
              <a:rPr lang="zh-CN" altLang="en-US" sz="2000" dirty="0">
                <a:solidFill>
                  <a:srgbClr val="333399"/>
                </a:solidFill>
                <a:cs typeface="Times New Roman" panose="02020603050405020304" pitchFamily="18" charset="0"/>
              </a:rPr>
              <a:t>所接受。</a:t>
            </a:r>
          </a:p>
          <a:p>
            <a:pPr lvl="1" eaLnBrk="1" hangingPunct="1">
              <a:lnSpc>
                <a:spcPct val="15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000" dirty="0">
                <a:solidFill>
                  <a:srgbClr val="333399"/>
                </a:solidFill>
                <a:cs typeface="Times New Roman" panose="02020603050405020304" pitchFamily="18" charset="0"/>
              </a:rPr>
              <a:t>又若</a:t>
            </a:r>
            <a:r>
              <a:rPr lang="en-US" altLang="zh-CN" sz="2000" dirty="0" err="1">
                <a:solidFill>
                  <a:srgbClr val="333399"/>
                </a:solidFill>
                <a:cs typeface="Times New Roman" panose="02020603050405020304" pitchFamily="18" charset="0"/>
              </a:rPr>
              <a:t>ε∈L</a:t>
            </a:r>
            <a:r>
              <a:rPr lang="en-US" altLang="zh-CN" sz="2000" dirty="0">
                <a:solidFill>
                  <a:srgbClr val="333399"/>
                </a:solidFill>
                <a:cs typeface="Times New Roman" panose="02020603050405020304" pitchFamily="18" charset="0"/>
              </a:rPr>
              <a:t>(G), </a:t>
            </a:r>
            <a:r>
              <a:rPr lang="zh-CN" altLang="en-US" sz="2000" dirty="0">
                <a:solidFill>
                  <a:srgbClr val="333399"/>
                </a:solidFill>
                <a:cs typeface="Times New Roman" panose="02020603050405020304" pitchFamily="18" charset="0"/>
              </a:rPr>
              <a:t>则表明 </a:t>
            </a:r>
            <a:r>
              <a:rPr lang="en-US" altLang="zh-CN" sz="2000" dirty="0">
                <a:solidFill>
                  <a:srgbClr val="333399"/>
                </a:solidFill>
                <a:cs typeface="Times New Roman" panose="02020603050405020304" pitchFamily="18" charset="0"/>
              </a:rPr>
              <a:t>S </a:t>
            </a:r>
            <a:r>
              <a:rPr lang="en-US" altLang="zh-CN" sz="2000" b="1" dirty="0">
                <a:solidFill>
                  <a:srgbClr val="333399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</a:t>
            </a:r>
            <a:r>
              <a:rPr lang="en-US" altLang="zh-CN" sz="2000" dirty="0">
                <a:solidFill>
                  <a:srgbClr val="333399"/>
                </a:solidFill>
                <a:cs typeface="Times New Roman" panose="02020603050405020304" pitchFamily="18" charset="0"/>
              </a:rPr>
              <a:t>ε∈ P ,</a:t>
            </a:r>
            <a:r>
              <a:rPr lang="zh-CN" altLang="en-US" sz="2000" dirty="0">
                <a:solidFill>
                  <a:srgbClr val="333399"/>
                </a:solidFill>
                <a:cs typeface="Times New Roman" panose="02020603050405020304" pitchFamily="18" charset="0"/>
              </a:rPr>
              <a:t>由 </a:t>
            </a:r>
            <a:r>
              <a:rPr lang="en-US" altLang="zh-CN" sz="2000" dirty="0">
                <a:solidFill>
                  <a:srgbClr val="333399"/>
                </a:solidFill>
                <a:cs typeface="Times New Roman" panose="02020603050405020304" pitchFamily="18" charset="0"/>
              </a:rPr>
              <a:t>NFA M </a:t>
            </a:r>
            <a:r>
              <a:rPr lang="zh-CN" altLang="en-US" sz="2000" dirty="0">
                <a:solidFill>
                  <a:srgbClr val="333399"/>
                </a:solidFill>
                <a:cs typeface="Times New Roman" panose="02020603050405020304" pitchFamily="18" charset="0"/>
              </a:rPr>
              <a:t>的定义，</a:t>
            </a:r>
          </a:p>
          <a:p>
            <a:pPr lvl="1" eaLnBrk="1" hangingPunct="1">
              <a:lnSpc>
                <a:spcPct val="15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000" dirty="0">
                <a:solidFill>
                  <a:srgbClr val="333399"/>
                </a:solidFill>
                <a:cs typeface="Times New Roman" panose="02020603050405020304" pitchFamily="18" charset="0"/>
              </a:rPr>
              <a:t>有</a:t>
            </a:r>
            <a:r>
              <a:rPr lang="en-US" altLang="zh-CN" sz="2000" dirty="0">
                <a:solidFill>
                  <a:srgbClr val="333399"/>
                </a:solidFill>
                <a:cs typeface="Times New Roman" panose="02020603050405020304" pitchFamily="18" charset="0"/>
              </a:rPr>
              <a:t>S ∈ F,  </a:t>
            </a:r>
            <a:r>
              <a:rPr lang="zh-CN" altLang="en-US" sz="2000" dirty="0">
                <a:solidFill>
                  <a:srgbClr val="333399"/>
                </a:solidFill>
                <a:cs typeface="Times New Roman" panose="02020603050405020304" pitchFamily="18" charset="0"/>
              </a:rPr>
              <a:t>即</a:t>
            </a:r>
            <a:r>
              <a:rPr lang="en-US" altLang="zh-CN" sz="2000" dirty="0">
                <a:solidFill>
                  <a:srgbClr val="333399"/>
                </a:solidFill>
                <a:cs typeface="Times New Roman" panose="02020603050405020304" pitchFamily="18" charset="0"/>
              </a:rPr>
              <a:t>ε</a:t>
            </a:r>
            <a:r>
              <a:rPr lang="zh-CN" altLang="en-US" sz="2000" dirty="0">
                <a:solidFill>
                  <a:srgbClr val="333399"/>
                </a:solidFill>
                <a:cs typeface="Times New Roman" panose="02020603050405020304" pitchFamily="18" charset="0"/>
              </a:rPr>
              <a:t>也被</a:t>
            </a:r>
            <a:r>
              <a:rPr lang="en-US" altLang="zh-CN" sz="2000" dirty="0">
                <a:solidFill>
                  <a:srgbClr val="333399"/>
                </a:solidFill>
                <a:cs typeface="Times New Roman" panose="02020603050405020304" pitchFamily="18" charset="0"/>
              </a:rPr>
              <a:t>NFA M</a:t>
            </a:r>
            <a:r>
              <a:rPr lang="zh-CN" altLang="en-US" sz="2000" dirty="0">
                <a:solidFill>
                  <a:srgbClr val="333399"/>
                </a:solidFill>
                <a:cs typeface="Times New Roman" panose="02020603050405020304" pitchFamily="18" charset="0"/>
              </a:rPr>
              <a:t>接受。</a:t>
            </a:r>
          </a:p>
          <a:p>
            <a:pPr lvl="1" algn="just" eaLnBrk="1" hangingPunct="1">
              <a:lnSpc>
                <a:spcPct val="15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000" b="1" dirty="0">
                <a:solidFill>
                  <a:srgbClr val="800080"/>
                </a:solidFill>
                <a:cs typeface="Times New Roman" panose="02020603050405020304" pitchFamily="18" charset="0"/>
              </a:rPr>
              <a:t>所以，由文法</a:t>
            </a:r>
            <a:r>
              <a:rPr lang="en-US" altLang="zh-CN" sz="2000" b="1" dirty="0">
                <a:solidFill>
                  <a:srgbClr val="800080"/>
                </a:solidFill>
                <a:cs typeface="Times New Roman" panose="02020603050405020304" pitchFamily="18" charset="0"/>
              </a:rPr>
              <a:t>G</a:t>
            </a:r>
            <a:r>
              <a:rPr lang="zh-CN" altLang="en-US" sz="2000" b="1" dirty="0">
                <a:solidFill>
                  <a:srgbClr val="800080"/>
                </a:solidFill>
                <a:cs typeface="Times New Roman" panose="02020603050405020304" pitchFamily="18" charset="0"/>
              </a:rPr>
              <a:t>派生的任意字符串 </a:t>
            </a:r>
            <a:r>
              <a:rPr lang="zh-CN" altLang="en-US" sz="2000" b="1" dirty="0">
                <a:solidFill>
                  <a:srgbClr val="800080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</a:t>
            </a:r>
            <a:r>
              <a:rPr lang="zh-CN" altLang="en-US" sz="2000" b="1" dirty="0">
                <a:solidFill>
                  <a:srgbClr val="800080"/>
                </a:solidFill>
                <a:cs typeface="Times New Roman" panose="02020603050405020304" pitchFamily="18" charset="0"/>
              </a:rPr>
              <a:t> </a:t>
            </a:r>
            <a:r>
              <a:rPr lang="zh-CN" altLang="en-US" sz="2000" b="1" dirty="0">
                <a:solidFill>
                  <a:srgbClr val="800080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</a:t>
            </a:r>
            <a:r>
              <a:rPr lang="zh-CN" altLang="en-US" sz="2000" b="1" dirty="0">
                <a:solidFill>
                  <a:srgbClr val="800080"/>
                </a:solidFill>
                <a:cs typeface="Times New Roman" panose="02020603050405020304" pitchFamily="18" charset="0"/>
              </a:rPr>
              <a:t> </a:t>
            </a:r>
            <a:r>
              <a:rPr lang="en-US" altLang="zh-CN" sz="2000" b="1" dirty="0">
                <a:solidFill>
                  <a:srgbClr val="800080"/>
                </a:solidFill>
                <a:cs typeface="Times New Roman" panose="02020603050405020304" pitchFamily="18" charset="0"/>
              </a:rPr>
              <a:t>L（M）</a:t>
            </a:r>
            <a:r>
              <a:rPr lang="en-US" altLang="zh-CN" sz="2000" dirty="0">
                <a:solidFill>
                  <a:srgbClr val="333399"/>
                </a:solidFill>
                <a:cs typeface="Times New Roman" panose="02020603050405020304" pitchFamily="18" charset="0"/>
              </a:rPr>
              <a:t>。   </a:t>
            </a:r>
            <a:r>
              <a:rPr lang="zh-CN" altLang="en-US" sz="2000" dirty="0">
                <a:solidFill>
                  <a:srgbClr val="333399"/>
                </a:solidFill>
                <a:cs typeface="Times New Roman" panose="02020603050405020304" pitchFamily="18" charset="0"/>
              </a:rPr>
              <a:t> </a:t>
            </a:r>
            <a:r>
              <a:rPr lang="zh-CN" altLang="en-US" sz="2000" b="1" dirty="0">
                <a:solidFill>
                  <a:srgbClr val="800080"/>
                </a:solidFill>
                <a:cs typeface="Times New Roman" panose="02020603050405020304" pitchFamily="18" charset="0"/>
              </a:rPr>
              <a:t>#</a:t>
            </a:r>
            <a:endParaRPr lang="en-US" altLang="zh-CN" sz="2000" b="1" dirty="0">
              <a:solidFill>
                <a:srgbClr val="800080"/>
              </a:solidFill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ransition spd="med" advClick="0">
    <p:wipe dir="r"/>
  </p:transition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灯片编号占位符 1"/>
          <p:cNvSpPr>
            <a:spLocks noGrp="1"/>
          </p:cNvSpPr>
          <p:nvPr>
            <p:ph type="sldNum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25093A7A-3FC7-4684-A93E-15B94C687B2E}" type="slidenum">
              <a:rPr kumimoji="0" lang="zh-CN" altLang="en-US" sz="1200">
                <a:solidFill>
                  <a:srgbClr val="009999"/>
                </a:solidFill>
                <a:latin typeface="Arial Narrow" panose="020B0606020202030204" pitchFamily="34" charset="0"/>
                <a:ea typeface="宋体" panose="02010600030101010101" pitchFamily="2" charset="-122"/>
              </a:rPr>
              <a:t>33</a:t>
            </a:fld>
            <a:endParaRPr kumimoji="0" lang="en-US" altLang="zh-CN" sz="1200">
              <a:solidFill>
                <a:srgbClr val="009999"/>
              </a:solidFill>
              <a:latin typeface="Arial Narrow" panose="020B0606020202030204" pitchFamily="34" charset="0"/>
              <a:ea typeface="宋体" panose="02010600030101010101" pitchFamily="2" charset="-122"/>
            </a:endParaRPr>
          </a:p>
        </p:txBody>
      </p:sp>
      <p:sp>
        <p:nvSpPr>
          <p:cNvPr id="24579" name="日期占位符 2"/>
          <p:cNvSpPr>
            <a:spLocks noGrp="1"/>
          </p:cNvSpPr>
          <p:nvPr>
            <p:ph type="dt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DA4754D6-7AAD-4B8B-9040-D311D8AA9199}" type="datetime1">
              <a:rPr kumimoji="0" lang="zh-CN" altLang="en-US" sz="1200">
                <a:solidFill>
                  <a:srgbClr val="009999"/>
                </a:solidFill>
                <a:latin typeface="Arial Narrow" panose="020B0606020202030204" pitchFamily="34" charset="0"/>
                <a:ea typeface="宋体" panose="02010600030101010101" pitchFamily="2" charset="-122"/>
              </a:rPr>
              <a:t>2024/3/24</a:t>
            </a:fld>
            <a:endParaRPr kumimoji="0" lang="zh-CN" altLang="zh-CN" sz="1200">
              <a:solidFill>
                <a:srgbClr val="009999"/>
              </a:solidFill>
              <a:latin typeface="Arial Narrow" panose="020B0606020202030204" pitchFamily="34" charset="0"/>
              <a:ea typeface="宋体" panose="02010600030101010101" pitchFamily="2" charset="-122"/>
            </a:endParaRPr>
          </a:p>
        </p:txBody>
      </p:sp>
      <p:sp>
        <p:nvSpPr>
          <p:cNvPr id="24580" name="页脚占位符 3"/>
          <p:cNvSpPr>
            <a:spLocks noGrp="1"/>
          </p:cNvSpPr>
          <p:nvPr>
            <p:ph type="ftr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200">
                <a:solidFill>
                  <a:srgbClr val="009999"/>
                </a:solidFill>
                <a:latin typeface="Arial Narrow" panose="020B0606020202030204" pitchFamily="34" charset="0"/>
                <a:ea typeface="宋体" panose="02010600030101010101" pitchFamily="2" charset="-122"/>
              </a:rPr>
              <a:t>School of Computer Science, BUPT</a:t>
            </a:r>
            <a:endParaRPr lang="zh-CN" altLang="en-US" sz="1200">
              <a:solidFill>
                <a:srgbClr val="009999"/>
              </a:solidFill>
              <a:latin typeface="Arial Narrow" panose="020B0606020202030204" pitchFamily="34" charset="0"/>
              <a:ea typeface="宋体" panose="02010600030101010101" pitchFamily="2" charset="-122"/>
            </a:endParaRPr>
          </a:p>
        </p:txBody>
      </p:sp>
      <p:sp>
        <p:nvSpPr>
          <p:cNvPr id="24581" name="Rectangle 2"/>
          <p:cNvSpPr>
            <a:spLocks noChangeArrowheads="1"/>
          </p:cNvSpPr>
          <p:nvPr/>
        </p:nvSpPr>
        <p:spPr bwMode="auto">
          <a:xfrm>
            <a:off x="914400" y="304800"/>
            <a:ext cx="8001000" cy="838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algn="r" eaLnBrk="1" hangingPunct="1">
              <a:lnSpc>
                <a:spcPct val="9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3200" dirty="0">
                <a:solidFill>
                  <a:srgbClr val="800080"/>
                </a:solidFill>
                <a:ea typeface="华文行楷" panose="02010800040101010101" pitchFamily="2" charset="-122"/>
              </a:rPr>
              <a:t>右线性文法</a:t>
            </a:r>
            <a:r>
              <a:rPr lang="zh-CN" altLang="en-US" sz="3200" dirty="0">
                <a:solidFill>
                  <a:srgbClr val="800080"/>
                </a:solidFill>
                <a:ea typeface="华文行楷" panose="02010800040101010101" pitchFamily="2" charset="-122"/>
                <a:sym typeface="Symbol" panose="05050102010706020507" pitchFamily="18" charset="2"/>
              </a:rPr>
              <a:t></a:t>
            </a:r>
            <a:r>
              <a:rPr lang="zh-CN" altLang="en-US" sz="3200" dirty="0">
                <a:solidFill>
                  <a:srgbClr val="800080"/>
                </a:solidFill>
                <a:ea typeface="华文行楷" panose="02010800040101010101" pitchFamily="2" charset="-122"/>
              </a:rPr>
              <a:t> 有限自动机</a:t>
            </a:r>
            <a:r>
              <a:rPr lang="zh-CN" altLang="en-US" sz="2400" dirty="0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</a:rPr>
              <a:t>（续）</a:t>
            </a:r>
          </a:p>
        </p:txBody>
      </p:sp>
      <p:sp>
        <p:nvSpPr>
          <p:cNvPr id="24582" name="Text Box 3"/>
          <p:cNvSpPr txBox="1">
            <a:spLocks noChangeArrowheads="1"/>
          </p:cNvSpPr>
          <p:nvPr/>
        </p:nvSpPr>
        <p:spPr bwMode="auto">
          <a:xfrm>
            <a:off x="381000" y="1279525"/>
            <a:ext cx="8305800" cy="56311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19050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algn="just" eaLnBrk="1" hangingPunct="1">
              <a:lnSpc>
                <a:spcPct val="15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000" dirty="0">
                <a:solidFill>
                  <a:srgbClr val="800080"/>
                </a:solidFill>
                <a:cs typeface="Times New Roman" panose="02020603050405020304" pitchFamily="18" charset="0"/>
              </a:rPr>
              <a:t>（2）</a:t>
            </a:r>
            <a:r>
              <a:rPr lang="zh-CN" altLang="en-US" sz="2000" dirty="0">
                <a:solidFill>
                  <a:srgbClr val="800080"/>
                </a:solidFill>
                <a:cs typeface="Times New Roman" panose="02020603050405020304" pitchFamily="18" charset="0"/>
              </a:rPr>
              <a:t>再证 </a:t>
            </a:r>
            <a:r>
              <a:rPr lang="en-US" altLang="zh-CN" sz="2000" dirty="0">
                <a:solidFill>
                  <a:srgbClr val="800080"/>
                </a:solidFill>
                <a:cs typeface="Times New Roman" panose="02020603050405020304" pitchFamily="18" charset="0"/>
              </a:rPr>
              <a:t>L(M)</a:t>
            </a:r>
            <a:r>
              <a:rPr lang="zh-CN" altLang="en-US" sz="2000" dirty="0">
                <a:solidFill>
                  <a:srgbClr val="800080"/>
                </a:solidFill>
                <a:cs typeface="Times New Roman" panose="02020603050405020304" pitchFamily="18" charset="0"/>
              </a:rPr>
              <a:t>可由</a:t>
            </a:r>
            <a:r>
              <a:rPr lang="en-US" altLang="zh-CN" sz="2000" dirty="0">
                <a:solidFill>
                  <a:srgbClr val="800080"/>
                </a:solidFill>
                <a:cs typeface="Times New Roman" panose="02020603050405020304" pitchFamily="18" charset="0"/>
              </a:rPr>
              <a:t>G</a:t>
            </a:r>
            <a:r>
              <a:rPr lang="zh-CN" altLang="en-US" sz="2000" dirty="0">
                <a:solidFill>
                  <a:srgbClr val="800080"/>
                </a:solidFill>
                <a:cs typeface="Times New Roman" panose="02020603050405020304" pitchFamily="18" charset="0"/>
              </a:rPr>
              <a:t>产生</a:t>
            </a:r>
          </a:p>
          <a:p>
            <a:pPr algn="just" eaLnBrk="1" hangingPunct="1">
              <a:lnSpc>
                <a:spcPct val="15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000" b="0" dirty="0">
                <a:solidFill>
                  <a:srgbClr val="333399"/>
                </a:solidFill>
                <a:cs typeface="Times New Roman" panose="02020603050405020304" pitchFamily="18" charset="0"/>
              </a:rPr>
              <a:t>设</a:t>
            </a:r>
            <a:r>
              <a:rPr lang="en-US" altLang="zh-CN" sz="2000" dirty="0">
                <a:solidFill>
                  <a:srgbClr val="333399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ω = </a:t>
            </a:r>
            <a:r>
              <a:rPr lang="en-US" altLang="zh-CN" sz="2000" b="0" dirty="0">
                <a:solidFill>
                  <a:srgbClr val="333399"/>
                </a:solidFill>
                <a:cs typeface="Times New Roman" panose="02020603050405020304" pitchFamily="18" charset="0"/>
              </a:rPr>
              <a:t>a</a:t>
            </a:r>
            <a:r>
              <a:rPr lang="en-US" altLang="zh-CN" sz="2000" b="0" baseline="-30000" dirty="0">
                <a:solidFill>
                  <a:srgbClr val="333399"/>
                </a:solidFill>
                <a:cs typeface="Times New Roman" panose="02020603050405020304" pitchFamily="18" charset="0"/>
              </a:rPr>
              <a:t>1</a:t>
            </a:r>
            <a:r>
              <a:rPr lang="en-US" altLang="zh-CN" sz="2000" b="0" dirty="0">
                <a:solidFill>
                  <a:srgbClr val="333399"/>
                </a:solidFill>
                <a:cs typeface="Times New Roman" panose="02020603050405020304" pitchFamily="18" charset="0"/>
              </a:rPr>
              <a:t>a</a:t>
            </a:r>
            <a:r>
              <a:rPr lang="en-US" altLang="zh-CN" sz="2000" b="0" baseline="-30000" dirty="0">
                <a:solidFill>
                  <a:srgbClr val="333399"/>
                </a:solidFill>
                <a:cs typeface="Times New Roman" panose="02020603050405020304" pitchFamily="18" charset="0"/>
              </a:rPr>
              <a:t>2</a:t>
            </a:r>
            <a:r>
              <a:rPr lang="en-US" altLang="zh-CN" sz="2000" b="0" dirty="0">
                <a:solidFill>
                  <a:srgbClr val="333399"/>
                </a:solidFill>
                <a:cs typeface="Times New Roman" panose="02020603050405020304" pitchFamily="18" charset="0"/>
              </a:rPr>
              <a:t>…a</a:t>
            </a:r>
            <a:r>
              <a:rPr lang="en-US" altLang="zh-CN" sz="2000" b="0" baseline="-30000" dirty="0">
                <a:solidFill>
                  <a:srgbClr val="333399"/>
                </a:solidFill>
                <a:cs typeface="Times New Roman" panose="02020603050405020304" pitchFamily="18" charset="0"/>
              </a:rPr>
              <a:t>n</a:t>
            </a:r>
            <a:r>
              <a:rPr lang="en-US" altLang="zh-CN" sz="2000" b="0" dirty="0">
                <a:solidFill>
                  <a:srgbClr val="333399"/>
                </a:solidFill>
                <a:cs typeface="Times New Roman" panose="02020603050405020304" pitchFamily="18" charset="0"/>
              </a:rPr>
              <a:t> </a:t>
            </a:r>
            <a:r>
              <a:rPr lang="zh-CN" altLang="en-US" sz="2000" b="0" dirty="0">
                <a:solidFill>
                  <a:srgbClr val="333399"/>
                </a:solidFill>
                <a:cs typeface="Times New Roman" panose="02020603050405020304" pitchFamily="18" charset="0"/>
              </a:rPr>
              <a:t>被</a:t>
            </a:r>
            <a:r>
              <a:rPr lang="en-US" altLang="zh-CN" sz="2000" b="0" dirty="0">
                <a:solidFill>
                  <a:srgbClr val="333399"/>
                </a:solidFill>
                <a:cs typeface="Times New Roman" panose="02020603050405020304" pitchFamily="18" charset="0"/>
              </a:rPr>
              <a:t>NFA M</a:t>
            </a:r>
            <a:r>
              <a:rPr lang="zh-CN" altLang="en-US" sz="2000" b="0" dirty="0">
                <a:solidFill>
                  <a:srgbClr val="333399"/>
                </a:solidFill>
                <a:cs typeface="Times New Roman" panose="02020603050405020304" pitchFamily="18" charset="0"/>
              </a:rPr>
              <a:t>接受，即 </a:t>
            </a:r>
            <a:r>
              <a:rPr lang="zh-CN" altLang="en-US" sz="2000" b="0" dirty="0">
                <a:solidFill>
                  <a:srgbClr val="333399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</a:t>
            </a:r>
            <a:r>
              <a:rPr lang="zh-CN" altLang="en-US" sz="2000" b="0" dirty="0">
                <a:solidFill>
                  <a:srgbClr val="333399"/>
                </a:solidFill>
                <a:cs typeface="Times New Roman" panose="02020603050405020304" pitchFamily="18" charset="0"/>
              </a:rPr>
              <a:t> </a:t>
            </a:r>
            <a:r>
              <a:rPr lang="zh-CN" altLang="en-US" sz="2000" b="0" dirty="0">
                <a:solidFill>
                  <a:srgbClr val="333399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</a:t>
            </a:r>
            <a:r>
              <a:rPr lang="zh-CN" altLang="en-US" sz="2000" b="0" dirty="0">
                <a:solidFill>
                  <a:srgbClr val="333399"/>
                </a:solidFill>
                <a:cs typeface="Times New Roman" panose="02020603050405020304" pitchFamily="18" charset="0"/>
              </a:rPr>
              <a:t> </a:t>
            </a:r>
            <a:r>
              <a:rPr lang="en-US" altLang="zh-CN" sz="2000" b="0" dirty="0">
                <a:solidFill>
                  <a:srgbClr val="333399"/>
                </a:solidFill>
                <a:cs typeface="Times New Roman" panose="02020603050405020304" pitchFamily="18" charset="0"/>
              </a:rPr>
              <a:t>L（M），</a:t>
            </a:r>
          </a:p>
          <a:p>
            <a:pPr algn="just" eaLnBrk="1" hangingPunct="1">
              <a:lnSpc>
                <a:spcPct val="15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000" b="0" dirty="0">
                <a:solidFill>
                  <a:srgbClr val="333399"/>
                </a:solidFill>
                <a:cs typeface="Times New Roman" panose="02020603050405020304" pitchFamily="18" charset="0"/>
              </a:rPr>
              <a:t>则必然存在状态序列 </a:t>
            </a:r>
            <a:r>
              <a:rPr lang="en-US" altLang="zh-CN" sz="2000" b="0" dirty="0">
                <a:solidFill>
                  <a:srgbClr val="333399"/>
                </a:solidFill>
                <a:cs typeface="Times New Roman" panose="02020603050405020304" pitchFamily="18" charset="0"/>
              </a:rPr>
              <a:t>S， A</a:t>
            </a:r>
            <a:r>
              <a:rPr lang="en-US" altLang="zh-CN" sz="2000" b="0" baseline="-25000" dirty="0">
                <a:solidFill>
                  <a:srgbClr val="333399"/>
                </a:solidFill>
                <a:cs typeface="Times New Roman" panose="02020603050405020304" pitchFamily="18" charset="0"/>
              </a:rPr>
              <a:t>1</a:t>
            </a:r>
            <a:r>
              <a:rPr lang="en-US" altLang="zh-CN" sz="2000" b="0" dirty="0">
                <a:solidFill>
                  <a:srgbClr val="333399"/>
                </a:solidFill>
                <a:cs typeface="Times New Roman" panose="02020603050405020304" pitchFamily="18" charset="0"/>
              </a:rPr>
              <a:t>，A</a:t>
            </a:r>
            <a:r>
              <a:rPr lang="en-US" altLang="zh-CN" sz="2000" b="0" baseline="-25000" dirty="0">
                <a:solidFill>
                  <a:srgbClr val="333399"/>
                </a:solidFill>
                <a:cs typeface="Times New Roman" panose="02020603050405020304" pitchFamily="18" charset="0"/>
              </a:rPr>
              <a:t>2</a:t>
            </a:r>
            <a:r>
              <a:rPr lang="en-US" altLang="zh-CN" sz="2000" b="0" dirty="0">
                <a:solidFill>
                  <a:srgbClr val="333399"/>
                </a:solidFill>
                <a:cs typeface="Times New Roman" panose="02020603050405020304" pitchFamily="18" charset="0"/>
              </a:rPr>
              <a:t> ，…  A</a:t>
            </a:r>
            <a:r>
              <a:rPr lang="en-US" altLang="zh-CN" sz="2000" b="0" baseline="-25000" dirty="0">
                <a:solidFill>
                  <a:srgbClr val="333399"/>
                </a:solidFill>
                <a:cs typeface="Times New Roman" panose="02020603050405020304" pitchFamily="18" charset="0"/>
              </a:rPr>
              <a:t>n-1</a:t>
            </a:r>
            <a:r>
              <a:rPr lang="en-US" altLang="zh-CN" sz="2000" b="0" dirty="0">
                <a:solidFill>
                  <a:srgbClr val="333399"/>
                </a:solidFill>
                <a:cs typeface="Times New Roman" panose="02020603050405020304" pitchFamily="18" charset="0"/>
              </a:rPr>
              <a:t>，H</a:t>
            </a:r>
          </a:p>
          <a:p>
            <a:pPr algn="just" eaLnBrk="1" hangingPunct="1">
              <a:lnSpc>
                <a:spcPct val="15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000" b="0" dirty="0">
                <a:solidFill>
                  <a:srgbClr val="333399"/>
                </a:solidFill>
                <a:cs typeface="Times New Roman" panose="02020603050405020304" pitchFamily="18" charset="0"/>
              </a:rPr>
              <a:t>对</a:t>
            </a:r>
            <a:r>
              <a:rPr lang="en-US" altLang="zh-CN" sz="2000" b="0" dirty="0">
                <a:solidFill>
                  <a:srgbClr val="333399"/>
                </a:solidFill>
                <a:cs typeface="Times New Roman" panose="02020603050405020304" pitchFamily="18" charset="0"/>
              </a:rPr>
              <a:t>M</a:t>
            </a:r>
            <a:r>
              <a:rPr lang="zh-CN" altLang="en-US" sz="2000" b="0" dirty="0">
                <a:solidFill>
                  <a:srgbClr val="333399"/>
                </a:solidFill>
                <a:cs typeface="Times New Roman" panose="02020603050405020304" pitchFamily="18" charset="0"/>
              </a:rPr>
              <a:t>有转换函数为</a:t>
            </a:r>
          </a:p>
          <a:p>
            <a:pPr algn="just" eaLnBrk="1" hangingPunct="1">
              <a:lnSpc>
                <a:spcPct val="15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000" b="0" dirty="0">
                <a:solidFill>
                  <a:srgbClr val="333399"/>
                </a:solidFill>
                <a:cs typeface="Times New Roman" panose="02020603050405020304" pitchFamily="18" charset="0"/>
              </a:rPr>
              <a:t>	A</a:t>
            </a:r>
            <a:r>
              <a:rPr lang="en-US" altLang="zh-CN" sz="2000" b="0" baseline="-30000" dirty="0">
                <a:solidFill>
                  <a:srgbClr val="333399"/>
                </a:solidFill>
                <a:cs typeface="Times New Roman" panose="02020603050405020304" pitchFamily="18" charset="0"/>
              </a:rPr>
              <a:t>1</a:t>
            </a:r>
            <a:r>
              <a:rPr lang="en-US" altLang="zh-CN" sz="2000" b="0" dirty="0">
                <a:solidFill>
                  <a:srgbClr val="333399"/>
                </a:solidFill>
                <a:cs typeface="Times New Roman" panose="02020603050405020304" pitchFamily="18" charset="0"/>
              </a:rPr>
              <a:t> </a:t>
            </a:r>
            <a:r>
              <a:rPr lang="en-US" altLang="zh-CN" sz="2000" b="0" dirty="0">
                <a:solidFill>
                  <a:srgbClr val="333399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</a:t>
            </a:r>
            <a:r>
              <a:rPr lang="en-US" altLang="zh-CN" sz="2000" b="0" dirty="0">
                <a:solidFill>
                  <a:srgbClr val="333399"/>
                </a:solidFill>
                <a:cs typeface="Times New Roman" panose="02020603050405020304" pitchFamily="18" charset="0"/>
              </a:rPr>
              <a:t>δ(S，a</a:t>
            </a:r>
            <a:r>
              <a:rPr lang="en-US" altLang="zh-CN" sz="2000" b="0" baseline="-30000" dirty="0">
                <a:solidFill>
                  <a:srgbClr val="333399"/>
                </a:solidFill>
                <a:cs typeface="Times New Roman" panose="02020603050405020304" pitchFamily="18" charset="0"/>
              </a:rPr>
              <a:t>1</a:t>
            </a:r>
            <a:r>
              <a:rPr lang="en-US" altLang="zh-CN" sz="2000" b="0" dirty="0">
                <a:solidFill>
                  <a:srgbClr val="333399"/>
                </a:solidFill>
                <a:cs typeface="Times New Roman" panose="02020603050405020304" pitchFamily="18" charset="0"/>
              </a:rPr>
              <a:t>)</a:t>
            </a:r>
            <a:r>
              <a:rPr lang="zh-CN" altLang="en-US" sz="2000" b="0" dirty="0">
                <a:solidFill>
                  <a:srgbClr val="333399"/>
                </a:solidFill>
                <a:cs typeface="Times New Roman" panose="02020603050405020304" pitchFamily="18" charset="0"/>
              </a:rPr>
              <a:t>，</a:t>
            </a:r>
            <a:r>
              <a:rPr lang="en-US" altLang="zh-CN" sz="2000" b="0" dirty="0">
                <a:solidFill>
                  <a:srgbClr val="333399"/>
                </a:solidFill>
                <a:cs typeface="Times New Roman" panose="02020603050405020304" pitchFamily="18" charset="0"/>
              </a:rPr>
              <a:t>A</a:t>
            </a:r>
            <a:r>
              <a:rPr lang="en-US" altLang="zh-CN" sz="2000" b="0" baseline="-30000" dirty="0">
                <a:solidFill>
                  <a:srgbClr val="333399"/>
                </a:solidFill>
                <a:cs typeface="Times New Roman" panose="02020603050405020304" pitchFamily="18" charset="0"/>
              </a:rPr>
              <a:t>2</a:t>
            </a:r>
            <a:r>
              <a:rPr lang="en-US" altLang="zh-CN" sz="2000" b="0" dirty="0">
                <a:solidFill>
                  <a:srgbClr val="333399"/>
                </a:solidFill>
                <a:cs typeface="Times New Roman" panose="02020603050405020304" pitchFamily="18" charset="0"/>
              </a:rPr>
              <a:t> </a:t>
            </a:r>
            <a:r>
              <a:rPr lang="en-US" altLang="zh-CN" sz="2000" b="0" dirty="0">
                <a:solidFill>
                  <a:srgbClr val="333399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</a:t>
            </a:r>
            <a:r>
              <a:rPr lang="en-US" altLang="zh-CN" sz="2000" b="0" dirty="0">
                <a:solidFill>
                  <a:srgbClr val="333399"/>
                </a:solidFill>
                <a:cs typeface="Times New Roman" panose="02020603050405020304" pitchFamily="18" charset="0"/>
              </a:rPr>
              <a:t>δ(A</a:t>
            </a:r>
            <a:r>
              <a:rPr lang="en-US" altLang="zh-CN" sz="2000" b="0" baseline="-30000" dirty="0">
                <a:solidFill>
                  <a:srgbClr val="333399"/>
                </a:solidFill>
                <a:cs typeface="Times New Roman" panose="02020603050405020304" pitchFamily="18" charset="0"/>
              </a:rPr>
              <a:t>1</a:t>
            </a:r>
            <a:r>
              <a:rPr lang="en-US" altLang="zh-CN" sz="2000" b="0" dirty="0">
                <a:solidFill>
                  <a:srgbClr val="333399"/>
                </a:solidFill>
                <a:cs typeface="Times New Roman" panose="02020603050405020304" pitchFamily="18" charset="0"/>
              </a:rPr>
              <a:t>，a</a:t>
            </a:r>
            <a:r>
              <a:rPr lang="en-US" altLang="zh-CN" sz="2000" b="0" baseline="-30000" dirty="0">
                <a:solidFill>
                  <a:srgbClr val="333399"/>
                </a:solidFill>
                <a:cs typeface="Times New Roman" panose="02020603050405020304" pitchFamily="18" charset="0"/>
              </a:rPr>
              <a:t>2</a:t>
            </a:r>
            <a:r>
              <a:rPr lang="en-US" altLang="zh-CN" sz="2000" b="0" dirty="0">
                <a:solidFill>
                  <a:srgbClr val="333399"/>
                </a:solidFill>
                <a:cs typeface="Times New Roman" panose="02020603050405020304" pitchFamily="18" charset="0"/>
              </a:rPr>
              <a:t>), </a:t>
            </a:r>
            <a:r>
              <a:rPr lang="zh-CN" altLang="en-US" sz="2000" b="0" dirty="0">
                <a:solidFill>
                  <a:srgbClr val="333399"/>
                </a:solidFill>
                <a:cs typeface="Times New Roman" panose="02020603050405020304" pitchFamily="18" charset="0"/>
              </a:rPr>
              <a:t>…  ,</a:t>
            </a:r>
          </a:p>
          <a:p>
            <a:pPr algn="just" eaLnBrk="1" hangingPunct="1">
              <a:lnSpc>
                <a:spcPct val="15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000" b="0" dirty="0">
                <a:solidFill>
                  <a:srgbClr val="333399"/>
                </a:solidFill>
                <a:cs typeface="Times New Roman" panose="02020603050405020304" pitchFamily="18" charset="0"/>
              </a:rPr>
              <a:t>	A</a:t>
            </a:r>
            <a:r>
              <a:rPr lang="en-US" altLang="zh-CN" sz="2000" b="0" baseline="-30000" dirty="0">
                <a:solidFill>
                  <a:srgbClr val="333399"/>
                </a:solidFill>
                <a:cs typeface="Times New Roman" panose="02020603050405020304" pitchFamily="18" charset="0"/>
              </a:rPr>
              <a:t>n-1</a:t>
            </a:r>
            <a:r>
              <a:rPr lang="en-US" altLang="zh-CN" sz="2000" b="0" dirty="0">
                <a:solidFill>
                  <a:srgbClr val="333399"/>
                </a:solidFill>
                <a:cs typeface="Times New Roman" panose="02020603050405020304" pitchFamily="18" charset="0"/>
              </a:rPr>
              <a:t> </a:t>
            </a:r>
            <a:r>
              <a:rPr lang="en-US" altLang="zh-CN" sz="2000" b="0" dirty="0">
                <a:solidFill>
                  <a:srgbClr val="333399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</a:t>
            </a:r>
            <a:r>
              <a:rPr lang="en-US" altLang="zh-CN" sz="2000" b="0" dirty="0">
                <a:solidFill>
                  <a:srgbClr val="333399"/>
                </a:solidFill>
                <a:cs typeface="Times New Roman" panose="02020603050405020304" pitchFamily="18" charset="0"/>
              </a:rPr>
              <a:t>δ(A</a:t>
            </a:r>
            <a:r>
              <a:rPr lang="en-US" altLang="zh-CN" sz="2000" b="0" baseline="-30000" dirty="0">
                <a:solidFill>
                  <a:srgbClr val="333399"/>
                </a:solidFill>
                <a:cs typeface="Times New Roman" panose="02020603050405020304" pitchFamily="18" charset="0"/>
              </a:rPr>
              <a:t>n-2</a:t>
            </a:r>
            <a:r>
              <a:rPr lang="en-US" altLang="zh-CN" sz="2000" b="0" dirty="0">
                <a:solidFill>
                  <a:srgbClr val="333399"/>
                </a:solidFill>
                <a:cs typeface="Times New Roman" panose="02020603050405020304" pitchFamily="18" charset="0"/>
              </a:rPr>
              <a:t>，a</a:t>
            </a:r>
            <a:r>
              <a:rPr lang="en-US" altLang="zh-CN" sz="2000" b="0" baseline="-30000" dirty="0">
                <a:solidFill>
                  <a:srgbClr val="333399"/>
                </a:solidFill>
                <a:cs typeface="Times New Roman" panose="02020603050405020304" pitchFamily="18" charset="0"/>
              </a:rPr>
              <a:t>n-1</a:t>
            </a:r>
            <a:r>
              <a:rPr lang="en-US" altLang="zh-CN" sz="2000" b="0" dirty="0">
                <a:solidFill>
                  <a:srgbClr val="333399"/>
                </a:solidFill>
                <a:cs typeface="Times New Roman" panose="02020603050405020304" pitchFamily="18" charset="0"/>
              </a:rPr>
              <a:t>)</a:t>
            </a:r>
            <a:r>
              <a:rPr lang="zh-CN" altLang="en-US" sz="2000" b="0" dirty="0">
                <a:solidFill>
                  <a:srgbClr val="333399"/>
                </a:solidFill>
                <a:cs typeface="Times New Roman" panose="02020603050405020304" pitchFamily="18" charset="0"/>
              </a:rPr>
              <a:t>，</a:t>
            </a:r>
            <a:r>
              <a:rPr lang="en-US" altLang="zh-CN" sz="2000" b="0" dirty="0">
                <a:solidFill>
                  <a:srgbClr val="333399"/>
                </a:solidFill>
                <a:cs typeface="Times New Roman" panose="02020603050405020304" pitchFamily="18" charset="0"/>
              </a:rPr>
              <a:t>H </a:t>
            </a:r>
            <a:r>
              <a:rPr lang="en-US" altLang="zh-CN" sz="2000" b="0" dirty="0">
                <a:solidFill>
                  <a:srgbClr val="333399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</a:t>
            </a:r>
            <a:r>
              <a:rPr lang="en-US" altLang="zh-CN" sz="2000" b="0" dirty="0">
                <a:solidFill>
                  <a:srgbClr val="333399"/>
                </a:solidFill>
                <a:cs typeface="Times New Roman" panose="02020603050405020304" pitchFamily="18" charset="0"/>
              </a:rPr>
              <a:t>δ(A</a:t>
            </a:r>
            <a:r>
              <a:rPr lang="en-US" altLang="zh-CN" sz="2000" b="0" baseline="-30000" dirty="0">
                <a:solidFill>
                  <a:srgbClr val="333399"/>
                </a:solidFill>
                <a:cs typeface="Times New Roman" panose="02020603050405020304" pitchFamily="18" charset="0"/>
              </a:rPr>
              <a:t>n-1</a:t>
            </a:r>
            <a:r>
              <a:rPr lang="en-US" altLang="zh-CN" sz="2000" b="0" dirty="0">
                <a:solidFill>
                  <a:srgbClr val="333399"/>
                </a:solidFill>
                <a:cs typeface="Times New Roman" panose="02020603050405020304" pitchFamily="18" charset="0"/>
              </a:rPr>
              <a:t>，a</a:t>
            </a:r>
            <a:r>
              <a:rPr lang="en-US" altLang="zh-CN" sz="2000" b="0" baseline="-30000" dirty="0">
                <a:solidFill>
                  <a:srgbClr val="333399"/>
                </a:solidFill>
                <a:cs typeface="Times New Roman" panose="02020603050405020304" pitchFamily="18" charset="0"/>
              </a:rPr>
              <a:t>n</a:t>
            </a:r>
            <a:r>
              <a:rPr lang="en-US" altLang="zh-CN" sz="2000" b="0" dirty="0">
                <a:solidFill>
                  <a:srgbClr val="333399"/>
                </a:solidFill>
                <a:cs typeface="Times New Roman" panose="02020603050405020304" pitchFamily="18" charset="0"/>
              </a:rPr>
              <a:t>)</a:t>
            </a:r>
          </a:p>
          <a:p>
            <a:pPr algn="just" eaLnBrk="1" hangingPunct="1">
              <a:lnSpc>
                <a:spcPct val="15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000" b="0" dirty="0">
                <a:solidFill>
                  <a:srgbClr val="333399"/>
                </a:solidFill>
                <a:cs typeface="Times New Roman" panose="02020603050405020304" pitchFamily="18" charset="0"/>
              </a:rPr>
              <a:t>则可规定</a:t>
            </a:r>
            <a:r>
              <a:rPr lang="en-US" altLang="zh-CN" sz="2000" b="0" dirty="0">
                <a:solidFill>
                  <a:srgbClr val="333399"/>
                </a:solidFill>
                <a:cs typeface="Times New Roman" panose="02020603050405020304" pitchFamily="18" charset="0"/>
              </a:rPr>
              <a:t>G</a:t>
            </a:r>
            <a:r>
              <a:rPr lang="zh-CN" altLang="en-US" sz="2000" b="0" dirty="0">
                <a:solidFill>
                  <a:srgbClr val="333399"/>
                </a:solidFill>
                <a:cs typeface="Times New Roman" panose="02020603050405020304" pitchFamily="18" charset="0"/>
              </a:rPr>
              <a:t>中含有产生式</a:t>
            </a:r>
          </a:p>
          <a:p>
            <a:pPr lvl="1" algn="just" eaLnBrk="1" hangingPunct="1">
              <a:lnSpc>
                <a:spcPct val="15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000" dirty="0">
                <a:solidFill>
                  <a:srgbClr val="333399"/>
                </a:solidFill>
                <a:cs typeface="Times New Roman" panose="02020603050405020304" pitchFamily="18" charset="0"/>
              </a:rPr>
              <a:t>S </a:t>
            </a:r>
            <a:r>
              <a:rPr lang="en-US" altLang="zh-CN" sz="1800" dirty="0">
                <a:solidFill>
                  <a:schemeClr val="tx2"/>
                </a:solidFill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</a:t>
            </a:r>
            <a:r>
              <a:rPr lang="en-US" altLang="zh-CN" sz="1800" dirty="0">
                <a:solidFill>
                  <a:srgbClr val="009999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2000" dirty="0">
                <a:solidFill>
                  <a:srgbClr val="333399"/>
                </a:solidFill>
                <a:cs typeface="Times New Roman" panose="02020603050405020304" pitchFamily="18" charset="0"/>
              </a:rPr>
              <a:t>a</a:t>
            </a:r>
            <a:r>
              <a:rPr lang="en-US" altLang="zh-CN" sz="2000" baseline="-30000" dirty="0">
                <a:solidFill>
                  <a:srgbClr val="333399"/>
                </a:solidFill>
                <a:cs typeface="Times New Roman" panose="02020603050405020304" pitchFamily="18" charset="0"/>
              </a:rPr>
              <a:t>1</a:t>
            </a:r>
            <a:r>
              <a:rPr lang="en-US" altLang="zh-CN" sz="2000" dirty="0">
                <a:solidFill>
                  <a:srgbClr val="333399"/>
                </a:solidFill>
                <a:cs typeface="Times New Roman" panose="02020603050405020304" pitchFamily="18" charset="0"/>
              </a:rPr>
              <a:t>A</a:t>
            </a:r>
            <a:r>
              <a:rPr lang="en-US" altLang="zh-CN" sz="2000" baseline="-30000" dirty="0">
                <a:solidFill>
                  <a:srgbClr val="333399"/>
                </a:solidFill>
                <a:cs typeface="Times New Roman" panose="02020603050405020304" pitchFamily="18" charset="0"/>
              </a:rPr>
              <a:t>1</a:t>
            </a:r>
            <a:r>
              <a:rPr lang="en-US" altLang="zh-CN" sz="2000" dirty="0">
                <a:solidFill>
                  <a:srgbClr val="333399"/>
                </a:solidFill>
                <a:cs typeface="Times New Roman" panose="02020603050405020304" pitchFamily="18" charset="0"/>
              </a:rPr>
              <a:t>，  A</a:t>
            </a:r>
            <a:r>
              <a:rPr lang="en-US" altLang="zh-CN" sz="2000" baseline="-30000" dirty="0">
                <a:solidFill>
                  <a:srgbClr val="333399"/>
                </a:solidFill>
                <a:cs typeface="Times New Roman" panose="02020603050405020304" pitchFamily="18" charset="0"/>
              </a:rPr>
              <a:t>1 </a:t>
            </a:r>
            <a:r>
              <a:rPr lang="en-US" altLang="zh-CN" sz="1800" dirty="0">
                <a:solidFill>
                  <a:schemeClr val="tx2"/>
                </a:solidFill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</a:t>
            </a:r>
            <a:r>
              <a:rPr lang="en-US" altLang="zh-CN" sz="1800" dirty="0">
                <a:solidFill>
                  <a:srgbClr val="009999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2000" dirty="0">
                <a:solidFill>
                  <a:srgbClr val="333399"/>
                </a:solidFill>
                <a:cs typeface="Times New Roman" panose="02020603050405020304" pitchFamily="18" charset="0"/>
              </a:rPr>
              <a:t>a</a:t>
            </a:r>
            <a:r>
              <a:rPr lang="en-US" altLang="zh-CN" sz="2000" baseline="-30000" dirty="0">
                <a:solidFill>
                  <a:srgbClr val="333399"/>
                </a:solidFill>
                <a:cs typeface="Times New Roman" panose="02020603050405020304" pitchFamily="18" charset="0"/>
              </a:rPr>
              <a:t>2</a:t>
            </a:r>
            <a:r>
              <a:rPr lang="en-US" altLang="zh-CN" sz="2000" dirty="0">
                <a:solidFill>
                  <a:srgbClr val="333399"/>
                </a:solidFill>
                <a:cs typeface="Times New Roman" panose="02020603050405020304" pitchFamily="18" charset="0"/>
              </a:rPr>
              <a:t>A</a:t>
            </a:r>
            <a:r>
              <a:rPr lang="en-US" altLang="zh-CN" sz="2000" baseline="-30000" dirty="0">
                <a:solidFill>
                  <a:srgbClr val="333399"/>
                </a:solidFill>
                <a:cs typeface="Times New Roman" panose="02020603050405020304" pitchFamily="18" charset="0"/>
              </a:rPr>
              <a:t>2</a:t>
            </a:r>
            <a:r>
              <a:rPr lang="en-US" altLang="zh-CN" sz="2000" dirty="0">
                <a:solidFill>
                  <a:srgbClr val="333399"/>
                </a:solidFill>
                <a:cs typeface="Times New Roman" panose="02020603050405020304" pitchFamily="18" charset="0"/>
              </a:rPr>
              <a:t> ，…… ，A</a:t>
            </a:r>
            <a:r>
              <a:rPr lang="en-US" altLang="zh-CN" sz="2000" baseline="-30000" dirty="0">
                <a:solidFill>
                  <a:srgbClr val="333399"/>
                </a:solidFill>
                <a:cs typeface="Times New Roman" panose="02020603050405020304" pitchFamily="18" charset="0"/>
              </a:rPr>
              <a:t>n-1</a:t>
            </a:r>
            <a:r>
              <a:rPr lang="en-US" altLang="zh-CN" sz="2000" dirty="0">
                <a:solidFill>
                  <a:srgbClr val="333399"/>
                </a:solidFill>
                <a:cs typeface="Times New Roman" panose="02020603050405020304" pitchFamily="18" charset="0"/>
              </a:rPr>
              <a:t> </a:t>
            </a:r>
            <a:r>
              <a:rPr lang="en-US" altLang="zh-CN" sz="1800" dirty="0">
                <a:solidFill>
                  <a:schemeClr val="tx2"/>
                </a:solidFill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</a:t>
            </a:r>
            <a:r>
              <a:rPr lang="en-US" altLang="zh-CN" sz="1800" dirty="0">
                <a:solidFill>
                  <a:srgbClr val="009999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2000" dirty="0">
                <a:solidFill>
                  <a:srgbClr val="333399"/>
                </a:solidFill>
                <a:cs typeface="Times New Roman" panose="02020603050405020304" pitchFamily="18" charset="0"/>
              </a:rPr>
              <a:t>a</a:t>
            </a:r>
            <a:r>
              <a:rPr lang="en-US" altLang="zh-CN" sz="2000" baseline="-30000" dirty="0">
                <a:solidFill>
                  <a:srgbClr val="333399"/>
                </a:solidFill>
                <a:cs typeface="Times New Roman" panose="02020603050405020304" pitchFamily="18" charset="0"/>
              </a:rPr>
              <a:t> n</a:t>
            </a:r>
          </a:p>
          <a:p>
            <a:pPr algn="just" eaLnBrk="1" hangingPunct="1">
              <a:lnSpc>
                <a:spcPct val="15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000" b="0" dirty="0">
                <a:solidFill>
                  <a:srgbClr val="333399"/>
                </a:solidFill>
                <a:cs typeface="Times New Roman" panose="02020603050405020304" pitchFamily="18" charset="0"/>
              </a:rPr>
              <a:t>于是存在推导</a:t>
            </a:r>
          </a:p>
          <a:p>
            <a:pPr lvl="1" algn="just" eaLnBrk="1" hangingPunct="1">
              <a:lnSpc>
                <a:spcPct val="15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000" dirty="0">
                <a:solidFill>
                  <a:srgbClr val="333399"/>
                </a:solidFill>
                <a:cs typeface="Times New Roman" panose="02020603050405020304" pitchFamily="18" charset="0"/>
              </a:rPr>
              <a:t>S </a:t>
            </a:r>
            <a:r>
              <a:rPr lang="en-US" altLang="zh-CN" sz="2000" dirty="0">
                <a:solidFill>
                  <a:srgbClr val="333399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</a:t>
            </a:r>
            <a:r>
              <a:rPr lang="en-US" altLang="zh-CN" sz="2000" dirty="0">
                <a:solidFill>
                  <a:srgbClr val="333399"/>
                </a:solidFill>
                <a:cs typeface="Times New Roman" panose="02020603050405020304" pitchFamily="18" charset="0"/>
              </a:rPr>
              <a:t> a</a:t>
            </a:r>
            <a:r>
              <a:rPr lang="en-US" altLang="zh-CN" sz="2000" baseline="-30000" dirty="0">
                <a:solidFill>
                  <a:srgbClr val="333399"/>
                </a:solidFill>
                <a:cs typeface="Times New Roman" panose="02020603050405020304" pitchFamily="18" charset="0"/>
              </a:rPr>
              <a:t>1</a:t>
            </a:r>
            <a:r>
              <a:rPr lang="en-US" altLang="zh-CN" sz="2000" dirty="0">
                <a:solidFill>
                  <a:srgbClr val="333399"/>
                </a:solidFill>
                <a:cs typeface="Times New Roman" panose="02020603050405020304" pitchFamily="18" charset="0"/>
              </a:rPr>
              <a:t>A</a:t>
            </a:r>
            <a:r>
              <a:rPr lang="en-US" altLang="zh-CN" sz="2000" baseline="-30000" dirty="0">
                <a:solidFill>
                  <a:srgbClr val="333399"/>
                </a:solidFill>
                <a:cs typeface="Times New Roman" panose="02020603050405020304" pitchFamily="18" charset="0"/>
              </a:rPr>
              <a:t>1</a:t>
            </a:r>
            <a:r>
              <a:rPr lang="en-US" altLang="zh-CN" sz="2000" dirty="0">
                <a:solidFill>
                  <a:srgbClr val="333399"/>
                </a:solidFill>
                <a:cs typeface="Times New Roman" panose="02020603050405020304" pitchFamily="18" charset="0"/>
              </a:rPr>
              <a:t> </a:t>
            </a:r>
            <a:r>
              <a:rPr lang="en-US" altLang="zh-CN" sz="2000" dirty="0">
                <a:solidFill>
                  <a:srgbClr val="333399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</a:t>
            </a:r>
            <a:r>
              <a:rPr lang="en-US" altLang="zh-CN" sz="2000" dirty="0">
                <a:solidFill>
                  <a:srgbClr val="333399"/>
                </a:solidFill>
                <a:cs typeface="Times New Roman" panose="02020603050405020304" pitchFamily="18" charset="0"/>
              </a:rPr>
              <a:t> a</a:t>
            </a:r>
            <a:r>
              <a:rPr lang="en-US" altLang="zh-CN" sz="2000" baseline="-30000" dirty="0">
                <a:solidFill>
                  <a:srgbClr val="333399"/>
                </a:solidFill>
                <a:cs typeface="Times New Roman" panose="02020603050405020304" pitchFamily="18" charset="0"/>
              </a:rPr>
              <a:t>1</a:t>
            </a:r>
            <a:r>
              <a:rPr lang="en-US" altLang="zh-CN" sz="2000" dirty="0">
                <a:solidFill>
                  <a:srgbClr val="333399"/>
                </a:solidFill>
                <a:cs typeface="Times New Roman" panose="02020603050405020304" pitchFamily="18" charset="0"/>
              </a:rPr>
              <a:t>a</a:t>
            </a:r>
            <a:r>
              <a:rPr lang="en-US" altLang="zh-CN" sz="2000" baseline="-30000" dirty="0">
                <a:solidFill>
                  <a:srgbClr val="333399"/>
                </a:solidFill>
                <a:cs typeface="Times New Roman" panose="02020603050405020304" pitchFamily="18" charset="0"/>
              </a:rPr>
              <a:t>2</a:t>
            </a:r>
            <a:r>
              <a:rPr lang="en-US" altLang="zh-CN" sz="2000" dirty="0">
                <a:solidFill>
                  <a:srgbClr val="333399"/>
                </a:solidFill>
                <a:cs typeface="Times New Roman" panose="02020603050405020304" pitchFamily="18" charset="0"/>
              </a:rPr>
              <a:t>A</a:t>
            </a:r>
            <a:r>
              <a:rPr lang="en-US" altLang="zh-CN" sz="2000" baseline="-30000" dirty="0">
                <a:solidFill>
                  <a:srgbClr val="333399"/>
                </a:solidFill>
                <a:cs typeface="Times New Roman" panose="02020603050405020304" pitchFamily="18" charset="0"/>
              </a:rPr>
              <a:t>2</a:t>
            </a:r>
            <a:r>
              <a:rPr lang="en-US" altLang="zh-CN" sz="2000" dirty="0">
                <a:solidFill>
                  <a:srgbClr val="333399"/>
                </a:solidFill>
                <a:cs typeface="Times New Roman" panose="02020603050405020304" pitchFamily="18" charset="0"/>
              </a:rPr>
              <a:t> </a:t>
            </a:r>
            <a:r>
              <a:rPr lang="en-US" altLang="zh-CN" sz="2000" dirty="0">
                <a:solidFill>
                  <a:srgbClr val="333399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 </a:t>
            </a:r>
            <a:r>
              <a:rPr lang="en-US" altLang="zh-CN" sz="2000" dirty="0">
                <a:solidFill>
                  <a:srgbClr val="333399"/>
                </a:solidFill>
                <a:cs typeface="Times New Roman" panose="02020603050405020304" pitchFamily="18" charset="0"/>
              </a:rPr>
              <a:t>…</a:t>
            </a:r>
            <a:r>
              <a:rPr lang="en-US" altLang="zh-CN" sz="2000" dirty="0">
                <a:solidFill>
                  <a:srgbClr val="333399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 </a:t>
            </a:r>
            <a:r>
              <a:rPr lang="en-US" altLang="zh-CN" sz="2000" dirty="0">
                <a:solidFill>
                  <a:srgbClr val="333399"/>
                </a:solidFill>
                <a:cs typeface="Times New Roman" panose="02020603050405020304" pitchFamily="18" charset="0"/>
              </a:rPr>
              <a:t>a</a:t>
            </a:r>
            <a:r>
              <a:rPr lang="en-US" altLang="zh-CN" sz="2000" baseline="-30000" dirty="0">
                <a:solidFill>
                  <a:srgbClr val="333399"/>
                </a:solidFill>
                <a:cs typeface="Times New Roman" panose="02020603050405020304" pitchFamily="18" charset="0"/>
              </a:rPr>
              <a:t>1</a:t>
            </a:r>
            <a:r>
              <a:rPr lang="en-US" altLang="zh-CN" sz="2000" dirty="0">
                <a:solidFill>
                  <a:srgbClr val="333399"/>
                </a:solidFill>
                <a:cs typeface="Times New Roman" panose="02020603050405020304" pitchFamily="18" charset="0"/>
              </a:rPr>
              <a:t>a</a:t>
            </a:r>
            <a:r>
              <a:rPr lang="en-US" altLang="zh-CN" sz="2000" baseline="-30000" dirty="0">
                <a:solidFill>
                  <a:srgbClr val="333399"/>
                </a:solidFill>
                <a:cs typeface="Times New Roman" panose="02020603050405020304" pitchFamily="18" charset="0"/>
              </a:rPr>
              <a:t>2</a:t>
            </a:r>
            <a:r>
              <a:rPr lang="en-US" altLang="zh-CN" sz="2000" dirty="0">
                <a:solidFill>
                  <a:srgbClr val="333399"/>
                </a:solidFill>
                <a:cs typeface="Times New Roman" panose="02020603050405020304" pitchFamily="18" charset="0"/>
              </a:rPr>
              <a:t>…a</a:t>
            </a:r>
            <a:r>
              <a:rPr lang="en-US" altLang="zh-CN" sz="2000" baseline="-30000" dirty="0">
                <a:solidFill>
                  <a:srgbClr val="333399"/>
                </a:solidFill>
                <a:cs typeface="Times New Roman" panose="02020603050405020304" pitchFamily="18" charset="0"/>
              </a:rPr>
              <a:t>n-1</a:t>
            </a:r>
            <a:r>
              <a:rPr lang="en-US" altLang="zh-CN" sz="2000" dirty="0">
                <a:solidFill>
                  <a:srgbClr val="333399"/>
                </a:solidFill>
                <a:cs typeface="Times New Roman" panose="02020603050405020304" pitchFamily="18" charset="0"/>
              </a:rPr>
              <a:t>A</a:t>
            </a:r>
            <a:r>
              <a:rPr lang="en-US" altLang="zh-CN" sz="2000" baseline="-30000" dirty="0">
                <a:solidFill>
                  <a:srgbClr val="333399"/>
                </a:solidFill>
                <a:cs typeface="Times New Roman" panose="02020603050405020304" pitchFamily="18" charset="0"/>
              </a:rPr>
              <a:t>n-1</a:t>
            </a:r>
            <a:r>
              <a:rPr lang="en-US" altLang="zh-CN" sz="2000" dirty="0">
                <a:solidFill>
                  <a:srgbClr val="333399"/>
                </a:solidFill>
                <a:cs typeface="Times New Roman" panose="02020603050405020304" pitchFamily="18" charset="0"/>
              </a:rPr>
              <a:t> </a:t>
            </a:r>
            <a:r>
              <a:rPr lang="en-US" altLang="zh-CN" sz="2000" dirty="0">
                <a:solidFill>
                  <a:srgbClr val="333399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</a:t>
            </a:r>
            <a:r>
              <a:rPr lang="en-US" altLang="zh-CN" sz="2000" dirty="0">
                <a:solidFill>
                  <a:srgbClr val="333399"/>
                </a:solidFill>
                <a:cs typeface="Times New Roman" panose="02020603050405020304" pitchFamily="18" charset="0"/>
              </a:rPr>
              <a:t> a</a:t>
            </a:r>
            <a:r>
              <a:rPr lang="en-US" altLang="zh-CN" sz="2000" baseline="-30000" dirty="0">
                <a:solidFill>
                  <a:srgbClr val="333399"/>
                </a:solidFill>
                <a:cs typeface="Times New Roman" panose="02020603050405020304" pitchFamily="18" charset="0"/>
              </a:rPr>
              <a:t>1</a:t>
            </a:r>
            <a:r>
              <a:rPr lang="en-US" altLang="zh-CN" sz="2000" dirty="0">
                <a:solidFill>
                  <a:srgbClr val="333399"/>
                </a:solidFill>
                <a:cs typeface="Times New Roman" panose="02020603050405020304" pitchFamily="18" charset="0"/>
              </a:rPr>
              <a:t>a</a:t>
            </a:r>
            <a:r>
              <a:rPr lang="en-US" altLang="zh-CN" sz="2000" baseline="-30000" dirty="0">
                <a:solidFill>
                  <a:srgbClr val="333399"/>
                </a:solidFill>
                <a:cs typeface="Times New Roman" panose="02020603050405020304" pitchFamily="18" charset="0"/>
              </a:rPr>
              <a:t>2 </a:t>
            </a:r>
            <a:r>
              <a:rPr lang="en-US" altLang="zh-CN" sz="2000" dirty="0">
                <a:solidFill>
                  <a:srgbClr val="333399"/>
                </a:solidFill>
                <a:cs typeface="Times New Roman" panose="02020603050405020304" pitchFamily="18" charset="0"/>
              </a:rPr>
              <a:t>… a</a:t>
            </a:r>
            <a:r>
              <a:rPr lang="en-US" altLang="zh-CN" sz="2000" baseline="-30000" dirty="0">
                <a:solidFill>
                  <a:srgbClr val="333399"/>
                </a:solidFill>
                <a:cs typeface="Times New Roman" panose="02020603050405020304" pitchFamily="18" charset="0"/>
              </a:rPr>
              <a:t>n-1</a:t>
            </a:r>
            <a:r>
              <a:rPr lang="en-US" altLang="zh-CN" sz="2000" dirty="0">
                <a:solidFill>
                  <a:srgbClr val="333399"/>
                </a:solidFill>
                <a:cs typeface="Times New Roman" panose="02020603050405020304" pitchFamily="18" charset="0"/>
              </a:rPr>
              <a:t>a</a:t>
            </a:r>
            <a:r>
              <a:rPr lang="en-US" altLang="zh-CN" sz="2000" baseline="-30000" dirty="0">
                <a:solidFill>
                  <a:srgbClr val="333399"/>
                </a:solidFill>
                <a:cs typeface="Times New Roman" panose="02020603050405020304" pitchFamily="18" charset="0"/>
              </a:rPr>
              <a:t> n</a:t>
            </a:r>
            <a:endParaRPr lang="zh-CN" altLang="en-US" sz="2000" dirty="0">
              <a:solidFill>
                <a:srgbClr val="333399"/>
              </a:solidFill>
              <a:cs typeface="Times New Roman" panose="02020603050405020304" pitchFamily="18" charset="0"/>
            </a:endParaRPr>
          </a:p>
          <a:p>
            <a:pPr lvl="1" algn="just" eaLnBrk="1" hangingPunct="1">
              <a:lnSpc>
                <a:spcPct val="15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000" dirty="0">
                <a:solidFill>
                  <a:srgbClr val="333399"/>
                </a:solidFill>
                <a:cs typeface="Times New Roman" panose="02020603050405020304" pitchFamily="18" charset="0"/>
              </a:rPr>
              <a:t>即</a:t>
            </a:r>
            <a:r>
              <a:rPr lang="en-US" altLang="zh-CN" sz="2000" dirty="0">
                <a:solidFill>
                  <a:srgbClr val="333399"/>
                </a:solidFill>
                <a:cs typeface="Times New Roman" panose="02020603050405020304" pitchFamily="18" charset="0"/>
              </a:rPr>
              <a:t>a</a:t>
            </a:r>
            <a:r>
              <a:rPr lang="en-US" altLang="zh-CN" sz="2000" baseline="-30000" dirty="0">
                <a:solidFill>
                  <a:srgbClr val="333399"/>
                </a:solidFill>
                <a:cs typeface="Times New Roman" panose="02020603050405020304" pitchFamily="18" charset="0"/>
              </a:rPr>
              <a:t>1</a:t>
            </a:r>
            <a:r>
              <a:rPr lang="en-US" altLang="zh-CN" sz="2000" dirty="0">
                <a:solidFill>
                  <a:srgbClr val="333399"/>
                </a:solidFill>
                <a:cs typeface="Times New Roman" panose="02020603050405020304" pitchFamily="18" charset="0"/>
              </a:rPr>
              <a:t>a</a:t>
            </a:r>
            <a:r>
              <a:rPr lang="en-US" altLang="zh-CN" sz="2000" baseline="-30000" dirty="0">
                <a:solidFill>
                  <a:srgbClr val="333399"/>
                </a:solidFill>
                <a:cs typeface="Times New Roman" panose="02020603050405020304" pitchFamily="18" charset="0"/>
              </a:rPr>
              <a:t>2</a:t>
            </a:r>
            <a:r>
              <a:rPr lang="en-US" altLang="zh-CN" sz="2000" dirty="0">
                <a:solidFill>
                  <a:srgbClr val="333399"/>
                </a:solidFill>
                <a:cs typeface="Times New Roman" panose="02020603050405020304" pitchFamily="18" charset="0"/>
              </a:rPr>
              <a:t>…a</a:t>
            </a:r>
            <a:r>
              <a:rPr lang="en-US" altLang="zh-CN" sz="2000" baseline="-30000" dirty="0">
                <a:solidFill>
                  <a:srgbClr val="333399"/>
                </a:solidFill>
                <a:cs typeface="Times New Roman" panose="02020603050405020304" pitchFamily="18" charset="0"/>
              </a:rPr>
              <a:t>n</a:t>
            </a:r>
            <a:r>
              <a:rPr lang="en-US" altLang="zh-CN" sz="2000" dirty="0">
                <a:solidFill>
                  <a:srgbClr val="333399"/>
                </a:solidFill>
                <a:cs typeface="Times New Roman" panose="02020603050405020304" pitchFamily="18" charset="0"/>
              </a:rPr>
              <a:t> </a:t>
            </a:r>
            <a:r>
              <a:rPr lang="zh-CN" altLang="en-US" sz="2000" dirty="0">
                <a:solidFill>
                  <a:srgbClr val="333399"/>
                </a:solidFill>
                <a:cs typeface="Times New Roman" panose="02020603050405020304" pitchFamily="18" charset="0"/>
              </a:rPr>
              <a:t>是文法</a:t>
            </a:r>
            <a:r>
              <a:rPr lang="en-US" altLang="zh-CN" sz="2000" dirty="0">
                <a:solidFill>
                  <a:srgbClr val="333399"/>
                </a:solidFill>
                <a:cs typeface="Times New Roman" panose="02020603050405020304" pitchFamily="18" charset="0"/>
              </a:rPr>
              <a:t>G</a:t>
            </a:r>
            <a:r>
              <a:rPr lang="zh-CN" altLang="en-US" sz="2000" dirty="0">
                <a:solidFill>
                  <a:srgbClr val="333399"/>
                </a:solidFill>
                <a:cs typeface="Times New Roman" panose="02020603050405020304" pitchFamily="18" charset="0"/>
              </a:rPr>
              <a:t>的一个句子。</a:t>
            </a:r>
          </a:p>
          <a:p>
            <a:pPr lvl="1" algn="just" eaLnBrk="1" hangingPunct="1">
              <a:lnSpc>
                <a:spcPct val="15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000" b="1" dirty="0">
                <a:solidFill>
                  <a:srgbClr val="800080"/>
                </a:solidFill>
                <a:cs typeface="Times New Roman" panose="02020603050405020304" pitchFamily="18" charset="0"/>
              </a:rPr>
              <a:t>也即 </a:t>
            </a:r>
            <a:r>
              <a:rPr lang="zh-CN" altLang="en-US" sz="2000" b="1" dirty="0">
                <a:solidFill>
                  <a:srgbClr val="800080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</a:t>
            </a:r>
            <a:r>
              <a:rPr lang="zh-CN" altLang="en-US" sz="2000" b="1" dirty="0">
                <a:solidFill>
                  <a:srgbClr val="800080"/>
                </a:solidFill>
                <a:cs typeface="Times New Roman" panose="02020603050405020304" pitchFamily="18" charset="0"/>
              </a:rPr>
              <a:t> </a:t>
            </a:r>
            <a:r>
              <a:rPr lang="zh-CN" altLang="en-US" sz="2000" b="1" dirty="0">
                <a:solidFill>
                  <a:srgbClr val="800080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</a:t>
            </a:r>
            <a:r>
              <a:rPr lang="zh-CN" altLang="en-US" sz="2000" b="1" dirty="0">
                <a:solidFill>
                  <a:srgbClr val="800080"/>
                </a:solidFill>
                <a:cs typeface="Times New Roman" panose="02020603050405020304" pitchFamily="18" charset="0"/>
              </a:rPr>
              <a:t> </a:t>
            </a:r>
            <a:r>
              <a:rPr lang="en-US" altLang="zh-CN" sz="2000" b="1" dirty="0">
                <a:solidFill>
                  <a:srgbClr val="800080"/>
                </a:solidFill>
                <a:cs typeface="Times New Roman" panose="02020603050405020304" pitchFamily="18" charset="0"/>
              </a:rPr>
              <a:t>L（G）。   </a:t>
            </a:r>
            <a:r>
              <a:rPr lang="zh-CN" altLang="en-US" sz="2000" b="1" dirty="0">
                <a:solidFill>
                  <a:srgbClr val="800080"/>
                </a:solidFill>
                <a:cs typeface="Times New Roman" panose="02020603050405020304" pitchFamily="18" charset="0"/>
              </a:rPr>
              <a:t>               #</a:t>
            </a:r>
            <a:endParaRPr lang="en-US" altLang="zh-CN" sz="2000" b="1" dirty="0">
              <a:solidFill>
                <a:srgbClr val="800080"/>
              </a:solidFill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ransition spd="med" advClick="0">
    <p:wipe dir="r"/>
  </p:transition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灯片编号占位符 1"/>
          <p:cNvSpPr>
            <a:spLocks noGrp="1"/>
          </p:cNvSpPr>
          <p:nvPr>
            <p:ph type="sldNum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1693FF70-C232-414D-890F-F6BAE70C9268}" type="slidenum">
              <a:rPr kumimoji="0" lang="zh-CN" altLang="en-US" sz="1200">
                <a:solidFill>
                  <a:srgbClr val="009999"/>
                </a:solidFill>
                <a:latin typeface="Arial Narrow" panose="020B0606020202030204" pitchFamily="34" charset="0"/>
                <a:ea typeface="宋体" panose="02010600030101010101" pitchFamily="2" charset="-122"/>
              </a:rPr>
              <a:t>34</a:t>
            </a:fld>
            <a:endParaRPr kumimoji="0" lang="en-US" altLang="zh-CN" sz="1200">
              <a:solidFill>
                <a:srgbClr val="009999"/>
              </a:solidFill>
              <a:latin typeface="Arial Narrow" panose="020B0606020202030204" pitchFamily="34" charset="0"/>
              <a:ea typeface="宋体" panose="02010600030101010101" pitchFamily="2" charset="-122"/>
            </a:endParaRPr>
          </a:p>
        </p:txBody>
      </p:sp>
      <p:sp>
        <p:nvSpPr>
          <p:cNvPr id="25603" name="日期占位符 2"/>
          <p:cNvSpPr>
            <a:spLocks noGrp="1"/>
          </p:cNvSpPr>
          <p:nvPr>
            <p:ph type="dt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E763A046-9729-4954-BC8C-03AD495B87E2}" type="datetime1">
              <a:rPr kumimoji="0" lang="zh-CN" altLang="en-US" sz="1200">
                <a:solidFill>
                  <a:srgbClr val="009999"/>
                </a:solidFill>
                <a:latin typeface="Arial Narrow" panose="020B0606020202030204" pitchFamily="34" charset="0"/>
                <a:ea typeface="宋体" panose="02010600030101010101" pitchFamily="2" charset="-122"/>
              </a:rPr>
              <a:t>2024/3/24</a:t>
            </a:fld>
            <a:endParaRPr kumimoji="0" lang="zh-CN" altLang="zh-CN" sz="1200">
              <a:solidFill>
                <a:srgbClr val="009999"/>
              </a:solidFill>
              <a:latin typeface="Arial Narrow" panose="020B0606020202030204" pitchFamily="34" charset="0"/>
              <a:ea typeface="宋体" panose="02010600030101010101" pitchFamily="2" charset="-122"/>
            </a:endParaRPr>
          </a:p>
        </p:txBody>
      </p:sp>
      <p:sp>
        <p:nvSpPr>
          <p:cNvPr id="25604" name="页脚占位符 3"/>
          <p:cNvSpPr>
            <a:spLocks noGrp="1"/>
          </p:cNvSpPr>
          <p:nvPr>
            <p:ph type="ftr" sz="quarter" idx="12"/>
          </p:nvPr>
        </p:nvSpPr>
        <p:spPr>
          <a:xfrm>
            <a:off x="1460360" y="6381328"/>
            <a:ext cx="6400800" cy="4572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200">
                <a:solidFill>
                  <a:srgbClr val="009999"/>
                </a:solidFill>
                <a:latin typeface="Arial Narrow" panose="020B0606020202030204" pitchFamily="34" charset="0"/>
                <a:ea typeface="宋体" panose="02010600030101010101" pitchFamily="2" charset="-122"/>
              </a:rPr>
              <a:t>School of Computer Science, BUPT</a:t>
            </a:r>
            <a:endParaRPr lang="zh-CN" altLang="en-US" sz="1200">
              <a:solidFill>
                <a:srgbClr val="009999"/>
              </a:solidFill>
              <a:latin typeface="Arial Narrow" panose="020B0606020202030204" pitchFamily="34" charset="0"/>
              <a:ea typeface="宋体" panose="02010600030101010101" pitchFamily="2" charset="-122"/>
            </a:endParaRPr>
          </a:p>
        </p:txBody>
      </p:sp>
      <p:sp>
        <p:nvSpPr>
          <p:cNvPr id="25605" name="Rectangle 2"/>
          <p:cNvSpPr>
            <a:spLocks noChangeArrowheads="1"/>
          </p:cNvSpPr>
          <p:nvPr/>
        </p:nvSpPr>
        <p:spPr bwMode="auto">
          <a:xfrm>
            <a:off x="914400" y="304800"/>
            <a:ext cx="8001000" cy="838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algn="r" eaLnBrk="1" hangingPunct="1">
              <a:lnSpc>
                <a:spcPct val="9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3200" dirty="0">
                <a:solidFill>
                  <a:srgbClr val="800080"/>
                </a:solidFill>
                <a:ea typeface="华文行楷" panose="02010800040101010101" pitchFamily="2" charset="-122"/>
              </a:rPr>
              <a:t>课堂练习：</a:t>
            </a:r>
            <a:endParaRPr lang="en-US" altLang="zh-CN" sz="3200" dirty="0">
              <a:solidFill>
                <a:srgbClr val="800080"/>
              </a:solidFill>
              <a:ea typeface="华文行楷" panose="02010800040101010101" pitchFamily="2" charset="-122"/>
            </a:endParaRPr>
          </a:p>
        </p:txBody>
      </p:sp>
      <p:sp>
        <p:nvSpPr>
          <p:cNvPr id="25606" name="Text Box 3"/>
          <p:cNvSpPr txBox="1">
            <a:spLocks noChangeArrowheads="1"/>
          </p:cNvSpPr>
          <p:nvPr/>
        </p:nvSpPr>
        <p:spPr bwMode="auto">
          <a:xfrm>
            <a:off x="539552" y="1196752"/>
            <a:ext cx="8458200" cy="268560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algn="just" eaLnBrk="1" hangingPunct="1">
              <a:lnSpc>
                <a:spcPct val="12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400" dirty="0">
                <a:solidFill>
                  <a:srgbClr val="333399"/>
                </a:solidFill>
                <a:ea typeface="宋体" panose="02010600030101010101" pitchFamily="2" charset="-122"/>
              </a:rPr>
              <a:t> </a:t>
            </a:r>
            <a:r>
              <a:rPr lang="zh-CN" altLang="en-US" sz="2400" dirty="0">
                <a:solidFill>
                  <a:srgbClr val="800080"/>
                </a:solidFill>
                <a:latin typeface="Arial" panose="020B0604020202020204" pitchFamily="34" charset="0"/>
              </a:rPr>
              <a:t>练习：</a:t>
            </a:r>
            <a:r>
              <a:rPr lang="zh-CN" altLang="en-US" sz="2400" dirty="0">
                <a:solidFill>
                  <a:srgbClr val="333399"/>
                </a:solidFill>
                <a:latin typeface="Arial" panose="020B0604020202020204" pitchFamily="34" charset="0"/>
              </a:rPr>
              <a:t> 设右线性文法 </a:t>
            </a:r>
            <a:r>
              <a:rPr lang="en-US" altLang="zh-CN" sz="2400" dirty="0">
                <a:solidFill>
                  <a:srgbClr val="333399"/>
                </a:solidFill>
                <a:latin typeface="Arial" panose="020B0604020202020204" pitchFamily="34" charset="0"/>
              </a:rPr>
              <a:t>G ＝ （{S，A，B}，{</a:t>
            </a:r>
            <a:r>
              <a:rPr lang="en-US" altLang="zh-CN" sz="2400" dirty="0" err="1">
                <a:solidFill>
                  <a:srgbClr val="333399"/>
                </a:solidFill>
                <a:latin typeface="Arial" panose="020B0604020202020204" pitchFamily="34" charset="0"/>
              </a:rPr>
              <a:t>a，b</a:t>
            </a:r>
            <a:r>
              <a:rPr lang="en-US" altLang="zh-CN" sz="2400" dirty="0">
                <a:solidFill>
                  <a:srgbClr val="333399"/>
                </a:solidFill>
                <a:latin typeface="Arial" panose="020B0604020202020204" pitchFamily="34" charset="0"/>
              </a:rPr>
              <a:t>}，P，S）</a:t>
            </a:r>
          </a:p>
          <a:p>
            <a:pPr algn="just" eaLnBrk="1" hangingPunct="1">
              <a:lnSpc>
                <a:spcPct val="15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 dirty="0">
                <a:solidFill>
                  <a:srgbClr val="333399"/>
                </a:solidFill>
                <a:latin typeface="Arial" panose="020B0604020202020204" pitchFamily="34" charset="0"/>
              </a:rPr>
              <a:t> P： 	S </a:t>
            </a:r>
            <a:r>
              <a:rPr lang="en-US" altLang="zh-CN" sz="2400" dirty="0">
                <a:solidFill>
                  <a:srgbClr val="333399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</a:t>
            </a:r>
            <a:r>
              <a:rPr lang="en-US" altLang="zh-CN" sz="2400" b="0" dirty="0">
                <a:solidFill>
                  <a:srgbClr val="333399"/>
                </a:solidFill>
                <a:latin typeface="Arial" panose="020B0604020202020204" pitchFamily="34" charset="0"/>
              </a:rPr>
              <a:t> </a:t>
            </a:r>
            <a:r>
              <a:rPr lang="en-US" altLang="zh-CN" sz="2400" dirty="0" err="1">
                <a:solidFill>
                  <a:srgbClr val="333399"/>
                </a:solidFill>
                <a:latin typeface="Arial" panose="020B0604020202020204" pitchFamily="34" charset="0"/>
              </a:rPr>
              <a:t>aA</a:t>
            </a:r>
            <a:r>
              <a:rPr lang="en-US" altLang="zh-CN" sz="2400" dirty="0">
                <a:solidFill>
                  <a:srgbClr val="333399"/>
                </a:solidFill>
                <a:latin typeface="Arial" panose="020B0604020202020204" pitchFamily="34" charset="0"/>
              </a:rPr>
              <a:t> | </a:t>
            </a:r>
            <a:r>
              <a:rPr lang="en-US" altLang="zh-CN" sz="2400" dirty="0" err="1">
                <a:solidFill>
                  <a:srgbClr val="333399"/>
                </a:solidFill>
                <a:latin typeface="Arial" panose="020B0604020202020204" pitchFamily="34" charset="0"/>
              </a:rPr>
              <a:t>baB</a:t>
            </a:r>
            <a:r>
              <a:rPr lang="en-US" altLang="zh-CN" sz="2400" dirty="0">
                <a:solidFill>
                  <a:srgbClr val="333399"/>
                </a:solidFill>
                <a:latin typeface="Arial" panose="020B0604020202020204" pitchFamily="34" charset="0"/>
              </a:rPr>
              <a:t> | a</a:t>
            </a:r>
          </a:p>
          <a:p>
            <a:pPr algn="just" eaLnBrk="1" hangingPunct="1">
              <a:lnSpc>
                <a:spcPct val="15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 dirty="0">
                <a:solidFill>
                  <a:srgbClr val="333399"/>
                </a:solidFill>
                <a:latin typeface="Arial" panose="020B0604020202020204" pitchFamily="34" charset="0"/>
              </a:rPr>
              <a:t>	A </a:t>
            </a:r>
            <a:r>
              <a:rPr lang="en-US" altLang="zh-CN" sz="2400" dirty="0">
                <a:solidFill>
                  <a:srgbClr val="333399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</a:t>
            </a:r>
            <a:r>
              <a:rPr lang="en-US" altLang="zh-CN" sz="2400" dirty="0">
                <a:solidFill>
                  <a:srgbClr val="333399"/>
                </a:solidFill>
                <a:latin typeface="Arial" panose="020B0604020202020204" pitchFamily="34" charset="0"/>
              </a:rPr>
              <a:t> </a:t>
            </a:r>
            <a:r>
              <a:rPr lang="en-US" altLang="zh-CN" sz="2400" dirty="0" err="1">
                <a:solidFill>
                  <a:srgbClr val="333399"/>
                </a:solidFill>
                <a:latin typeface="Arial" panose="020B0604020202020204" pitchFamily="34" charset="0"/>
              </a:rPr>
              <a:t>aA</a:t>
            </a:r>
            <a:r>
              <a:rPr lang="en-US" altLang="zh-CN" sz="2400" dirty="0">
                <a:solidFill>
                  <a:srgbClr val="333399"/>
                </a:solidFill>
                <a:latin typeface="Arial" panose="020B0604020202020204" pitchFamily="34" charset="0"/>
              </a:rPr>
              <a:t> | </a:t>
            </a:r>
            <a:r>
              <a:rPr lang="en-US" altLang="zh-CN" sz="2400" dirty="0" err="1">
                <a:solidFill>
                  <a:srgbClr val="333399"/>
                </a:solidFill>
                <a:latin typeface="Arial" panose="020B0604020202020204" pitchFamily="34" charset="0"/>
              </a:rPr>
              <a:t>aS</a:t>
            </a:r>
            <a:r>
              <a:rPr lang="en-US" altLang="zh-CN" sz="2400" dirty="0">
                <a:solidFill>
                  <a:srgbClr val="333399"/>
                </a:solidFill>
                <a:latin typeface="Arial" panose="020B0604020202020204" pitchFamily="34" charset="0"/>
              </a:rPr>
              <a:t> | </a:t>
            </a:r>
            <a:r>
              <a:rPr lang="en-US" altLang="zh-CN" sz="2400" dirty="0" err="1">
                <a:solidFill>
                  <a:srgbClr val="333399"/>
                </a:solidFill>
                <a:latin typeface="Arial" panose="020B0604020202020204" pitchFamily="34" charset="0"/>
              </a:rPr>
              <a:t>bB</a:t>
            </a:r>
            <a:endParaRPr lang="en-US" altLang="zh-CN" sz="2400" dirty="0">
              <a:solidFill>
                <a:srgbClr val="333399"/>
              </a:solidFill>
              <a:latin typeface="Arial" panose="020B0604020202020204" pitchFamily="34" charset="0"/>
            </a:endParaRPr>
          </a:p>
          <a:p>
            <a:pPr algn="just" eaLnBrk="1" hangingPunct="1">
              <a:lnSpc>
                <a:spcPct val="15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 dirty="0">
                <a:solidFill>
                  <a:srgbClr val="333399"/>
                </a:solidFill>
                <a:latin typeface="Arial" panose="020B0604020202020204" pitchFamily="34" charset="0"/>
              </a:rPr>
              <a:t>	B </a:t>
            </a:r>
            <a:r>
              <a:rPr lang="en-US" altLang="zh-CN" sz="2400" dirty="0">
                <a:solidFill>
                  <a:srgbClr val="333399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</a:t>
            </a:r>
            <a:r>
              <a:rPr lang="en-US" altLang="zh-CN" sz="2400" dirty="0">
                <a:solidFill>
                  <a:srgbClr val="333399"/>
                </a:solidFill>
                <a:latin typeface="Arial" panose="020B0604020202020204" pitchFamily="34" charset="0"/>
              </a:rPr>
              <a:t> </a:t>
            </a:r>
            <a:r>
              <a:rPr lang="en-US" altLang="zh-CN" sz="2400" dirty="0" err="1">
                <a:solidFill>
                  <a:srgbClr val="333399"/>
                </a:solidFill>
                <a:latin typeface="Arial" panose="020B0604020202020204" pitchFamily="34" charset="0"/>
              </a:rPr>
              <a:t>bB</a:t>
            </a:r>
            <a:r>
              <a:rPr lang="en-US" altLang="zh-CN" sz="2400" dirty="0">
                <a:solidFill>
                  <a:srgbClr val="333399"/>
                </a:solidFill>
                <a:latin typeface="Arial" panose="020B0604020202020204" pitchFamily="34" charset="0"/>
              </a:rPr>
              <a:t> | b | a</a:t>
            </a:r>
          </a:p>
          <a:p>
            <a:pPr algn="just" eaLnBrk="1" hangingPunct="1">
              <a:lnSpc>
                <a:spcPct val="15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400" dirty="0">
                <a:solidFill>
                  <a:srgbClr val="333399"/>
                </a:solidFill>
                <a:latin typeface="Arial" panose="020B0604020202020204" pitchFamily="34" charset="0"/>
              </a:rPr>
              <a:t>	构造相应的 </a:t>
            </a:r>
            <a:r>
              <a:rPr lang="en-US" altLang="zh-CN" sz="2400" dirty="0">
                <a:solidFill>
                  <a:srgbClr val="333399"/>
                </a:solidFill>
                <a:latin typeface="Arial" panose="020B0604020202020204" pitchFamily="34" charset="0"/>
              </a:rPr>
              <a:t>NFA M。</a:t>
            </a:r>
          </a:p>
        </p:txBody>
      </p:sp>
      <p:sp>
        <p:nvSpPr>
          <p:cNvPr id="2" name="矩形 1"/>
          <p:cNvSpPr/>
          <p:nvPr/>
        </p:nvSpPr>
        <p:spPr>
          <a:xfrm>
            <a:off x="5307640" y="1700808"/>
            <a:ext cx="2553520" cy="279384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just" eaLnBrk="1" hangingPunct="1">
              <a:lnSpc>
                <a:spcPct val="150000"/>
              </a:lnSpc>
            </a:pPr>
            <a:r>
              <a:rPr lang="en-US" altLang="zh-CN" sz="2400" b="1" dirty="0">
                <a:solidFill>
                  <a:srgbClr val="800080"/>
                </a:solidFill>
                <a:latin typeface="Arial" panose="020B0604020202020204" pitchFamily="34" charset="0"/>
              </a:rPr>
              <a:t>S </a:t>
            </a:r>
            <a:r>
              <a:rPr lang="en-US" altLang="zh-CN" sz="2400" b="1" dirty="0">
                <a:solidFill>
                  <a:srgbClr val="80008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</a:t>
            </a:r>
            <a:r>
              <a:rPr lang="en-US" altLang="zh-CN" sz="2400" b="1" dirty="0">
                <a:solidFill>
                  <a:srgbClr val="800080"/>
                </a:solidFill>
                <a:latin typeface="Arial" panose="020B0604020202020204" pitchFamily="34" charset="0"/>
              </a:rPr>
              <a:t> </a:t>
            </a:r>
            <a:r>
              <a:rPr lang="en-US" altLang="zh-CN" sz="2400" b="1" dirty="0" err="1">
                <a:solidFill>
                  <a:srgbClr val="800080"/>
                </a:solidFill>
                <a:latin typeface="Arial" panose="020B0604020202020204" pitchFamily="34" charset="0"/>
              </a:rPr>
              <a:t>aA</a:t>
            </a:r>
            <a:r>
              <a:rPr lang="en-US" altLang="zh-CN" sz="2400" b="1" dirty="0">
                <a:solidFill>
                  <a:srgbClr val="800080"/>
                </a:solidFill>
                <a:latin typeface="Arial" panose="020B0604020202020204" pitchFamily="34" charset="0"/>
              </a:rPr>
              <a:t> | </a:t>
            </a:r>
            <a:r>
              <a:rPr lang="en-US" altLang="zh-CN" sz="2400" b="1" dirty="0" err="1">
                <a:solidFill>
                  <a:srgbClr val="800080"/>
                </a:solidFill>
                <a:latin typeface="Arial" panose="020B0604020202020204" pitchFamily="34" charset="0"/>
              </a:rPr>
              <a:t>b</a:t>
            </a:r>
            <a:r>
              <a:rPr lang="en-US" altLang="zh-CN" sz="2400" b="1" dirty="0" err="1">
                <a:solidFill>
                  <a:srgbClr val="FF0000"/>
                </a:solidFill>
                <a:latin typeface="Arial" panose="020B0604020202020204" pitchFamily="34" charset="0"/>
              </a:rPr>
              <a:t>C</a:t>
            </a:r>
            <a:r>
              <a:rPr lang="en-US" altLang="zh-CN" sz="2400" b="1" dirty="0">
                <a:solidFill>
                  <a:srgbClr val="FF0000"/>
                </a:solidFill>
                <a:latin typeface="Arial" panose="020B0604020202020204" pitchFamily="34" charset="0"/>
              </a:rPr>
              <a:t> </a:t>
            </a:r>
            <a:r>
              <a:rPr lang="en-US" altLang="zh-CN" sz="2400" b="1" dirty="0">
                <a:solidFill>
                  <a:srgbClr val="800080"/>
                </a:solidFill>
                <a:latin typeface="Arial" panose="020B0604020202020204" pitchFamily="34" charset="0"/>
              </a:rPr>
              <a:t>| a</a:t>
            </a:r>
          </a:p>
          <a:p>
            <a:pPr algn="just" eaLnBrk="1" hangingPunct="1">
              <a:lnSpc>
                <a:spcPct val="150000"/>
              </a:lnSpc>
            </a:pPr>
            <a:r>
              <a:rPr lang="en-US" altLang="zh-CN" sz="2400" b="1" dirty="0">
                <a:solidFill>
                  <a:srgbClr val="FF0000"/>
                </a:solidFill>
                <a:latin typeface="Arial" panose="020B0604020202020204" pitchFamily="34" charset="0"/>
              </a:rPr>
              <a:t>C</a:t>
            </a:r>
            <a:r>
              <a:rPr lang="en-US" altLang="zh-CN" sz="2400" b="1" dirty="0">
                <a:solidFill>
                  <a:srgbClr val="FF00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 </a:t>
            </a:r>
            <a:r>
              <a:rPr lang="en-US" altLang="zh-CN" sz="2400" b="1" dirty="0" err="1">
                <a:solidFill>
                  <a:srgbClr val="FF00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aB</a:t>
            </a:r>
            <a:endParaRPr lang="en-US" altLang="zh-CN" sz="2400" b="1" dirty="0">
              <a:solidFill>
                <a:srgbClr val="FF0000"/>
              </a:solidFill>
              <a:latin typeface="Arial" panose="020B0604020202020204" pitchFamily="34" charset="0"/>
            </a:endParaRPr>
          </a:p>
          <a:p>
            <a:pPr algn="just" eaLnBrk="1" hangingPunct="1">
              <a:lnSpc>
                <a:spcPct val="150000"/>
              </a:lnSpc>
            </a:pPr>
            <a:r>
              <a:rPr lang="en-US" altLang="zh-CN" sz="2400" b="1" dirty="0">
                <a:solidFill>
                  <a:srgbClr val="800080"/>
                </a:solidFill>
                <a:latin typeface="Arial" panose="020B0604020202020204" pitchFamily="34" charset="0"/>
              </a:rPr>
              <a:t>A </a:t>
            </a:r>
            <a:r>
              <a:rPr lang="en-US" altLang="zh-CN" sz="2400" b="1" dirty="0">
                <a:solidFill>
                  <a:srgbClr val="80008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</a:t>
            </a:r>
            <a:r>
              <a:rPr lang="en-US" altLang="zh-CN" sz="2400" b="1" dirty="0">
                <a:solidFill>
                  <a:srgbClr val="800080"/>
                </a:solidFill>
                <a:latin typeface="Arial" panose="020B0604020202020204" pitchFamily="34" charset="0"/>
              </a:rPr>
              <a:t> </a:t>
            </a:r>
            <a:r>
              <a:rPr lang="en-US" altLang="zh-CN" sz="2400" b="1" dirty="0" err="1">
                <a:solidFill>
                  <a:srgbClr val="800080"/>
                </a:solidFill>
                <a:latin typeface="Arial" panose="020B0604020202020204" pitchFamily="34" charset="0"/>
              </a:rPr>
              <a:t>aA</a:t>
            </a:r>
            <a:r>
              <a:rPr lang="en-US" altLang="zh-CN" sz="2400" b="1" dirty="0">
                <a:solidFill>
                  <a:srgbClr val="800080"/>
                </a:solidFill>
                <a:latin typeface="Arial" panose="020B0604020202020204" pitchFamily="34" charset="0"/>
              </a:rPr>
              <a:t> | </a:t>
            </a:r>
            <a:r>
              <a:rPr lang="en-US" altLang="zh-CN" sz="2400" b="1" dirty="0" err="1">
                <a:solidFill>
                  <a:srgbClr val="800080"/>
                </a:solidFill>
                <a:latin typeface="Arial" panose="020B0604020202020204" pitchFamily="34" charset="0"/>
              </a:rPr>
              <a:t>aS</a:t>
            </a:r>
            <a:r>
              <a:rPr lang="en-US" altLang="zh-CN" sz="2400" b="1" dirty="0">
                <a:solidFill>
                  <a:srgbClr val="800080"/>
                </a:solidFill>
                <a:latin typeface="Arial" panose="020B0604020202020204" pitchFamily="34" charset="0"/>
              </a:rPr>
              <a:t> | </a:t>
            </a:r>
            <a:r>
              <a:rPr lang="en-US" altLang="zh-CN" sz="2400" b="1" dirty="0" err="1">
                <a:solidFill>
                  <a:srgbClr val="800080"/>
                </a:solidFill>
                <a:latin typeface="Arial" panose="020B0604020202020204" pitchFamily="34" charset="0"/>
              </a:rPr>
              <a:t>bB</a:t>
            </a:r>
            <a:endParaRPr lang="en-US" altLang="zh-CN" sz="2400" b="1" dirty="0">
              <a:solidFill>
                <a:srgbClr val="800080"/>
              </a:solidFill>
              <a:latin typeface="Arial" panose="020B0604020202020204" pitchFamily="34" charset="0"/>
            </a:endParaRPr>
          </a:p>
          <a:p>
            <a:pPr algn="just" eaLnBrk="1" hangingPunct="1">
              <a:lnSpc>
                <a:spcPct val="150000"/>
              </a:lnSpc>
            </a:pPr>
            <a:r>
              <a:rPr lang="en-US" altLang="zh-CN" sz="2400" b="1" dirty="0">
                <a:solidFill>
                  <a:srgbClr val="800080"/>
                </a:solidFill>
                <a:latin typeface="Arial" panose="020B0604020202020204" pitchFamily="34" charset="0"/>
              </a:rPr>
              <a:t>B </a:t>
            </a:r>
            <a:r>
              <a:rPr lang="en-US" altLang="zh-CN" sz="2400" b="1" dirty="0">
                <a:solidFill>
                  <a:srgbClr val="80008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</a:t>
            </a:r>
            <a:r>
              <a:rPr lang="en-US" altLang="zh-CN" sz="2400" b="1" dirty="0">
                <a:solidFill>
                  <a:srgbClr val="800080"/>
                </a:solidFill>
                <a:latin typeface="Arial" panose="020B0604020202020204" pitchFamily="34" charset="0"/>
              </a:rPr>
              <a:t> </a:t>
            </a:r>
            <a:r>
              <a:rPr lang="en-US" altLang="zh-CN" sz="2400" b="1" dirty="0" err="1">
                <a:solidFill>
                  <a:srgbClr val="800080"/>
                </a:solidFill>
                <a:latin typeface="Arial" panose="020B0604020202020204" pitchFamily="34" charset="0"/>
              </a:rPr>
              <a:t>bB</a:t>
            </a:r>
            <a:r>
              <a:rPr lang="en-US" altLang="zh-CN" sz="2400" b="1" dirty="0">
                <a:solidFill>
                  <a:srgbClr val="800080"/>
                </a:solidFill>
                <a:latin typeface="Arial" panose="020B0604020202020204" pitchFamily="34" charset="0"/>
              </a:rPr>
              <a:t> | b | a</a:t>
            </a:r>
          </a:p>
          <a:p>
            <a:pPr algn="just" eaLnBrk="1" hangingPunct="1">
              <a:lnSpc>
                <a:spcPct val="150000"/>
              </a:lnSpc>
            </a:pPr>
            <a:endParaRPr lang="en-US" altLang="zh-CN" sz="2400" b="1" dirty="0">
              <a:solidFill>
                <a:srgbClr val="333399"/>
              </a:solidFill>
              <a:latin typeface="Arial" panose="020B0604020202020204" pitchFamily="34" charset="0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4367700" y="2314366"/>
            <a:ext cx="691215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4000" dirty="0">
                <a:solidFill>
                  <a:srgbClr val="800080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</a:t>
            </a:r>
            <a:endParaRPr lang="zh-CN" altLang="en-US" sz="4000" dirty="0">
              <a:solidFill>
                <a:srgbClr val="80008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25600" name="组合 25599"/>
          <p:cNvGrpSpPr/>
          <p:nvPr/>
        </p:nvGrpSpPr>
        <p:grpSpPr>
          <a:xfrm>
            <a:off x="1631171" y="3845678"/>
            <a:ext cx="4669021" cy="2607658"/>
            <a:chOff x="1331640" y="3773670"/>
            <a:chExt cx="4669021" cy="2607658"/>
          </a:xfrm>
        </p:grpSpPr>
        <p:sp>
          <p:nvSpPr>
            <p:cNvPr id="4" name="椭圆 3"/>
            <p:cNvSpPr/>
            <p:nvPr/>
          </p:nvSpPr>
          <p:spPr bwMode="auto">
            <a:xfrm>
              <a:off x="1835696" y="5157192"/>
              <a:ext cx="432048" cy="457200"/>
            </a:xfrm>
            <a:prstGeom prst="ellipse">
              <a:avLst/>
            </a:prstGeom>
            <a:solidFill>
              <a:schemeClr val="bg1"/>
            </a:solidFill>
            <a:ln w="19050" cap="flat" cmpd="sng" algn="ctr">
              <a:solidFill>
                <a:srgbClr val="80008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/>
            <a:lstStyle/>
            <a:p>
              <a:pPr marL="0" marR="0" indent="0" algn="r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None/>
              </a:pPr>
              <a:r>
                <a:rPr kumimoji="1" lang="en-US" altLang="zh-CN" sz="1800" b="1" i="0" u="none" strike="noStrike" cap="none" normalizeH="0" baseline="0" dirty="0">
                  <a:ln>
                    <a:noFill/>
                  </a:ln>
                  <a:solidFill>
                    <a:srgbClr val="800080"/>
                  </a:solidFill>
                  <a:effectLst/>
                  <a:latin typeface="Arial" panose="020B0604020202020204" pitchFamily="34" charset="0"/>
                  <a:cs typeface="Arial" panose="020B0604020202020204" pitchFamily="34" charset="0"/>
                </a:rPr>
                <a:t>S</a:t>
              </a:r>
              <a:endParaRPr kumimoji="1" lang="zh-CN" altLang="en-US" sz="1800" b="1" i="0" u="none" strike="noStrike" cap="none" normalizeH="0" baseline="0" dirty="0">
                <a:ln>
                  <a:noFill/>
                </a:ln>
                <a:solidFill>
                  <a:srgbClr val="80008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0" name="椭圆 9"/>
            <p:cNvSpPr/>
            <p:nvPr/>
          </p:nvSpPr>
          <p:spPr bwMode="auto">
            <a:xfrm>
              <a:off x="3275856" y="4221088"/>
              <a:ext cx="432048" cy="457200"/>
            </a:xfrm>
            <a:prstGeom prst="ellipse">
              <a:avLst/>
            </a:prstGeom>
            <a:solidFill>
              <a:schemeClr val="bg1"/>
            </a:solidFill>
            <a:ln w="19050" cap="flat" cmpd="sng" algn="ctr">
              <a:solidFill>
                <a:srgbClr val="80008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/>
            <a:lstStyle/>
            <a:p>
              <a:pPr marL="0" marR="0" indent="0" algn="r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None/>
              </a:pPr>
              <a:r>
                <a:rPr kumimoji="1" lang="en-US" altLang="zh-CN" sz="1800" b="1" i="0" u="none" strike="noStrike" cap="none" normalizeH="0" baseline="0" dirty="0">
                  <a:ln>
                    <a:noFill/>
                  </a:ln>
                  <a:solidFill>
                    <a:srgbClr val="800080"/>
                  </a:solidFill>
                  <a:effectLst/>
                  <a:latin typeface="Arial" panose="020B0604020202020204" pitchFamily="34" charset="0"/>
                  <a:cs typeface="Arial" panose="020B0604020202020204" pitchFamily="34" charset="0"/>
                </a:rPr>
                <a:t>A</a:t>
              </a:r>
              <a:endParaRPr kumimoji="1" lang="zh-CN" altLang="en-US" sz="1800" b="1" i="0" u="none" strike="noStrike" cap="none" normalizeH="0" baseline="0" dirty="0">
                <a:ln>
                  <a:noFill/>
                </a:ln>
                <a:solidFill>
                  <a:srgbClr val="80008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1" name="椭圆 10"/>
            <p:cNvSpPr/>
            <p:nvPr/>
          </p:nvSpPr>
          <p:spPr bwMode="auto">
            <a:xfrm>
              <a:off x="4875592" y="5085184"/>
              <a:ext cx="432048" cy="457200"/>
            </a:xfrm>
            <a:prstGeom prst="ellipse">
              <a:avLst/>
            </a:prstGeom>
            <a:solidFill>
              <a:schemeClr val="bg1"/>
            </a:solidFill>
            <a:ln w="19050" cap="flat" cmpd="sng" algn="ctr">
              <a:solidFill>
                <a:srgbClr val="80008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/>
            <a:lstStyle/>
            <a:p>
              <a:pPr marL="0" marR="0" indent="0" algn="r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None/>
              </a:pPr>
              <a:r>
                <a:rPr kumimoji="1" lang="en-US" altLang="zh-CN" sz="1800" b="1" i="0" u="none" strike="noStrike" cap="none" normalizeH="0" baseline="0" dirty="0">
                  <a:ln>
                    <a:noFill/>
                  </a:ln>
                  <a:solidFill>
                    <a:srgbClr val="800080"/>
                  </a:solidFill>
                  <a:effectLst/>
                  <a:latin typeface="Arial" panose="020B0604020202020204" pitchFamily="34" charset="0"/>
                  <a:cs typeface="Arial" panose="020B0604020202020204" pitchFamily="34" charset="0"/>
                </a:rPr>
                <a:t>B</a:t>
              </a:r>
              <a:endParaRPr kumimoji="1" lang="zh-CN" altLang="en-US" sz="1800" b="1" i="0" u="none" strike="noStrike" cap="none" normalizeH="0" baseline="0" dirty="0">
                <a:ln>
                  <a:noFill/>
                </a:ln>
                <a:solidFill>
                  <a:srgbClr val="80008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2" name="椭圆 11"/>
            <p:cNvSpPr/>
            <p:nvPr/>
          </p:nvSpPr>
          <p:spPr bwMode="auto">
            <a:xfrm>
              <a:off x="3419873" y="5924128"/>
              <a:ext cx="432048" cy="457200"/>
            </a:xfrm>
            <a:prstGeom prst="ellipse">
              <a:avLst/>
            </a:prstGeom>
            <a:solidFill>
              <a:schemeClr val="bg1"/>
            </a:solidFill>
            <a:ln w="19050" cap="flat" cmpd="sng" algn="ctr">
              <a:solidFill>
                <a:srgbClr val="80008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/>
            <a:lstStyle/>
            <a:p>
              <a:pPr marL="0" marR="0" indent="0" algn="r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None/>
              </a:pPr>
              <a:r>
                <a:rPr kumimoji="1" lang="en-US" altLang="zh-CN" sz="1800" b="1" i="0" u="none" strike="noStrike" cap="none" normalizeH="0" baseline="0" dirty="0">
                  <a:ln>
                    <a:noFill/>
                  </a:ln>
                  <a:solidFill>
                    <a:srgbClr val="800080"/>
                  </a:solidFill>
                  <a:effectLst/>
                  <a:latin typeface="Arial" panose="020B0604020202020204" pitchFamily="34" charset="0"/>
                  <a:cs typeface="Arial" panose="020B0604020202020204" pitchFamily="34" charset="0"/>
                </a:rPr>
                <a:t>C</a:t>
              </a:r>
              <a:endParaRPr kumimoji="1" lang="zh-CN" altLang="en-US" sz="1800" b="1" i="0" u="none" strike="noStrike" cap="none" normalizeH="0" baseline="0" dirty="0">
                <a:ln>
                  <a:noFill/>
                </a:ln>
                <a:solidFill>
                  <a:srgbClr val="80008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grpSp>
          <p:nvGrpSpPr>
            <p:cNvPr id="6" name="组合 5"/>
            <p:cNvGrpSpPr/>
            <p:nvPr/>
          </p:nvGrpSpPr>
          <p:grpSpPr>
            <a:xfrm>
              <a:off x="3347864" y="5074299"/>
              <a:ext cx="576064" cy="540093"/>
              <a:chOff x="6804248" y="5157192"/>
              <a:chExt cx="576064" cy="540093"/>
            </a:xfrm>
          </p:grpSpPr>
          <p:sp>
            <p:nvSpPr>
              <p:cNvPr id="5" name="椭圆 4"/>
              <p:cNvSpPr/>
              <p:nvPr/>
            </p:nvSpPr>
            <p:spPr bwMode="auto">
              <a:xfrm>
                <a:off x="6804248" y="5157192"/>
                <a:ext cx="576064" cy="540093"/>
              </a:xfrm>
              <a:prstGeom prst="ellipse">
                <a:avLst/>
              </a:prstGeom>
              <a:solidFill>
                <a:schemeClr val="bg1"/>
              </a:solidFill>
              <a:ln w="19050" cap="flat" cmpd="sng" algn="ctr">
                <a:solidFill>
                  <a:srgbClr val="80008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t" anchorCtr="0" compatLnSpc="1"/>
              <a:lstStyle/>
              <a:p>
                <a:pPr marL="0" marR="0" indent="0" algn="r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None/>
                </a:pPr>
                <a:endParaRPr kumimoji="1" lang="zh-CN" altLang="en-US" sz="1800" b="0" i="0" u="none" strike="noStrike" cap="none" normalizeH="0" baseline="0">
                  <a:ln>
                    <a:noFill/>
                  </a:ln>
                  <a:solidFill>
                    <a:srgbClr val="009999"/>
                  </a:solidFill>
                  <a:effectLst/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3" name="椭圆 12"/>
              <p:cNvSpPr/>
              <p:nvPr/>
            </p:nvSpPr>
            <p:spPr bwMode="auto">
              <a:xfrm>
                <a:off x="6876256" y="5196843"/>
                <a:ext cx="432048" cy="457200"/>
              </a:xfrm>
              <a:prstGeom prst="ellipse">
                <a:avLst/>
              </a:prstGeom>
              <a:solidFill>
                <a:schemeClr val="bg1"/>
              </a:solidFill>
              <a:ln w="19050" cap="flat" cmpd="sng" algn="ctr">
                <a:solidFill>
                  <a:srgbClr val="80008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t" anchorCtr="0" compatLnSpc="1"/>
              <a:lstStyle/>
              <a:p>
                <a:pPr marL="0" marR="0" indent="0" algn="r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None/>
                </a:pPr>
                <a:r>
                  <a:rPr kumimoji="1" lang="en-US" altLang="zh-CN" sz="1800" b="1" i="0" u="none" strike="noStrike" cap="none" normalizeH="0" baseline="0" dirty="0">
                    <a:ln>
                      <a:noFill/>
                    </a:ln>
                    <a:solidFill>
                      <a:srgbClr val="800080"/>
                    </a:solidFill>
                    <a:effectLst/>
                    <a:latin typeface="Arial" panose="020B0604020202020204" pitchFamily="34" charset="0"/>
                    <a:cs typeface="Arial" panose="020B0604020202020204" pitchFamily="34" charset="0"/>
                  </a:rPr>
                  <a:t>H</a:t>
                </a:r>
                <a:endParaRPr kumimoji="1" lang="zh-CN" altLang="en-US" sz="1800" b="1" i="0" u="none" strike="noStrike" cap="none" normalizeH="0" baseline="0" dirty="0">
                  <a:ln>
                    <a:noFill/>
                  </a:ln>
                  <a:solidFill>
                    <a:srgbClr val="800080"/>
                  </a:solidFill>
                  <a:effectLst/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p:grpSp>
        <p:cxnSp>
          <p:nvCxnSpPr>
            <p:cNvPr id="8" name="直接箭头连接符 7"/>
            <p:cNvCxnSpPr>
              <a:endCxn id="4" idx="2"/>
            </p:cNvCxnSpPr>
            <p:nvPr/>
          </p:nvCxnSpPr>
          <p:spPr bwMode="auto">
            <a:xfrm>
              <a:off x="1331640" y="5385792"/>
              <a:ext cx="504056" cy="0"/>
            </a:xfrm>
            <a:prstGeom prst="straightConnector1">
              <a:avLst/>
            </a:prstGeom>
            <a:solidFill>
              <a:schemeClr val="accent1"/>
            </a:solidFill>
            <a:ln w="19050" cap="flat" cmpd="sng" algn="ctr">
              <a:solidFill>
                <a:srgbClr val="800080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18" name="直接箭头连接符 17"/>
            <p:cNvCxnSpPr>
              <a:stCxn id="4" idx="0"/>
              <a:endCxn id="10" idx="2"/>
            </p:cNvCxnSpPr>
            <p:nvPr/>
          </p:nvCxnSpPr>
          <p:spPr bwMode="auto">
            <a:xfrm flipV="1">
              <a:off x="2051720" y="4449688"/>
              <a:ext cx="1224136" cy="707504"/>
            </a:xfrm>
            <a:prstGeom prst="straightConnector1">
              <a:avLst/>
            </a:prstGeom>
            <a:solidFill>
              <a:schemeClr val="accent1"/>
            </a:solidFill>
            <a:ln w="19050" cap="flat" cmpd="sng" algn="ctr">
              <a:solidFill>
                <a:srgbClr val="800080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19" name="直接箭头连接符 18"/>
            <p:cNvCxnSpPr>
              <a:stCxn id="4" idx="5"/>
              <a:endCxn id="12" idx="2"/>
            </p:cNvCxnSpPr>
            <p:nvPr/>
          </p:nvCxnSpPr>
          <p:spPr bwMode="auto">
            <a:xfrm>
              <a:off x="2204472" y="5547437"/>
              <a:ext cx="1215401" cy="605291"/>
            </a:xfrm>
            <a:prstGeom prst="straightConnector1">
              <a:avLst/>
            </a:prstGeom>
            <a:solidFill>
              <a:schemeClr val="accent1"/>
            </a:solidFill>
            <a:ln w="19050" cap="flat" cmpd="sng" algn="ctr">
              <a:solidFill>
                <a:srgbClr val="800080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20" name="直接箭头连接符 19"/>
            <p:cNvCxnSpPr>
              <a:stCxn id="4" idx="6"/>
              <a:endCxn id="5" idx="2"/>
            </p:cNvCxnSpPr>
            <p:nvPr/>
          </p:nvCxnSpPr>
          <p:spPr bwMode="auto">
            <a:xfrm flipV="1">
              <a:off x="2267744" y="5344346"/>
              <a:ext cx="1080120" cy="41446"/>
            </a:xfrm>
            <a:prstGeom prst="straightConnector1">
              <a:avLst/>
            </a:prstGeom>
            <a:solidFill>
              <a:schemeClr val="accent1"/>
            </a:solidFill>
            <a:ln w="19050" cap="flat" cmpd="sng" algn="ctr">
              <a:solidFill>
                <a:srgbClr val="800080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21" name="直接箭头连接符 20"/>
            <p:cNvCxnSpPr>
              <a:stCxn id="12" idx="6"/>
              <a:endCxn id="11" idx="4"/>
            </p:cNvCxnSpPr>
            <p:nvPr/>
          </p:nvCxnSpPr>
          <p:spPr bwMode="auto">
            <a:xfrm flipV="1">
              <a:off x="3851921" y="5542384"/>
              <a:ext cx="1239695" cy="610344"/>
            </a:xfrm>
            <a:prstGeom prst="straightConnector1">
              <a:avLst/>
            </a:prstGeom>
            <a:solidFill>
              <a:schemeClr val="accent1"/>
            </a:solidFill>
            <a:ln w="19050" cap="flat" cmpd="sng" algn="ctr">
              <a:solidFill>
                <a:srgbClr val="800080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22" name="直接箭头连接符 21"/>
            <p:cNvCxnSpPr>
              <a:stCxn id="10" idx="3"/>
              <a:endCxn id="4" idx="7"/>
            </p:cNvCxnSpPr>
            <p:nvPr/>
          </p:nvCxnSpPr>
          <p:spPr bwMode="auto">
            <a:xfrm flipH="1">
              <a:off x="2204472" y="4611333"/>
              <a:ext cx="1134656" cy="612814"/>
            </a:xfrm>
            <a:prstGeom prst="straightConnector1">
              <a:avLst/>
            </a:prstGeom>
            <a:solidFill>
              <a:schemeClr val="accent1"/>
            </a:solidFill>
            <a:ln w="19050" cap="flat" cmpd="sng" algn="ctr">
              <a:solidFill>
                <a:srgbClr val="800080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23" name="直接箭头连接符 22"/>
            <p:cNvCxnSpPr>
              <a:endCxn id="11" idx="0"/>
            </p:cNvCxnSpPr>
            <p:nvPr/>
          </p:nvCxnSpPr>
          <p:spPr bwMode="auto">
            <a:xfrm>
              <a:off x="3707904" y="4475204"/>
              <a:ext cx="1383712" cy="609980"/>
            </a:xfrm>
            <a:prstGeom prst="straightConnector1">
              <a:avLst/>
            </a:prstGeom>
            <a:solidFill>
              <a:schemeClr val="accent1"/>
            </a:solidFill>
            <a:ln w="19050" cap="flat" cmpd="sng" algn="ctr">
              <a:solidFill>
                <a:srgbClr val="800080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24" name="直接箭头连接符 23"/>
            <p:cNvCxnSpPr>
              <a:stCxn id="11" idx="2"/>
            </p:cNvCxnSpPr>
            <p:nvPr/>
          </p:nvCxnSpPr>
          <p:spPr bwMode="auto">
            <a:xfrm flipH="1">
              <a:off x="3934796" y="5313784"/>
              <a:ext cx="940796" cy="0"/>
            </a:xfrm>
            <a:prstGeom prst="straightConnector1">
              <a:avLst/>
            </a:prstGeom>
            <a:solidFill>
              <a:schemeClr val="accent1"/>
            </a:solidFill>
            <a:ln w="19050" cap="flat" cmpd="sng" algn="ctr">
              <a:solidFill>
                <a:srgbClr val="800080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37" name="连接符: 曲线 36"/>
            <p:cNvCxnSpPr>
              <a:stCxn id="10" idx="0"/>
              <a:endCxn id="10" idx="7"/>
            </p:cNvCxnSpPr>
            <p:nvPr/>
          </p:nvCxnSpPr>
          <p:spPr bwMode="auto">
            <a:xfrm rot="16200000" flipH="1">
              <a:off x="3534778" y="4178189"/>
              <a:ext cx="66955" cy="152752"/>
            </a:xfrm>
            <a:prstGeom prst="curvedConnector3">
              <a:avLst>
                <a:gd name="adj1" fmla="val -388512"/>
              </a:avLst>
            </a:prstGeom>
            <a:solidFill>
              <a:schemeClr val="accent1"/>
            </a:solidFill>
            <a:ln w="19050" cap="flat" cmpd="sng" algn="ctr">
              <a:solidFill>
                <a:srgbClr val="800080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</p:cxnSp>
        <p:cxnSp>
          <p:nvCxnSpPr>
            <p:cNvPr id="52" name="连接符: 曲线 51"/>
            <p:cNvCxnSpPr>
              <a:stCxn id="11" idx="7"/>
              <a:endCxn id="11" idx="5"/>
            </p:cNvCxnSpPr>
            <p:nvPr/>
          </p:nvCxnSpPr>
          <p:spPr bwMode="auto">
            <a:xfrm rot="16200000" flipH="1">
              <a:off x="5082723" y="5313784"/>
              <a:ext cx="323290" cy="12700"/>
            </a:xfrm>
            <a:prstGeom prst="curvedConnector5">
              <a:avLst>
                <a:gd name="adj1" fmla="val -31698"/>
                <a:gd name="adj2" fmla="val 3545126"/>
                <a:gd name="adj3" fmla="val 138200"/>
              </a:avLst>
            </a:prstGeom>
            <a:solidFill>
              <a:schemeClr val="accent1"/>
            </a:solidFill>
            <a:ln w="19050" cap="flat" cmpd="sng" algn="ctr">
              <a:solidFill>
                <a:srgbClr val="800080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</p:cxnSp>
        <p:sp>
          <p:nvSpPr>
            <p:cNvPr id="62" name="文本框 61"/>
            <p:cNvSpPr txBox="1"/>
            <p:nvPr/>
          </p:nvSpPr>
          <p:spPr>
            <a:xfrm>
              <a:off x="4385973" y="5738568"/>
              <a:ext cx="327334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2000" b="1" dirty="0">
                  <a:solidFill>
                    <a:srgbClr val="800080"/>
                  </a:solidFill>
                  <a:latin typeface="Arial" panose="020B0604020202020204" pitchFamily="34" charset="0"/>
                </a:rPr>
                <a:t>a</a:t>
              </a:r>
              <a:endParaRPr lang="zh-CN" altLang="en-US" sz="2000" dirty="0"/>
            </a:p>
          </p:txBody>
        </p:sp>
        <p:sp>
          <p:nvSpPr>
            <p:cNvPr id="69" name="文本框 68"/>
            <p:cNvSpPr txBox="1"/>
            <p:nvPr/>
          </p:nvSpPr>
          <p:spPr>
            <a:xfrm>
              <a:off x="2421413" y="4470024"/>
              <a:ext cx="327334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2000" b="1" dirty="0">
                  <a:solidFill>
                    <a:srgbClr val="800080"/>
                  </a:solidFill>
                  <a:latin typeface="Arial" panose="020B0604020202020204" pitchFamily="34" charset="0"/>
                </a:rPr>
                <a:t>a</a:t>
              </a:r>
              <a:endParaRPr lang="zh-CN" altLang="en-US" sz="2000" dirty="0"/>
            </a:p>
          </p:txBody>
        </p:sp>
        <p:sp>
          <p:nvSpPr>
            <p:cNvPr id="70" name="文本框 69"/>
            <p:cNvSpPr txBox="1"/>
            <p:nvPr/>
          </p:nvSpPr>
          <p:spPr>
            <a:xfrm>
              <a:off x="3544237" y="3773670"/>
              <a:ext cx="327334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2000" b="1" dirty="0">
                  <a:solidFill>
                    <a:srgbClr val="800080"/>
                  </a:solidFill>
                  <a:latin typeface="Arial" panose="020B0604020202020204" pitchFamily="34" charset="0"/>
                </a:rPr>
                <a:t>a</a:t>
              </a:r>
              <a:endParaRPr lang="zh-CN" altLang="en-US" sz="2000" dirty="0"/>
            </a:p>
          </p:txBody>
        </p:sp>
        <p:sp>
          <p:nvSpPr>
            <p:cNvPr id="71" name="文本框 70"/>
            <p:cNvSpPr txBox="1"/>
            <p:nvPr/>
          </p:nvSpPr>
          <p:spPr>
            <a:xfrm>
              <a:off x="2691248" y="5294251"/>
              <a:ext cx="327334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2000" b="1" dirty="0">
                  <a:solidFill>
                    <a:srgbClr val="800080"/>
                  </a:solidFill>
                  <a:latin typeface="Arial" panose="020B0604020202020204" pitchFamily="34" charset="0"/>
                </a:rPr>
                <a:t>a</a:t>
              </a:r>
              <a:endParaRPr lang="zh-CN" altLang="en-US" sz="2000" dirty="0"/>
            </a:p>
          </p:txBody>
        </p:sp>
        <p:sp>
          <p:nvSpPr>
            <p:cNvPr id="72" name="文本框 71"/>
            <p:cNvSpPr txBox="1"/>
            <p:nvPr/>
          </p:nvSpPr>
          <p:spPr>
            <a:xfrm>
              <a:off x="2674479" y="4797152"/>
              <a:ext cx="313345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000" b="1" dirty="0">
                  <a:solidFill>
                    <a:srgbClr val="800080"/>
                  </a:solidFill>
                  <a:latin typeface="Arial" panose="020B0604020202020204" pitchFamily="34" charset="0"/>
                </a:rPr>
                <a:t>a</a:t>
              </a:r>
              <a:endParaRPr lang="zh-CN" altLang="en-US" sz="2000" dirty="0"/>
            </a:p>
          </p:txBody>
        </p:sp>
        <p:sp>
          <p:nvSpPr>
            <p:cNvPr id="73" name="文本框 72"/>
            <p:cNvSpPr txBox="1"/>
            <p:nvPr/>
          </p:nvSpPr>
          <p:spPr>
            <a:xfrm>
              <a:off x="4173759" y="5265164"/>
              <a:ext cx="554960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2000" b="1" dirty="0" err="1">
                  <a:solidFill>
                    <a:srgbClr val="800080"/>
                  </a:solidFill>
                  <a:latin typeface="Arial" panose="020B0604020202020204" pitchFamily="34" charset="0"/>
                </a:rPr>
                <a:t>a,b</a:t>
              </a:r>
              <a:endParaRPr lang="zh-CN" altLang="en-US" sz="2000" dirty="0"/>
            </a:p>
          </p:txBody>
        </p:sp>
        <p:sp>
          <p:nvSpPr>
            <p:cNvPr id="74" name="文本框 73"/>
            <p:cNvSpPr txBox="1"/>
            <p:nvPr/>
          </p:nvSpPr>
          <p:spPr>
            <a:xfrm>
              <a:off x="4305256" y="4436376"/>
              <a:ext cx="341760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2000" b="1" dirty="0">
                  <a:solidFill>
                    <a:srgbClr val="800080"/>
                  </a:solidFill>
                  <a:latin typeface="Arial" panose="020B0604020202020204" pitchFamily="34" charset="0"/>
                </a:rPr>
                <a:t>b</a:t>
              </a:r>
              <a:endParaRPr lang="zh-CN" altLang="en-US" sz="2000" dirty="0"/>
            </a:p>
          </p:txBody>
        </p:sp>
        <p:sp>
          <p:nvSpPr>
            <p:cNvPr id="77" name="文本框 76"/>
            <p:cNvSpPr txBox="1"/>
            <p:nvPr/>
          </p:nvSpPr>
          <p:spPr>
            <a:xfrm>
              <a:off x="2600920" y="5761801"/>
              <a:ext cx="341760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2000" b="1" dirty="0">
                  <a:solidFill>
                    <a:srgbClr val="800080"/>
                  </a:solidFill>
                  <a:latin typeface="Arial" panose="020B0604020202020204" pitchFamily="34" charset="0"/>
                </a:rPr>
                <a:t>b</a:t>
              </a:r>
              <a:endParaRPr lang="zh-CN" altLang="en-US" sz="2000" dirty="0"/>
            </a:p>
          </p:txBody>
        </p:sp>
        <p:sp>
          <p:nvSpPr>
            <p:cNvPr id="78" name="文本框 77"/>
            <p:cNvSpPr txBox="1"/>
            <p:nvPr/>
          </p:nvSpPr>
          <p:spPr>
            <a:xfrm>
              <a:off x="5658901" y="5037879"/>
              <a:ext cx="341760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2000" b="1" dirty="0">
                  <a:solidFill>
                    <a:srgbClr val="800080"/>
                  </a:solidFill>
                  <a:latin typeface="Arial" panose="020B0604020202020204" pitchFamily="34" charset="0"/>
                </a:rPr>
                <a:t>b</a:t>
              </a:r>
              <a:endParaRPr lang="zh-CN" altLang="en-US" sz="2000" dirty="0"/>
            </a:p>
          </p:txBody>
        </p:sp>
      </p:grpSp>
    </p:spTree>
  </p:cSld>
  <p:clrMapOvr>
    <a:masterClrMapping/>
  </p:clrMapOvr>
  <p:transition spd="med" advClick="0"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灯片编号占位符 1"/>
          <p:cNvSpPr>
            <a:spLocks noGrp="1"/>
          </p:cNvSpPr>
          <p:nvPr>
            <p:ph type="sldNum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C9C20BFA-069B-42F7-A08B-3FDAD9C2263B}" type="slidenum">
              <a:rPr kumimoji="0" lang="zh-CN" altLang="en-US" sz="1200">
                <a:solidFill>
                  <a:srgbClr val="009999"/>
                </a:solidFill>
                <a:latin typeface="Arial Narrow" panose="020B0606020202030204" pitchFamily="34" charset="0"/>
                <a:ea typeface="宋体" panose="02010600030101010101" pitchFamily="2" charset="-122"/>
              </a:rPr>
              <a:t>35</a:t>
            </a:fld>
            <a:endParaRPr kumimoji="0" lang="en-US" altLang="zh-CN" sz="1200">
              <a:solidFill>
                <a:srgbClr val="009999"/>
              </a:solidFill>
              <a:latin typeface="Arial Narrow" panose="020B0606020202030204" pitchFamily="34" charset="0"/>
              <a:ea typeface="宋体" panose="02010600030101010101" pitchFamily="2" charset="-122"/>
            </a:endParaRPr>
          </a:p>
        </p:txBody>
      </p:sp>
      <p:sp>
        <p:nvSpPr>
          <p:cNvPr id="26627" name="日期占位符 2"/>
          <p:cNvSpPr>
            <a:spLocks noGrp="1"/>
          </p:cNvSpPr>
          <p:nvPr>
            <p:ph type="dt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36A2C822-2002-4186-8D00-F5B8C224C45F}" type="datetime1">
              <a:rPr kumimoji="0" lang="zh-CN" altLang="en-US" sz="1200">
                <a:solidFill>
                  <a:srgbClr val="009999"/>
                </a:solidFill>
                <a:latin typeface="Arial Narrow" panose="020B0606020202030204" pitchFamily="34" charset="0"/>
                <a:ea typeface="宋体" panose="02010600030101010101" pitchFamily="2" charset="-122"/>
              </a:rPr>
              <a:t>2024/3/24</a:t>
            </a:fld>
            <a:endParaRPr kumimoji="0" lang="zh-CN" altLang="zh-CN" sz="1200">
              <a:solidFill>
                <a:srgbClr val="009999"/>
              </a:solidFill>
              <a:latin typeface="Arial Narrow" panose="020B0606020202030204" pitchFamily="34" charset="0"/>
              <a:ea typeface="宋体" panose="02010600030101010101" pitchFamily="2" charset="-122"/>
            </a:endParaRPr>
          </a:p>
        </p:txBody>
      </p:sp>
      <p:sp>
        <p:nvSpPr>
          <p:cNvPr id="26628" name="页脚占位符 3"/>
          <p:cNvSpPr>
            <a:spLocks noGrp="1"/>
          </p:cNvSpPr>
          <p:nvPr>
            <p:ph type="ftr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200">
                <a:solidFill>
                  <a:srgbClr val="009999"/>
                </a:solidFill>
                <a:latin typeface="Arial Narrow" panose="020B0606020202030204" pitchFamily="34" charset="0"/>
                <a:ea typeface="宋体" panose="02010600030101010101" pitchFamily="2" charset="-122"/>
              </a:rPr>
              <a:t>School of Computer Science, BUPT</a:t>
            </a:r>
            <a:endParaRPr lang="zh-CN" altLang="en-US" sz="1200">
              <a:solidFill>
                <a:srgbClr val="009999"/>
              </a:solidFill>
              <a:latin typeface="Arial Narrow" panose="020B0606020202030204" pitchFamily="34" charset="0"/>
              <a:ea typeface="宋体" panose="02010600030101010101" pitchFamily="2" charset="-122"/>
            </a:endParaRPr>
          </a:p>
        </p:txBody>
      </p:sp>
      <p:sp>
        <p:nvSpPr>
          <p:cNvPr id="26629" name="Rectangle 2"/>
          <p:cNvSpPr>
            <a:spLocks noChangeArrowheads="1"/>
          </p:cNvSpPr>
          <p:nvPr/>
        </p:nvSpPr>
        <p:spPr bwMode="auto">
          <a:xfrm>
            <a:off x="914400" y="304800"/>
            <a:ext cx="8001000" cy="838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algn="r" eaLnBrk="1" hangingPunct="1">
              <a:lnSpc>
                <a:spcPct val="9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3200" dirty="0">
                <a:solidFill>
                  <a:srgbClr val="800080"/>
                </a:solidFill>
                <a:ea typeface="华文行楷" panose="02010800040101010101" pitchFamily="2" charset="-122"/>
              </a:rPr>
              <a:t>有限自动机 </a:t>
            </a:r>
            <a:r>
              <a:rPr lang="zh-CN" altLang="en-US" sz="3600" dirty="0">
                <a:solidFill>
                  <a:srgbClr val="800080"/>
                </a:solidFill>
                <a:ea typeface="华文行楷" panose="02010800040101010101" pitchFamily="2" charset="-122"/>
                <a:sym typeface="Symbol" panose="05050102010706020507" pitchFamily="18" charset="2"/>
              </a:rPr>
              <a:t></a:t>
            </a:r>
            <a:r>
              <a:rPr lang="zh-CN" altLang="en-US" sz="3200" dirty="0">
                <a:solidFill>
                  <a:srgbClr val="800080"/>
                </a:solidFill>
                <a:ea typeface="华文行楷" panose="02010800040101010101" pitchFamily="2" charset="-122"/>
              </a:rPr>
              <a:t> 右线性文法</a:t>
            </a:r>
            <a:endParaRPr lang="en-US" altLang="zh-CN" sz="2400" b="0" dirty="0">
              <a:solidFill>
                <a:srgbClr val="333399"/>
              </a:solidFill>
              <a:latin typeface="Arial" panose="020B0604020202020204" pitchFamily="34" charset="0"/>
            </a:endParaRPr>
          </a:p>
        </p:txBody>
      </p:sp>
      <p:sp>
        <p:nvSpPr>
          <p:cNvPr id="26630" name="Text Box 3"/>
          <p:cNvSpPr txBox="1">
            <a:spLocks noChangeArrowheads="1"/>
          </p:cNvSpPr>
          <p:nvPr/>
        </p:nvSpPr>
        <p:spPr bwMode="auto">
          <a:xfrm>
            <a:off x="304800" y="1358900"/>
            <a:ext cx="8458200" cy="5349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algn="just" eaLnBrk="1" hangingPunct="1">
              <a:lnSpc>
                <a:spcPct val="12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400" dirty="0">
                <a:solidFill>
                  <a:srgbClr val="800080"/>
                </a:solidFill>
                <a:latin typeface="Arial" panose="020B0604020202020204" pitchFamily="34" charset="0"/>
              </a:rPr>
              <a:t>定理3.8.2：</a:t>
            </a:r>
            <a:r>
              <a:rPr lang="zh-CN" altLang="en-US" sz="2400" dirty="0">
                <a:solidFill>
                  <a:srgbClr val="333399"/>
                </a:solidFill>
                <a:latin typeface="Arial" panose="020B0604020202020204" pitchFamily="34" charset="0"/>
              </a:rPr>
              <a:t>设有限自动机 </a:t>
            </a:r>
            <a:r>
              <a:rPr lang="en-US" altLang="zh-CN" sz="2400" dirty="0">
                <a:solidFill>
                  <a:srgbClr val="333399"/>
                </a:solidFill>
                <a:latin typeface="Arial" panose="020B0604020202020204" pitchFamily="34" charset="0"/>
              </a:rPr>
              <a:t>M </a:t>
            </a:r>
            <a:r>
              <a:rPr lang="zh-CN" altLang="en-US" sz="2400" dirty="0">
                <a:solidFill>
                  <a:srgbClr val="333399"/>
                </a:solidFill>
                <a:latin typeface="Arial" panose="020B0604020202020204" pitchFamily="34" charset="0"/>
              </a:rPr>
              <a:t>接受的语言为</a:t>
            </a:r>
            <a:r>
              <a:rPr lang="en-US" altLang="zh-CN" sz="2400" dirty="0">
                <a:solidFill>
                  <a:srgbClr val="333399"/>
                </a:solidFill>
                <a:latin typeface="Arial" panose="020B0604020202020204" pitchFamily="34" charset="0"/>
              </a:rPr>
              <a:t>L(M)</a:t>
            </a:r>
          </a:p>
          <a:p>
            <a:pPr algn="just" eaLnBrk="1" hangingPunct="1">
              <a:lnSpc>
                <a:spcPct val="12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400" dirty="0">
                <a:solidFill>
                  <a:srgbClr val="333399"/>
                </a:solidFill>
                <a:latin typeface="Arial" panose="020B0604020202020204" pitchFamily="34" charset="0"/>
              </a:rPr>
              <a:t>则存在右线性文法</a:t>
            </a:r>
            <a:r>
              <a:rPr lang="en-US" altLang="zh-CN" sz="2400" dirty="0">
                <a:solidFill>
                  <a:srgbClr val="333399"/>
                </a:solidFill>
                <a:latin typeface="Arial" panose="020B0604020202020204" pitchFamily="34" charset="0"/>
              </a:rPr>
              <a:t>G，</a:t>
            </a:r>
            <a:r>
              <a:rPr lang="zh-CN" altLang="en-US" sz="2400" dirty="0">
                <a:solidFill>
                  <a:srgbClr val="333399"/>
                </a:solidFill>
                <a:latin typeface="Arial" panose="020B0604020202020204" pitchFamily="34" charset="0"/>
              </a:rPr>
              <a:t>它产生的语言</a:t>
            </a:r>
            <a:r>
              <a:rPr lang="en-US" altLang="zh-CN" sz="2400" dirty="0">
                <a:solidFill>
                  <a:srgbClr val="333399"/>
                </a:solidFill>
                <a:latin typeface="Arial" panose="020B0604020202020204" pitchFamily="34" charset="0"/>
              </a:rPr>
              <a:t>L(G)＝L(M)。</a:t>
            </a:r>
          </a:p>
          <a:p>
            <a:pPr algn="just" eaLnBrk="1" hangingPunct="1">
              <a:lnSpc>
                <a:spcPct val="12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400" dirty="0">
                <a:solidFill>
                  <a:srgbClr val="800080"/>
                </a:solidFill>
                <a:latin typeface="Arial" panose="020B0604020202020204" pitchFamily="34" charset="0"/>
              </a:rPr>
              <a:t>证明思路：</a:t>
            </a:r>
          </a:p>
          <a:p>
            <a:pPr algn="just" eaLnBrk="1" hangingPunct="1">
              <a:lnSpc>
                <a:spcPct val="12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400" dirty="0">
                <a:solidFill>
                  <a:srgbClr val="333399"/>
                </a:solidFill>
                <a:latin typeface="Arial" panose="020B0604020202020204" pitchFamily="34" charset="0"/>
              </a:rPr>
              <a:t>构造一个右线性文法</a:t>
            </a:r>
            <a:r>
              <a:rPr lang="en-US" altLang="zh-CN" sz="2400" dirty="0">
                <a:solidFill>
                  <a:srgbClr val="333399"/>
                </a:solidFill>
                <a:latin typeface="Arial" panose="020B0604020202020204" pitchFamily="34" charset="0"/>
              </a:rPr>
              <a:t>G，</a:t>
            </a:r>
            <a:r>
              <a:rPr lang="zh-CN" altLang="en-US" sz="2400" dirty="0">
                <a:solidFill>
                  <a:srgbClr val="333399"/>
                </a:solidFill>
                <a:latin typeface="Arial" panose="020B0604020202020204" pitchFamily="34" charset="0"/>
              </a:rPr>
              <a:t>使它接受由</a:t>
            </a:r>
            <a:r>
              <a:rPr lang="en-US" altLang="zh-CN" sz="2400" dirty="0">
                <a:solidFill>
                  <a:srgbClr val="333399"/>
                </a:solidFill>
                <a:latin typeface="Arial" panose="020B0604020202020204" pitchFamily="34" charset="0"/>
              </a:rPr>
              <a:t>NFA M</a:t>
            </a:r>
            <a:r>
              <a:rPr lang="zh-CN" altLang="en-US" sz="2400" dirty="0">
                <a:solidFill>
                  <a:srgbClr val="333399"/>
                </a:solidFill>
                <a:latin typeface="Arial" panose="020B0604020202020204" pitchFamily="34" charset="0"/>
              </a:rPr>
              <a:t>定义的语言。</a:t>
            </a:r>
          </a:p>
          <a:p>
            <a:pPr algn="just" eaLnBrk="1" hangingPunct="1">
              <a:lnSpc>
                <a:spcPct val="12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400" dirty="0">
                <a:solidFill>
                  <a:srgbClr val="800080"/>
                </a:solidFill>
                <a:latin typeface="Arial" panose="020B0604020202020204" pitchFamily="34" charset="0"/>
              </a:rPr>
              <a:t>构造方法：</a:t>
            </a:r>
          </a:p>
          <a:p>
            <a:pPr algn="just" eaLnBrk="1" hangingPunct="1">
              <a:lnSpc>
                <a:spcPct val="12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400" dirty="0">
                <a:solidFill>
                  <a:srgbClr val="333399"/>
                </a:solidFill>
                <a:latin typeface="Arial" panose="020B0604020202020204" pitchFamily="34" charset="0"/>
              </a:rPr>
              <a:t>	设 </a:t>
            </a:r>
            <a:r>
              <a:rPr lang="en-US" altLang="zh-CN" sz="2400" dirty="0">
                <a:solidFill>
                  <a:srgbClr val="333399"/>
                </a:solidFill>
                <a:latin typeface="Arial" panose="020B0604020202020204" pitchFamily="34" charset="0"/>
              </a:rPr>
              <a:t>M＝（Q，T，δ，q</a:t>
            </a:r>
            <a:r>
              <a:rPr lang="en-US" altLang="zh-CN" sz="2400" baseline="-25000" dirty="0">
                <a:solidFill>
                  <a:srgbClr val="333399"/>
                </a:solidFill>
                <a:latin typeface="Arial" panose="020B0604020202020204" pitchFamily="34" charset="0"/>
              </a:rPr>
              <a:t>0</a:t>
            </a:r>
            <a:r>
              <a:rPr lang="en-US" altLang="zh-CN" sz="2400" dirty="0">
                <a:solidFill>
                  <a:srgbClr val="333399"/>
                </a:solidFill>
                <a:latin typeface="Arial" panose="020B0604020202020204" pitchFamily="34" charset="0"/>
              </a:rPr>
              <a:t>，F），</a:t>
            </a:r>
            <a:r>
              <a:rPr lang="zh-CN" altLang="en-US" sz="2400" dirty="0">
                <a:solidFill>
                  <a:srgbClr val="333399"/>
                </a:solidFill>
                <a:latin typeface="Arial" panose="020B0604020202020204" pitchFamily="34" charset="0"/>
              </a:rPr>
              <a:t>构造一个右线性文法</a:t>
            </a:r>
          </a:p>
          <a:p>
            <a:pPr algn="just" eaLnBrk="1" hangingPunct="1">
              <a:lnSpc>
                <a:spcPct val="12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 dirty="0">
                <a:solidFill>
                  <a:srgbClr val="333399"/>
                </a:solidFill>
                <a:latin typeface="Arial" panose="020B0604020202020204" pitchFamily="34" charset="0"/>
              </a:rPr>
              <a:t>G＝（N，T，P，S），</a:t>
            </a:r>
            <a:r>
              <a:rPr lang="zh-CN" altLang="en-US" sz="2400" dirty="0">
                <a:solidFill>
                  <a:srgbClr val="333399"/>
                </a:solidFill>
                <a:latin typeface="Arial" panose="020B0604020202020204" pitchFamily="34" charset="0"/>
              </a:rPr>
              <a:t>其中</a:t>
            </a:r>
            <a:r>
              <a:rPr lang="en-US" altLang="zh-CN" sz="2400" dirty="0">
                <a:solidFill>
                  <a:srgbClr val="333399"/>
                </a:solidFill>
                <a:latin typeface="Arial" panose="020B0604020202020204" pitchFamily="34" charset="0"/>
              </a:rPr>
              <a:t>N＝Q， S＝q</a:t>
            </a:r>
            <a:r>
              <a:rPr lang="en-US" altLang="zh-CN" sz="2400" baseline="-25000" dirty="0">
                <a:solidFill>
                  <a:srgbClr val="333399"/>
                </a:solidFill>
                <a:latin typeface="Arial" panose="020B0604020202020204" pitchFamily="34" charset="0"/>
              </a:rPr>
              <a:t>0</a:t>
            </a:r>
          </a:p>
          <a:p>
            <a:pPr algn="just" eaLnBrk="1" hangingPunct="1">
              <a:lnSpc>
                <a:spcPct val="12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 dirty="0">
                <a:solidFill>
                  <a:srgbClr val="333399"/>
                </a:solidFill>
                <a:latin typeface="Arial" panose="020B0604020202020204" pitchFamily="34" charset="0"/>
              </a:rPr>
              <a:t>P</a:t>
            </a:r>
            <a:r>
              <a:rPr lang="zh-CN" altLang="en-US" sz="2400" dirty="0">
                <a:solidFill>
                  <a:srgbClr val="333399"/>
                </a:solidFill>
                <a:latin typeface="Arial" panose="020B0604020202020204" pitchFamily="34" charset="0"/>
              </a:rPr>
              <a:t>定义为：</a:t>
            </a:r>
          </a:p>
          <a:p>
            <a:pPr algn="just" eaLnBrk="1" hangingPunct="1">
              <a:lnSpc>
                <a:spcPct val="12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400" dirty="0">
                <a:solidFill>
                  <a:srgbClr val="333399"/>
                </a:solidFill>
                <a:latin typeface="Arial" panose="020B0604020202020204" pitchFamily="34" charset="0"/>
              </a:rPr>
              <a:t>      若</a:t>
            </a:r>
            <a:r>
              <a:rPr lang="en-US" altLang="zh-CN" sz="2400" dirty="0" err="1">
                <a:solidFill>
                  <a:srgbClr val="333399"/>
                </a:solidFill>
                <a:latin typeface="Arial" panose="020B0604020202020204" pitchFamily="34" charset="0"/>
              </a:rPr>
              <a:t>δ（A，a</a:t>
            </a:r>
            <a:r>
              <a:rPr lang="en-US" altLang="zh-CN" sz="2400" dirty="0">
                <a:solidFill>
                  <a:srgbClr val="333399"/>
                </a:solidFill>
                <a:latin typeface="Arial" panose="020B0604020202020204" pitchFamily="34" charset="0"/>
              </a:rPr>
              <a:t>）＝B </a:t>
            </a:r>
            <a:r>
              <a:rPr lang="zh-CN" altLang="en-US" sz="2400" dirty="0">
                <a:solidFill>
                  <a:srgbClr val="333399"/>
                </a:solidFill>
                <a:latin typeface="Arial" panose="020B0604020202020204" pitchFamily="34" charset="0"/>
              </a:rPr>
              <a:t>且 </a:t>
            </a:r>
            <a:r>
              <a:rPr lang="en-US" altLang="zh-CN" sz="2400" dirty="0">
                <a:solidFill>
                  <a:srgbClr val="333399"/>
                </a:solidFill>
                <a:latin typeface="Arial" panose="020B0604020202020204" pitchFamily="34" charset="0"/>
              </a:rPr>
              <a:t>B </a:t>
            </a:r>
            <a:r>
              <a:rPr lang="en-US" altLang="zh-CN" sz="2400" b="0" dirty="0">
                <a:solidFill>
                  <a:srgbClr val="333399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</a:t>
            </a:r>
            <a:r>
              <a:rPr lang="en-US" altLang="zh-CN" sz="2400" dirty="0">
                <a:solidFill>
                  <a:srgbClr val="333399"/>
                </a:solidFill>
                <a:latin typeface="Arial" panose="020B0604020202020204" pitchFamily="34" charset="0"/>
              </a:rPr>
              <a:t> F，</a:t>
            </a:r>
            <a:r>
              <a:rPr lang="zh-CN" altLang="en-US" sz="2400" dirty="0">
                <a:solidFill>
                  <a:srgbClr val="333399"/>
                </a:solidFill>
                <a:latin typeface="Arial" panose="020B0604020202020204" pitchFamily="34" charset="0"/>
              </a:rPr>
              <a:t>则</a:t>
            </a:r>
            <a:r>
              <a:rPr lang="en-US" altLang="zh-CN" sz="2400" dirty="0">
                <a:solidFill>
                  <a:srgbClr val="333399"/>
                </a:solidFill>
                <a:latin typeface="Arial" panose="020B0604020202020204" pitchFamily="34" charset="0"/>
              </a:rPr>
              <a:t>A </a:t>
            </a:r>
            <a:r>
              <a:rPr lang="en-US" altLang="zh-CN" sz="2400" dirty="0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  <a:sym typeface="Symbol" panose="05050102010706020507" pitchFamily="18" charset="2"/>
              </a:rPr>
              <a:t></a:t>
            </a:r>
            <a:r>
              <a:rPr lang="en-US" altLang="zh-CN" sz="2400" dirty="0">
                <a:solidFill>
                  <a:srgbClr val="333399"/>
                </a:solidFill>
                <a:latin typeface="Arial" panose="020B0604020202020204" pitchFamily="34" charset="0"/>
              </a:rPr>
              <a:t> </a:t>
            </a:r>
            <a:r>
              <a:rPr lang="en-US" altLang="zh-CN" sz="2400" dirty="0" err="1">
                <a:solidFill>
                  <a:srgbClr val="333399"/>
                </a:solidFill>
                <a:latin typeface="Arial" panose="020B0604020202020204" pitchFamily="34" charset="0"/>
              </a:rPr>
              <a:t>aB</a:t>
            </a:r>
            <a:r>
              <a:rPr lang="en-US" altLang="zh-CN" sz="2400" dirty="0">
                <a:solidFill>
                  <a:srgbClr val="333399"/>
                </a:solidFill>
                <a:latin typeface="Arial" panose="020B0604020202020204" pitchFamily="34" charset="0"/>
              </a:rPr>
              <a:t> </a:t>
            </a:r>
            <a:r>
              <a:rPr lang="zh-CN" altLang="en-US" sz="2400" dirty="0">
                <a:solidFill>
                  <a:srgbClr val="333399"/>
                </a:solidFill>
                <a:latin typeface="Arial" panose="020B0604020202020204" pitchFamily="34" charset="0"/>
              </a:rPr>
              <a:t>在</a:t>
            </a:r>
            <a:r>
              <a:rPr lang="en-US" altLang="zh-CN" sz="2400" dirty="0">
                <a:solidFill>
                  <a:srgbClr val="333399"/>
                </a:solidFill>
                <a:latin typeface="Arial" panose="020B0604020202020204" pitchFamily="34" charset="0"/>
              </a:rPr>
              <a:t>P</a:t>
            </a:r>
            <a:r>
              <a:rPr lang="zh-CN" altLang="en-US" sz="2400" dirty="0">
                <a:solidFill>
                  <a:srgbClr val="333399"/>
                </a:solidFill>
                <a:latin typeface="Arial" panose="020B0604020202020204" pitchFamily="34" charset="0"/>
              </a:rPr>
              <a:t>中</a:t>
            </a:r>
          </a:p>
          <a:p>
            <a:pPr algn="just" eaLnBrk="1" hangingPunct="1">
              <a:lnSpc>
                <a:spcPct val="12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400" dirty="0">
                <a:solidFill>
                  <a:srgbClr val="333399"/>
                </a:solidFill>
                <a:latin typeface="Arial" panose="020B0604020202020204" pitchFamily="34" charset="0"/>
              </a:rPr>
              <a:t>      若</a:t>
            </a:r>
            <a:r>
              <a:rPr lang="en-US" altLang="zh-CN" sz="2400" dirty="0" err="1">
                <a:solidFill>
                  <a:srgbClr val="333399"/>
                </a:solidFill>
                <a:latin typeface="Arial" panose="020B0604020202020204" pitchFamily="34" charset="0"/>
              </a:rPr>
              <a:t>δ（A，a</a:t>
            </a:r>
            <a:r>
              <a:rPr lang="en-US" altLang="zh-CN" sz="2400" dirty="0">
                <a:solidFill>
                  <a:srgbClr val="333399"/>
                </a:solidFill>
                <a:latin typeface="Arial" panose="020B0604020202020204" pitchFamily="34" charset="0"/>
              </a:rPr>
              <a:t>）＝B </a:t>
            </a:r>
            <a:r>
              <a:rPr lang="zh-CN" altLang="en-US" sz="2400" dirty="0">
                <a:solidFill>
                  <a:srgbClr val="333399"/>
                </a:solidFill>
                <a:latin typeface="Arial" panose="020B0604020202020204" pitchFamily="34" charset="0"/>
              </a:rPr>
              <a:t>且 </a:t>
            </a:r>
            <a:r>
              <a:rPr lang="en-US" altLang="zh-CN" sz="2400" dirty="0">
                <a:solidFill>
                  <a:srgbClr val="333399"/>
                </a:solidFill>
                <a:latin typeface="Arial" panose="020B0604020202020204" pitchFamily="34" charset="0"/>
              </a:rPr>
              <a:t>B </a:t>
            </a:r>
            <a:r>
              <a:rPr lang="en-US" altLang="zh-CN" sz="2400" b="0" dirty="0">
                <a:solidFill>
                  <a:srgbClr val="333399"/>
                </a:solidFill>
                <a:ea typeface="宋体" panose="02010600030101010101" pitchFamily="2" charset="-122"/>
              </a:rPr>
              <a:t>∈</a:t>
            </a:r>
            <a:r>
              <a:rPr lang="en-US" altLang="zh-CN" sz="2400" dirty="0">
                <a:solidFill>
                  <a:srgbClr val="333399"/>
                </a:solidFill>
                <a:latin typeface="Arial" panose="020B0604020202020204" pitchFamily="34" charset="0"/>
              </a:rPr>
              <a:t> F，</a:t>
            </a:r>
            <a:r>
              <a:rPr lang="zh-CN" altLang="en-US" sz="2400" dirty="0">
                <a:solidFill>
                  <a:srgbClr val="333399"/>
                </a:solidFill>
                <a:latin typeface="Arial" panose="020B0604020202020204" pitchFamily="34" charset="0"/>
              </a:rPr>
              <a:t>则</a:t>
            </a:r>
            <a:r>
              <a:rPr lang="en-US" altLang="zh-CN" sz="2400" dirty="0">
                <a:solidFill>
                  <a:srgbClr val="333399"/>
                </a:solidFill>
                <a:latin typeface="Arial" panose="020B0604020202020204" pitchFamily="34" charset="0"/>
              </a:rPr>
              <a:t>A </a:t>
            </a:r>
            <a:r>
              <a:rPr lang="en-US" altLang="zh-CN" sz="2400" dirty="0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  <a:sym typeface="Symbol" panose="05050102010706020507" pitchFamily="18" charset="2"/>
              </a:rPr>
              <a:t></a:t>
            </a:r>
            <a:r>
              <a:rPr lang="en-US" altLang="zh-CN" sz="2400" dirty="0">
                <a:solidFill>
                  <a:srgbClr val="333399"/>
                </a:solidFill>
                <a:latin typeface="Arial" panose="020B0604020202020204" pitchFamily="34" charset="0"/>
              </a:rPr>
              <a:t> a </a:t>
            </a:r>
            <a:r>
              <a:rPr lang="zh-CN" altLang="en-US" sz="2400" dirty="0">
                <a:solidFill>
                  <a:srgbClr val="333399"/>
                </a:solidFill>
                <a:latin typeface="Arial" panose="020B0604020202020204" pitchFamily="34" charset="0"/>
              </a:rPr>
              <a:t>和</a:t>
            </a:r>
            <a:r>
              <a:rPr lang="en-US" altLang="zh-CN" sz="2400" dirty="0">
                <a:solidFill>
                  <a:srgbClr val="333399"/>
                </a:solidFill>
                <a:latin typeface="Arial" panose="020B0604020202020204" pitchFamily="34" charset="0"/>
              </a:rPr>
              <a:t>A </a:t>
            </a:r>
            <a:r>
              <a:rPr lang="en-US" altLang="zh-CN" sz="2400" dirty="0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  <a:sym typeface="Symbol" panose="05050102010706020507" pitchFamily="18" charset="2"/>
              </a:rPr>
              <a:t></a:t>
            </a:r>
            <a:r>
              <a:rPr lang="en-US" altLang="zh-CN" sz="2400" dirty="0">
                <a:solidFill>
                  <a:srgbClr val="333399"/>
                </a:solidFill>
                <a:latin typeface="Arial" panose="020B0604020202020204" pitchFamily="34" charset="0"/>
                <a:sym typeface="Wingdings" panose="05000000000000000000" pitchFamily="2" charset="2"/>
              </a:rPr>
              <a:t> </a:t>
            </a:r>
            <a:r>
              <a:rPr lang="en-US" altLang="zh-CN" sz="2400" dirty="0" err="1">
                <a:solidFill>
                  <a:srgbClr val="333399"/>
                </a:solidFill>
                <a:latin typeface="Arial" panose="020B0604020202020204" pitchFamily="34" charset="0"/>
              </a:rPr>
              <a:t>aB</a:t>
            </a:r>
            <a:r>
              <a:rPr lang="en-US" altLang="zh-CN" sz="2400" dirty="0">
                <a:solidFill>
                  <a:srgbClr val="333399"/>
                </a:solidFill>
                <a:latin typeface="Arial" panose="020B0604020202020204" pitchFamily="34" charset="0"/>
              </a:rPr>
              <a:t> </a:t>
            </a:r>
            <a:r>
              <a:rPr lang="zh-CN" altLang="en-US" sz="2400" dirty="0">
                <a:solidFill>
                  <a:srgbClr val="333399"/>
                </a:solidFill>
                <a:latin typeface="Arial" panose="020B0604020202020204" pitchFamily="34" charset="0"/>
              </a:rPr>
              <a:t>在</a:t>
            </a:r>
            <a:r>
              <a:rPr lang="en-US" altLang="zh-CN" sz="2400" dirty="0">
                <a:solidFill>
                  <a:srgbClr val="333399"/>
                </a:solidFill>
                <a:latin typeface="Arial" panose="020B0604020202020204" pitchFamily="34" charset="0"/>
              </a:rPr>
              <a:t>P</a:t>
            </a:r>
            <a:r>
              <a:rPr lang="zh-CN" altLang="en-US" sz="2400" dirty="0">
                <a:solidFill>
                  <a:srgbClr val="333399"/>
                </a:solidFill>
                <a:latin typeface="Arial" panose="020B0604020202020204" pitchFamily="34" charset="0"/>
              </a:rPr>
              <a:t>中</a:t>
            </a:r>
          </a:p>
          <a:p>
            <a:pPr algn="just" eaLnBrk="1" hangingPunct="1">
              <a:lnSpc>
                <a:spcPct val="12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400" dirty="0">
                <a:solidFill>
                  <a:srgbClr val="333399"/>
                </a:solidFill>
                <a:latin typeface="Arial" panose="020B0604020202020204" pitchFamily="34" charset="0"/>
              </a:rPr>
              <a:t>    （注：书上未明确）</a:t>
            </a:r>
          </a:p>
          <a:p>
            <a:pPr algn="just" eaLnBrk="1" hangingPunct="1">
              <a:lnSpc>
                <a:spcPct val="12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400" dirty="0">
                <a:solidFill>
                  <a:srgbClr val="333399"/>
                </a:solidFill>
                <a:latin typeface="Arial" panose="020B0604020202020204" pitchFamily="34" charset="0"/>
              </a:rPr>
              <a:t> </a:t>
            </a:r>
            <a:r>
              <a:rPr lang="en-US" altLang="zh-CN" sz="2400" dirty="0">
                <a:solidFill>
                  <a:srgbClr val="333399"/>
                </a:solidFill>
                <a:latin typeface="Arial" panose="020B0604020202020204" pitchFamily="34" charset="0"/>
              </a:rPr>
              <a:t>L（M）</a:t>
            </a:r>
            <a:r>
              <a:rPr lang="en-US" altLang="zh-CN" sz="2400" dirty="0">
                <a:solidFill>
                  <a:srgbClr val="333399"/>
                </a:solidFill>
                <a:latin typeface="Arial" panose="020B0604020202020204" pitchFamily="34" charset="0"/>
                <a:sym typeface="Euclid Symbol" panose="05050102010706020507" pitchFamily="18" charset="2"/>
              </a:rPr>
              <a:t> </a:t>
            </a:r>
            <a:r>
              <a:rPr lang="en-US" altLang="zh-CN" sz="2400" dirty="0">
                <a:solidFill>
                  <a:srgbClr val="333399"/>
                </a:solidFill>
                <a:latin typeface="Arial" panose="020B0604020202020204" pitchFamily="34" charset="0"/>
              </a:rPr>
              <a:t>L（G） </a:t>
            </a:r>
            <a:r>
              <a:rPr lang="zh-CN" altLang="en-US" sz="2400" dirty="0">
                <a:solidFill>
                  <a:srgbClr val="333399"/>
                </a:solidFill>
                <a:latin typeface="Arial" panose="020B0604020202020204" pitchFamily="34" charset="0"/>
              </a:rPr>
              <a:t>的证明见书 </a:t>
            </a:r>
            <a:r>
              <a:rPr lang="en-US" altLang="zh-CN" sz="2400" dirty="0">
                <a:solidFill>
                  <a:srgbClr val="333399"/>
                </a:solidFill>
                <a:latin typeface="Arial" panose="020B0604020202020204" pitchFamily="34" charset="0"/>
              </a:rPr>
              <a:t>P65   （</a:t>
            </a:r>
            <a:r>
              <a:rPr lang="zh-CN" altLang="en-US" sz="2400" dirty="0">
                <a:solidFill>
                  <a:srgbClr val="333399"/>
                </a:solidFill>
                <a:latin typeface="Arial" panose="020B0604020202020204" pitchFamily="34" charset="0"/>
              </a:rPr>
              <a:t>自学）。 </a:t>
            </a:r>
            <a:r>
              <a:rPr lang="en-US" altLang="zh-CN" sz="2400" dirty="0">
                <a:solidFill>
                  <a:srgbClr val="333399"/>
                </a:solidFill>
                <a:latin typeface="Arial" panose="020B0604020202020204" pitchFamily="34" charset="0"/>
              </a:rPr>
              <a:t> </a:t>
            </a:r>
          </a:p>
        </p:txBody>
      </p:sp>
    </p:spTree>
  </p:cSld>
  <p:clrMapOvr>
    <a:masterClrMapping/>
  </p:clrMapOvr>
  <p:transition spd="med" advClick="0">
    <p:wipe dir="r"/>
  </p:transition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灯片编号占位符 1"/>
          <p:cNvSpPr>
            <a:spLocks noGrp="1"/>
          </p:cNvSpPr>
          <p:nvPr>
            <p:ph type="sldNum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4B2604D6-B1FD-4682-ABFA-A4493AFD658A}" type="slidenum">
              <a:rPr kumimoji="0" lang="zh-CN" altLang="en-US" sz="1200">
                <a:solidFill>
                  <a:srgbClr val="009999"/>
                </a:solidFill>
                <a:latin typeface="Arial Narrow" panose="020B0606020202030204" pitchFamily="34" charset="0"/>
                <a:ea typeface="宋体" panose="02010600030101010101" pitchFamily="2" charset="-122"/>
              </a:rPr>
              <a:t>36</a:t>
            </a:fld>
            <a:endParaRPr kumimoji="0" lang="en-US" altLang="zh-CN" sz="1200">
              <a:solidFill>
                <a:srgbClr val="009999"/>
              </a:solidFill>
              <a:latin typeface="Arial Narrow" panose="020B0606020202030204" pitchFamily="34" charset="0"/>
              <a:ea typeface="宋体" panose="02010600030101010101" pitchFamily="2" charset="-122"/>
            </a:endParaRPr>
          </a:p>
        </p:txBody>
      </p:sp>
      <p:sp>
        <p:nvSpPr>
          <p:cNvPr id="27651" name="日期占位符 2"/>
          <p:cNvSpPr>
            <a:spLocks noGrp="1"/>
          </p:cNvSpPr>
          <p:nvPr>
            <p:ph type="dt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B8B8076C-53BB-499F-A2EA-B42B935954E3}" type="datetime1">
              <a:rPr kumimoji="0" lang="zh-CN" altLang="en-US" sz="1200">
                <a:solidFill>
                  <a:srgbClr val="009999"/>
                </a:solidFill>
                <a:latin typeface="Arial Narrow" panose="020B0606020202030204" pitchFamily="34" charset="0"/>
                <a:ea typeface="宋体" panose="02010600030101010101" pitchFamily="2" charset="-122"/>
              </a:rPr>
              <a:t>2024/3/24</a:t>
            </a:fld>
            <a:endParaRPr kumimoji="0" lang="zh-CN" altLang="zh-CN" sz="1200">
              <a:solidFill>
                <a:srgbClr val="009999"/>
              </a:solidFill>
              <a:latin typeface="Arial Narrow" panose="020B0606020202030204" pitchFamily="34" charset="0"/>
              <a:ea typeface="宋体" panose="02010600030101010101" pitchFamily="2" charset="-122"/>
            </a:endParaRPr>
          </a:p>
        </p:txBody>
      </p:sp>
      <p:sp>
        <p:nvSpPr>
          <p:cNvPr id="27652" name="页脚占位符 3"/>
          <p:cNvSpPr>
            <a:spLocks noGrp="1"/>
          </p:cNvSpPr>
          <p:nvPr>
            <p:ph type="ftr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200">
                <a:solidFill>
                  <a:srgbClr val="009999"/>
                </a:solidFill>
                <a:latin typeface="Arial Narrow" panose="020B0606020202030204" pitchFamily="34" charset="0"/>
                <a:ea typeface="宋体" panose="02010600030101010101" pitchFamily="2" charset="-122"/>
              </a:rPr>
              <a:t>School of Computer Science, BUPT</a:t>
            </a:r>
            <a:endParaRPr lang="zh-CN" altLang="en-US" sz="1200">
              <a:solidFill>
                <a:srgbClr val="009999"/>
              </a:solidFill>
              <a:latin typeface="Arial Narrow" panose="020B0606020202030204" pitchFamily="34" charset="0"/>
              <a:ea typeface="宋体" panose="02010600030101010101" pitchFamily="2" charset="-122"/>
            </a:endParaRPr>
          </a:p>
        </p:txBody>
      </p:sp>
      <p:sp>
        <p:nvSpPr>
          <p:cNvPr id="27653" name="Rectangle 2"/>
          <p:cNvSpPr>
            <a:spLocks noChangeArrowheads="1"/>
          </p:cNvSpPr>
          <p:nvPr/>
        </p:nvSpPr>
        <p:spPr bwMode="auto">
          <a:xfrm>
            <a:off x="914400" y="304800"/>
            <a:ext cx="8001000" cy="838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algn="r" eaLnBrk="1" hangingPunct="1">
              <a:lnSpc>
                <a:spcPct val="9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3200" dirty="0">
                <a:solidFill>
                  <a:srgbClr val="800080"/>
                </a:solidFill>
                <a:ea typeface="华文行楷" panose="02010800040101010101" pitchFamily="2" charset="-122"/>
              </a:rPr>
              <a:t>有限自动机＝&gt;右线性文法</a:t>
            </a:r>
            <a:r>
              <a:rPr lang="zh-CN" altLang="en-US" sz="2400" b="0" dirty="0">
                <a:solidFill>
                  <a:srgbClr val="333399"/>
                </a:solidFill>
                <a:latin typeface="Arial" panose="020B0604020202020204" pitchFamily="34" charset="0"/>
              </a:rPr>
              <a:t>（</a:t>
            </a:r>
            <a:r>
              <a:rPr lang="zh-CN" altLang="en-US" b="0" dirty="0">
                <a:solidFill>
                  <a:srgbClr val="333399"/>
                </a:solidFill>
                <a:latin typeface="Arial" panose="020B0604020202020204" pitchFamily="34" charset="0"/>
              </a:rPr>
              <a:t>例</a:t>
            </a:r>
            <a:r>
              <a:rPr lang="en-US" altLang="zh-CN" sz="2400" b="0" dirty="0">
                <a:solidFill>
                  <a:srgbClr val="333399"/>
                </a:solidFill>
                <a:latin typeface="Arial" panose="020B0604020202020204" pitchFamily="34" charset="0"/>
              </a:rPr>
              <a:t>）</a:t>
            </a:r>
          </a:p>
        </p:txBody>
      </p:sp>
      <p:sp>
        <p:nvSpPr>
          <p:cNvPr id="27654" name="Text Box 3"/>
          <p:cNvSpPr txBox="1">
            <a:spLocks noChangeArrowheads="1"/>
          </p:cNvSpPr>
          <p:nvPr/>
        </p:nvSpPr>
        <p:spPr bwMode="auto">
          <a:xfrm>
            <a:off x="228600" y="1143000"/>
            <a:ext cx="8458200" cy="15160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eaLnBrk="1" hangingPunct="1">
              <a:lnSpc>
                <a:spcPct val="13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400" dirty="0">
                <a:solidFill>
                  <a:srgbClr val="800080"/>
                </a:solidFill>
                <a:latin typeface="Arial" panose="020B0604020202020204" pitchFamily="34" charset="0"/>
              </a:rPr>
              <a:t>例：</a:t>
            </a:r>
            <a:r>
              <a:rPr lang="zh-CN" altLang="en-US" sz="2400" dirty="0">
                <a:solidFill>
                  <a:schemeClr val="tx2"/>
                </a:solidFill>
                <a:latin typeface="Arial" panose="020B0604020202020204" pitchFamily="34" charset="0"/>
              </a:rPr>
              <a:t>设有</a:t>
            </a:r>
            <a:r>
              <a:rPr lang="en-US" altLang="zh-CN" sz="2400" dirty="0">
                <a:solidFill>
                  <a:schemeClr val="tx2"/>
                </a:solidFill>
                <a:latin typeface="Arial" panose="020B0604020202020204" pitchFamily="34" charset="0"/>
              </a:rPr>
              <a:t>DFA M =({q</a:t>
            </a:r>
            <a:r>
              <a:rPr lang="en-US" altLang="zh-CN" sz="2400" baseline="-25000" dirty="0">
                <a:solidFill>
                  <a:schemeClr val="tx2"/>
                </a:solidFill>
                <a:latin typeface="Arial" panose="020B0604020202020204" pitchFamily="34" charset="0"/>
              </a:rPr>
              <a:t>0</a:t>
            </a:r>
            <a:r>
              <a:rPr lang="en-US" altLang="zh-CN" sz="2400" dirty="0">
                <a:solidFill>
                  <a:schemeClr val="tx2"/>
                </a:solidFill>
                <a:latin typeface="Arial" panose="020B0604020202020204" pitchFamily="34" charset="0"/>
              </a:rPr>
              <a:t>,q</a:t>
            </a:r>
            <a:r>
              <a:rPr lang="en-US" altLang="zh-CN" sz="2400" baseline="-25000" dirty="0">
                <a:solidFill>
                  <a:schemeClr val="tx2"/>
                </a:solidFill>
                <a:latin typeface="Arial" panose="020B0604020202020204" pitchFamily="34" charset="0"/>
              </a:rPr>
              <a:t>1</a:t>
            </a:r>
            <a:r>
              <a:rPr lang="en-US" altLang="zh-CN" sz="2400" dirty="0">
                <a:solidFill>
                  <a:schemeClr val="tx2"/>
                </a:solidFill>
                <a:latin typeface="Arial" panose="020B0604020202020204" pitchFamily="34" charset="0"/>
              </a:rPr>
              <a:t>,q</a:t>
            </a:r>
            <a:r>
              <a:rPr lang="en-US" altLang="zh-CN" sz="2400" baseline="-25000" dirty="0">
                <a:solidFill>
                  <a:schemeClr val="tx2"/>
                </a:solidFill>
                <a:latin typeface="Arial" panose="020B0604020202020204" pitchFamily="34" charset="0"/>
              </a:rPr>
              <a:t>2</a:t>
            </a:r>
            <a:r>
              <a:rPr lang="en-US" altLang="zh-CN" sz="2400" dirty="0">
                <a:solidFill>
                  <a:schemeClr val="tx2"/>
                </a:solidFill>
                <a:latin typeface="Arial" panose="020B0604020202020204" pitchFamily="34" charset="0"/>
              </a:rPr>
              <a:t>,q</a:t>
            </a:r>
            <a:r>
              <a:rPr lang="en-US" altLang="zh-CN" sz="2400" baseline="-25000" dirty="0">
                <a:solidFill>
                  <a:schemeClr val="tx2"/>
                </a:solidFill>
                <a:latin typeface="Arial" panose="020B0604020202020204" pitchFamily="34" charset="0"/>
              </a:rPr>
              <a:t>3</a:t>
            </a:r>
            <a:r>
              <a:rPr lang="en-US" altLang="zh-CN" sz="2400" dirty="0">
                <a:solidFill>
                  <a:schemeClr val="tx2"/>
                </a:solidFill>
                <a:latin typeface="Arial" panose="020B0604020202020204" pitchFamily="34" charset="0"/>
              </a:rPr>
              <a:t>}, {</a:t>
            </a:r>
            <a:r>
              <a:rPr lang="en-US" altLang="zh-CN" sz="2400" dirty="0" err="1">
                <a:solidFill>
                  <a:schemeClr val="tx2"/>
                </a:solidFill>
                <a:latin typeface="Arial" panose="020B0604020202020204" pitchFamily="34" charset="0"/>
              </a:rPr>
              <a:t>a,b</a:t>
            </a:r>
            <a:r>
              <a:rPr lang="en-US" altLang="zh-CN" sz="2400" dirty="0">
                <a:solidFill>
                  <a:schemeClr val="tx2"/>
                </a:solidFill>
                <a:latin typeface="Arial" panose="020B0604020202020204" pitchFamily="34" charset="0"/>
              </a:rPr>
              <a:t>}, </a:t>
            </a:r>
            <a:r>
              <a:rPr lang="en-US" altLang="zh-CN" sz="2400" dirty="0">
                <a:solidFill>
                  <a:schemeClr val="tx2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</a:t>
            </a:r>
            <a:r>
              <a:rPr lang="en-US" altLang="zh-CN" sz="2400" dirty="0">
                <a:solidFill>
                  <a:schemeClr val="tx2"/>
                </a:solidFill>
                <a:latin typeface="Arial" panose="020B0604020202020204" pitchFamily="34" charset="0"/>
              </a:rPr>
              <a:t> , q</a:t>
            </a:r>
            <a:r>
              <a:rPr lang="en-US" altLang="zh-CN" sz="2400" baseline="-25000" dirty="0">
                <a:solidFill>
                  <a:schemeClr val="tx2"/>
                </a:solidFill>
                <a:latin typeface="Arial" panose="020B0604020202020204" pitchFamily="34" charset="0"/>
              </a:rPr>
              <a:t>0</a:t>
            </a:r>
            <a:r>
              <a:rPr lang="en-US" altLang="zh-CN" sz="2400" dirty="0">
                <a:solidFill>
                  <a:schemeClr val="tx2"/>
                </a:solidFill>
                <a:latin typeface="Arial" panose="020B0604020202020204" pitchFamily="34" charset="0"/>
              </a:rPr>
              <a:t>, {q</a:t>
            </a:r>
            <a:r>
              <a:rPr lang="en-US" altLang="zh-CN" sz="2400" baseline="-25000" dirty="0">
                <a:solidFill>
                  <a:schemeClr val="tx2"/>
                </a:solidFill>
                <a:latin typeface="Arial" panose="020B0604020202020204" pitchFamily="34" charset="0"/>
              </a:rPr>
              <a:t>3</a:t>
            </a:r>
            <a:r>
              <a:rPr lang="en-US" altLang="zh-CN" sz="2400" dirty="0">
                <a:solidFill>
                  <a:schemeClr val="tx2"/>
                </a:solidFill>
                <a:latin typeface="Arial" panose="020B0604020202020204" pitchFamily="34" charset="0"/>
              </a:rPr>
              <a:t>} )</a:t>
            </a:r>
            <a:br>
              <a:rPr lang="en-US" altLang="zh-CN" sz="2400" dirty="0">
                <a:solidFill>
                  <a:schemeClr val="tx2"/>
                </a:solidFill>
                <a:latin typeface="Arial" panose="020B0604020202020204" pitchFamily="34" charset="0"/>
              </a:rPr>
            </a:br>
            <a:r>
              <a:rPr lang="en-US" altLang="zh-CN" sz="2400" dirty="0">
                <a:solidFill>
                  <a:schemeClr val="tx2"/>
                </a:solidFill>
                <a:latin typeface="Arial" panose="020B0604020202020204" pitchFamily="34" charset="0"/>
              </a:rPr>
              <a:t>   </a:t>
            </a:r>
            <a:r>
              <a:rPr lang="zh-CN" altLang="en-US" sz="2400" dirty="0">
                <a:solidFill>
                  <a:schemeClr val="tx2"/>
                </a:solidFill>
                <a:latin typeface="Arial" panose="020B0604020202020204" pitchFamily="34" charset="0"/>
              </a:rPr>
              <a:t>其中转换函数如图所示，</a:t>
            </a:r>
          </a:p>
          <a:p>
            <a:pPr eaLnBrk="1" hangingPunct="1">
              <a:lnSpc>
                <a:spcPct val="13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 dirty="0">
                <a:solidFill>
                  <a:schemeClr val="tx2"/>
                </a:solidFill>
                <a:latin typeface="Arial" panose="020B0604020202020204" pitchFamily="34" charset="0"/>
              </a:rPr>
              <a:t>   </a:t>
            </a:r>
            <a:r>
              <a:rPr lang="zh-CN" altLang="en-US" sz="2400" dirty="0">
                <a:solidFill>
                  <a:schemeClr val="tx2"/>
                </a:solidFill>
                <a:latin typeface="Arial" panose="020B0604020202020204" pitchFamily="34" charset="0"/>
              </a:rPr>
              <a:t>试构造与之等价的右线性文法</a:t>
            </a:r>
            <a:r>
              <a:rPr lang="en-US" altLang="zh-CN" sz="2400" dirty="0">
                <a:solidFill>
                  <a:schemeClr val="tx2"/>
                </a:solidFill>
                <a:latin typeface="Arial" panose="020B0604020202020204" pitchFamily="34" charset="0"/>
              </a:rPr>
              <a:t>G。</a:t>
            </a:r>
          </a:p>
        </p:txBody>
      </p:sp>
      <p:sp>
        <p:nvSpPr>
          <p:cNvPr id="846852" name="Rectangle 4"/>
          <p:cNvSpPr>
            <a:spLocks noChangeArrowheads="1"/>
          </p:cNvSpPr>
          <p:nvPr/>
        </p:nvSpPr>
        <p:spPr bwMode="auto">
          <a:xfrm>
            <a:off x="0" y="2590800"/>
            <a:ext cx="5449888" cy="4038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8191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eaLnBrk="1" hangingPunct="1">
              <a:buFont typeface="Wingdings" panose="05000000000000000000" pitchFamily="2" charset="2"/>
              <a:buNone/>
            </a:pPr>
            <a:r>
              <a:rPr lang="zh-CN" altLang="en-US" sz="2400" dirty="0">
                <a:solidFill>
                  <a:srgbClr val="800080"/>
                </a:solidFill>
                <a:latin typeface="Arial" panose="020B0604020202020204" pitchFamily="34" charset="0"/>
              </a:rPr>
              <a:t>解：</a:t>
            </a:r>
            <a:r>
              <a:rPr lang="zh-CN" altLang="en-US" sz="2400" dirty="0">
                <a:solidFill>
                  <a:schemeClr val="tx2"/>
                </a:solidFill>
                <a:latin typeface="宋体" panose="02010600030101010101" pitchFamily="2" charset="-122"/>
              </a:rPr>
              <a:t>构造右线性文法</a:t>
            </a:r>
            <a:r>
              <a:rPr lang="en-US" altLang="zh-CN" sz="2400" dirty="0">
                <a:solidFill>
                  <a:schemeClr val="tx2"/>
                </a:solidFill>
                <a:latin typeface="宋体" panose="02010600030101010101" pitchFamily="2" charset="-122"/>
              </a:rPr>
              <a:t>G=(N,T,P,S)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400" dirty="0">
                <a:solidFill>
                  <a:schemeClr val="tx2"/>
                </a:solidFill>
                <a:latin typeface="宋体" panose="02010600030101010101" pitchFamily="2" charset="-122"/>
              </a:rPr>
              <a:t> N ={q</a:t>
            </a:r>
            <a:r>
              <a:rPr lang="en-US" altLang="zh-CN" sz="2400" baseline="-25000" dirty="0">
                <a:solidFill>
                  <a:schemeClr val="tx2"/>
                </a:solidFill>
                <a:latin typeface="宋体" panose="02010600030101010101" pitchFamily="2" charset="-122"/>
              </a:rPr>
              <a:t>0</a:t>
            </a:r>
            <a:r>
              <a:rPr lang="en-US" altLang="zh-CN" sz="2400" dirty="0">
                <a:solidFill>
                  <a:schemeClr val="tx2"/>
                </a:solidFill>
                <a:latin typeface="宋体" panose="02010600030101010101" pitchFamily="2" charset="-122"/>
              </a:rPr>
              <a:t>,q</a:t>
            </a:r>
            <a:r>
              <a:rPr lang="en-US" altLang="zh-CN" sz="2400" baseline="-25000" dirty="0">
                <a:solidFill>
                  <a:schemeClr val="tx2"/>
                </a:solidFill>
                <a:latin typeface="宋体" panose="02010600030101010101" pitchFamily="2" charset="-122"/>
              </a:rPr>
              <a:t>1</a:t>
            </a:r>
            <a:r>
              <a:rPr lang="en-US" altLang="zh-CN" sz="2400" dirty="0">
                <a:solidFill>
                  <a:schemeClr val="tx2"/>
                </a:solidFill>
                <a:latin typeface="宋体" panose="02010600030101010101" pitchFamily="2" charset="-122"/>
              </a:rPr>
              <a:t>,q</a:t>
            </a:r>
            <a:r>
              <a:rPr lang="en-US" altLang="zh-CN" sz="2400" baseline="-25000" dirty="0">
                <a:solidFill>
                  <a:schemeClr val="tx2"/>
                </a:solidFill>
                <a:latin typeface="宋体" panose="02010600030101010101" pitchFamily="2" charset="-122"/>
              </a:rPr>
              <a:t>2</a:t>
            </a:r>
            <a:r>
              <a:rPr lang="en-US" altLang="zh-CN" sz="2400" dirty="0">
                <a:solidFill>
                  <a:schemeClr val="tx2"/>
                </a:solidFill>
                <a:latin typeface="宋体" panose="02010600030101010101" pitchFamily="2" charset="-122"/>
              </a:rPr>
              <a:t>,q</a:t>
            </a:r>
            <a:r>
              <a:rPr lang="en-US" altLang="zh-CN" sz="2400" baseline="-25000" dirty="0">
                <a:solidFill>
                  <a:schemeClr val="tx2"/>
                </a:solidFill>
                <a:latin typeface="宋体" panose="02010600030101010101" pitchFamily="2" charset="-122"/>
              </a:rPr>
              <a:t>3</a:t>
            </a:r>
            <a:r>
              <a:rPr lang="en-US" altLang="zh-CN" sz="2400" dirty="0">
                <a:solidFill>
                  <a:schemeClr val="tx2"/>
                </a:solidFill>
                <a:latin typeface="宋体" panose="02010600030101010101" pitchFamily="2" charset="-122"/>
              </a:rPr>
              <a:t>} T ={</a:t>
            </a:r>
            <a:r>
              <a:rPr lang="en-US" altLang="zh-CN" sz="2400" dirty="0" err="1">
                <a:solidFill>
                  <a:schemeClr val="tx2"/>
                </a:solidFill>
                <a:latin typeface="宋体" panose="02010600030101010101" pitchFamily="2" charset="-122"/>
              </a:rPr>
              <a:t>a,b</a:t>
            </a:r>
            <a:r>
              <a:rPr lang="en-US" altLang="zh-CN" sz="2400" dirty="0">
                <a:solidFill>
                  <a:schemeClr val="tx2"/>
                </a:solidFill>
                <a:latin typeface="宋体" panose="02010600030101010101" pitchFamily="2" charset="-122"/>
              </a:rPr>
              <a:t>}  S = q</a:t>
            </a:r>
            <a:r>
              <a:rPr lang="en-US" altLang="zh-CN" sz="2400" baseline="-25000" dirty="0">
                <a:solidFill>
                  <a:schemeClr val="tx2"/>
                </a:solidFill>
                <a:latin typeface="宋体" panose="02010600030101010101" pitchFamily="2" charset="-122"/>
              </a:rPr>
              <a:t>0</a:t>
            </a:r>
            <a:endParaRPr lang="en-US" altLang="zh-CN" sz="2400" dirty="0">
              <a:solidFill>
                <a:schemeClr val="tx2"/>
              </a:solidFill>
              <a:latin typeface="宋体" panose="02010600030101010101" pitchFamily="2" charset="-122"/>
            </a:endParaRP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zh-CN" altLang="en-US" sz="2400" dirty="0">
                <a:solidFill>
                  <a:schemeClr val="tx2"/>
                </a:solidFill>
                <a:latin typeface="宋体" panose="02010600030101010101" pitchFamily="2" charset="-122"/>
              </a:rPr>
              <a:t> 产生式集合</a:t>
            </a:r>
            <a:r>
              <a:rPr lang="en-US" altLang="zh-CN" sz="2400" dirty="0">
                <a:solidFill>
                  <a:schemeClr val="tx2"/>
                </a:solidFill>
                <a:latin typeface="宋体" panose="02010600030101010101" pitchFamily="2" charset="-122"/>
              </a:rPr>
              <a:t>P</a:t>
            </a:r>
            <a:endParaRPr lang="en-US" altLang="zh-CN" sz="2400" dirty="0">
              <a:solidFill>
                <a:schemeClr val="tx2"/>
              </a:solidFill>
              <a:latin typeface="宋体" panose="02010600030101010101" pitchFamily="2" charset="-122"/>
              <a:sym typeface="Symbol" panose="05050102010706020507" pitchFamily="18" charset="2"/>
            </a:endParaRPr>
          </a:p>
          <a:p>
            <a:pPr lvl="1" algn="just" eaLnBrk="1" hangingPunct="1">
              <a:buFontTx/>
              <a:buNone/>
            </a:pPr>
            <a:r>
              <a:rPr lang="zh-CN" altLang="en-US" sz="2400" dirty="0">
                <a:solidFill>
                  <a:schemeClr val="tx2"/>
                </a:solidFill>
                <a:latin typeface="宋体" panose="02010600030101010101" pitchFamily="2" charset="-122"/>
                <a:sym typeface="Symbol" panose="05050102010706020507" pitchFamily="18" charset="2"/>
              </a:rPr>
              <a:t></a:t>
            </a:r>
            <a:r>
              <a:rPr lang="zh-CN" altLang="en-US" sz="2400" dirty="0">
                <a:solidFill>
                  <a:schemeClr val="tx2"/>
                </a:solidFill>
                <a:latin typeface="宋体" panose="02010600030101010101" pitchFamily="2" charset="-122"/>
              </a:rPr>
              <a:t>(</a:t>
            </a:r>
            <a:r>
              <a:rPr lang="en-US" altLang="zh-CN" sz="2400" dirty="0">
                <a:solidFill>
                  <a:schemeClr val="tx2"/>
                </a:solidFill>
                <a:latin typeface="宋体" panose="02010600030101010101" pitchFamily="2" charset="-122"/>
              </a:rPr>
              <a:t>q</a:t>
            </a:r>
            <a:r>
              <a:rPr lang="en-US" altLang="zh-CN" sz="2400" baseline="-25000" dirty="0">
                <a:solidFill>
                  <a:schemeClr val="tx2"/>
                </a:solidFill>
                <a:latin typeface="宋体" panose="02010600030101010101" pitchFamily="2" charset="-122"/>
              </a:rPr>
              <a:t>0</a:t>
            </a:r>
            <a:r>
              <a:rPr lang="en-US" altLang="zh-CN" sz="2400" dirty="0">
                <a:solidFill>
                  <a:schemeClr val="tx2"/>
                </a:solidFill>
                <a:latin typeface="宋体" panose="02010600030101010101" pitchFamily="2" charset="-122"/>
              </a:rPr>
              <a:t>,a)=q</a:t>
            </a:r>
            <a:r>
              <a:rPr lang="en-US" altLang="zh-CN" sz="2400" baseline="-25000" dirty="0">
                <a:solidFill>
                  <a:schemeClr val="tx2"/>
                </a:solidFill>
                <a:latin typeface="宋体" panose="02010600030101010101" pitchFamily="2" charset="-122"/>
              </a:rPr>
              <a:t>1</a:t>
            </a:r>
            <a:r>
              <a:rPr lang="en-US" altLang="zh-CN" sz="2400" dirty="0">
                <a:solidFill>
                  <a:schemeClr val="tx2"/>
                </a:solidFill>
                <a:latin typeface="宋体" panose="02010600030101010101" pitchFamily="2" charset="-122"/>
              </a:rPr>
              <a:t>，      </a:t>
            </a:r>
            <a:r>
              <a:rPr lang="en-US" altLang="zh-CN" sz="2400" dirty="0">
                <a:solidFill>
                  <a:schemeClr val="tx2"/>
                </a:solidFill>
                <a:latin typeface="宋体" panose="02010600030101010101" pitchFamily="2" charset="-122"/>
                <a:sym typeface="Symbol" panose="05050102010706020507" pitchFamily="18" charset="2"/>
              </a:rPr>
              <a:t> </a:t>
            </a:r>
            <a:r>
              <a:rPr lang="en-US" altLang="zh-CN" sz="2400" dirty="0">
                <a:solidFill>
                  <a:schemeClr val="tx2"/>
                </a:solidFill>
                <a:latin typeface="宋体" panose="02010600030101010101" pitchFamily="2" charset="-122"/>
              </a:rPr>
              <a:t>q</a:t>
            </a:r>
            <a:r>
              <a:rPr lang="en-US" altLang="zh-CN" sz="2400" baseline="-25000" dirty="0">
                <a:solidFill>
                  <a:schemeClr val="tx2"/>
                </a:solidFill>
                <a:latin typeface="宋体" panose="02010600030101010101" pitchFamily="2" charset="-122"/>
              </a:rPr>
              <a:t>0</a:t>
            </a:r>
            <a:r>
              <a:rPr lang="en-US" altLang="zh-CN" sz="2400" dirty="0">
                <a:solidFill>
                  <a:schemeClr val="tx2"/>
                </a:solidFill>
                <a:latin typeface="宋体" panose="02010600030101010101" pitchFamily="2" charset="-122"/>
                <a:sym typeface="Symbol" panose="05050102010706020507" pitchFamily="18" charset="2"/>
              </a:rPr>
              <a:t></a:t>
            </a:r>
            <a:r>
              <a:rPr lang="en-US" altLang="zh-CN" sz="2400" dirty="0">
                <a:solidFill>
                  <a:schemeClr val="tx2"/>
                </a:solidFill>
                <a:latin typeface="宋体" panose="02010600030101010101" pitchFamily="2" charset="-122"/>
              </a:rPr>
              <a:t>aq</a:t>
            </a:r>
            <a:r>
              <a:rPr lang="en-US" altLang="zh-CN" sz="2400" baseline="-25000" dirty="0">
                <a:solidFill>
                  <a:schemeClr val="tx2"/>
                </a:solidFill>
                <a:latin typeface="宋体" panose="02010600030101010101" pitchFamily="2" charset="-122"/>
              </a:rPr>
              <a:t>1</a:t>
            </a:r>
            <a:endParaRPr lang="en-US" altLang="zh-CN" sz="2400" dirty="0">
              <a:solidFill>
                <a:schemeClr val="tx2"/>
              </a:solidFill>
              <a:latin typeface="宋体" panose="02010600030101010101" pitchFamily="2" charset="-122"/>
            </a:endParaRPr>
          </a:p>
          <a:p>
            <a:pPr lvl="1" algn="just" eaLnBrk="1" hangingPunct="1">
              <a:buFontTx/>
              <a:buNone/>
            </a:pPr>
            <a:r>
              <a:rPr lang="en-US" altLang="zh-CN" sz="2400" dirty="0">
                <a:solidFill>
                  <a:schemeClr val="tx2"/>
                </a:solidFill>
                <a:latin typeface="宋体" panose="02010600030101010101" pitchFamily="2" charset="-122"/>
                <a:sym typeface="Symbol" panose="05050102010706020507" pitchFamily="18" charset="2"/>
              </a:rPr>
              <a:t></a:t>
            </a:r>
            <a:r>
              <a:rPr lang="en-US" altLang="zh-CN" sz="2400" dirty="0">
                <a:solidFill>
                  <a:schemeClr val="tx2"/>
                </a:solidFill>
                <a:latin typeface="宋体" panose="02010600030101010101" pitchFamily="2" charset="-122"/>
              </a:rPr>
              <a:t>(q</a:t>
            </a:r>
            <a:r>
              <a:rPr lang="en-US" altLang="zh-CN" sz="2400" baseline="-25000" dirty="0">
                <a:solidFill>
                  <a:schemeClr val="tx2"/>
                </a:solidFill>
                <a:latin typeface="宋体" panose="02010600030101010101" pitchFamily="2" charset="-122"/>
              </a:rPr>
              <a:t>0</a:t>
            </a:r>
            <a:r>
              <a:rPr lang="en-US" altLang="zh-CN" sz="2400" dirty="0">
                <a:solidFill>
                  <a:schemeClr val="tx2"/>
                </a:solidFill>
                <a:latin typeface="宋体" panose="02010600030101010101" pitchFamily="2" charset="-122"/>
              </a:rPr>
              <a:t>,b)=q</a:t>
            </a:r>
            <a:r>
              <a:rPr lang="en-US" altLang="zh-CN" sz="2400" baseline="-25000" dirty="0">
                <a:solidFill>
                  <a:schemeClr val="tx2"/>
                </a:solidFill>
                <a:latin typeface="宋体" panose="02010600030101010101" pitchFamily="2" charset="-122"/>
              </a:rPr>
              <a:t>2</a:t>
            </a:r>
            <a:r>
              <a:rPr lang="en-US" altLang="zh-CN" sz="2400" dirty="0">
                <a:solidFill>
                  <a:schemeClr val="tx2"/>
                </a:solidFill>
                <a:latin typeface="宋体" panose="02010600030101010101" pitchFamily="2" charset="-122"/>
              </a:rPr>
              <a:t>，      </a:t>
            </a:r>
            <a:r>
              <a:rPr lang="en-US" altLang="zh-CN" sz="2400" dirty="0">
                <a:solidFill>
                  <a:schemeClr val="tx2"/>
                </a:solidFill>
                <a:latin typeface="宋体" panose="02010600030101010101" pitchFamily="2" charset="-122"/>
                <a:sym typeface="Symbol" panose="05050102010706020507" pitchFamily="18" charset="2"/>
              </a:rPr>
              <a:t> </a:t>
            </a:r>
            <a:r>
              <a:rPr lang="en-US" altLang="zh-CN" sz="2400" dirty="0">
                <a:solidFill>
                  <a:schemeClr val="tx2"/>
                </a:solidFill>
                <a:latin typeface="宋体" panose="02010600030101010101" pitchFamily="2" charset="-122"/>
              </a:rPr>
              <a:t>q</a:t>
            </a:r>
            <a:r>
              <a:rPr lang="en-US" altLang="zh-CN" sz="2400" baseline="-25000" dirty="0">
                <a:solidFill>
                  <a:schemeClr val="tx2"/>
                </a:solidFill>
                <a:latin typeface="宋体" panose="02010600030101010101" pitchFamily="2" charset="-122"/>
              </a:rPr>
              <a:t>0</a:t>
            </a:r>
            <a:r>
              <a:rPr lang="en-US" altLang="zh-CN" sz="2400" dirty="0">
                <a:solidFill>
                  <a:schemeClr val="tx2"/>
                </a:solidFill>
                <a:latin typeface="宋体" panose="02010600030101010101" pitchFamily="2" charset="-122"/>
                <a:sym typeface="Symbol" panose="05050102010706020507" pitchFamily="18" charset="2"/>
              </a:rPr>
              <a:t></a:t>
            </a:r>
            <a:r>
              <a:rPr lang="en-US" altLang="zh-CN" sz="2400" dirty="0">
                <a:solidFill>
                  <a:schemeClr val="tx2"/>
                </a:solidFill>
                <a:latin typeface="宋体" panose="02010600030101010101" pitchFamily="2" charset="-122"/>
              </a:rPr>
              <a:t>bq</a:t>
            </a:r>
            <a:r>
              <a:rPr lang="en-US" altLang="zh-CN" sz="2400" baseline="-25000" dirty="0">
                <a:solidFill>
                  <a:schemeClr val="tx2"/>
                </a:solidFill>
                <a:latin typeface="宋体" panose="02010600030101010101" pitchFamily="2" charset="-122"/>
              </a:rPr>
              <a:t>2</a:t>
            </a:r>
            <a:endParaRPr lang="en-US" altLang="zh-CN" sz="2400" dirty="0">
              <a:solidFill>
                <a:schemeClr val="tx2"/>
              </a:solidFill>
              <a:latin typeface="宋体" panose="02010600030101010101" pitchFamily="2" charset="-122"/>
            </a:endParaRPr>
          </a:p>
          <a:p>
            <a:pPr lvl="1" algn="just" eaLnBrk="1" hangingPunct="1">
              <a:buFontTx/>
              <a:buNone/>
            </a:pPr>
            <a:r>
              <a:rPr lang="en-US" altLang="zh-CN" sz="2400" dirty="0">
                <a:solidFill>
                  <a:schemeClr val="tx2"/>
                </a:solidFill>
                <a:latin typeface="宋体" panose="02010600030101010101" pitchFamily="2" charset="-122"/>
                <a:sym typeface="Symbol" panose="05050102010706020507" pitchFamily="18" charset="2"/>
              </a:rPr>
              <a:t></a:t>
            </a:r>
            <a:r>
              <a:rPr lang="en-US" altLang="zh-CN" sz="2400" dirty="0">
                <a:solidFill>
                  <a:schemeClr val="tx2"/>
                </a:solidFill>
                <a:latin typeface="宋体" panose="02010600030101010101" pitchFamily="2" charset="-122"/>
              </a:rPr>
              <a:t>(q</a:t>
            </a:r>
            <a:r>
              <a:rPr lang="en-US" altLang="zh-CN" sz="2400" baseline="-25000" dirty="0">
                <a:solidFill>
                  <a:schemeClr val="tx2"/>
                </a:solidFill>
                <a:latin typeface="宋体" panose="02010600030101010101" pitchFamily="2" charset="-122"/>
              </a:rPr>
              <a:t>1</a:t>
            </a:r>
            <a:r>
              <a:rPr lang="en-US" altLang="zh-CN" sz="2400" dirty="0">
                <a:solidFill>
                  <a:schemeClr val="tx2"/>
                </a:solidFill>
                <a:latin typeface="宋体" panose="02010600030101010101" pitchFamily="2" charset="-122"/>
              </a:rPr>
              <a:t>,a)=q</a:t>
            </a:r>
            <a:r>
              <a:rPr lang="en-US" altLang="zh-CN" sz="2400" baseline="-25000" dirty="0">
                <a:solidFill>
                  <a:schemeClr val="tx2"/>
                </a:solidFill>
                <a:latin typeface="宋体" panose="02010600030101010101" pitchFamily="2" charset="-122"/>
              </a:rPr>
              <a:t>3</a:t>
            </a:r>
            <a:r>
              <a:rPr lang="en-US" altLang="zh-CN" sz="2400" dirty="0">
                <a:solidFill>
                  <a:schemeClr val="tx2"/>
                </a:solidFill>
                <a:latin typeface="宋体" panose="02010600030101010101" pitchFamily="2" charset="-122"/>
              </a:rPr>
              <a:t>，q</a:t>
            </a:r>
            <a:r>
              <a:rPr lang="en-US" altLang="zh-CN" sz="2400" baseline="-25000" dirty="0">
                <a:solidFill>
                  <a:schemeClr val="tx2"/>
                </a:solidFill>
                <a:latin typeface="宋体" panose="02010600030101010101" pitchFamily="2" charset="-122"/>
              </a:rPr>
              <a:t>3</a:t>
            </a:r>
            <a:r>
              <a:rPr lang="en-US" altLang="zh-CN" sz="2400" dirty="0">
                <a:solidFill>
                  <a:schemeClr val="tx2"/>
                </a:solidFill>
                <a:latin typeface="宋体" panose="02010600030101010101" pitchFamily="2" charset="-122"/>
                <a:sym typeface="Symbol" panose="05050102010706020507" pitchFamily="18" charset="2"/>
              </a:rPr>
              <a:t></a:t>
            </a:r>
            <a:r>
              <a:rPr lang="en-US" altLang="zh-CN" sz="2400" dirty="0">
                <a:solidFill>
                  <a:schemeClr val="tx2"/>
                </a:solidFill>
                <a:latin typeface="宋体" panose="02010600030101010101" pitchFamily="2" charset="-122"/>
              </a:rPr>
              <a:t>F，</a:t>
            </a:r>
            <a:r>
              <a:rPr lang="en-US" altLang="zh-CN" sz="2400" dirty="0">
                <a:solidFill>
                  <a:schemeClr val="tx2"/>
                </a:solidFill>
                <a:latin typeface="宋体" panose="02010600030101010101" pitchFamily="2" charset="-122"/>
                <a:sym typeface="Symbol" panose="05050102010706020507" pitchFamily="18" charset="2"/>
              </a:rPr>
              <a:t> </a:t>
            </a:r>
            <a:r>
              <a:rPr lang="en-US" altLang="zh-CN" sz="2400" dirty="0">
                <a:solidFill>
                  <a:schemeClr val="tx2"/>
                </a:solidFill>
                <a:latin typeface="宋体" panose="02010600030101010101" pitchFamily="2" charset="-122"/>
              </a:rPr>
              <a:t>q</a:t>
            </a:r>
            <a:r>
              <a:rPr lang="en-US" altLang="zh-CN" sz="2400" baseline="-25000" dirty="0">
                <a:solidFill>
                  <a:schemeClr val="tx2"/>
                </a:solidFill>
                <a:latin typeface="宋体" panose="02010600030101010101" pitchFamily="2" charset="-122"/>
              </a:rPr>
              <a:t>1</a:t>
            </a:r>
            <a:r>
              <a:rPr lang="en-US" altLang="zh-CN" sz="2400" dirty="0">
                <a:solidFill>
                  <a:schemeClr val="tx2"/>
                </a:solidFill>
                <a:latin typeface="宋体" panose="02010600030101010101" pitchFamily="2" charset="-122"/>
                <a:sym typeface="Symbol" panose="05050102010706020507" pitchFamily="18" charset="2"/>
              </a:rPr>
              <a:t></a:t>
            </a:r>
            <a:r>
              <a:rPr lang="en-US" altLang="zh-CN" sz="2400" dirty="0">
                <a:solidFill>
                  <a:schemeClr val="tx2"/>
                </a:solidFill>
                <a:latin typeface="宋体" panose="02010600030101010101" pitchFamily="2" charset="-122"/>
              </a:rPr>
              <a:t>a|aq</a:t>
            </a:r>
            <a:r>
              <a:rPr lang="en-US" altLang="zh-CN" sz="2400" baseline="-25000" dirty="0">
                <a:solidFill>
                  <a:schemeClr val="tx2"/>
                </a:solidFill>
                <a:latin typeface="宋体" panose="02010600030101010101" pitchFamily="2" charset="-122"/>
              </a:rPr>
              <a:t>3</a:t>
            </a:r>
            <a:endParaRPr lang="en-US" altLang="zh-CN" sz="2400" dirty="0">
              <a:solidFill>
                <a:schemeClr val="tx2"/>
              </a:solidFill>
              <a:latin typeface="宋体" panose="02010600030101010101" pitchFamily="2" charset="-122"/>
            </a:endParaRPr>
          </a:p>
          <a:p>
            <a:pPr lvl="1" algn="just" eaLnBrk="1" hangingPunct="1">
              <a:buFontTx/>
              <a:buNone/>
            </a:pPr>
            <a:r>
              <a:rPr lang="en-US" altLang="zh-CN" sz="2400" dirty="0">
                <a:solidFill>
                  <a:schemeClr val="tx2"/>
                </a:solidFill>
                <a:latin typeface="宋体" panose="02010600030101010101" pitchFamily="2" charset="-122"/>
                <a:sym typeface="Symbol" panose="05050102010706020507" pitchFamily="18" charset="2"/>
              </a:rPr>
              <a:t></a:t>
            </a:r>
            <a:r>
              <a:rPr lang="en-US" altLang="zh-CN" sz="2400" dirty="0">
                <a:solidFill>
                  <a:schemeClr val="tx2"/>
                </a:solidFill>
                <a:latin typeface="宋体" panose="02010600030101010101" pitchFamily="2" charset="-122"/>
              </a:rPr>
              <a:t>(q</a:t>
            </a:r>
            <a:r>
              <a:rPr lang="en-US" altLang="zh-CN" sz="2400" baseline="-25000" dirty="0">
                <a:solidFill>
                  <a:schemeClr val="tx2"/>
                </a:solidFill>
                <a:latin typeface="宋体" panose="02010600030101010101" pitchFamily="2" charset="-122"/>
              </a:rPr>
              <a:t>1</a:t>
            </a:r>
            <a:r>
              <a:rPr lang="en-US" altLang="zh-CN" sz="2400" dirty="0">
                <a:solidFill>
                  <a:schemeClr val="tx2"/>
                </a:solidFill>
                <a:latin typeface="宋体" panose="02010600030101010101" pitchFamily="2" charset="-122"/>
              </a:rPr>
              <a:t>,b)=q</a:t>
            </a:r>
            <a:r>
              <a:rPr lang="en-US" altLang="zh-CN" sz="2400" baseline="-25000" dirty="0">
                <a:solidFill>
                  <a:schemeClr val="tx2"/>
                </a:solidFill>
                <a:latin typeface="宋体" panose="02010600030101010101" pitchFamily="2" charset="-122"/>
              </a:rPr>
              <a:t>1</a:t>
            </a:r>
            <a:r>
              <a:rPr lang="en-US" altLang="zh-CN" sz="2400" dirty="0">
                <a:solidFill>
                  <a:schemeClr val="tx2"/>
                </a:solidFill>
                <a:latin typeface="宋体" panose="02010600030101010101" pitchFamily="2" charset="-122"/>
              </a:rPr>
              <a:t>，      </a:t>
            </a:r>
            <a:r>
              <a:rPr lang="en-US" altLang="zh-CN" sz="2400" dirty="0">
                <a:solidFill>
                  <a:schemeClr val="tx2"/>
                </a:solidFill>
                <a:latin typeface="宋体" panose="02010600030101010101" pitchFamily="2" charset="-122"/>
                <a:sym typeface="Symbol" panose="05050102010706020507" pitchFamily="18" charset="2"/>
              </a:rPr>
              <a:t> </a:t>
            </a:r>
            <a:r>
              <a:rPr lang="en-US" altLang="zh-CN" sz="2400" dirty="0">
                <a:solidFill>
                  <a:schemeClr val="tx2"/>
                </a:solidFill>
                <a:latin typeface="宋体" panose="02010600030101010101" pitchFamily="2" charset="-122"/>
              </a:rPr>
              <a:t>q</a:t>
            </a:r>
            <a:r>
              <a:rPr lang="en-US" altLang="zh-CN" sz="2400" baseline="-25000" dirty="0">
                <a:solidFill>
                  <a:schemeClr val="tx2"/>
                </a:solidFill>
                <a:latin typeface="宋体" panose="02010600030101010101" pitchFamily="2" charset="-122"/>
              </a:rPr>
              <a:t>1</a:t>
            </a:r>
            <a:r>
              <a:rPr lang="en-US" altLang="zh-CN" sz="2400" dirty="0">
                <a:solidFill>
                  <a:schemeClr val="tx2"/>
                </a:solidFill>
                <a:latin typeface="宋体" panose="02010600030101010101" pitchFamily="2" charset="-122"/>
                <a:sym typeface="Symbol" panose="05050102010706020507" pitchFamily="18" charset="2"/>
              </a:rPr>
              <a:t></a:t>
            </a:r>
            <a:r>
              <a:rPr lang="en-US" altLang="zh-CN" sz="2400" dirty="0">
                <a:solidFill>
                  <a:schemeClr val="tx2"/>
                </a:solidFill>
                <a:latin typeface="宋体" panose="02010600030101010101" pitchFamily="2" charset="-122"/>
              </a:rPr>
              <a:t>bq</a:t>
            </a:r>
            <a:r>
              <a:rPr lang="en-US" altLang="zh-CN" sz="2400" baseline="-25000" dirty="0">
                <a:solidFill>
                  <a:schemeClr val="tx2"/>
                </a:solidFill>
                <a:latin typeface="宋体" panose="02010600030101010101" pitchFamily="2" charset="-122"/>
              </a:rPr>
              <a:t>1</a:t>
            </a:r>
            <a:endParaRPr lang="en-US" altLang="zh-CN" sz="2400" dirty="0">
              <a:solidFill>
                <a:schemeClr val="tx2"/>
              </a:solidFill>
              <a:latin typeface="宋体" panose="02010600030101010101" pitchFamily="2" charset="-122"/>
            </a:endParaRPr>
          </a:p>
          <a:p>
            <a:pPr lvl="1" algn="just" eaLnBrk="1" hangingPunct="1">
              <a:buFontTx/>
              <a:buNone/>
            </a:pPr>
            <a:r>
              <a:rPr lang="en-US" altLang="zh-CN" sz="2400" dirty="0">
                <a:solidFill>
                  <a:schemeClr val="tx2"/>
                </a:solidFill>
                <a:latin typeface="宋体" panose="02010600030101010101" pitchFamily="2" charset="-122"/>
                <a:sym typeface="Symbol" panose="05050102010706020507" pitchFamily="18" charset="2"/>
              </a:rPr>
              <a:t></a:t>
            </a:r>
            <a:r>
              <a:rPr lang="en-US" altLang="zh-CN" sz="2400" dirty="0">
                <a:solidFill>
                  <a:schemeClr val="tx2"/>
                </a:solidFill>
                <a:latin typeface="宋体" panose="02010600030101010101" pitchFamily="2" charset="-122"/>
              </a:rPr>
              <a:t>(q</a:t>
            </a:r>
            <a:r>
              <a:rPr lang="en-US" altLang="zh-CN" sz="2400" baseline="-25000" dirty="0">
                <a:solidFill>
                  <a:schemeClr val="tx2"/>
                </a:solidFill>
                <a:latin typeface="宋体" panose="02010600030101010101" pitchFamily="2" charset="-122"/>
              </a:rPr>
              <a:t>2</a:t>
            </a:r>
            <a:r>
              <a:rPr lang="en-US" altLang="zh-CN" sz="2400" dirty="0">
                <a:solidFill>
                  <a:schemeClr val="tx2"/>
                </a:solidFill>
                <a:latin typeface="宋体" panose="02010600030101010101" pitchFamily="2" charset="-122"/>
              </a:rPr>
              <a:t>,a)=q</a:t>
            </a:r>
            <a:r>
              <a:rPr lang="en-US" altLang="zh-CN" sz="2400" baseline="-25000" dirty="0">
                <a:solidFill>
                  <a:schemeClr val="tx2"/>
                </a:solidFill>
                <a:latin typeface="宋体" panose="02010600030101010101" pitchFamily="2" charset="-122"/>
              </a:rPr>
              <a:t>2</a:t>
            </a:r>
            <a:r>
              <a:rPr lang="en-US" altLang="zh-CN" sz="2400" dirty="0">
                <a:solidFill>
                  <a:schemeClr val="tx2"/>
                </a:solidFill>
                <a:latin typeface="宋体" panose="02010600030101010101" pitchFamily="2" charset="-122"/>
              </a:rPr>
              <a:t>，      </a:t>
            </a:r>
            <a:r>
              <a:rPr lang="en-US" altLang="zh-CN" sz="2400" dirty="0">
                <a:solidFill>
                  <a:schemeClr val="tx2"/>
                </a:solidFill>
                <a:latin typeface="宋体" panose="02010600030101010101" pitchFamily="2" charset="-122"/>
                <a:sym typeface="Symbol" panose="05050102010706020507" pitchFamily="18" charset="2"/>
              </a:rPr>
              <a:t> </a:t>
            </a:r>
            <a:r>
              <a:rPr lang="en-US" altLang="zh-CN" sz="2400" dirty="0">
                <a:solidFill>
                  <a:schemeClr val="tx2"/>
                </a:solidFill>
                <a:latin typeface="宋体" panose="02010600030101010101" pitchFamily="2" charset="-122"/>
              </a:rPr>
              <a:t>q</a:t>
            </a:r>
            <a:r>
              <a:rPr lang="en-US" altLang="zh-CN" sz="2400" baseline="-25000" dirty="0">
                <a:solidFill>
                  <a:schemeClr val="tx2"/>
                </a:solidFill>
                <a:latin typeface="宋体" panose="02010600030101010101" pitchFamily="2" charset="-122"/>
              </a:rPr>
              <a:t>2</a:t>
            </a:r>
            <a:r>
              <a:rPr lang="en-US" altLang="zh-CN" sz="2400" dirty="0">
                <a:solidFill>
                  <a:schemeClr val="tx2"/>
                </a:solidFill>
                <a:latin typeface="宋体" panose="02010600030101010101" pitchFamily="2" charset="-122"/>
                <a:sym typeface="Symbol" panose="05050102010706020507" pitchFamily="18" charset="2"/>
              </a:rPr>
              <a:t></a:t>
            </a:r>
            <a:r>
              <a:rPr lang="en-US" altLang="zh-CN" sz="2400" dirty="0">
                <a:solidFill>
                  <a:schemeClr val="tx2"/>
                </a:solidFill>
                <a:latin typeface="宋体" panose="02010600030101010101" pitchFamily="2" charset="-122"/>
              </a:rPr>
              <a:t>aq</a:t>
            </a:r>
            <a:r>
              <a:rPr lang="en-US" altLang="zh-CN" sz="2400" baseline="-25000" dirty="0">
                <a:solidFill>
                  <a:schemeClr val="tx2"/>
                </a:solidFill>
                <a:latin typeface="宋体" panose="02010600030101010101" pitchFamily="2" charset="-122"/>
              </a:rPr>
              <a:t>2</a:t>
            </a:r>
            <a:endParaRPr lang="en-US" altLang="zh-CN" dirty="0">
              <a:solidFill>
                <a:schemeClr val="tx2"/>
              </a:solidFill>
              <a:latin typeface="宋体" panose="02010600030101010101" pitchFamily="2" charset="-122"/>
            </a:endParaRPr>
          </a:p>
          <a:p>
            <a:pPr lvl="1" algn="just" eaLnBrk="1" hangingPunct="1">
              <a:buFont typeface="Wingdings" panose="05000000000000000000" pitchFamily="2" charset="2"/>
              <a:buNone/>
            </a:pPr>
            <a:r>
              <a:rPr lang="en-US" altLang="zh-CN" sz="2400" dirty="0">
                <a:solidFill>
                  <a:schemeClr val="tx2"/>
                </a:solidFill>
                <a:latin typeface="宋体" panose="02010600030101010101" pitchFamily="2" charset="-122"/>
                <a:sym typeface="Symbol" panose="05050102010706020507" pitchFamily="18" charset="2"/>
              </a:rPr>
              <a:t></a:t>
            </a:r>
            <a:r>
              <a:rPr lang="en-US" altLang="zh-CN" sz="2400" dirty="0">
                <a:solidFill>
                  <a:schemeClr val="tx2"/>
                </a:solidFill>
                <a:latin typeface="宋体" panose="02010600030101010101" pitchFamily="2" charset="-122"/>
              </a:rPr>
              <a:t>(q</a:t>
            </a:r>
            <a:r>
              <a:rPr lang="en-US" altLang="zh-CN" sz="2400" baseline="-25000" dirty="0">
                <a:solidFill>
                  <a:schemeClr val="tx2"/>
                </a:solidFill>
                <a:latin typeface="宋体" panose="02010600030101010101" pitchFamily="2" charset="-122"/>
              </a:rPr>
              <a:t>2</a:t>
            </a:r>
            <a:r>
              <a:rPr lang="en-US" altLang="zh-CN" sz="2400" dirty="0">
                <a:solidFill>
                  <a:schemeClr val="tx2"/>
                </a:solidFill>
                <a:latin typeface="宋体" panose="02010600030101010101" pitchFamily="2" charset="-122"/>
              </a:rPr>
              <a:t>,b)=q</a:t>
            </a:r>
            <a:r>
              <a:rPr lang="en-US" altLang="zh-CN" sz="2400" baseline="-25000" dirty="0">
                <a:solidFill>
                  <a:schemeClr val="tx2"/>
                </a:solidFill>
                <a:latin typeface="宋体" panose="02010600030101010101" pitchFamily="2" charset="-122"/>
              </a:rPr>
              <a:t>3</a:t>
            </a:r>
            <a:r>
              <a:rPr lang="en-US" altLang="zh-CN" sz="2400" dirty="0">
                <a:solidFill>
                  <a:schemeClr val="tx2"/>
                </a:solidFill>
                <a:latin typeface="宋体" panose="02010600030101010101" pitchFamily="2" charset="-122"/>
              </a:rPr>
              <a:t>，q</a:t>
            </a:r>
            <a:r>
              <a:rPr lang="en-US" altLang="zh-CN" sz="2400" baseline="-25000" dirty="0">
                <a:solidFill>
                  <a:schemeClr val="tx2"/>
                </a:solidFill>
                <a:latin typeface="宋体" panose="02010600030101010101" pitchFamily="2" charset="-122"/>
              </a:rPr>
              <a:t>3</a:t>
            </a:r>
            <a:r>
              <a:rPr lang="en-US" altLang="zh-CN" sz="2400" dirty="0">
                <a:solidFill>
                  <a:schemeClr val="tx2"/>
                </a:solidFill>
                <a:latin typeface="宋体" panose="02010600030101010101" pitchFamily="2" charset="-122"/>
                <a:sym typeface="Symbol" panose="05050102010706020507" pitchFamily="18" charset="2"/>
              </a:rPr>
              <a:t></a:t>
            </a:r>
            <a:r>
              <a:rPr lang="en-US" altLang="zh-CN" sz="2400" dirty="0">
                <a:solidFill>
                  <a:schemeClr val="tx2"/>
                </a:solidFill>
                <a:latin typeface="宋体" panose="02010600030101010101" pitchFamily="2" charset="-122"/>
              </a:rPr>
              <a:t>F，</a:t>
            </a:r>
            <a:r>
              <a:rPr lang="en-US" altLang="zh-CN" sz="2400" dirty="0">
                <a:solidFill>
                  <a:schemeClr val="tx2"/>
                </a:solidFill>
                <a:latin typeface="宋体" panose="02010600030101010101" pitchFamily="2" charset="-122"/>
                <a:sym typeface="Symbol" panose="05050102010706020507" pitchFamily="18" charset="2"/>
              </a:rPr>
              <a:t> </a:t>
            </a:r>
            <a:r>
              <a:rPr lang="en-US" altLang="zh-CN" sz="2400" dirty="0">
                <a:solidFill>
                  <a:schemeClr val="tx2"/>
                </a:solidFill>
                <a:latin typeface="宋体" panose="02010600030101010101" pitchFamily="2" charset="-122"/>
              </a:rPr>
              <a:t>q</a:t>
            </a:r>
            <a:r>
              <a:rPr lang="en-US" altLang="zh-CN" sz="2400" baseline="-25000" dirty="0">
                <a:solidFill>
                  <a:schemeClr val="tx2"/>
                </a:solidFill>
                <a:latin typeface="宋体" panose="02010600030101010101" pitchFamily="2" charset="-122"/>
              </a:rPr>
              <a:t>2</a:t>
            </a:r>
            <a:r>
              <a:rPr lang="en-US" altLang="zh-CN" sz="2400" dirty="0">
                <a:solidFill>
                  <a:schemeClr val="tx2"/>
                </a:solidFill>
                <a:latin typeface="宋体" panose="02010600030101010101" pitchFamily="2" charset="-122"/>
                <a:sym typeface="Symbol" panose="05050102010706020507" pitchFamily="18" charset="2"/>
              </a:rPr>
              <a:t></a:t>
            </a:r>
            <a:r>
              <a:rPr lang="en-US" altLang="zh-CN" sz="2400" dirty="0">
                <a:solidFill>
                  <a:schemeClr val="tx2"/>
                </a:solidFill>
                <a:latin typeface="宋体" panose="02010600030101010101" pitchFamily="2" charset="-122"/>
              </a:rPr>
              <a:t>b|bq</a:t>
            </a:r>
            <a:r>
              <a:rPr lang="en-US" altLang="zh-CN" sz="2400" baseline="-25000" dirty="0">
                <a:solidFill>
                  <a:schemeClr val="tx2"/>
                </a:solidFill>
                <a:latin typeface="宋体" panose="02010600030101010101" pitchFamily="2" charset="-122"/>
              </a:rPr>
              <a:t>3</a:t>
            </a:r>
          </a:p>
        </p:txBody>
      </p:sp>
      <p:grpSp>
        <p:nvGrpSpPr>
          <p:cNvPr id="27656" name="Group 5"/>
          <p:cNvGrpSpPr/>
          <p:nvPr/>
        </p:nvGrpSpPr>
        <p:grpSpPr bwMode="auto">
          <a:xfrm>
            <a:off x="4876800" y="1752600"/>
            <a:ext cx="4267200" cy="1917700"/>
            <a:chOff x="2880" y="1056"/>
            <a:chExt cx="2688" cy="1208"/>
          </a:xfrm>
        </p:grpSpPr>
        <p:grpSp>
          <p:nvGrpSpPr>
            <p:cNvPr id="27658" name="Group 6"/>
            <p:cNvGrpSpPr/>
            <p:nvPr/>
          </p:nvGrpSpPr>
          <p:grpSpPr bwMode="auto">
            <a:xfrm>
              <a:off x="3463" y="1560"/>
              <a:ext cx="286" cy="273"/>
              <a:chOff x="3251" y="7205"/>
              <a:chExt cx="540" cy="520"/>
            </a:xfrm>
          </p:grpSpPr>
          <p:sp>
            <p:nvSpPr>
              <p:cNvPr id="27682" name="Oval 7"/>
              <p:cNvSpPr>
                <a:spLocks noChangeArrowheads="1"/>
              </p:cNvSpPr>
              <p:nvPr/>
            </p:nvSpPr>
            <p:spPr bwMode="auto">
              <a:xfrm>
                <a:off x="3291" y="7265"/>
                <a:ext cx="380" cy="420"/>
              </a:xfrm>
              <a:prstGeom prst="ellipse">
                <a:avLst/>
              </a:prstGeom>
              <a:solidFill>
                <a:srgbClr val="FFFFFF"/>
              </a:solidFill>
              <a:ln w="9525">
                <a:solidFill>
                  <a:srgbClr val="000000"/>
                </a:solidFill>
                <a:round/>
              </a:ln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9pPr>
              </a:lstStyle>
              <a:p>
                <a:pPr algn="r">
                  <a:buFont typeface="Wingdings" panose="05000000000000000000" pitchFamily="2" charset="2"/>
                  <a:buNone/>
                </a:pPr>
                <a:endParaRPr lang="zh-CN" altLang="en-US" sz="1800" b="0">
                  <a:solidFill>
                    <a:srgbClr val="009999"/>
                  </a:solidFill>
                  <a:ea typeface="宋体" panose="02010600030101010101" pitchFamily="2" charset="-122"/>
                </a:endParaRPr>
              </a:p>
            </p:txBody>
          </p:sp>
          <p:sp>
            <p:nvSpPr>
              <p:cNvPr id="27683" name="Text Box 8"/>
              <p:cNvSpPr txBox="1">
                <a:spLocks noChangeArrowheads="1"/>
              </p:cNvSpPr>
              <p:nvPr/>
            </p:nvSpPr>
            <p:spPr bwMode="auto">
              <a:xfrm>
                <a:off x="3251" y="7205"/>
                <a:ext cx="540" cy="52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9pPr>
              </a:lstStyle>
              <a:p>
                <a:pPr algn="just"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CN" sz="1800" b="0">
                    <a:ea typeface="宋体" panose="02010600030101010101" pitchFamily="2" charset="-122"/>
                  </a:rPr>
                  <a:t>q</a:t>
                </a:r>
                <a:r>
                  <a:rPr lang="en-US" altLang="zh-CN" sz="1800" b="0" baseline="-25000">
                    <a:ea typeface="宋体" panose="02010600030101010101" pitchFamily="2" charset="-122"/>
                  </a:rPr>
                  <a:t>0</a:t>
                </a:r>
                <a:endParaRPr lang="en-US" altLang="zh-CN" sz="1800" b="0">
                  <a:ea typeface="宋体" panose="02010600030101010101" pitchFamily="2" charset="-122"/>
                </a:endParaRPr>
              </a:p>
            </p:txBody>
          </p:sp>
        </p:grpSp>
        <p:grpSp>
          <p:nvGrpSpPr>
            <p:cNvPr id="27659" name="Group 9"/>
            <p:cNvGrpSpPr/>
            <p:nvPr/>
          </p:nvGrpSpPr>
          <p:grpSpPr bwMode="auto">
            <a:xfrm>
              <a:off x="4362" y="1235"/>
              <a:ext cx="286" cy="273"/>
              <a:chOff x="3251" y="7205"/>
              <a:chExt cx="540" cy="520"/>
            </a:xfrm>
          </p:grpSpPr>
          <p:sp>
            <p:nvSpPr>
              <p:cNvPr id="27680" name="Oval 10"/>
              <p:cNvSpPr>
                <a:spLocks noChangeArrowheads="1"/>
              </p:cNvSpPr>
              <p:nvPr/>
            </p:nvSpPr>
            <p:spPr bwMode="auto">
              <a:xfrm>
                <a:off x="3291" y="7265"/>
                <a:ext cx="380" cy="420"/>
              </a:xfrm>
              <a:prstGeom prst="ellipse">
                <a:avLst/>
              </a:prstGeom>
              <a:solidFill>
                <a:srgbClr val="FFFFFF"/>
              </a:solidFill>
              <a:ln w="9525">
                <a:solidFill>
                  <a:srgbClr val="000000"/>
                </a:solidFill>
                <a:round/>
              </a:ln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9pPr>
              </a:lstStyle>
              <a:p>
                <a:pPr algn="r">
                  <a:buFont typeface="Wingdings" panose="05000000000000000000" pitchFamily="2" charset="2"/>
                  <a:buNone/>
                </a:pPr>
                <a:endParaRPr lang="zh-CN" altLang="en-US" sz="1800" b="0">
                  <a:solidFill>
                    <a:srgbClr val="009999"/>
                  </a:solidFill>
                  <a:ea typeface="宋体" panose="02010600030101010101" pitchFamily="2" charset="-122"/>
                </a:endParaRPr>
              </a:p>
            </p:txBody>
          </p:sp>
          <p:sp>
            <p:nvSpPr>
              <p:cNvPr id="27681" name="Text Box 11"/>
              <p:cNvSpPr txBox="1">
                <a:spLocks noChangeArrowheads="1"/>
              </p:cNvSpPr>
              <p:nvPr/>
            </p:nvSpPr>
            <p:spPr bwMode="auto">
              <a:xfrm>
                <a:off x="3251" y="7205"/>
                <a:ext cx="540" cy="52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9pPr>
              </a:lstStyle>
              <a:p>
                <a:pPr algn="just"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CN" sz="1800" b="0">
                    <a:ea typeface="宋体" panose="02010600030101010101" pitchFamily="2" charset="-122"/>
                  </a:rPr>
                  <a:t>q</a:t>
                </a:r>
                <a:r>
                  <a:rPr lang="en-US" altLang="zh-CN" sz="1800" b="0" baseline="-25000">
                    <a:ea typeface="宋体" panose="02010600030101010101" pitchFamily="2" charset="-122"/>
                  </a:rPr>
                  <a:t>1</a:t>
                </a:r>
                <a:endParaRPr lang="en-US" altLang="zh-CN" sz="1800" b="0">
                  <a:ea typeface="宋体" panose="02010600030101010101" pitchFamily="2" charset="-122"/>
                </a:endParaRPr>
              </a:p>
            </p:txBody>
          </p:sp>
        </p:grpSp>
        <p:grpSp>
          <p:nvGrpSpPr>
            <p:cNvPr id="27660" name="Group 12"/>
            <p:cNvGrpSpPr/>
            <p:nvPr/>
          </p:nvGrpSpPr>
          <p:grpSpPr bwMode="auto">
            <a:xfrm>
              <a:off x="4383" y="1812"/>
              <a:ext cx="286" cy="273"/>
              <a:chOff x="3251" y="7205"/>
              <a:chExt cx="540" cy="520"/>
            </a:xfrm>
          </p:grpSpPr>
          <p:sp>
            <p:nvSpPr>
              <p:cNvPr id="27678" name="Oval 13"/>
              <p:cNvSpPr>
                <a:spLocks noChangeArrowheads="1"/>
              </p:cNvSpPr>
              <p:nvPr/>
            </p:nvSpPr>
            <p:spPr bwMode="auto">
              <a:xfrm>
                <a:off x="3291" y="7265"/>
                <a:ext cx="380" cy="420"/>
              </a:xfrm>
              <a:prstGeom prst="ellipse">
                <a:avLst/>
              </a:prstGeom>
              <a:solidFill>
                <a:srgbClr val="FFFFFF"/>
              </a:solidFill>
              <a:ln w="9525">
                <a:solidFill>
                  <a:srgbClr val="000000"/>
                </a:solidFill>
                <a:round/>
              </a:ln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9pPr>
              </a:lstStyle>
              <a:p>
                <a:pPr algn="r">
                  <a:buFont typeface="Wingdings" panose="05000000000000000000" pitchFamily="2" charset="2"/>
                  <a:buNone/>
                </a:pPr>
                <a:endParaRPr lang="zh-CN" altLang="en-US" sz="1800" b="0">
                  <a:solidFill>
                    <a:srgbClr val="009999"/>
                  </a:solidFill>
                  <a:ea typeface="宋体" panose="02010600030101010101" pitchFamily="2" charset="-122"/>
                </a:endParaRPr>
              </a:p>
            </p:txBody>
          </p:sp>
          <p:sp>
            <p:nvSpPr>
              <p:cNvPr id="27679" name="Text Box 14"/>
              <p:cNvSpPr txBox="1">
                <a:spLocks noChangeArrowheads="1"/>
              </p:cNvSpPr>
              <p:nvPr/>
            </p:nvSpPr>
            <p:spPr bwMode="auto">
              <a:xfrm>
                <a:off x="3251" y="7205"/>
                <a:ext cx="540" cy="52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9pPr>
              </a:lstStyle>
              <a:p>
                <a:pPr algn="just"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CN" sz="1800" b="0">
                    <a:ea typeface="宋体" panose="02010600030101010101" pitchFamily="2" charset="-122"/>
                  </a:rPr>
                  <a:t>q</a:t>
                </a:r>
                <a:r>
                  <a:rPr lang="en-US" altLang="zh-CN" sz="1800" b="0" baseline="-25000">
                    <a:ea typeface="宋体" panose="02010600030101010101" pitchFamily="2" charset="-122"/>
                  </a:rPr>
                  <a:t>2</a:t>
                </a:r>
                <a:endParaRPr lang="en-US" altLang="zh-CN" sz="1800" b="0">
                  <a:ea typeface="宋体" panose="02010600030101010101" pitchFamily="2" charset="-122"/>
                </a:endParaRPr>
              </a:p>
            </p:txBody>
          </p:sp>
        </p:grpSp>
        <p:grpSp>
          <p:nvGrpSpPr>
            <p:cNvPr id="27661" name="Group 15"/>
            <p:cNvGrpSpPr/>
            <p:nvPr/>
          </p:nvGrpSpPr>
          <p:grpSpPr bwMode="auto">
            <a:xfrm>
              <a:off x="5282" y="1560"/>
              <a:ext cx="286" cy="273"/>
              <a:chOff x="3251" y="7205"/>
              <a:chExt cx="540" cy="520"/>
            </a:xfrm>
          </p:grpSpPr>
          <p:sp>
            <p:nvSpPr>
              <p:cNvPr id="27676" name="Oval 16"/>
              <p:cNvSpPr>
                <a:spLocks noChangeArrowheads="1"/>
              </p:cNvSpPr>
              <p:nvPr/>
            </p:nvSpPr>
            <p:spPr bwMode="auto">
              <a:xfrm>
                <a:off x="3291" y="7265"/>
                <a:ext cx="380" cy="420"/>
              </a:xfrm>
              <a:prstGeom prst="ellipse">
                <a:avLst/>
              </a:prstGeom>
              <a:solidFill>
                <a:srgbClr val="FFFFFF"/>
              </a:solidFill>
              <a:ln w="38100" cmpd="dbl">
                <a:solidFill>
                  <a:srgbClr val="000000"/>
                </a:solidFill>
                <a:round/>
              </a:ln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9pPr>
              </a:lstStyle>
              <a:p>
                <a:pPr algn="r">
                  <a:buFont typeface="Wingdings" panose="05000000000000000000" pitchFamily="2" charset="2"/>
                  <a:buNone/>
                </a:pPr>
                <a:endParaRPr lang="zh-CN" altLang="en-US" sz="1800" b="0">
                  <a:solidFill>
                    <a:srgbClr val="009999"/>
                  </a:solidFill>
                  <a:ea typeface="宋体" panose="02010600030101010101" pitchFamily="2" charset="-122"/>
                </a:endParaRPr>
              </a:p>
            </p:txBody>
          </p:sp>
          <p:sp>
            <p:nvSpPr>
              <p:cNvPr id="27677" name="Text Box 17"/>
              <p:cNvSpPr txBox="1">
                <a:spLocks noChangeArrowheads="1"/>
              </p:cNvSpPr>
              <p:nvPr/>
            </p:nvSpPr>
            <p:spPr bwMode="auto">
              <a:xfrm>
                <a:off x="3251" y="7205"/>
                <a:ext cx="540" cy="52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381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9pPr>
              </a:lstStyle>
              <a:p>
                <a:pPr algn="just"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CN" sz="1800" b="0">
                    <a:ea typeface="宋体" panose="02010600030101010101" pitchFamily="2" charset="-122"/>
                  </a:rPr>
                  <a:t>q</a:t>
                </a:r>
                <a:r>
                  <a:rPr lang="en-US" altLang="zh-CN" sz="1800" b="0" baseline="-25000">
                    <a:ea typeface="宋体" panose="02010600030101010101" pitchFamily="2" charset="-122"/>
                  </a:rPr>
                  <a:t>3</a:t>
                </a:r>
                <a:endParaRPr lang="en-US" altLang="zh-CN" sz="1800" b="0">
                  <a:ea typeface="宋体" panose="02010600030101010101" pitchFamily="2" charset="-122"/>
                </a:endParaRPr>
              </a:p>
            </p:txBody>
          </p:sp>
        </p:grpSp>
        <p:sp>
          <p:nvSpPr>
            <p:cNvPr id="27662" name="Line 18"/>
            <p:cNvSpPr>
              <a:spLocks noChangeShapeType="1"/>
            </p:cNvSpPr>
            <p:nvPr/>
          </p:nvSpPr>
          <p:spPr bwMode="auto">
            <a:xfrm>
              <a:off x="3167" y="1707"/>
              <a:ext cx="317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tailEnd type="triangle" w="sm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7663" name="Line 19"/>
            <p:cNvSpPr>
              <a:spLocks noChangeShapeType="1"/>
            </p:cNvSpPr>
            <p:nvPr/>
          </p:nvSpPr>
          <p:spPr bwMode="auto">
            <a:xfrm>
              <a:off x="3685" y="1760"/>
              <a:ext cx="709" cy="189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tailEnd type="triangle" w="sm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7664" name="Line 20"/>
            <p:cNvSpPr>
              <a:spLocks noChangeShapeType="1"/>
            </p:cNvSpPr>
            <p:nvPr/>
          </p:nvSpPr>
          <p:spPr bwMode="auto">
            <a:xfrm flipV="1">
              <a:off x="3675" y="1413"/>
              <a:ext cx="719" cy="231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tailEnd type="triangle" w="sm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7665" name="Line 21"/>
            <p:cNvSpPr>
              <a:spLocks noChangeShapeType="1"/>
            </p:cNvSpPr>
            <p:nvPr/>
          </p:nvSpPr>
          <p:spPr bwMode="auto">
            <a:xfrm>
              <a:off x="4584" y="1392"/>
              <a:ext cx="741" cy="273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tailEnd type="triangle" w="sm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7666" name="Line 22"/>
            <p:cNvSpPr>
              <a:spLocks noChangeShapeType="1"/>
            </p:cNvSpPr>
            <p:nvPr/>
          </p:nvSpPr>
          <p:spPr bwMode="auto">
            <a:xfrm flipV="1">
              <a:off x="4616" y="1749"/>
              <a:ext cx="698" cy="21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tailEnd type="triangle" w="sm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7667" name="Arc 23"/>
            <p:cNvSpPr/>
            <p:nvPr/>
          </p:nvSpPr>
          <p:spPr bwMode="auto">
            <a:xfrm flipH="1">
              <a:off x="4426" y="2043"/>
              <a:ext cx="211" cy="207"/>
            </a:xfrm>
            <a:custGeom>
              <a:avLst/>
              <a:gdLst>
                <a:gd name="T0" fmla="*/ 0 w 43200"/>
                <a:gd name="T1" fmla="*/ 0 h 41560"/>
                <a:gd name="T2" fmla="*/ 0 w 43200"/>
                <a:gd name="T3" fmla="*/ 0 h 41560"/>
                <a:gd name="T4" fmla="*/ 0 w 43200"/>
                <a:gd name="T5" fmla="*/ 0 h 41560"/>
                <a:gd name="T6" fmla="*/ 0 60000 65536"/>
                <a:gd name="T7" fmla="*/ 0 60000 65536"/>
                <a:gd name="T8" fmla="*/ 0 60000 65536"/>
                <a:gd name="T9" fmla="*/ 0 w 43200"/>
                <a:gd name="T10" fmla="*/ 0 h 41560"/>
                <a:gd name="T11" fmla="*/ 43200 w 43200"/>
                <a:gd name="T12" fmla="*/ 41560 h 4156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43200" h="41560" fill="none" extrusionOk="0">
                  <a:moveTo>
                    <a:pt x="35747" y="3637"/>
                  </a:moveTo>
                  <a:cubicBezTo>
                    <a:pt x="40480" y="7740"/>
                    <a:pt x="43200" y="13695"/>
                    <a:pt x="43200" y="19960"/>
                  </a:cubicBezTo>
                  <a:cubicBezTo>
                    <a:pt x="43200" y="31889"/>
                    <a:pt x="33529" y="41560"/>
                    <a:pt x="21600" y="41560"/>
                  </a:cubicBezTo>
                  <a:cubicBezTo>
                    <a:pt x="9670" y="41560"/>
                    <a:pt x="0" y="31889"/>
                    <a:pt x="0" y="19960"/>
                  </a:cubicBezTo>
                  <a:cubicBezTo>
                    <a:pt x="-1" y="11219"/>
                    <a:pt x="5267" y="3340"/>
                    <a:pt x="13344" y="-1"/>
                  </a:cubicBezTo>
                </a:path>
                <a:path w="43200" h="41560" stroke="0" extrusionOk="0">
                  <a:moveTo>
                    <a:pt x="35747" y="3637"/>
                  </a:moveTo>
                  <a:cubicBezTo>
                    <a:pt x="40480" y="7740"/>
                    <a:pt x="43200" y="13695"/>
                    <a:pt x="43200" y="19960"/>
                  </a:cubicBezTo>
                  <a:cubicBezTo>
                    <a:pt x="43200" y="31889"/>
                    <a:pt x="33529" y="41560"/>
                    <a:pt x="21600" y="41560"/>
                  </a:cubicBezTo>
                  <a:cubicBezTo>
                    <a:pt x="9670" y="41560"/>
                    <a:pt x="0" y="31889"/>
                    <a:pt x="0" y="19960"/>
                  </a:cubicBezTo>
                  <a:cubicBezTo>
                    <a:pt x="-1" y="11219"/>
                    <a:pt x="5267" y="3340"/>
                    <a:pt x="13344" y="-1"/>
                  </a:cubicBezTo>
                  <a:lnTo>
                    <a:pt x="21600" y="19960"/>
                  </a:lnTo>
                  <a:lnTo>
                    <a:pt x="35747" y="3637"/>
                  </a:lnTo>
                  <a:close/>
                </a:path>
              </a:pathLst>
            </a:custGeom>
            <a:noFill/>
            <a:ln w="9525">
              <a:solidFill>
                <a:srgbClr val="000000"/>
              </a:solidFill>
              <a:round/>
              <a:tailEnd type="triangle" w="sm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7668" name="Arc 24"/>
            <p:cNvSpPr/>
            <p:nvPr/>
          </p:nvSpPr>
          <p:spPr bwMode="auto">
            <a:xfrm flipH="1" flipV="1">
              <a:off x="4383" y="1077"/>
              <a:ext cx="223" cy="227"/>
            </a:xfrm>
            <a:custGeom>
              <a:avLst/>
              <a:gdLst>
                <a:gd name="T0" fmla="*/ 0 w 43200"/>
                <a:gd name="T1" fmla="*/ 0 h 41560"/>
                <a:gd name="T2" fmla="*/ 0 w 43200"/>
                <a:gd name="T3" fmla="*/ 0 h 41560"/>
                <a:gd name="T4" fmla="*/ 0 w 43200"/>
                <a:gd name="T5" fmla="*/ 0 h 41560"/>
                <a:gd name="T6" fmla="*/ 0 60000 65536"/>
                <a:gd name="T7" fmla="*/ 0 60000 65536"/>
                <a:gd name="T8" fmla="*/ 0 60000 65536"/>
                <a:gd name="T9" fmla="*/ 0 w 43200"/>
                <a:gd name="T10" fmla="*/ 0 h 41560"/>
                <a:gd name="T11" fmla="*/ 43200 w 43200"/>
                <a:gd name="T12" fmla="*/ 41560 h 4156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43200" h="41560" fill="none" extrusionOk="0">
                  <a:moveTo>
                    <a:pt x="35747" y="3637"/>
                  </a:moveTo>
                  <a:cubicBezTo>
                    <a:pt x="40480" y="7740"/>
                    <a:pt x="43200" y="13695"/>
                    <a:pt x="43200" y="19960"/>
                  </a:cubicBezTo>
                  <a:cubicBezTo>
                    <a:pt x="43200" y="31889"/>
                    <a:pt x="33529" y="41560"/>
                    <a:pt x="21600" y="41560"/>
                  </a:cubicBezTo>
                  <a:cubicBezTo>
                    <a:pt x="9670" y="41560"/>
                    <a:pt x="0" y="31889"/>
                    <a:pt x="0" y="19960"/>
                  </a:cubicBezTo>
                  <a:cubicBezTo>
                    <a:pt x="-1" y="11219"/>
                    <a:pt x="5267" y="3340"/>
                    <a:pt x="13344" y="-1"/>
                  </a:cubicBezTo>
                </a:path>
                <a:path w="43200" h="41560" stroke="0" extrusionOk="0">
                  <a:moveTo>
                    <a:pt x="35747" y="3637"/>
                  </a:moveTo>
                  <a:cubicBezTo>
                    <a:pt x="40480" y="7740"/>
                    <a:pt x="43200" y="13695"/>
                    <a:pt x="43200" y="19960"/>
                  </a:cubicBezTo>
                  <a:cubicBezTo>
                    <a:pt x="43200" y="31889"/>
                    <a:pt x="33529" y="41560"/>
                    <a:pt x="21600" y="41560"/>
                  </a:cubicBezTo>
                  <a:cubicBezTo>
                    <a:pt x="9670" y="41560"/>
                    <a:pt x="0" y="31889"/>
                    <a:pt x="0" y="19960"/>
                  </a:cubicBezTo>
                  <a:cubicBezTo>
                    <a:pt x="-1" y="11219"/>
                    <a:pt x="5267" y="3340"/>
                    <a:pt x="13344" y="-1"/>
                  </a:cubicBezTo>
                  <a:lnTo>
                    <a:pt x="21600" y="19960"/>
                  </a:lnTo>
                  <a:lnTo>
                    <a:pt x="35747" y="3637"/>
                  </a:lnTo>
                  <a:close/>
                </a:path>
              </a:pathLst>
            </a:custGeom>
            <a:noFill/>
            <a:ln w="9525">
              <a:solidFill>
                <a:srgbClr val="000000"/>
              </a:solidFill>
              <a:round/>
              <a:tailEnd type="triangle" w="sm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7669" name="Text Box 25"/>
            <p:cNvSpPr txBox="1">
              <a:spLocks noChangeArrowheads="1"/>
            </p:cNvSpPr>
            <p:nvPr/>
          </p:nvSpPr>
          <p:spPr bwMode="auto">
            <a:xfrm>
              <a:off x="3759" y="1382"/>
              <a:ext cx="265" cy="26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9pPr>
            </a:lstStyle>
            <a:p>
              <a:pPr algn="just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800" b="0">
                  <a:ea typeface="宋体" panose="02010600030101010101" pitchFamily="2" charset="-122"/>
                </a:rPr>
                <a:t>a</a:t>
              </a:r>
            </a:p>
          </p:txBody>
        </p:sp>
        <p:sp>
          <p:nvSpPr>
            <p:cNvPr id="27670" name="Text Box 26"/>
            <p:cNvSpPr txBox="1">
              <a:spLocks noChangeArrowheads="1"/>
            </p:cNvSpPr>
            <p:nvPr/>
          </p:nvSpPr>
          <p:spPr bwMode="auto">
            <a:xfrm>
              <a:off x="4902" y="1340"/>
              <a:ext cx="264" cy="26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9pPr>
            </a:lstStyle>
            <a:p>
              <a:pPr algn="just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800" b="0">
                  <a:ea typeface="宋体" panose="02010600030101010101" pitchFamily="2" charset="-122"/>
                </a:rPr>
                <a:t>a</a:t>
              </a:r>
            </a:p>
          </p:txBody>
        </p:sp>
        <p:sp>
          <p:nvSpPr>
            <p:cNvPr id="27671" name="Text Box 27"/>
            <p:cNvSpPr txBox="1">
              <a:spLocks noChangeArrowheads="1"/>
            </p:cNvSpPr>
            <p:nvPr/>
          </p:nvSpPr>
          <p:spPr bwMode="auto">
            <a:xfrm>
              <a:off x="4595" y="2001"/>
              <a:ext cx="264" cy="2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9pPr>
            </a:lstStyle>
            <a:p>
              <a:pPr algn="just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800" b="0">
                  <a:ea typeface="宋体" panose="02010600030101010101" pitchFamily="2" charset="-122"/>
                </a:rPr>
                <a:t>a</a:t>
              </a:r>
            </a:p>
          </p:txBody>
        </p:sp>
        <p:sp>
          <p:nvSpPr>
            <p:cNvPr id="27672" name="Text Box 28"/>
            <p:cNvSpPr txBox="1">
              <a:spLocks noChangeArrowheads="1"/>
            </p:cNvSpPr>
            <p:nvPr/>
          </p:nvSpPr>
          <p:spPr bwMode="auto">
            <a:xfrm>
              <a:off x="3855" y="1791"/>
              <a:ext cx="264" cy="2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9pPr>
            </a:lstStyle>
            <a:p>
              <a:pPr algn="just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800" b="0">
                  <a:ea typeface="宋体" panose="02010600030101010101" pitchFamily="2" charset="-122"/>
                </a:rPr>
                <a:t>b</a:t>
              </a:r>
            </a:p>
          </p:txBody>
        </p:sp>
        <p:sp>
          <p:nvSpPr>
            <p:cNvPr id="27673" name="Text Box 29"/>
            <p:cNvSpPr txBox="1">
              <a:spLocks noChangeArrowheads="1"/>
            </p:cNvSpPr>
            <p:nvPr/>
          </p:nvSpPr>
          <p:spPr bwMode="auto">
            <a:xfrm>
              <a:off x="4923" y="1802"/>
              <a:ext cx="264" cy="26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9pPr>
            </a:lstStyle>
            <a:p>
              <a:pPr algn="just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800" b="0">
                  <a:ea typeface="宋体" panose="02010600030101010101" pitchFamily="2" charset="-122"/>
                </a:rPr>
                <a:t>b</a:t>
              </a:r>
            </a:p>
          </p:txBody>
        </p:sp>
        <p:sp>
          <p:nvSpPr>
            <p:cNvPr id="27674" name="Text Box 30"/>
            <p:cNvSpPr txBox="1">
              <a:spLocks noChangeArrowheads="1"/>
            </p:cNvSpPr>
            <p:nvPr/>
          </p:nvSpPr>
          <p:spPr bwMode="auto">
            <a:xfrm>
              <a:off x="4574" y="1056"/>
              <a:ext cx="264" cy="2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9pPr>
            </a:lstStyle>
            <a:p>
              <a:pPr algn="just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800" b="0">
                  <a:ea typeface="宋体" panose="02010600030101010101" pitchFamily="2" charset="-122"/>
                </a:rPr>
                <a:t>b</a:t>
              </a:r>
            </a:p>
          </p:txBody>
        </p:sp>
        <p:sp>
          <p:nvSpPr>
            <p:cNvPr id="27675" name="Text Box 31"/>
            <p:cNvSpPr txBox="1">
              <a:spLocks noChangeArrowheads="1"/>
            </p:cNvSpPr>
            <p:nvPr/>
          </p:nvSpPr>
          <p:spPr bwMode="auto">
            <a:xfrm>
              <a:off x="2880" y="1497"/>
              <a:ext cx="562" cy="32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9pPr>
            </a:lstStyle>
            <a:p>
              <a:pPr algn="just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1600" b="0">
                  <a:ea typeface="宋体" panose="02010600030101010101" pitchFamily="2" charset="-122"/>
                </a:rPr>
                <a:t>开始</a:t>
              </a:r>
            </a:p>
          </p:txBody>
        </p:sp>
      </p:grpSp>
      <p:sp>
        <p:nvSpPr>
          <p:cNvPr id="846880" name="Rectangle 32"/>
          <p:cNvSpPr>
            <a:spLocks noChangeArrowheads="1"/>
          </p:cNvSpPr>
          <p:nvPr/>
        </p:nvSpPr>
        <p:spPr bwMode="auto">
          <a:xfrm>
            <a:off x="5181600" y="3962400"/>
            <a:ext cx="3962400" cy="2590800"/>
          </a:xfrm>
          <a:prstGeom prst="rect">
            <a:avLst/>
          </a:prstGeom>
          <a:solidFill>
            <a:srgbClr val="FFFF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19050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eaLnBrk="1" hangingPunct="1">
              <a:lnSpc>
                <a:spcPct val="110000"/>
              </a:lnSpc>
              <a:buFont typeface="Wingdings" panose="05000000000000000000" pitchFamily="2" charset="2"/>
              <a:buNone/>
            </a:pPr>
            <a:r>
              <a:rPr lang="zh-CN" altLang="zh-CN" sz="2400">
                <a:solidFill>
                  <a:schemeClr val="tx2"/>
                </a:solidFill>
                <a:latin typeface="宋体" panose="02010600030101010101" pitchFamily="2" charset="-122"/>
              </a:rPr>
              <a:t>构造的文法</a:t>
            </a:r>
            <a:r>
              <a:rPr lang="en-US" altLang="zh-CN" sz="2400">
                <a:solidFill>
                  <a:schemeClr val="tx2"/>
                </a:solidFill>
                <a:latin typeface="宋体" panose="02010600030101010101" pitchFamily="2" charset="-122"/>
              </a:rPr>
              <a:t>G(</a:t>
            </a:r>
            <a:r>
              <a:rPr lang="zh-CN" altLang="en-US" sz="2400">
                <a:solidFill>
                  <a:schemeClr val="tx2"/>
                </a:solidFill>
                <a:latin typeface="宋体" panose="02010600030101010101" pitchFamily="2" charset="-122"/>
              </a:rPr>
              <a:t>化简</a:t>
            </a:r>
            <a:r>
              <a:rPr lang="en-US" altLang="zh-CN" sz="2400">
                <a:solidFill>
                  <a:schemeClr val="tx2"/>
                </a:solidFill>
                <a:latin typeface="宋体" panose="02010600030101010101" pitchFamily="2" charset="-122"/>
              </a:rPr>
              <a:t>q</a:t>
            </a:r>
            <a:r>
              <a:rPr lang="en-US" altLang="zh-CN" sz="2400" baseline="-25000">
                <a:solidFill>
                  <a:schemeClr val="tx2"/>
                </a:solidFill>
                <a:latin typeface="宋体" panose="02010600030101010101" pitchFamily="2" charset="-122"/>
              </a:rPr>
              <a:t>3</a:t>
            </a:r>
            <a:r>
              <a:rPr lang="zh-CN" altLang="en-US" sz="2400">
                <a:solidFill>
                  <a:schemeClr val="tx2"/>
                </a:solidFill>
                <a:latin typeface="宋体" panose="02010600030101010101" pitchFamily="2" charset="-122"/>
              </a:rPr>
              <a:t>)：</a:t>
            </a:r>
          </a:p>
          <a:p>
            <a:pPr eaLnBrk="1" hangingPunct="1">
              <a:lnSpc>
                <a:spcPct val="110000"/>
              </a:lnSpc>
              <a:buFont typeface="Wingdings" panose="05000000000000000000" pitchFamily="2" charset="2"/>
              <a:buNone/>
            </a:pPr>
            <a:r>
              <a:rPr lang="en-US" altLang="zh-CN" sz="2400">
                <a:solidFill>
                  <a:schemeClr val="tx2"/>
                </a:solidFill>
                <a:latin typeface="宋体" panose="02010600030101010101" pitchFamily="2" charset="-122"/>
              </a:rPr>
              <a:t>G=({q</a:t>
            </a:r>
            <a:r>
              <a:rPr lang="en-US" altLang="zh-CN" sz="2400" baseline="-25000">
                <a:solidFill>
                  <a:schemeClr val="tx2"/>
                </a:solidFill>
                <a:latin typeface="宋体" panose="02010600030101010101" pitchFamily="2" charset="-122"/>
              </a:rPr>
              <a:t>0</a:t>
            </a:r>
            <a:r>
              <a:rPr lang="en-US" altLang="zh-CN" sz="2400">
                <a:solidFill>
                  <a:schemeClr val="tx2"/>
                </a:solidFill>
                <a:latin typeface="宋体" panose="02010600030101010101" pitchFamily="2" charset="-122"/>
              </a:rPr>
              <a:t>,q</a:t>
            </a:r>
            <a:r>
              <a:rPr lang="en-US" altLang="zh-CN" sz="2400" baseline="-25000">
                <a:solidFill>
                  <a:schemeClr val="tx2"/>
                </a:solidFill>
                <a:latin typeface="宋体" panose="02010600030101010101" pitchFamily="2" charset="-122"/>
              </a:rPr>
              <a:t>1</a:t>
            </a:r>
            <a:r>
              <a:rPr lang="en-US" altLang="zh-CN" sz="2400">
                <a:solidFill>
                  <a:schemeClr val="tx2"/>
                </a:solidFill>
                <a:latin typeface="宋体" panose="02010600030101010101" pitchFamily="2" charset="-122"/>
              </a:rPr>
              <a:t>,q</a:t>
            </a:r>
            <a:r>
              <a:rPr lang="en-US" altLang="zh-CN" sz="2400" baseline="-25000">
                <a:solidFill>
                  <a:schemeClr val="tx2"/>
                </a:solidFill>
                <a:latin typeface="宋体" panose="02010600030101010101" pitchFamily="2" charset="-122"/>
              </a:rPr>
              <a:t>2</a:t>
            </a:r>
            <a:r>
              <a:rPr lang="en-US" altLang="zh-CN" sz="2400">
                <a:solidFill>
                  <a:schemeClr val="tx2"/>
                </a:solidFill>
                <a:latin typeface="宋体" panose="02010600030101010101" pitchFamily="2" charset="-122"/>
              </a:rPr>
              <a:t>},{a,b}, P,q</a:t>
            </a:r>
            <a:r>
              <a:rPr lang="en-US" altLang="zh-CN" sz="2400" baseline="-25000">
                <a:solidFill>
                  <a:schemeClr val="tx2"/>
                </a:solidFill>
                <a:latin typeface="宋体" panose="02010600030101010101" pitchFamily="2" charset="-122"/>
              </a:rPr>
              <a:t>0</a:t>
            </a:r>
            <a:r>
              <a:rPr lang="en-US" altLang="zh-CN" sz="2400">
                <a:solidFill>
                  <a:schemeClr val="tx2"/>
                </a:solidFill>
                <a:latin typeface="宋体" panose="02010600030101010101" pitchFamily="2" charset="-122"/>
              </a:rPr>
              <a:t>)</a:t>
            </a:r>
          </a:p>
          <a:p>
            <a:pPr lvl="1" algn="just" eaLnBrk="1" hangingPunct="1">
              <a:lnSpc>
                <a:spcPct val="110000"/>
              </a:lnSpc>
              <a:buFont typeface="Wingdings" panose="05000000000000000000" pitchFamily="2" charset="2"/>
              <a:buNone/>
            </a:pPr>
            <a:r>
              <a:rPr lang="en-US" altLang="zh-CN">
                <a:solidFill>
                  <a:schemeClr val="tx2"/>
                </a:solidFill>
                <a:latin typeface="宋体" panose="02010600030101010101" pitchFamily="2" charset="-122"/>
                <a:sym typeface="Symbol" panose="05050102010706020507" pitchFamily="18" charset="2"/>
              </a:rPr>
              <a:t>P</a:t>
            </a:r>
            <a:r>
              <a:rPr lang="en-US" altLang="zh-CN">
                <a:solidFill>
                  <a:schemeClr val="tx2"/>
                </a:solidFill>
                <a:latin typeface="宋体" panose="02010600030101010101" pitchFamily="2" charset="-122"/>
              </a:rPr>
              <a:t>： q</a:t>
            </a:r>
            <a:r>
              <a:rPr lang="en-US" altLang="zh-CN" baseline="-25000">
                <a:solidFill>
                  <a:schemeClr val="tx2"/>
                </a:solidFill>
                <a:latin typeface="宋体" panose="02010600030101010101" pitchFamily="2" charset="-122"/>
              </a:rPr>
              <a:t>0</a:t>
            </a:r>
            <a:r>
              <a:rPr lang="en-US" altLang="zh-CN">
                <a:solidFill>
                  <a:schemeClr val="tx2"/>
                </a:solidFill>
                <a:latin typeface="宋体" panose="02010600030101010101" pitchFamily="2" charset="-122"/>
                <a:sym typeface="Symbol" panose="05050102010706020507" pitchFamily="18" charset="2"/>
              </a:rPr>
              <a:t></a:t>
            </a:r>
            <a:r>
              <a:rPr lang="en-US" altLang="zh-CN">
                <a:solidFill>
                  <a:schemeClr val="tx2"/>
                </a:solidFill>
                <a:latin typeface="宋体" panose="02010600030101010101" pitchFamily="2" charset="-122"/>
              </a:rPr>
              <a:t>aq</a:t>
            </a:r>
            <a:r>
              <a:rPr lang="en-US" altLang="zh-CN" baseline="-25000">
                <a:solidFill>
                  <a:schemeClr val="tx2"/>
                </a:solidFill>
                <a:latin typeface="宋体" panose="02010600030101010101" pitchFamily="2" charset="-122"/>
              </a:rPr>
              <a:t>1</a:t>
            </a:r>
            <a:r>
              <a:rPr lang="en-US" altLang="zh-CN">
                <a:solidFill>
                  <a:schemeClr val="tx2"/>
                </a:solidFill>
                <a:latin typeface="宋体" panose="02010600030101010101" pitchFamily="2" charset="-122"/>
              </a:rPr>
              <a:t>|bq</a:t>
            </a:r>
            <a:r>
              <a:rPr lang="en-US" altLang="zh-CN" baseline="-25000">
                <a:solidFill>
                  <a:schemeClr val="tx2"/>
                </a:solidFill>
                <a:latin typeface="宋体" panose="02010600030101010101" pitchFamily="2" charset="-122"/>
              </a:rPr>
              <a:t>2</a:t>
            </a:r>
            <a:endParaRPr lang="en-US" altLang="zh-CN">
              <a:solidFill>
                <a:schemeClr val="tx2"/>
              </a:solidFill>
              <a:latin typeface="宋体" panose="02010600030101010101" pitchFamily="2" charset="-122"/>
            </a:endParaRPr>
          </a:p>
          <a:p>
            <a:pPr lvl="1" algn="just" eaLnBrk="1" hangingPunct="1">
              <a:lnSpc>
                <a:spcPct val="110000"/>
              </a:lnSpc>
              <a:buFont typeface="Wingdings" panose="05000000000000000000" pitchFamily="2" charset="2"/>
              <a:buNone/>
            </a:pPr>
            <a:r>
              <a:rPr lang="en-US" altLang="zh-CN">
                <a:solidFill>
                  <a:schemeClr val="tx2"/>
                </a:solidFill>
                <a:latin typeface="宋体" panose="02010600030101010101" pitchFamily="2" charset="-122"/>
              </a:rPr>
              <a:t>    q</a:t>
            </a:r>
            <a:r>
              <a:rPr lang="en-US" altLang="zh-CN" baseline="-25000">
                <a:solidFill>
                  <a:schemeClr val="tx2"/>
                </a:solidFill>
                <a:latin typeface="宋体" panose="02010600030101010101" pitchFamily="2" charset="-122"/>
              </a:rPr>
              <a:t>1</a:t>
            </a:r>
            <a:r>
              <a:rPr lang="en-US" altLang="zh-CN">
                <a:solidFill>
                  <a:schemeClr val="tx2"/>
                </a:solidFill>
                <a:latin typeface="宋体" panose="02010600030101010101" pitchFamily="2" charset="-122"/>
                <a:sym typeface="Symbol" panose="05050102010706020507" pitchFamily="18" charset="2"/>
              </a:rPr>
              <a:t></a:t>
            </a:r>
            <a:r>
              <a:rPr lang="en-US" altLang="zh-CN">
                <a:solidFill>
                  <a:schemeClr val="tx2"/>
                </a:solidFill>
                <a:latin typeface="宋体" panose="02010600030101010101" pitchFamily="2" charset="-122"/>
              </a:rPr>
              <a:t>a|bq</a:t>
            </a:r>
            <a:r>
              <a:rPr lang="en-US" altLang="zh-CN" baseline="-25000">
                <a:solidFill>
                  <a:schemeClr val="tx2"/>
                </a:solidFill>
                <a:latin typeface="宋体" panose="02010600030101010101" pitchFamily="2" charset="-122"/>
              </a:rPr>
              <a:t>1</a:t>
            </a:r>
            <a:endParaRPr lang="en-US" altLang="zh-CN">
              <a:solidFill>
                <a:schemeClr val="tx2"/>
              </a:solidFill>
              <a:latin typeface="宋体" panose="02010600030101010101" pitchFamily="2" charset="-122"/>
            </a:endParaRPr>
          </a:p>
          <a:p>
            <a:pPr lvl="1" algn="just" eaLnBrk="1" hangingPunct="1">
              <a:lnSpc>
                <a:spcPct val="110000"/>
              </a:lnSpc>
              <a:buFont typeface="Wingdings" panose="05000000000000000000" pitchFamily="2" charset="2"/>
              <a:buNone/>
            </a:pPr>
            <a:r>
              <a:rPr lang="en-US" altLang="zh-CN">
                <a:solidFill>
                  <a:schemeClr val="tx2"/>
                </a:solidFill>
                <a:latin typeface="宋体" panose="02010600030101010101" pitchFamily="2" charset="-122"/>
              </a:rPr>
              <a:t>    q</a:t>
            </a:r>
            <a:r>
              <a:rPr lang="en-US" altLang="zh-CN" baseline="-25000">
                <a:solidFill>
                  <a:schemeClr val="tx2"/>
                </a:solidFill>
                <a:latin typeface="宋体" panose="02010600030101010101" pitchFamily="2" charset="-122"/>
              </a:rPr>
              <a:t>2</a:t>
            </a:r>
            <a:r>
              <a:rPr lang="en-US" altLang="zh-CN">
                <a:solidFill>
                  <a:schemeClr val="tx2"/>
                </a:solidFill>
                <a:latin typeface="宋体" panose="02010600030101010101" pitchFamily="2" charset="-122"/>
                <a:sym typeface="Symbol" panose="05050102010706020507" pitchFamily="18" charset="2"/>
              </a:rPr>
              <a:t></a:t>
            </a:r>
            <a:r>
              <a:rPr lang="en-US" altLang="zh-CN">
                <a:solidFill>
                  <a:schemeClr val="tx2"/>
                </a:solidFill>
                <a:latin typeface="宋体" panose="02010600030101010101" pitchFamily="2" charset="-122"/>
              </a:rPr>
              <a:t>aq</a:t>
            </a:r>
            <a:r>
              <a:rPr lang="en-US" altLang="zh-CN" baseline="-25000">
                <a:solidFill>
                  <a:schemeClr val="tx2"/>
                </a:solidFill>
                <a:latin typeface="宋体" panose="02010600030101010101" pitchFamily="2" charset="-122"/>
              </a:rPr>
              <a:t>2</a:t>
            </a:r>
            <a:r>
              <a:rPr lang="en-US" altLang="zh-CN">
                <a:solidFill>
                  <a:schemeClr val="tx2"/>
                </a:solidFill>
                <a:latin typeface="宋体" panose="02010600030101010101" pitchFamily="2" charset="-122"/>
              </a:rPr>
              <a:t>|b</a:t>
            </a:r>
          </a:p>
        </p:txBody>
      </p:sp>
    </p:spTree>
  </p:cSld>
  <p:clrMapOvr>
    <a:masterClrMapping/>
  </p:clrMapOvr>
  <p:transition spd="med" advClick="0"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685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84685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685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84685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685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84685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685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0" dur="500"/>
                                        <p:tgtEl>
                                          <p:spTgt spid="84685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685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3" dur="500"/>
                                        <p:tgtEl>
                                          <p:spTgt spid="84685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685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6" dur="500"/>
                                        <p:tgtEl>
                                          <p:spTgt spid="84685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685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9" dur="500"/>
                                        <p:tgtEl>
                                          <p:spTgt spid="84685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685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2" dur="500"/>
                                        <p:tgtEl>
                                          <p:spTgt spid="84685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685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5" dur="500"/>
                                        <p:tgtEl>
                                          <p:spTgt spid="84685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68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0" dur="500"/>
                                        <p:tgtEl>
                                          <p:spTgt spid="8468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46852" grpId="0" build="p" autoUpdateAnimBg="0"/>
      <p:bldP spid="846880" grpId="0" animBg="1" autoUpdateAnimBg="0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灯片编号占位符 1"/>
          <p:cNvSpPr>
            <a:spLocks noGrp="1"/>
          </p:cNvSpPr>
          <p:nvPr>
            <p:ph type="sldNum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51488554-B2CE-44E8-A481-F236F336E780}" type="slidenum">
              <a:rPr kumimoji="0" lang="zh-CN" altLang="en-US" sz="1200">
                <a:solidFill>
                  <a:srgbClr val="009999"/>
                </a:solidFill>
                <a:latin typeface="Arial Narrow" panose="020B0606020202030204" pitchFamily="34" charset="0"/>
                <a:ea typeface="宋体" panose="02010600030101010101" pitchFamily="2" charset="-122"/>
              </a:rPr>
              <a:t>37</a:t>
            </a:fld>
            <a:endParaRPr kumimoji="0" lang="en-US" altLang="zh-CN" sz="1200">
              <a:solidFill>
                <a:srgbClr val="009999"/>
              </a:solidFill>
              <a:latin typeface="Arial Narrow" panose="020B0606020202030204" pitchFamily="34" charset="0"/>
              <a:ea typeface="宋体" panose="02010600030101010101" pitchFamily="2" charset="-122"/>
            </a:endParaRPr>
          </a:p>
        </p:txBody>
      </p:sp>
      <p:sp>
        <p:nvSpPr>
          <p:cNvPr id="28675" name="日期占位符 2"/>
          <p:cNvSpPr>
            <a:spLocks noGrp="1"/>
          </p:cNvSpPr>
          <p:nvPr>
            <p:ph type="dt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8AF05D36-4330-4489-A345-360A680CE21C}" type="datetime1">
              <a:rPr kumimoji="0" lang="zh-CN" altLang="en-US" sz="1200">
                <a:solidFill>
                  <a:srgbClr val="009999"/>
                </a:solidFill>
                <a:latin typeface="Arial Narrow" panose="020B0606020202030204" pitchFamily="34" charset="0"/>
                <a:ea typeface="宋体" panose="02010600030101010101" pitchFamily="2" charset="-122"/>
              </a:rPr>
              <a:t>2024/3/24</a:t>
            </a:fld>
            <a:endParaRPr kumimoji="0" lang="zh-CN" altLang="zh-CN" sz="1200">
              <a:solidFill>
                <a:srgbClr val="009999"/>
              </a:solidFill>
              <a:latin typeface="Arial Narrow" panose="020B0606020202030204" pitchFamily="34" charset="0"/>
              <a:ea typeface="宋体" panose="02010600030101010101" pitchFamily="2" charset="-122"/>
            </a:endParaRPr>
          </a:p>
        </p:txBody>
      </p:sp>
      <p:sp>
        <p:nvSpPr>
          <p:cNvPr id="28676" name="页脚占位符 3"/>
          <p:cNvSpPr>
            <a:spLocks noGrp="1"/>
          </p:cNvSpPr>
          <p:nvPr>
            <p:ph type="ftr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200">
                <a:solidFill>
                  <a:srgbClr val="009999"/>
                </a:solidFill>
                <a:latin typeface="Arial Narrow" panose="020B0606020202030204" pitchFamily="34" charset="0"/>
                <a:ea typeface="宋体" panose="02010600030101010101" pitchFamily="2" charset="-122"/>
              </a:rPr>
              <a:t>School of Computer Science, BUPT</a:t>
            </a:r>
            <a:endParaRPr lang="zh-CN" altLang="en-US" sz="1200">
              <a:solidFill>
                <a:srgbClr val="009999"/>
              </a:solidFill>
              <a:latin typeface="Arial Narrow" panose="020B0606020202030204" pitchFamily="34" charset="0"/>
              <a:ea typeface="宋体" panose="02010600030101010101" pitchFamily="2" charset="-122"/>
            </a:endParaRPr>
          </a:p>
        </p:txBody>
      </p:sp>
      <p:sp>
        <p:nvSpPr>
          <p:cNvPr id="28677" name="Rectangle 2"/>
          <p:cNvSpPr>
            <a:spLocks noChangeArrowheads="1"/>
          </p:cNvSpPr>
          <p:nvPr/>
        </p:nvSpPr>
        <p:spPr bwMode="auto">
          <a:xfrm>
            <a:off x="1187624" y="548680"/>
            <a:ext cx="4248472" cy="6579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eaLnBrk="1" hangingPunct="1">
              <a:lnSpc>
                <a:spcPct val="9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3600" dirty="0">
                <a:solidFill>
                  <a:srgbClr val="800080"/>
                </a:solidFill>
                <a:latin typeface="华文行楷" panose="02010800040101010101" pitchFamily="2" charset="-122"/>
                <a:ea typeface="华文行楷" panose="02010800040101010101" pitchFamily="2" charset="-122"/>
              </a:rPr>
              <a:t>课堂练习</a:t>
            </a:r>
          </a:p>
        </p:txBody>
      </p:sp>
      <p:sp>
        <p:nvSpPr>
          <p:cNvPr id="2" name="Rectangle 2"/>
          <p:cNvSpPr>
            <a:spLocks noChangeArrowheads="1"/>
          </p:cNvSpPr>
          <p:nvPr/>
        </p:nvSpPr>
        <p:spPr bwMode="auto">
          <a:xfrm>
            <a:off x="755577" y="1268760"/>
            <a:ext cx="8064896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0080"/>
                </a:solidFill>
                <a:prstDash val="solid"/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kumimoji="1" lang="zh-CN" altLang="en-US" sz="2400" b="1" i="0" u="none" strike="noStrike" cap="none" normalizeH="0" baseline="0" dirty="0">
                <a:ln>
                  <a:noFill/>
                </a:ln>
                <a:solidFill>
                  <a:srgbClr val="800080"/>
                </a:solidFill>
                <a:effectLst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已知确定的有限状态自动机，求与其等价的右线性文法。</a:t>
            </a:r>
            <a:endParaRPr kumimoji="1" lang="zh-CN" altLang="en-US" sz="3200" b="0" i="0" u="none" strike="noStrike" cap="none" normalizeH="0" baseline="0" dirty="0">
              <a:ln>
                <a:noFill/>
              </a:ln>
              <a:solidFill>
                <a:srgbClr val="009999"/>
              </a:solidFill>
              <a:effectLst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graphicFrame>
        <p:nvGraphicFramePr>
          <p:cNvPr id="3" name="对象 2"/>
          <p:cNvGraphicFramePr>
            <a:graphicFrameLocks noChangeAspect="1"/>
          </p:cNvGraphicFramePr>
          <p:nvPr/>
        </p:nvGraphicFramePr>
        <p:xfrm>
          <a:off x="173357" y="2316913"/>
          <a:ext cx="3627990" cy="278200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2" imgW="3302000" imgH="2540000" progId="Visio.Drawing.11">
                  <p:embed/>
                </p:oleObj>
              </mc:Choice>
              <mc:Fallback>
                <p:oleObj name="Visio" r:id="rId2" imgW="3302000" imgH="2540000" progId="Visio.Drawing.11">
                  <p:embed/>
                  <p:pic>
                    <p:nvPicPr>
                      <p:cNvPr id="0" name="Object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3357" y="2316913"/>
                        <a:ext cx="3627990" cy="2782002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Rectangle 3"/>
          <p:cNvSpPr>
            <a:spLocks noChangeArrowheads="1"/>
          </p:cNvSpPr>
          <p:nvPr/>
        </p:nvSpPr>
        <p:spPr bwMode="auto">
          <a:xfrm>
            <a:off x="3563888" y="1896502"/>
            <a:ext cx="5406755" cy="39087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0080"/>
                </a:solidFill>
                <a:prstDash val="solid"/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spAutoFit/>
          </a:bodyPr>
          <a:lstStyle>
            <a:lvl1pPr indent="266700">
              <a:defRPr kumimoji="1">
                <a:solidFill>
                  <a:srgbClr val="009999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>
              <a:defRPr kumimoji="1">
                <a:solidFill>
                  <a:srgbClr val="009999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>
              <a:defRPr kumimoji="1">
                <a:solidFill>
                  <a:srgbClr val="009999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>
              <a:defRPr kumimoji="1">
                <a:solidFill>
                  <a:srgbClr val="009999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>
              <a:defRPr kumimoji="1">
                <a:solidFill>
                  <a:srgbClr val="009999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rgbClr val="009999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rgbClr val="009999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rgbClr val="009999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rgbClr val="009999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2667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1" lang="zh-CN" altLang="en-US" sz="2400" b="1" i="0" u="none" strike="noStrike" cap="none" normalizeH="0" baseline="0" dirty="0">
                <a:ln>
                  <a:noFill/>
                </a:ln>
                <a:solidFill>
                  <a:srgbClr val="002060"/>
                </a:solidFill>
                <a:effectLst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构造右线性文法</a:t>
            </a:r>
            <a:r>
              <a:rPr kumimoji="1" lang="en-US" altLang="zh-CN" sz="2400" b="1" i="0" u="none" strike="noStrike" cap="none" normalizeH="0" baseline="0" dirty="0">
                <a:ln>
                  <a:noFill/>
                </a:ln>
                <a:solidFill>
                  <a:srgbClr val="002060"/>
                </a:solidFill>
                <a:effectLst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G=(N,T,P,S)</a:t>
            </a:r>
            <a:r>
              <a:rPr kumimoji="1" lang="zh-CN" altLang="en-US" sz="2400" b="1" i="0" u="none" strike="noStrike" cap="none" normalizeH="0" baseline="0" dirty="0">
                <a:ln>
                  <a:noFill/>
                </a:ln>
                <a:solidFill>
                  <a:srgbClr val="002060"/>
                </a:solidFill>
                <a:effectLst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，其中</a:t>
            </a:r>
            <a:endParaRPr kumimoji="1" lang="en-US" altLang="zh-CN" sz="2400" b="1" i="0" u="none" strike="noStrike" cap="none" normalizeH="0" baseline="0" dirty="0">
              <a:ln>
                <a:noFill/>
              </a:ln>
              <a:solidFill>
                <a:srgbClr val="002060"/>
              </a:solidFill>
              <a:effectLst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0" marR="0" lvl="0" indent="2667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1" lang="en-US" altLang="zh-CN" sz="2400" b="1" i="0" u="none" strike="noStrike" cap="none" normalizeH="0" baseline="0" dirty="0">
                <a:ln>
                  <a:noFill/>
                </a:ln>
                <a:solidFill>
                  <a:srgbClr val="002060"/>
                </a:solidFill>
                <a:effectLst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N ={q</a:t>
            </a:r>
            <a:r>
              <a:rPr kumimoji="1" lang="en-US" altLang="zh-CN" sz="2400" b="1" i="0" u="none" strike="noStrike" cap="none" normalizeH="0" baseline="-30000" dirty="0">
                <a:ln>
                  <a:noFill/>
                </a:ln>
                <a:solidFill>
                  <a:srgbClr val="002060"/>
                </a:solidFill>
                <a:effectLst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0</a:t>
            </a:r>
            <a:r>
              <a:rPr kumimoji="1" lang="en-US" altLang="zh-CN" sz="2400" b="1" i="0" u="none" strike="noStrike" cap="none" normalizeH="0" baseline="0" dirty="0">
                <a:ln>
                  <a:noFill/>
                </a:ln>
                <a:solidFill>
                  <a:srgbClr val="002060"/>
                </a:solidFill>
                <a:effectLst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,q</a:t>
            </a:r>
            <a:r>
              <a:rPr kumimoji="1" lang="en-US" altLang="zh-CN" sz="2400" b="1" i="0" u="none" strike="noStrike" cap="none" normalizeH="0" baseline="-30000" dirty="0">
                <a:ln>
                  <a:noFill/>
                </a:ln>
                <a:solidFill>
                  <a:srgbClr val="002060"/>
                </a:solidFill>
                <a:effectLst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1</a:t>
            </a:r>
            <a:r>
              <a:rPr kumimoji="1" lang="en-US" altLang="zh-CN" sz="2400" b="1" i="0" u="none" strike="noStrike" cap="none" normalizeH="0" baseline="0" dirty="0">
                <a:ln>
                  <a:noFill/>
                </a:ln>
                <a:solidFill>
                  <a:srgbClr val="002060"/>
                </a:solidFill>
                <a:effectLst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,q</a:t>
            </a:r>
            <a:r>
              <a:rPr kumimoji="1" lang="en-US" altLang="zh-CN" sz="2400" b="1" i="0" u="none" strike="noStrike" cap="none" normalizeH="0" baseline="-30000" dirty="0">
                <a:ln>
                  <a:noFill/>
                </a:ln>
                <a:solidFill>
                  <a:srgbClr val="002060"/>
                </a:solidFill>
                <a:effectLst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2</a:t>
            </a:r>
            <a:r>
              <a:rPr kumimoji="1" lang="en-US" altLang="zh-CN" sz="2400" b="1" i="0" u="none" strike="noStrike" cap="none" normalizeH="0" baseline="0" dirty="0">
                <a:ln>
                  <a:noFill/>
                </a:ln>
                <a:solidFill>
                  <a:srgbClr val="002060"/>
                </a:solidFill>
                <a:effectLst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,q</a:t>
            </a:r>
            <a:r>
              <a:rPr kumimoji="1" lang="en-US" altLang="zh-CN" sz="2400" b="1" i="0" u="none" strike="noStrike" cap="none" normalizeH="0" baseline="-30000" dirty="0">
                <a:ln>
                  <a:noFill/>
                </a:ln>
                <a:solidFill>
                  <a:srgbClr val="002060"/>
                </a:solidFill>
                <a:effectLst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3</a:t>
            </a:r>
            <a:r>
              <a:rPr kumimoji="1" lang="en-US" altLang="zh-CN" sz="2400" b="1" i="0" u="none" strike="noStrike" cap="none" normalizeH="0" baseline="0" dirty="0">
                <a:ln>
                  <a:noFill/>
                </a:ln>
                <a:solidFill>
                  <a:srgbClr val="002060"/>
                </a:solidFill>
                <a:effectLst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} T ={0,1}</a:t>
            </a:r>
            <a:r>
              <a:rPr kumimoji="1" lang="zh-CN" altLang="en-US" sz="2400" b="1" i="0" u="none" strike="noStrike" cap="none" normalizeH="0" baseline="0" dirty="0">
                <a:ln>
                  <a:noFill/>
                </a:ln>
                <a:solidFill>
                  <a:srgbClr val="002060"/>
                </a:solidFill>
                <a:effectLst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，</a:t>
            </a:r>
            <a:r>
              <a:rPr kumimoji="1" lang="en-US" altLang="zh-CN" sz="2400" b="1" i="0" u="none" strike="noStrike" cap="none" normalizeH="0" baseline="0" dirty="0">
                <a:ln>
                  <a:noFill/>
                </a:ln>
                <a:solidFill>
                  <a:srgbClr val="002060"/>
                </a:solidFill>
                <a:effectLst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S = q</a:t>
            </a:r>
            <a:r>
              <a:rPr kumimoji="1" lang="en-US" altLang="zh-CN" sz="2400" b="1" i="0" u="none" strike="noStrike" cap="none" normalizeH="0" baseline="-30000" dirty="0">
                <a:ln>
                  <a:noFill/>
                </a:ln>
                <a:solidFill>
                  <a:srgbClr val="002060"/>
                </a:solidFill>
                <a:effectLst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0</a:t>
            </a:r>
            <a:r>
              <a:rPr kumimoji="1" lang="zh-CN" altLang="en-US" sz="2400" b="1" i="0" u="none" strike="noStrike" cap="none" normalizeH="0" baseline="0" dirty="0">
                <a:ln>
                  <a:noFill/>
                </a:ln>
                <a:solidFill>
                  <a:srgbClr val="002060"/>
                </a:solidFill>
                <a:effectLst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，生成式</a:t>
            </a:r>
            <a:r>
              <a:rPr kumimoji="1" lang="en-US" altLang="zh-CN" sz="2400" b="1" i="0" u="none" strike="noStrike" cap="none" normalizeH="0" baseline="0" dirty="0">
                <a:ln>
                  <a:noFill/>
                </a:ln>
                <a:solidFill>
                  <a:srgbClr val="002060"/>
                </a:solidFill>
                <a:effectLst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P</a:t>
            </a:r>
            <a:r>
              <a:rPr kumimoji="1" lang="zh-CN" altLang="en-US" sz="2400" b="1" i="0" u="none" strike="noStrike" cap="none" normalizeH="0" baseline="0" dirty="0">
                <a:ln>
                  <a:noFill/>
                </a:ln>
                <a:solidFill>
                  <a:srgbClr val="002060"/>
                </a:solidFill>
                <a:effectLst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如下：</a:t>
            </a:r>
          </a:p>
          <a:p>
            <a:pPr marL="0" marR="0" lvl="0" indent="2667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1" lang="zh-CN" altLang="en-US" sz="2400" b="1" i="0" u="none" strike="noStrike" cap="none" normalizeH="0" baseline="0" dirty="0">
                <a:ln>
                  <a:noFill/>
                </a:ln>
                <a:solidFill>
                  <a:srgbClr val="002060"/>
                </a:solidFill>
                <a:effectLst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由</a:t>
            </a:r>
            <a:r>
              <a:rPr kumimoji="1" lang="zh-CN" altLang="en-US" sz="2400" b="1" i="0" u="none" strike="noStrike" cap="none" normalizeH="0" baseline="0" dirty="0">
                <a:ln>
                  <a:noFill/>
                </a:ln>
                <a:solidFill>
                  <a:srgbClr val="002060"/>
                </a:solidFill>
                <a:effectLst/>
                <a:latin typeface="Arial" panose="020B0604020202020204" pitchFamily="34" charset="0"/>
                <a:ea typeface="+mn-ea"/>
                <a:cs typeface="Arial" panose="020B0604020202020204" pitchFamily="34" charset="0"/>
                <a:sym typeface="Symbol" panose="05050102010706020507" pitchFamily="18" charset="2"/>
              </a:rPr>
              <a:t></a:t>
            </a:r>
            <a:r>
              <a:rPr kumimoji="1" lang="en-US" altLang="zh-CN" sz="2400" b="1" i="0" u="none" strike="noStrike" cap="none" normalizeH="0" baseline="0" dirty="0">
                <a:ln>
                  <a:noFill/>
                </a:ln>
                <a:solidFill>
                  <a:srgbClr val="002060"/>
                </a:solidFill>
                <a:effectLst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(q</a:t>
            </a:r>
            <a:r>
              <a:rPr kumimoji="1" lang="en-US" altLang="zh-CN" sz="2400" b="1" i="0" u="none" strike="noStrike" cap="none" normalizeH="0" baseline="-30000" dirty="0">
                <a:ln>
                  <a:noFill/>
                </a:ln>
                <a:solidFill>
                  <a:srgbClr val="002060"/>
                </a:solidFill>
                <a:effectLst/>
                <a:latin typeface="Arial" panose="020B0604020202020204" pitchFamily="34" charset="0"/>
                <a:ea typeface="+mn-ea"/>
                <a:cs typeface="Arial" panose="020B0604020202020204" pitchFamily="34" charset="0"/>
                <a:sym typeface="Symbol" panose="05050102010706020507" pitchFamily="18" charset="2"/>
              </a:rPr>
              <a:t>0</a:t>
            </a:r>
            <a:r>
              <a:rPr kumimoji="1" lang="en-US" altLang="zh-CN" sz="2400" b="1" i="0" u="none" strike="noStrike" cap="none" normalizeH="0" baseline="0" dirty="0">
                <a:ln>
                  <a:noFill/>
                </a:ln>
                <a:solidFill>
                  <a:srgbClr val="002060"/>
                </a:solidFill>
                <a:effectLst/>
                <a:latin typeface="Arial" panose="020B0604020202020204" pitchFamily="34" charset="0"/>
                <a:ea typeface="+mn-ea"/>
                <a:cs typeface="Arial" panose="020B0604020202020204" pitchFamily="34" charset="0"/>
                <a:sym typeface="Symbol" panose="05050102010706020507" pitchFamily="18" charset="2"/>
              </a:rPr>
              <a:t>,0)=q</a:t>
            </a:r>
            <a:r>
              <a:rPr kumimoji="1" lang="en-US" altLang="zh-CN" sz="2400" b="1" i="0" u="none" strike="noStrike" cap="none" normalizeH="0" baseline="-30000" dirty="0">
                <a:ln>
                  <a:noFill/>
                </a:ln>
                <a:solidFill>
                  <a:srgbClr val="002060"/>
                </a:solidFill>
                <a:effectLst/>
                <a:latin typeface="Arial" panose="020B0604020202020204" pitchFamily="34" charset="0"/>
                <a:ea typeface="+mn-ea"/>
                <a:cs typeface="Arial" panose="020B0604020202020204" pitchFamily="34" charset="0"/>
                <a:sym typeface="Symbol" panose="05050102010706020507" pitchFamily="18" charset="2"/>
              </a:rPr>
              <a:t>1</a:t>
            </a:r>
            <a:r>
              <a:rPr kumimoji="1" lang="zh-CN" altLang="en-US" sz="2400" b="1" i="0" u="none" strike="noStrike" cap="none" normalizeH="0" baseline="0" dirty="0">
                <a:ln>
                  <a:noFill/>
                </a:ln>
                <a:solidFill>
                  <a:srgbClr val="002060"/>
                </a:solidFill>
                <a:effectLst/>
                <a:latin typeface="Arial" panose="020B0604020202020204" pitchFamily="34" charset="0"/>
                <a:ea typeface="+mn-ea"/>
                <a:cs typeface="Arial" panose="020B0604020202020204" pitchFamily="34" charset="0"/>
                <a:sym typeface="Symbol" panose="05050102010706020507" pitchFamily="18" charset="2"/>
              </a:rPr>
              <a:t>， 得</a:t>
            </a:r>
            <a:r>
              <a:rPr kumimoji="1" lang="en-US" altLang="zh-CN" sz="2400" b="1" i="0" u="none" strike="noStrike" cap="none" normalizeH="0" baseline="0" dirty="0">
                <a:ln>
                  <a:noFill/>
                </a:ln>
                <a:solidFill>
                  <a:srgbClr val="002060"/>
                </a:solidFill>
                <a:effectLst/>
                <a:latin typeface="Arial" panose="020B0604020202020204" pitchFamily="34" charset="0"/>
                <a:ea typeface="+mn-ea"/>
                <a:cs typeface="Arial" panose="020B0604020202020204" pitchFamily="34" charset="0"/>
                <a:sym typeface="Symbol" panose="05050102010706020507" pitchFamily="18" charset="2"/>
              </a:rPr>
              <a:t>q</a:t>
            </a:r>
            <a:r>
              <a:rPr kumimoji="1" lang="en-US" altLang="zh-CN" sz="2400" b="1" i="0" u="none" strike="noStrike" cap="none" normalizeH="0" baseline="-30000" dirty="0">
                <a:ln>
                  <a:noFill/>
                </a:ln>
                <a:solidFill>
                  <a:srgbClr val="002060"/>
                </a:solidFill>
                <a:effectLst/>
                <a:latin typeface="Arial" panose="020B0604020202020204" pitchFamily="34" charset="0"/>
                <a:ea typeface="+mn-ea"/>
                <a:cs typeface="Arial" panose="020B0604020202020204" pitchFamily="34" charset="0"/>
                <a:sym typeface="Symbol" panose="05050102010706020507" pitchFamily="18" charset="2"/>
              </a:rPr>
              <a:t>0</a:t>
            </a:r>
            <a:r>
              <a:rPr kumimoji="1" lang="en-US" altLang="zh-CN" sz="2400" b="1" i="0" u="none" strike="noStrike" cap="none" normalizeH="0" baseline="0" dirty="0">
                <a:ln>
                  <a:noFill/>
                </a:ln>
                <a:solidFill>
                  <a:srgbClr val="002060"/>
                </a:solidFill>
                <a:effectLst/>
                <a:latin typeface="Arial" panose="020B0604020202020204" pitchFamily="34" charset="0"/>
                <a:ea typeface="+mn-ea"/>
                <a:cs typeface="Arial" panose="020B0604020202020204" pitchFamily="34" charset="0"/>
                <a:sym typeface="Symbol" panose="05050102010706020507" pitchFamily="18" charset="2"/>
              </a:rPr>
              <a:t></a:t>
            </a:r>
            <a:r>
              <a:rPr kumimoji="1" lang="en-US" altLang="zh-CN" sz="2400" b="1" i="0" u="none" strike="noStrike" cap="none" normalizeH="0" baseline="0" dirty="0">
                <a:ln>
                  <a:noFill/>
                </a:ln>
                <a:solidFill>
                  <a:srgbClr val="002060"/>
                </a:solidFill>
                <a:effectLst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0q</a:t>
            </a:r>
            <a:r>
              <a:rPr kumimoji="1" lang="en-US" altLang="zh-CN" sz="2400" b="1" i="0" u="none" strike="noStrike" cap="none" normalizeH="0" baseline="-30000" dirty="0">
                <a:ln>
                  <a:noFill/>
                </a:ln>
                <a:solidFill>
                  <a:srgbClr val="002060"/>
                </a:solidFill>
                <a:effectLst/>
                <a:latin typeface="Arial" panose="020B0604020202020204" pitchFamily="34" charset="0"/>
                <a:ea typeface="+mn-ea"/>
                <a:cs typeface="Arial" panose="020B0604020202020204" pitchFamily="34" charset="0"/>
                <a:sym typeface="Symbol" panose="05050102010706020507" pitchFamily="18" charset="2"/>
              </a:rPr>
              <a:t>1</a:t>
            </a:r>
            <a:r>
              <a:rPr kumimoji="1" lang="zh-CN" altLang="en-US" sz="2400" b="1" i="0" u="none" strike="noStrike" cap="none" normalizeH="0" baseline="0" dirty="0">
                <a:ln>
                  <a:noFill/>
                </a:ln>
                <a:solidFill>
                  <a:srgbClr val="002060"/>
                </a:solidFill>
                <a:effectLst/>
                <a:latin typeface="Arial" panose="020B0604020202020204" pitchFamily="34" charset="0"/>
                <a:ea typeface="+mn-ea"/>
                <a:cs typeface="Arial" panose="020B0604020202020204" pitchFamily="34" charset="0"/>
                <a:sym typeface="Symbol" panose="05050102010706020507" pitchFamily="18" charset="2"/>
              </a:rPr>
              <a:t>；</a:t>
            </a:r>
          </a:p>
          <a:p>
            <a:pPr marL="0" marR="0" lvl="0" indent="2667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1" lang="zh-CN" altLang="en-US" sz="2400" b="1" i="0" u="none" strike="noStrike" cap="none" normalizeH="0" baseline="0" dirty="0">
                <a:ln>
                  <a:noFill/>
                </a:ln>
                <a:solidFill>
                  <a:srgbClr val="002060"/>
                </a:solidFill>
                <a:effectLst/>
                <a:latin typeface="Arial" panose="020B0604020202020204" pitchFamily="34" charset="0"/>
                <a:ea typeface="+mn-ea"/>
                <a:cs typeface="Arial" panose="020B0604020202020204" pitchFamily="34" charset="0"/>
                <a:sym typeface="Symbol" panose="05050102010706020507" pitchFamily="18" charset="2"/>
              </a:rPr>
              <a:t>由</a:t>
            </a:r>
            <a:r>
              <a:rPr kumimoji="1" lang="en-US" altLang="zh-CN" sz="2400" b="1" i="0" u="none" strike="noStrike" cap="none" normalizeH="0" baseline="0" dirty="0">
                <a:ln>
                  <a:noFill/>
                </a:ln>
                <a:solidFill>
                  <a:srgbClr val="002060"/>
                </a:solidFill>
                <a:effectLst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(q</a:t>
            </a:r>
            <a:r>
              <a:rPr kumimoji="1" lang="en-US" altLang="zh-CN" sz="2400" b="1" i="0" u="none" strike="noStrike" cap="none" normalizeH="0" baseline="-30000" dirty="0">
                <a:ln>
                  <a:noFill/>
                </a:ln>
                <a:solidFill>
                  <a:srgbClr val="002060"/>
                </a:solidFill>
                <a:effectLst/>
                <a:latin typeface="Arial" panose="020B0604020202020204" pitchFamily="34" charset="0"/>
                <a:ea typeface="+mn-ea"/>
                <a:cs typeface="Arial" panose="020B0604020202020204" pitchFamily="34" charset="0"/>
                <a:sym typeface="Symbol" panose="05050102010706020507" pitchFamily="18" charset="2"/>
              </a:rPr>
              <a:t>0</a:t>
            </a:r>
            <a:r>
              <a:rPr kumimoji="1" lang="en-US" altLang="zh-CN" sz="2400" b="1" i="0" u="none" strike="noStrike" cap="none" normalizeH="0" baseline="0" dirty="0">
                <a:ln>
                  <a:noFill/>
                </a:ln>
                <a:solidFill>
                  <a:srgbClr val="002060"/>
                </a:solidFill>
                <a:effectLst/>
                <a:latin typeface="Arial" panose="020B0604020202020204" pitchFamily="34" charset="0"/>
                <a:ea typeface="+mn-ea"/>
                <a:cs typeface="Arial" panose="020B0604020202020204" pitchFamily="34" charset="0"/>
                <a:sym typeface="Symbol" panose="05050102010706020507" pitchFamily="18" charset="2"/>
              </a:rPr>
              <a:t>,1)=q</a:t>
            </a:r>
            <a:r>
              <a:rPr kumimoji="1" lang="en-US" altLang="zh-CN" sz="2400" b="1" i="0" u="none" strike="noStrike" cap="none" normalizeH="0" baseline="-30000" dirty="0">
                <a:ln>
                  <a:noFill/>
                </a:ln>
                <a:solidFill>
                  <a:srgbClr val="002060"/>
                </a:solidFill>
                <a:effectLst/>
                <a:latin typeface="Arial" panose="020B0604020202020204" pitchFamily="34" charset="0"/>
                <a:ea typeface="+mn-ea"/>
                <a:cs typeface="Arial" panose="020B0604020202020204" pitchFamily="34" charset="0"/>
                <a:sym typeface="Symbol" panose="05050102010706020507" pitchFamily="18" charset="2"/>
              </a:rPr>
              <a:t>2</a:t>
            </a:r>
            <a:r>
              <a:rPr kumimoji="1" lang="zh-CN" altLang="en-US" sz="2400" b="1" i="0" u="none" strike="noStrike" cap="none" normalizeH="0" baseline="0" dirty="0">
                <a:ln>
                  <a:noFill/>
                </a:ln>
                <a:solidFill>
                  <a:srgbClr val="002060"/>
                </a:solidFill>
                <a:effectLst/>
                <a:latin typeface="Arial" panose="020B0604020202020204" pitchFamily="34" charset="0"/>
                <a:ea typeface="+mn-ea"/>
                <a:cs typeface="Arial" panose="020B0604020202020204" pitchFamily="34" charset="0"/>
                <a:sym typeface="Symbol" panose="05050102010706020507" pitchFamily="18" charset="2"/>
              </a:rPr>
              <a:t>， 得</a:t>
            </a:r>
            <a:r>
              <a:rPr kumimoji="1" lang="en-US" altLang="zh-CN" sz="2400" b="1" i="0" u="none" strike="noStrike" cap="none" normalizeH="0" baseline="0" dirty="0">
                <a:ln>
                  <a:noFill/>
                </a:ln>
                <a:solidFill>
                  <a:srgbClr val="002060"/>
                </a:solidFill>
                <a:effectLst/>
                <a:latin typeface="Arial" panose="020B0604020202020204" pitchFamily="34" charset="0"/>
                <a:ea typeface="+mn-ea"/>
                <a:cs typeface="Arial" panose="020B0604020202020204" pitchFamily="34" charset="0"/>
                <a:sym typeface="Symbol" panose="05050102010706020507" pitchFamily="18" charset="2"/>
              </a:rPr>
              <a:t>q</a:t>
            </a:r>
            <a:r>
              <a:rPr kumimoji="1" lang="en-US" altLang="zh-CN" sz="2400" b="1" i="0" u="none" strike="noStrike" cap="none" normalizeH="0" baseline="-30000" dirty="0">
                <a:ln>
                  <a:noFill/>
                </a:ln>
                <a:solidFill>
                  <a:srgbClr val="002060"/>
                </a:solidFill>
                <a:effectLst/>
                <a:latin typeface="Arial" panose="020B0604020202020204" pitchFamily="34" charset="0"/>
                <a:ea typeface="+mn-ea"/>
                <a:cs typeface="Arial" panose="020B0604020202020204" pitchFamily="34" charset="0"/>
                <a:sym typeface="Symbol" panose="05050102010706020507" pitchFamily="18" charset="2"/>
              </a:rPr>
              <a:t>0</a:t>
            </a:r>
            <a:r>
              <a:rPr kumimoji="1" lang="en-US" altLang="zh-CN" sz="2400" b="1" i="0" u="none" strike="noStrike" cap="none" normalizeH="0" baseline="0" dirty="0">
                <a:ln>
                  <a:noFill/>
                </a:ln>
                <a:solidFill>
                  <a:srgbClr val="002060"/>
                </a:solidFill>
                <a:effectLst/>
                <a:latin typeface="Arial" panose="020B0604020202020204" pitchFamily="34" charset="0"/>
                <a:ea typeface="+mn-ea"/>
                <a:cs typeface="Arial" panose="020B0604020202020204" pitchFamily="34" charset="0"/>
                <a:sym typeface="Symbol" panose="05050102010706020507" pitchFamily="18" charset="2"/>
              </a:rPr>
              <a:t></a:t>
            </a:r>
            <a:r>
              <a:rPr kumimoji="1" lang="en-US" altLang="zh-CN" sz="2400" b="1" i="0" u="none" strike="noStrike" cap="none" normalizeH="0" baseline="0" dirty="0">
                <a:ln>
                  <a:noFill/>
                </a:ln>
                <a:solidFill>
                  <a:srgbClr val="002060"/>
                </a:solidFill>
                <a:effectLst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1q</a:t>
            </a:r>
            <a:r>
              <a:rPr kumimoji="1" lang="en-US" altLang="zh-CN" sz="2400" b="1" i="0" u="none" strike="noStrike" cap="none" normalizeH="0" baseline="-30000" dirty="0">
                <a:ln>
                  <a:noFill/>
                </a:ln>
                <a:solidFill>
                  <a:srgbClr val="002060"/>
                </a:solidFill>
                <a:effectLst/>
                <a:latin typeface="Arial" panose="020B0604020202020204" pitchFamily="34" charset="0"/>
                <a:ea typeface="+mn-ea"/>
                <a:cs typeface="Arial" panose="020B0604020202020204" pitchFamily="34" charset="0"/>
                <a:sym typeface="Symbol" panose="05050102010706020507" pitchFamily="18" charset="2"/>
              </a:rPr>
              <a:t>2</a:t>
            </a:r>
            <a:r>
              <a:rPr kumimoji="1" lang="zh-CN" altLang="en-US" sz="2400" b="1" i="0" u="none" strike="noStrike" cap="none" normalizeH="0" baseline="0" dirty="0">
                <a:ln>
                  <a:noFill/>
                </a:ln>
                <a:solidFill>
                  <a:srgbClr val="002060"/>
                </a:solidFill>
                <a:effectLst/>
                <a:latin typeface="Arial" panose="020B0604020202020204" pitchFamily="34" charset="0"/>
                <a:ea typeface="+mn-ea"/>
                <a:cs typeface="Arial" panose="020B0604020202020204" pitchFamily="34" charset="0"/>
                <a:sym typeface="Symbol" panose="05050102010706020507" pitchFamily="18" charset="2"/>
              </a:rPr>
              <a:t>；</a:t>
            </a:r>
          </a:p>
          <a:p>
            <a:pPr marL="0" marR="0" lvl="0" indent="2667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1" lang="zh-CN" altLang="en-US" sz="2400" b="1" i="0" u="none" strike="noStrike" cap="none" normalizeH="0" baseline="0" dirty="0">
                <a:ln>
                  <a:noFill/>
                </a:ln>
                <a:solidFill>
                  <a:srgbClr val="002060"/>
                </a:solidFill>
                <a:effectLst/>
                <a:latin typeface="Arial" panose="020B0604020202020204" pitchFamily="34" charset="0"/>
                <a:ea typeface="+mn-ea"/>
                <a:cs typeface="Arial" panose="020B0604020202020204" pitchFamily="34" charset="0"/>
                <a:sym typeface="Symbol" panose="05050102010706020507" pitchFamily="18" charset="2"/>
              </a:rPr>
              <a:t>由</a:t>
            </a:r>
            <a:r>
              <a:rPr kumimoji="1" lang="en-US" altLang="zh-CN" sz="2400" b="1" i="0" u="none" strike="noStrike" cap="none" normalizeH="0" baseline="0" dirty="0">
                <a:ln>
                  <a:noFill/>
                </a:ln>
                <a:solidFill>
                  <a:srgbClr val="002060"/>
                </a:solidFill>
                <a:effectLst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(q</a:t>
            </a:r>
            <a:r>
              <a:rPr kumimoji="1" lang="en-US" altLang="zh-CN" sz="2400" b="1" i="0" u="none" strike="noStrike" cap="none" normalizeH="0" baseline="-30000" dirty="0">
                <a:ln>
                  <a:noFill/>
                </a:ln>
                <a:solidFill>
                  <a:srgbClr val="002060"/>
                </a:solidFill>
                <a:effectLst/>
                <a:latin typeface="Arial" panose="020B0604020202020204" pitchFamily="34" charset="0"/>
                <a:ea typeface="+mn-ea"/>
                <a:cs typeface="Arial" panose="020B0604020202020204" pitchFamily="34" charset="0"/>
                <a:sym typeface="Symbol" panose="05050102010706020507" pitchFamily="18" charset="2"/>
              </a:rPr>
              <a:t>1</a:t>
            </a:r>
            <a:r>
              <a:rPr kumimoji="1" lang="en-US" altLang="zh-CN" sz="2400" b="1" i="0" u="none" strike="noStrike" cap="none" normalizeH="0" baseline="0" dirty="0">
                <a:ln>
                  <a:noFill/>
                </a:ln>
                <a:solidFill>
                  <a:srgbClr val="002060"/>
                </a:solidFill>
                <a:effectLst/>
                <a:latin typeface="Arial" panose="020B0604020202020204" pitchFamily="34" charset="0"/>
                <a:ea typeface="+mn-ea"/>
                <a:cs typeface="Arial" panose="020B0604020202020204" pitchFamily="34" charset="0"/>
                <a:sym typeface="Symbol" panose="05050102010706020507" pitchFamily="18" charset="2"/>
              </a:rPr>
              <a:t>,0)=q</a:t>
            </a:r>
            <a:r>
              <a:rPr kumimoji="1" lang="en-US" altLang="zh-CN" sz="2400" b="1" i="0" u="none" strike="noStrike" cap="none" normalizeH="0" baseline="-30000" dirty="0">
                <a:ln>
                  <a:noFill/>
                </a:ln>
                <a:solidFill>
                  <a:srgbClr val="002060"/>
                </a:solidFill>
                <a:effectLst/>
                <a:latin typeface="Arial" panose="020B0604020202020204" pitchFamily="34" charset="0"/>
                <a:ea typeface="+mn-ea"/>
                <a:cs typeface="Arial" panose="020B0604020202020204" pitchFamily="34" charset="0"/>
                <a:sym typeface="Symbol" panose="05050102010706020507" pitchFamily="18" charset="2"/>
              </a:rPr>
              <a:t>2</a:t>
            </a:r>
            <a:r>
              <a:rPr kumimoji="1" lang="zh-CN" altLang="en-US" sz="2400" b="1" i="0" u="none" strike="noStrike" cap="none" normalizeH="0" baseline="0" dirty="0">
                <a:ln>
                  <a:noFill/>
                </a:ln>
                <a:solidFill>
                  <a:srgbClr val="002060"/>
                </a:solidFill>
                <a:effectLst/>
                <a:latin typeface="Arial" panose="020B0604020202020204" pitchFamily="34" charset="0"/>
                <a:ea typeface="+mn-ea"/>
                <a:cs typeface="Arial" panose="020B0604020202020204" pitchFamily="34" charset="0"/>
                <a:sym typeface="Symbol" panose="05050102010706020507" pitchFamily="18" charset="2"/>
              </a:rPr>
              <a:t>， 得</a:t>
            </a:r>
            <a:r>
              <a:rPr kumimoji="1" lang="en-US" altLang="zh-CN" sz="2400" b="1" i="0" u="none" strike="noStrike" cap="none" normalizeH="0" baseline="0" dirty="0">
                <a:ln>
                  <a:noFill/>
                </a:ln>
                <a:solidFill>
                  <a:srgbClr val="002060"/>
                </a:solidFill>
                <a:effectLst/>
                <a:latin typeface="Arial" panose="020B0604020202020204" pitchFamily="34" charset="0"/>
                <a:ea typeface="+mn-ea"/>
                <a:cs typeface="Arial" panose="020B0604020202020204" pitchFamily="34" charset="0"/>
                <a:sym typeface="Symbol" panose="05050102010706020507" pitchFamily="18" charset="2"/>
              </a:rPr>
              <a:t>q</a:t>
            </a:r>
            <a:r>
              <a:rPr kumimoji="1" lang="en-US" altLang="zh-CN" sz="2400" b="1" i="0" u="none" strike="noStrike" cap="none" normalizeH="0" baseline="-30000" dirty="0">
                <a:ln>
                  <a:noFill/>
                </a:ln>
                <a:solidFill>
                  <a:srgbClr val="002060"/>
                </a:solidFill>
                <a:effectLst/>
                <a:latin typeface="Arial" panose="020B0604020202020204" pitchFamily="34" charset="0"/>
                <a:ea typeface="+mn-ea"/>
                <a:cs typeface="Arial" panose="020B0604020202020204" pitchFamily="34" charset="0"/>
                <a:sym typeface="Symbol" panose="05050102010706020507" pitchFamily="18" charset="2"/>
              </a:rPr>
              <a:t>1</a:t>
            </a:r>
            <a:r>
              <a:rPr kumimoji="1" lang="en-US" altLang="zh-CN" sz="2400" b="1" i="0" u="none" strike="noStrike" cap="none" normalizeH="0" baseline="0" dirty="0">
                <a:ln>
                  <a:noFill/>
                </a:ln>
                <a:solidFill>
                  <a:srgbClr val="002060"/>
                </a:solidFill>
                <a:effectLst/>
                <a:latin typeface="Arial" panose="020B0604020202020204" pitchFamily="34" charset="0"/>
                <a:ea typeface="+mn-ea"/>
                <a:cs typeface="Arial" panose="020B0604020202020204" pitchFamily="34" charset="0"/>
                <a:sym typeface="Symbol" panose="05050102010706020507" pitchFamily="18" charset="2"/>
              </a:rPr>
              <a:t></a:t>
            </a:r>
            <a:r>
              <a:rPr kumimoji="1" lang="en-US" altLang="zh-CN" sz="2400" b="1" i="0" u="none" strike="noStrike" cap="none" normalizeH="0" baseline="0" dirty="0">
                <a:ln>
                  <a:noFill/>
                </a:ln>
                <a:solidFill>
                  <a:srgbClr val="002060"/>
                </a:solidFill>
                <a:effectLst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0q</a:t>
            </a:r>
            <a:r>
              <a:rPr kumimoji="1" lang="en-US" altLang="zh-CN" sz="2400" b="1" i="0" u="none" strike="noStrike" cap="none" normalizeH="0" baseline="-30000" dirty="0">
                <a:ln>
                  <a:noFill/>
                </a:ln>
                <a:solidFill>
                  <a:srgbClr val="002060"/>
                </a:solidFill>
                <a:effectLst/>
                <a:latin typeface="Arial" panose="020B0604020202020204" pitchFamily="34" charset="0"/>
                <a:ea typeface="+mn-ea"/>
                <a:cs typeface="Arial" panose="020B0604020202020204" pitchFamily="34" charset="0"/>
                <a:sym typeface="Symbol" panose="05050102010706020507" pitchFamily="18" charset="2"/>
              </a:rPr>
              <a:t>2</a:t>
            </a:r>
            <a:r>
              <a:rPr kumimoji="1" lang="zh-CN" altLang="en-US" sz="2400" b="1" i="0" u="none" strike="noStrike" cap="none" normalizeH="0" baseline="0" dirty="0">
                <a:ln>
                  <a:noFill/>
                </a:ln>
                <a:solidFill>
                  <a:srgbClr val="002060"/>
                </a:solidFill>
                <a:effectLst/>
                <a:latin typeface="Arial" panose="020B0604020202020204" pitchFamily="34" charset="0"/>
                <a:ea typeface="+mn-ea"/>
                <a:cs typeface="Arial" panose="020B0604020202020204" pitchFamily="34" charset="0"/>
                <a:sym typeface="Symbol" panose="05050102010706020507" pitchFamily="18" charset="2"/>
              </a:rPr>
              <a:t>；</a:t>
            </a:r>
          </a:p>
          <a:p>
            <a:pPr marL="0" marR="0" lvl="0" indent="2667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1" lang="zh-CN" altLang="en-US" sz="2400" b="1" i="0" u="none" strike="noStrike" cap="none" normalizeH="0" baseline="0" dirty="0">
                <a:ln>
                  <a:noFill/>
                </a:ln>
                <a:solidFill>
                  <a:srgbClr val="002060"/>
                </a:solidFill>
                <a:effectLst/>
                <a:latin typeface="Arial" panose="020B0604020202020204" pitchFamily="34" charset="0"/>
                <a:ea typeface="+mn-ea"/>
                <a:cs typeface="Arial" panose="020B0604020202020204" pitchFamily="34" charset="0"/>
                <a:sym typeface="Symbol" panose="05050102010706020507" pitchFamily="18" charset="2"/>
              </a:rPr>
              <a:t>由</a:t>
            </a:r>
            <a:r>
              <a:rPr kumimoji="1" lang="en-US" altLang="zh-CN" sz="2400" b="1" i="0" u="none" strike="noStrike" cap="none" normalizeH="0" baseline="0" dirty="0">
                <a:ln>
                  <a:noFill/>
                </a:ln>
                <a:solidFill>
                  <a:srgbClr val="002060"/>
                </a:solidFill>
                <a:effectLst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(q</a:t>
            </a:r>
            <a:r>
              <a:rPr kumimoji="1" lang="en-US" altLang="zh-CN" sz="2400" b="1" i="0" u="none" strike="noStrike" cap="none" normalizeH="0" baseline="-30000" dirty="0">
                <a:ln>
                  <a:noFill/>
                </a:ln>
                <a:solidFill>
                  <a:srgbClr val="002060"/>
                </a:solidFill>
                <a:effectLst/>
                <a:latin typeface="Arial" panose="020B0604020202020204" pitchFamily="34" charset="0"/>
                <a:ea typeface="+mn-ea"/>
                <a:cs typeface="Arial" panose="020B0604020202020204" pitchFamily="34" charset="0"/>
                <a:sym typeface="Symbol" panose="05050102010706020507" pitchFamily="18" charset="2"/>
              </a:rPr>
              <a:t>2</a:t>
            </a:r>
            <a:r>
              <a:rPr kumimoji="1" lang="en-US" altLang="zh-CN" sz="2400" b="1" i="0" u="none" strike="noStrike" cap="none" normalizeH="0" baseline="0" dirty="0">
                <a:ln>
                  <a:noFill/>
                </a:ln>
                <a:solidFill>
                  <a:srgbClr val="002060"/>
                </a:solidFill>
                <a:effectLst/>
                <a:latin typeface="Arial" panose="020B0604020202020204" pitchFamily="34" charset="0"/>
                <a:ea typeface="+mn-ea"/>
                <a:cs typeface="Arial" panose="020B0604020202020204" pitchFamily="34" charset="0"/>
                <a:sym typeface="Symbol" panose="05050102010706020507" pitchFamily="18" charset="2"/>
              </a:rPr>
              <a:t>,1)=q</a:t>
            </a:r>
            <a:r>
              <a:rPr kumimoji="1" lang="en-US" altLang="zh-CN" sz="2400" b="1" i="0" u="none" strike="noStrike" cap="none" normalizeH="0" baseline="-30000" dirty="0">
                <a:ln>
                  <a:noFill/>
                </a:ln>
                <a:solidFill>
                  <a:srgbClr val="002060"/>
                </a:solidFill>
                <a:effectLst/>
                <a:latin typeface="Arial" panose="020B0604020202020204" pitchFamily="34" charset="0"/>
                <a:ea typeface="+mn-ea"/>
                <a:cs typeface="Arial" panose="020B0604020202020204" pitchFamily="34" charset="0"/>
                <a:sym typeface="Symbol" panose="05050102010706020507" pitchFamily="18" charset="2"/>
              </a:rPr>
              <a:t>1</a:t>
            </a:r>
            <a:r>
              <a:rPr kumimoji="1" lang="zh-CN" altLang="en-US" sz="2400" b="1" i="0" u="none" strike="noStrike" cap="none" normalizeH="0" baseline="0" dirty="0">
                <a:ln>
                  <a:noFill/>
                </a:ln>
                <a:solidFill>
                  <a:srgbClr val="002060"/>
                </a:solidFill>
                <a:effectLst/>
                <a:latin typeface="Arial" panose="020B0604020202020204" pitchFamily="34" charset="0"/>
                <a:ea typeface="+mn-ea"/>
                <a:cs typeface="Arial" panose="020B0604020202020204" pitchFamily="34" charset="0"/>
                <a:sym typeface="Symbol" panose="05050102010706020507" pitchFamily="18" charset="2"/>
              </a:rPr>
              <a:t>， 得 </a:t>
            </a:r>
            <a:r>
              <a:rPr kumimoji="1" lang="en-US" altLang="zh-CN" sz="2400" b="1" i="0" u="none" strike="noStrike" cap="none" normalizeH="0" baseline="0" dirty="0">
                <a:ln>
                  <a:noFill/>
                </a:ln>
                <a:solidFill>
                  <a:srgbClr val="002060"/>
                </a:solidFill>
                <a:effectLst/>
                <a:latin typeface="Arial" panose="020B0604020202020204" pitchFamily="34" charset="0"/>
                <a:ea typeface="+mn-ea"/>
                <a:cs typeface="Arial" panose="020B0604020202020204" pitchFamily="34" charset="0"/>
                <a:sym typeface="Symbol" panose="05050102010706020507" pitchFamily="18" charset="2"/>
              </a:rPr>
              <a:t>q</a:t>
            </a:r>
            <a:r>
              <a:rPr kumimoji="1" lang="en-US" altLang="zh-CN" sz="2400" b="1" i="0" u="none" strike="noStrike" cap="none" normalizeH="0" baseline="-30000" dirty="0">
                <a:ln>
                  <a:noFill/>
                </a:ln>
                <a:solidFill>
                  <a:srgbClr val="002060"/>
                </a:solidFill>
                <a:effectLst/>
                <a:latin typeface="Arial" panose="020B0604020202020204" pitchFamily="34" charset="0"/>
                <a:ea typeface="+mn-ea"/>
                <a:cs typeface="Arial" panose="020B0604020202020204" pitchFamily="34" charset="0"/>
                <a:sym typeface="Symbol" panose="05050102010706020507" pitchFamily="18" charset="2"/>
              </a:rPr>
              <a:t>2</a:t>
            </a:r>
            <a:r>
              <a:rPr kumimoji="1" lang="en-US" altLang="zh-CN" sz="2400" b="1" i="0" u="none" strike="noStrike" cap="none" normalizeH="0" baseline="0" dirty="0">
                <a:ln>
                  <a:noFill/>
                </a:ln>
                <a:solidFill>
                  <a:srgbClr val="002060"/>
                </a:solidFill>
                <a:effectLst/>
                <a:latin typeface="Arial" panose="020B0604020202020204" pitchFamily="34" charset="0"/>
                <a:ea typeface="+mn-ea"/>
                <a:cs typeface="Arial" panose="020B0604020202020204" pitchFamily="34" charset="0"/>
                <a:sym typeface="Symbol" panose="05050102010706020507" pitchFamily="18" charset="2"/>
              </a:rPr>
              <a:t></a:t>
            </a:r>
            <a:r>
              <a:rPr kumimoji="1" lang="en-US" altLang="zh-CN" sz="2400" b="1" i="0" u="none" strike="noStrike" cap="none" normalizeH="0" baseline="0" dirty="0">
                <a:ln>
                  <a:noFill/>
                </a:ln>
                <a:solidFill>
                  <a:srgbClr val="002060"/>
                </a:solidFill>
                <a:effectLst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1q</a:t>
            </a:r>
            <a:r>
              <a:rPr kumimoji="1" lang="en-US" altLang="zh-CN" sz="2400" b="1" i="0" u="none" strike="noStrike" cap="none" normalizeH="0" baseline="-30000" dirty="0">
                <a:ln>
                  <a:noFill/>
                </a:ln>
                <a:solidFill>
                  <a:srgbClr val="002060"/>
                </a:solidFill>
                <a:effectLst/>
                <a:latin typeface="Arial" panose="020B0604020202020204" pitchFamily="34" charset="0"/>
                <a:ea typeface="+mn-ea"/>
                <a:cs typeface="Arial" panose="020B0604020202020204" pitchFamily="34" charset="0"/>
                <a:sym typeface="Symbol" panose="05050102010706020507" pitchFamily="18" charset="2"/>
              </a:rPr>
              <a:t>1</a:t>
            </a:r>
            <a:r>
              <a:rPr kumimoji="1" lang="zh-CN" altLang="en-US" sz="2400" b="1" i="0" u="none" strike="noStrike" cap="none" normalizeH="0" baseline="0" dirty="0">
                <a:ln>
                  <a:noFill/>
                </a:ln>
                <a:solidFill>
                  <a:srgbClr val="002060"/>
                </a:solidFill>
                <a:effectLst/>
                <a:latin typeface="Arial" panose="020B0604020202020204" pitchFamily="34" charset="0"/>
                <a:ea typeface="+mn-ea"/>
                <a:cs typeface="Arial" panose="020B0604020202020204" pitchFamily="34" charset="0"/>
                <a:sym typeface="Symbol" panose="05050102010706020507" pitchFamily="18" charset="2"/>
              </a:rPr>
              <a:t>；</a:t>
            </a:r>
          </a:p>
          <a:p>
            <a:pPr marL="0" marR="0" lvl="0" indent="2667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1" lang="zh-CN" altLang="en-US" sz="2400" b="1" i="0" u="none" strike="noStrike" cap="none" normalizeH="0" baseline="0" dirty="0">
                <a:ln>
                  <a:noFill/>
                </a:ln>
                <a:solidFill>
                  <a:srgbClr val="002060"/>
                </a:solidFill>
                <a:effectLst/>
                <a:latin typeface="Arial" panose="020B0604020202020204" pitchFamily="34" charset="0"/>
                <a:ea typeface="+mn-ea"/>
                <a:cs typeface="Arial" panose="020B0604020202020204" pitchFamily="34" charset="0"/>
                <a:sym typeface="Symbol" panose="05050102010706020507" pitchFamily="18" charset="2"/>
              </a:rPr>
              <a:t>由</a:t>
            </a:r>
            <a:r>
              <a:rPr kumimoji="1" lang="en-US" altLang="zh-CN" sz="2400" b="1" i="0" u="none" strike="noStrike" cap="none" normalizeH="0" baseline="0" dirty="0">
                <a:ln>
                  <a:noFill/>
                </a:ln>
                <a:solidFill>
                  <a:srgbClr val="002060"/>
                </a:solidFill>
                <a:effectLst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(q</a:t>
            </a:r>
            <a:r>
              <a:rPr kumimoji="1" lang="en-US" altLang="zh-CN" sz="2400" b="1" i="0" u="none" strike="noStrike" cap="none" normalizeH="0" baseline="-30000" dirty="0">
                <a:ln>
                  <a:noFill/>
                </a:ln>
                <a:solidFill>
                  <a:srgbClr val="002060"/>
                </a:solidFill>
                <a:effectLst/>
                <a:latin typeface="Arial" panose="020B0604020202020204" pitchFamily="34" charset="0"/>
                <a:ea typeface="+mn-ea"/>
                <a:cs typeface="Arial" panose="020B0604020202020204" pitchFamily="34" charset="0"/>
                <a:sym typeface="Symbol" panose="05050102010706020507" pitchFamily="18" charset="2"/>
              </a:rPr>
              <a:t>2</a:t>
            </a:r>
            <a:r>
              <a:rPr kumimoji="1" lang="en-US" altLang="zh-CN" sz="2400" b="1" i="0" u="none" strike="noStrike" cap="none" normalizeH="0" baseline="0" dirty="0">
                <a:ln>
                  <a:noFill/>
                </a:ln>
                <a:solidFill>
                  <a:srgbClr val="002060"/>
                </a:solidFill>
                <a:effectLst/>
                <a:latin typeface="Arial" panose="020B0604020202020204" pitchFamily="34" charset="0"/>
                <a:ea typeface="+mn-ea"/>
                <a:cs typeface="Arial" panose="020B0604020202020204" pitchFamily="34" charset="0"/>
                <a:sym typeface="Symbol" panose="05050102010706020507" pitchFamily="18" charset="2"/>
              </a:rPr>
              <a:t>,0)=q</a:t>
            </a:r>
            <a:r>
              <a:rPr kumimoji="1" lang="en-US" altLang="zh-CN" sz="2400" b="1" i="0" u="none" strike="noStrike" cap="none" normalizeH="0" baseline="-30000" dirty="0">
                <a:ln>
                  <a:noFill/>
                </a:ln>
                <a:solidFill>
                  <a:srgbClr val="002060"/>
                </a:solidFill>
                <a:effectLst/>
                <a:latin typeface="Arial" panose="020B0604020202020204" pitchFamily="34" charset="0"/>
                <a:ea typeface="+mn-ea"/>
                <a:cs typeface="Arial" panose="020B0604020202020204" pitchFamily="34" charset="0"/>
                <a:sym typeface="Symbol" panose="05050102010706020507" pitchFamily="18" charset="2"/>
              </a:rPr>
              <a:t>3</a:t>
            </a:r>
            <a:r>
              <a:rPr kumimoji="1" lang="zh-CN" altLang="en-US" sz="2400" b="1" i="0" u="none" strike="noStrike" cap="none" normalizeH="0" baseline="0" dirty="0">
                <a:ln>
                  <a:noFill/>
                </a:ln>
                <a:solidFill>
                  <a:srgbClr val="002060"/>
                </a:solidFill>
                <a:effectLst/>
                <a:latin typeface="Arial" panose="020B0604020202020204" pitchFamily="34" charset="0"/>
                <a:ea typeface="+mn-ea"/>
                <a:cs typeface="Arial" panose="020B0604020202020204" pitchFamily="34" charset="0"/>
                <a:sym typeface="Symbol" panose="05050102010706020507" pitchFamily="18" charset="2"/>
              </a:rPr>
              <a:t>，</a:t>
            </a:r>
            <a:r>
              <a:rPr kumimoji="1" lang="en-US" altLang="zh-CN" sz="2400" b="1" i="0" u="none" strike="noStrike" cap="none" normalizeH="0" baseline="0" dirty="0">
                <a:ln>
                  <a:noFill/>
                </a:ln>
                <a:solidFill>
                  <a:srgbClr val="002060"/>
                </a:solidFill>
                <a:effectLst/>
                <a:latin typeface="Arial" panose="020B0604020202020204" pitchFamily="34" charset="0"/>
                <a:ea typeface="+mn-ea"/>
                <a:cs typeface="Arial" panose="020B0604020202020204" pitchFamily="34" charset="0"/>
                <a:sym typeface="Symbol" panose="05050102010706020507" pitchFamily="18" charset="2"/>
              </a:rPr>
              <a:t>q</a:t>
            </a:r>
            <a:r>
              <a:rPr kumimoji="1" lang="en-US" altLang="zh-CN" sz="2400" b="1" i="0" u="none" strike="noStrike" cap="none" normalizeH="0" baseline="-30000" dirty="0">
                <a:ln>
                  <a:noFill/>
                </a:ln>
                <a:solidFill>
                  <a:srgbClr val="002060"/>
                </a:solidFill>
                <a:effectLst/>
                <a:latin typeface="Arial" panose="020B0604020202020204" pitchFamily="34" charset="0"/>
                <a:ea typeface="+mn-ea"/>
                <a:cs typeface="Arial" panose="020B0604020202020204" pitchFamily="34" charset="0"/>
                <a:sym typeface="Symbol" panose="05050102010706020507" pitchFamily="18" charset="2"/>
              </a:rPr>
              <a:t>3</a:t>
            </a:r>
            <a:r>
              <a:rPr kumimoji="1" lang="en-US" altLang="zh-CN" sz="2400" b="1" i="0" u="none" strike="noStrike" cap="none" normalizeH="0" baseline="0" dirty="0">
                <a:ln>
                  <a:noFill/>
                </a:ln>
                <a:solidFill>
                  <a:srgbClr val="002060"/>
                </a:solidFill>
                <a:effectLst/>
                <a:latin typeface="Arial" panose="020B0604020202020204" pitchFamily="34" charset="0"/>
                <a:ea typeface="+mn-ea"/>
                <a:cs typeface="Arial" panose="020B0604020202020204" pitchFamily="34" charset="0"/>
                <a:sym typeface="Symbol" panose="05050102010706020507" pitchFamily="18" charset="2"/>
              </a:rPr>
              <a:t></a:t>
            </a:r>
            <a:r>
              <a:rPr kumimoji="1" lang="en-US" altLang="zh-CN" sz="2400" b="1" i="0" u="none" strike="noStrike" cap="none" normalizeH="0" baseline="0" dirty="0">
                <a:ln>
                  <a:noFill/>
                </a:ln>
                <a:solidFill>
                  <a:srgbClr val="002060"/>
                </a:solidFill>
                <a:effectLst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F</a:t>
            </a:r>
            <a:r>
              <a:rPr kumimoji="1" lang="zh-CN" altLang="en-US" sz="2400" b="1" i="0" u="none" strike="noStrike" cap="none" normalizeH="0" baseline="0" dirty="0">
                <a:ln>
                  <a:noFill/>
                </a:ln>
                <a:solidFill>
                  <a:srgbClr val="002060"/>
                </a:solidFill>
                <a:effectLst/>
                <a:latin typeface="Arial" panose="020B0604020202020204" pitchFamily="34" charset="0"/>
                <a:ea typeface="+mn-ea"/>
                <a:cs typeface="Arial" panose="020B0604020202020204" pitchFamily="34" charset="0"/>
                <a:sym typeface="Symbol" panose="05050102010706020507" pitchFamily="18" charset="2"/>
              </a:rPr>
              <a:t>，得</a:t>
            </a:r>
            <a:r>
              <a:rPr kumimoji="1" lang="en-US" altLang="zh-CN" sz="2400" b="1" i="0" u="none" strike="noStrike" cap="none" normalizeH="0" baseline="0" dirty="0">
                <a:ln>
                  <a:noFill/>
                </a:ln>
                <a:solidFill>
                  <a:srgbClr val="002060"/>
                </a:solidFill>
                <a:effectLst/>
                <a:latin typeface="Arial" panose="020B0604020202020204" pitchFamily="34" charset="0"/>
                <a:ea typeface="+mn-ea"/>
                <a:cs typeface="Arial" panose="020B0604020202020204" pitchFamily="34" charset="0"/>
                <a:sym typeface="Symbol" panose="05050102010706020507" pitchFamily="18" charset="2"/>
              </a:rPr>
              <a:t>q</a:t>
            </a:r>
            <a:r>
              <a:rPr kumimoji="1" lang="en-US" altLang="zh-CN" sz="2400" b="1" i="0" u="none" strike="noStrike" cap="none" normalizeH="0" baseline="-30000" dirty="0">
                <a:ln>
                  <a:noFill/>
                </a:ln>
                <a:solidFill>
                  <a:srgbClr val="002060"/>
                </a:solidFill>
                <a:effectLst/>
                <a:latin typeface="Arial" panose="020B0604020202020204" pitchFamily="34" charset="0"/>
                <a:ea typeface="+mn-ea"/>
                <a:cs typeface="Arial" panose="020B0604020202020204" pitchFamily="34" charset="0"/>
                <a:sym typeface="Symbol" panose="05050102010706020507" pitchFamily="18" charset="2"/>
              </a:rPr>
              <a:t>2</a:t>
            </a:r>
            <a:r>
              <a:rPr kumimoji="1" lang="en-US" altLang="zh-CN" sz="2400" b="1" i="0" u="none" strike="noStrike" cap="none" normalizeH="0" baseline="0" dirty="0">
                <a:ln>
                  <a:noFill/>
                </a:ln>
                <a:solidFill>
                  <a:srgbClr val="002060"/>
                </a:solidFill>
                <a:effectLst/>
                <a:latin typeface="Arial" panose="020B0604020202020204" pitchFamily="34" charset="0"/>
                <a:ea typeface="+mn-ea"/>
                <a:cs typeface="Arial" panose="020B0604020202020204" pitchFamily="34" charset="0"/>
                <a:sym typeface="Symbol" panose="05050102010706020507" pitchFamily="18" charset="2"/>
              </a:rPr>
              <a:t></a:t>
            </a:r>
            <a:r>
              <a:rPr kumimoji="1" lang="en-US" altLang="zh-CN" sz="2400" b="1" i="0" u="none" strike="noStrike" cap="none" normalizeH="0" baseline="0" dirty="0">
                <a:ln>
                  <a:noFill/>
                </a:ln>
                <a:solidFill>
                  <a:srgbClr val="002060"/>
                </a:solidFill>
                <a:effectLst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0|0q</a:t>
            </a:r>
            <a:r>
              <a:rPr kumimoji="1" lang="en-US" altLang="zh-CN" sz="2400" b="1" i="0" u="none" strike="noStrike" cap="none" normalizeH="0" baseline="-30000" dirty="0">
                <a:ln>
                  <a:noFill/>
                </a:ln>
                <a:solidFill>
                  <a:srgbClr val="002060"/>
                </a:solidFill>
                <a:effectLst/>
                <a:latin typeface="Arial" panose="020B0604020202020204" pitchFamily="34" charset="0"/>
                <a:ea typeface="+mn-ea"/>
                <a:cs typeface="Arial" panose="020B0604020202020204" pitchFamily="34" charset="0"/>
                <a:sym typeface="Symbol" panose="05050102010706020507" pitchFamily="18" charset="2"/>
              </a:rPr>
              <a:t>3</a:t>
            </a:r>
            <a:r>
              <a:rPr kumimoji="1" lang="zh-CN" altLang="en-US" sz="2400" b="1" i="0" u="none" strike="noStrike" cap="none" normalizeH="0" baseline="0" dirty="0">
                <a:ln>
                  <a:noFill/>
                </a:ln>
                <a:solidFill>
                  <a:srgbClr val="002060"/>
                </a:solidFill>
                <a:effectLst/>
                <a:latin typeface="Arial" panose="020B0604020202020204" pitchFamily="34" charset="0"/>
                <a:ea typeface="+mn-ea"/>
                <a:cs typeface="Arial" panose="020B0604020202020204" pitchFamily="34" charset="0"/>
                <a:sym typeface="Symbol" panose="05050102010706020507" pitchFamily="18" charset="2"/>
              </a:rPr>
              <a:t>。</a:t>
            </a:r>
          </a:p>
          <a:p>
            <a:pPr marL="0" marR="0" lvl="0" indent="2667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1" lang="zh-CN" altLang="en-US" sz="2400" b="1" i="0" u="none" strike="noStrike" cap="none" normalizeH="0" baseline="0" dirty="0">
                <a:ln>
                  <a:noFill/>
                </a:ln>
                <a:solidFill>
                  <a:srgbClr val="002060"/>
                </a:solidFill>
                <a:effectLst/>
                <a:latin typeface="Arial" panose="020B0604020202020204" pitchFamily="34" charset="0"/>
                <a:ea typeface="+mn-ea"/>
                <a:cs typeface="Arial" panose="020B0604020202020204" pitchFamily="34" charset="0"/>
                <a:sym typeface="Symbol" panose="05050102010706020507" pitchFamily="18" charset="2"/>
              </a:rPr>
              <a:t>由</a:t>
            </a:r>
            <a:r>
              <a:rPr kumimoji="1" lang="en-US" altLang="zh-CN" sz="2400" b="1" i="0" u="none" strike="noStrike" cap="none" normalizeH="0" baseline="0" dirty="0">
                <a:ln>
                  <a:noFill/>
                </a:ln>
                <a:solidFill>
                  <a:srgbClr val="002060"/>
                </a:solidFill>
                <a:effectLst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(q</a:t>
            </a:r>
            <a:r>
              <a:rPr kumimoji="1" lang="en-US" altLang="zh-CN" sz="2400" b="1" i="0" u="none" strike="noStrike" cap="none" normalizeH="0" baseline="-30000" dirty="0">
                <a:ln>
                  <a:noFill/>
                </a:ln>
                <a:solidFill>
                  <a:srgbClr val="002060"/>
                </a:solidFill>
                <a:effectLst/>
                <a:latin typeface="Arial" panose="020B0604020202020204" pitchFamily="34" charset="0"/>
                <a:ea typeface="+mn-ea"/>
                <a:cs typeface="Arial" panose="020B0604020202020204" pitchFamily="34" charset="0"/>
                <a:sym typeface="Symbol" panose="05050102010706020507" pitchFamily="18" charset="2"/>
              </a:rPr>
              <a:t>3</a:t>
            </a:r>
            <a:r>
              <a:rPr kumimoji="1" lang="en-US" altLang="zh-CN" sz="2400" b="1" i="0" u="none" strike="noStrike" cap="none" normalizeH="0" baseline="0" dirty="0">
                <a:ln>
                  <a:noFill/>
                </a:ln>
                <a:solidFill>
                  <a:srgbClr val="002060"/>
                </a:solidFill>
                <a:effectLst/>
                <a:latin typeface="Arial" panose="020B0604020202020204" pitchFamily="34" charset="0"/>
                <a:ea typeface="+mn-ea"/>
                <a:cs typeface="Arial" panose="020B0604020202020204" pitchFamily="34" charset="0"/>
                <a:sym typeface="Symbol" panose="05050102010706020507" pitchFamily="18" charset="2"/>
              </a:rPr>
              <a:t>,0)=q</a:t>
            </a:r>
            <a:r>
              <a:rPr kumimoji="1" lang="en-US" altLang="zh-CN" sz="2400" b="1" i="0" u="none" strike="noStrike" cap="none" normalizeH="0" baseline="-30000" dirty="0">
                <a:ln>
                  <a:noFill/>
                </a:ln>
                <a:solidFill>
                  <a:srgbClr val="002060"/>
                </a:solidFill>
                <a:effectLst/>
                <a:latin typeface="Arial" panose="020B0604020202020204" pitchFamily="34" charset="0"/>
                <a:ea typeface="+mn-ea"/>
                <a:cs typeface="Arial" panose="020B0604020202020204" pitchFamily="34" charset="0"/>
                <a:sym typeface="Symbol" panose="05050102010706020507" pitchFamily="18" charset="2"/>
              </a:rPr>
              <a:t>3</a:t>
            </a:r>
            <a:r>
              <a:rPr kumimoji="1" lang="zh-CN" altLang="en-US" sz="2400" b="1" i="0" u="none" strike="noStrike" cap="none" normalizeH="0" baseline="0" dirty="0">
                <a:ln>
                  <a:noFill/>
                </a:ln>
                <a:solidFill>
                  <a:srgbClr val="002060"/>
                </a:solidFill>
                <a:effectLst/>
                <a:latin typeface="Arial" panose="020B0604020202020204" pitchFamily="34" charset="0"/>
                <a:ea typeface="+mn-ea"/>
                <a:cs typeface="Arial" panose="020B0604020202020204" pitchFamily="34" charset="0"/>
                <a:sym typeface="Symbol" panose="05050102010706020507" pitchFamily="18" charset="2"/>
              </a:rPr>
              <a:t>，</a:t>
            </a:r>
            <a:r>
              <a:rPr kumimoji="1" lang="en-US" altLang="zh-CN" sz="2400" b="1" i="0" u="none" strike="noStrike" cap="none" normalizeH="0" baseline="0" dirty="0">
                <a:ln>
                  <a:noFill/>
                </a:ln>
                <a:solidFill>
                  <a:srgbClr val="002060"/>
                </a:solidFill>
                <a:effectLst/>
                <a:latin typeface="Arial" panose="020B0604020202020204" pitchFamily="34" charset="0"/>
                <a:ea typeface="+mn-ea"/>
                <a:cs typeface="Arial" panose="020B0604020202020204" pitchFamily="34" charset="0"/>
                <a:sym typeface="Symbol" panose="05050102010706020507" pitchFamily="18" charset="2"/>
              </a:rPr>
              <a:t>q</a:t>
            </a:r>
            <a:r>
              <a:rPr kumimoji="1" lang="en-US" altLang="zh-CN" sz="2400" b="1" i="0" u="none" strike="noStrike" cap="none" normalizeH="0" baseline="-30000" dirty="0">
                <a:ln>
                  <a:noFill/>
                </a:ln>
                <a:solidFill>
                  <a:srgbClr val="002060"/>
                </a:solidFill>
                <a:effectLst/>
                <a:latin typeface="Arial" panose="020B0604020202020204" pitchFamily="34" charset="0"/>
                <a:ea typeface="+mn-ea"/>
                <a:cs typeface="Arial" panose="020B0604020202020204" pitchFamily="34" charset="0"/>
                <a:sym typeface="Symbol" panose="05050102010706020507" pitchFamily="18" charset="2"/>
              </a:rPr>
              <a:t>3</a:t>
            </a:r>
            <a:r>
              <a:rPr kumimoji="1" lang="en-US" altLang="zh-CN" sz="2400" b="1" i="0" u="none" strike="noStrike" cap="none" normalizeH="0" baseline="0" dirty="0">
                <a:ln>
                  <a:noFill/>
                </a:ln>
                <a:solidFill>
                  <a:srgbClr val="002060"/>
                </a:solidFill>
                <a:effectLst/>
                <a:latin typeface="Arial" panose="020B0604020202020204" pitchFamily="34" charset="0"/>
                <a:ea typeface="+mn-ea"/>
                <a:cs typeface="Arial" panose="020B0604020202020204" pitchFamily="34" charset="0"/>
                <a:sym typeface="Symbol" panose="05050102010706020507" pitchFamily="18" charset="2"/>
              </a:rPr>
              <a:t></a:t>
            </a:r>
            <a:r>
              <a:rPr kumimoji="1" lang="en-US" altLang="zh-CN" sz="2400" b="1" i="0" u="none" strike="noStrike" cap="none" normalizeH="0" baseline="0" dirty="0">
                <a:ln>
                  <a:noFill/>
                </a:ln>
                <a:solidFill>
                  <a:srgbClr val="002060"/>
                </a:solidFill>
                <a:effectLst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F</a:t>
            </a:r>
            <a:r>
              <a:rPr kumimoji="1" lang="zh-CN" altLang="en-US" sz="2400" b="1" i="0" u="none" strike="noStrike" cap="none" normalizeH="0" baseline="0" dirty="0">
                <a:ln>
                  <a:noFill/>
                </a:ln>
                <a:solidFill>
                  <a:srgbClr val="002060"/>
                </a:solidFill>
                <a:effectLst/>
                <a:latin typeface="Arial" panose="020B0604020202020204" pitchFamily="34" charset="0"/>
                <a:ea typeface="+mn-ea"/>
                <a:cs typeface="Arial" panose="020B0604020202020204" pitchFamily="34" charset="0"/>
                <a:sym typeface="Symbol" panose="05050102010706020507" pitchFamily="18" charset="2"/>
              </a:rPr>
              <a:t>，得</a:t>
            </a:r>
            <a:r>
              <a:rPr kumimoji="1" lang="en-US" altLang="zh-CN" sz="2400" b="1" i="0" u="none" strike="noStrike" cap="none" normalizeH="0" baseline="0" dirty="0">
                <a:ln>
                  <a:noFill/>
                </a:ln>
                <a:solidFill>
                  <a:srgbClr val="002060"/>
                </a:solidFill>
                <a:effectLst/>
                <a:latin typeface="Arial" panose="020B0604020202020204" pitchFamily="34" charset="0"/>
                <a:ea typeface="+mn-ea"/>
                <a:cs typeface="Arial" panose="020B0604020202020204" pitchFamily="34" charset="0"/>
                <a:sym typeface="Symbol" panose="05050102010706020507" pitchFamily="18" charset="2"/>
              </a:rPr>
              <a:t>q</a:t>
            </a:r>
            <a:r>
              <a:rPr kumimoji="1" lang="en-US" altLang="zh-CN" sz="2400" b="1" i="0" u="none" strike="noStrike" cap="none" normalizeH="0" baseline="-30000" dirty="0">
                <a:ln>
                  <a:noFill/>
                </a:ln>
                <a:solidFill>
                  <a:srgbClr val="002060"/>
                </a:solidFill>
                <a:effectLst/>
                <a:latin typeface="Arial" panose="020B0604020202020204" pitchFamily="34" charset="0"/>
                <a:ea typeface="+mn-ea"/>
                <a:cs typeface="Arial" panose="020B0604020202020204" pitchFamily="34" charset="0"/>
                <a:sym typeface="Symbol" panose="05050102010706020507" pitchFamily="18" charset="2"/>
              </a:rPr>
              <a:t>3</a:t>
            </a:r>
            <a:r>
              <a:rPr kumimoji="1" lang="en-US" altLang="zh-CN" sz="2400" b="1" i="0" u="none" strike="noStrike" cap="none" normalizeH="0" baseline="0" dirty="0">
                <a:ln>
                  <a:noFill/>
                </a:ln>
                <a:solidFill>
                  <a:srgbClr val="002060"/>
                </a:solidFill>
                <a:effectLst/>
                <a:latin typeface="Arial" panose="020B0604020202020204" pitchFamily="34" charset="0"/>
                <a:ea typeface="+mn-ea"/>
                <a:cs typeface="Arial" panose="020B0604020202020204" pitchFamily="34" charset="0"/>
                <a:sym typeface="Symbol" panose="05050102010706020507" pitchFamily="18" charset="2"/>
              </a:rPr>
              <a:t></a:t>
            </a:r>
            <a:r>
              <a:rPr kumimoji="1" lang="en-US" altLang="zh-CN" sz="2400" b="1" i="0" u="none" strike="noStrike" cap="none" normalizeH="0" baseline="0" dirty="0">
                <a:ln>
                  <a:noFill/>
                </a:ln>
                <a:solidFill>
                  <a:srgbClr val="002060"/>
                </a:solidFill>
                <a:effectLst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0|0q</a:t>
            </a:r>
            <a:r>
              <a:rPr kumimoji="1" lang="en-US" altLang="zh-CN" sz="2400" b="1" i="0" u="none" strike="noStrike" cap="none" normalizeH="0" baseline="-30000" dirty="0">
                <a:ln>
                  <a:noFill/>
                </a:ln>
                <a:solidFill>
                  <a:srgbClr val="002060"/>
                </a:solidFill>
                <a:effectLst/>
                <a:latin typeface="Arial" panose="020B0604020202020204" pitchFamily="34" charset="0"/>
                <a:ea typeface="+mn-ea"/>
                <a:cs typeface="Arial" panose="020B0604020202020204" pitchFamily="34" charset="0"/>
                <a:sym typeface="Symbol" panose="05050102010706020507" pitchFamily="18" charset="2"/>
              </a:rPr>
              <a:t>3</a:t>
            </a:r>
            <a:r>
              <a:rPr kumimoji="1" lang="zh-CN" altLang="en-US" sz="2400" b="1" i="0" u="none" strike="noStrike" cap="none" normalizeH="0" baseline="0" dirty="0">
                <a:ln>
                  <a:noFill/>
                </a:ln>
                <a:solidFill>
                  <a:srgbClr val="002060"/>
                </a:solidFill>
                <a:effectLst/>
                <a:latin typeface="Arial" panose="020B0604020202020204" pitchFamily="34" charset="0"/>
                <a:ea typeface="+mn-ea"/>
                <a:cs typeface="Arial" panose="020B0604020202020204" pitchFamily="34" charset="0"/>
                <a:sym typeface="Symbol" panose="05050102010706020507" pitchFamily="18" charset="2"/>
              </a:rPr>
              <a:t>。</a:t>
            </a:r>
          </a:p>
          <a:p>
            <a:pPr marL="0" marR="0" lvl="0" indent="2667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1" lang="zh-CN" altLang="en-US" sz="3200" b="0" i="0" u="none" strike="noStrike" cap="none" normalizeH="0" baseline="0" dirty="0">
              <a:ln>
                <a:noFill/>
              </a:ln>
              <a:solidFill>
                <a:srgbClr val="009999"/>
              </a:solidFill>
              <a:effectLst/>
              <a:latin typeface="Arial" panose="020B0604020202020204" pitchFamily="34" charset="0"/>
              <a:ea typeface="+mn-ea"/>
              <a:cs typeface="Arial" panose="020B0604020202020204" pitchFamily="34" charset="0"/>
              <a:sym typeface="Symbol" panose="05050102010706020507" pitchFamily="18" charset="2"/>
            </a:endParaRPr>
          </a:p>
        </p:txBody>
      </p:sp>
    </p:spTree>
  </p:cSld>
  <p:clrMapOvr>
    <a:masterClrMapping/>
  </p:clrMapOvr>
  <p:transition spd="med" advClick="0"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灯片编号占位符 1"/>
          <p:cNvSpPr>
            <a:spLocks noGrp="1"/>
          </p:cNvSpPr>
          <p:nvPr>
            <p:ph type="sldNum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51488554-B2CE-44E8-A481-F236F336E780}" type="slidenum">
              <a:rPr kumimoji="0" lang="zh-CN" altLang="en-US" sz="1200">
                <a:solidFill>
                  <a:srgbClr val="009999"/>
                </a:solidFill>
                <a:latin typeface="Arial Narrow" panose="020B0606020202030204" pitchFamily="34" charset="0"/>
                <a:ea typeface="宋体" panose="02010600030101010101" pitchFamily="2" charset="-122"/>
              </a:rPr>
              <a:t>38</a:t>
            </a:fld>
            <a:endParaRPr kumimoji="0" lang="en-US" altLang="zh-CN" sz="1200">
              <a:solidFill>
                <a:srgbClr val="009999"/>
              </a:solidFill>
              <a:latin typeface="Arial Narrow" panose="020B0606020202030204" pitchFamily="34" charset="0"/>
              <a:ea typeface="宋体" panose="02010600030101010101" pitchFamily="2" charset="-122"/>
            </a:endParaRPr>
          </a:p>
        </p:txBody>
      </p:sp>
      <p:sp>
        <p:nvSpPr>
          <p:cNvPr id="28675" name="日期占位符 2"/>
          <p:cNvSpPr>
            <a:spLocks noGrp="1"/>
          </p:cNvSpPr>
          <p:nvPr>
            <p:ph type="dt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8AF05D36-4330-4489-A345-360A680CE21C}" type="datetime1">
              <a:rPr kumimoji="0" lang="zh-CN" altLang="en-US" sz="1200">
                <a:solidFill>
                  <a:srgbClr val="009999"/>
                </a:solidFill>
                <a:latin typeface="Arial Narrow" panose="020B0606020202030204" pitchFamily="34" charset="0"/>
                <a:ea typeface="宋体" panose="02010600030101010101" pitchFamily="2" charset="-122"/>
              </a:rPr>
              <a:t>2024/3/24</a:t>
            </a:fld>
            <a:endParaRPr kumimoji="0" lang="zh-CN" altLang="zh-CN" sz="1200">
              <a:solidFill>
                <a:srgbClr val="009999"/>
              </a:solidFill>
              <a:latin typeface="Arial Narrow" panose="020B0606020202030204" pitchFamily="34" charset="0"/>
              <a:ea typeface="宋体" panose="02010600030101010101" pitchFamily="2" charset="-122"/>
            </a:endParaRPr>
          </a:p>
        </p:txBody>
      </p:sp>
      <p:sp>
        <p:nvSpPr>
          <p:cNvPr id="28676" name="页脚占位符 3"/>
          <p:cNvSpPr>
            <a:spLocks noGrp="1"/>
          </p:cNvSpPr>
          <p:nvPr>
            <p:ph type="ftr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200">
                <a:solidFill>
                  <a:srgbClr val="009999"/>
                </a:solidFill>
                <a:latin typeface="Arial Narrow" panose="020B0606020202030204" pitchFamily="34" charset="0"/>
                <a:ea typeface="宋体" panose="02010600030101010101" pitchFamily="2" charset="-122"/>
              </a:rPr>
              <a:t>School of Computer Science, BUPT</a:t>
            </a:r>
            <a:endParaRPr lang="zh-CN" altLang="en-US" sz="1200">
              <a:solidFill>
                <a:srgbClr val="009999"/>
              </a:solidFill>
              <a:latin typeface="Arial Narrow" panose="020B0606020202030204" pitchFamily="34" charset="0"/>
              <a:ea typeface="宋体" panose="02010600030101010101" pitchFamily="2" charset="-122"/>
            </a:endParaRPr>
          </a:p>
        </p:txBody>
      </p:sp>
      <p:sp>
        <p:nvSpPr>
          <p:cNvPr id="28677" name="Rectangle 2"/>
          <p:cNvSpPr>
            <a:spLocks noChangeArrowheads="1"/>
          </p:cNvSpPr>
          <p:nvPr/>
        </p:nvSpPr>
        <p:spPr bwMode="auto">
          <a:xfrm>
            <a:off x="2286000" y="609600"/>
            <a:ext cx="3886200" cy="381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algn="ctr" eaLnBrk="1" hangingPunct="1">
              <a:lnSpc>
                <a:spcPct val="9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3200" dirty="0">
                <a:solidFill>
                  <a:srgbClr val="800080"/>
                </a:solidFill>
                <a:latin typeface="CMR10" charset="0"/>
                <a:ea typeface="宋体" panose="02010600030101010101" pitchFamily="2" charset="-122"/>
              </a:rPr>
              <a:t>第五次作业</a:t>
            </a:r>
          </a:p>
        </p:txBody>
      </p:sp>
      <p:sp>
        <p:nvSpPr>
          <p:cNvPr id="28678" name="Text Box 7"/>
          <p:cNvSpPr txBox="1">
            <a:spLocks noChangeArrowheads="1"/>
          </p:cNvSpPr>
          <p:nvPr/>
        </p:nvSpPr>
        <p:spPr bwMode="auto">
          <a:xfrm>
            <a:off x="539552" y="1268760"/>
            <a:ext cx="8458200" cy="8309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 typeface="Wingdings" panose="05000000000000000000" pitchFamily="2" charset="2"/>
              <a:buNone/>
            </a:pPr>
            <a:r>
              <a:rPr lang="zh-CN" altLang="en-US" sz="2400" dirty="0">
                <a:solidFill>
                  <a:schemeClr val="tx2"/>
                </a:solidFill>
                <a:latin typeface="楷体_GB2312" pitchFamily="49" charset="-122"/>
              </a:rPr>
              <a:t> </a:t>
            </a:r>
            <a:r>
              <a:rPr lang="en-US" altLang="zh-CN" sz="2400" i="1" dirty="0">
                <a:solidFill>
                  <a:schemeClr val="tx2"/>
                </a:solidFill>
                <a:latin typeface="Arial" panose="020B0604020202020204" pitchFamily="34" charset="0"/>
                <a:ea typeface="华文行楷" panose="02010800040101010101" pitchFamily="2" charset="-122"/>
              </a:rPr>
              <a:t>Chap3  </a:t>
            </a:r>
          </a:p>
          <a:p>
            <a:pPr eaLnBrk="1" hangingPunct="1">
              <a:spcBef>
                <a:spcPct val="0"/>
              </a:spcBef>
              <a:buClrTx/>
              <a:buSzTx/>
              <a:buFont typeface="Wingdings" panose="05000000000000000000" pitchFamily="2" charset="2"/>
              <a:buNone/>
            </a:pPr>
            <a:r>
              <a:rPr lang="en-US" altLang="zh-CN" sz="2400" i="1" dirty="0">
                <a:solidFill>
                  <a:schemeClr val="tx2"/>
                </a:solidFill>
                <a:latin typeface="Arial" panose="020B0604020202020204" pitchFamily="34" charset="0"/>
                <a:ea typeface="华文行楷" panose="02010800040101010101" pitchFamily="2" charset="-122"/>
              </a:rPr>
              <a:t> </a:t>
            </a:r>
            <a:r>
              <a:rPr lang="zh-CN" altLang="en-US" sz="2400" i="1" dirty="0">
                <a:solidFill>
                  <a:schemeClr val="tx2"/>
                </a:solidFill>
                <a:latin typeface="Arial" panose="020B0604020202020204" pitchFamily="34" charset="0"/>
              </a:rPr>
              <a:t>习题 </a:t>
            </a:r>
            <a:r>
              <a:rPr lang="zh-CN" altLang="en-US" sz="2400" i="1" dirty="0">
                <a:solidFill>
                  <a:schemeClr val="tx2"/>
                </a:solidFill>
                <a:latin typeface="Arial" panose="020B0604020202020204" pitchFamily="34" charset="0"/>
                <a:ea typeface="华文行楷" panose="02010800040101010101" pitchFamily="2" charset="-122"/>
              </a:rPr>
              <a:t>5</a:t>
            </a:r>
            <a:r>
              <a:rPr lang="en-US" altLang="zh-CN" sz="2400" i="1" dirty="0">
                <a:solidFill>
                  <a:schemeClr val="tx2"/>
                </a:solidFill>
                <a:latin typeface="Arial" panose="020B0604020202020204" pitchFamily="34" charset="0"/>
                <a:ea typeface="华文行楷" panose="02010800040101010101" pitchFamily="2" charset="-122"/>
              </a:rPr>
              <a:t>((2),(4)),</a:t>
            </a:r>
            <a:r>
              <a:rPr lang="zh-CN" altLang="en-US" sz="2400" i="1" dirty="0">
                <a:solidFill>
                  <a:schemeClr val="tx2"/>
                </a:solidFill>
                <a:latin typeface="Arial" panose="020B0604020202020204" pitchFamily="34" charset="0"/>
                <a:ea typeface="华文行楷" panose="02010800040101010101" pitchFamily="2" charset="-122"/>
              </a:rPr>
              <a:t>  7</a:t>
            </a:r>
            <a:endParaRPr lang="zh-CN" altLang="en-US" sz="2400" dirty="0">
              <a:solidFill>
                <a:schemeClr val="tx2"/>
              </a:solidFill>
              <a:latin typeface="Arial" panose="020B0604020202020204" pitchFamily="34" charset="0"/>
              <a:ea typeface="华文行楷" panose="02010800040101010101" pitchFamily="2" charset="-122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807" y="2148205"/>
            <a:ext cx="9038896" cy="2160144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807" y="4414404"/>
            <a:ext cx="5295238" cy="1323810"/>
          </a:xfrm>
          <a:prstGeom prst="rect">
            <a:avLst/>
          </a:prstGeom>
        </p:spPr>
      </p:pic>
    </p:spTree>
  </p:cSld>
  <p:clrMapOvr>
    <a:masterClrMapping/>
  </p:clrMapOvr>
  <p:transition spd="med" advClick="0">
    <p:wipe dir="r"/>
  </p:transition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PP_MARK_KEY" val="c8405ccd-09b5-42e9-a32e-62c0eea8d8f4"/>
  <p:tag name="COMMONDATA" val="eyJoZGlkIjoiYjZhMmY1NGQwZjE0MWY4MTkzZjM4YzBiNDA1ZmM3ZDEifQ==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MultipleChoice"/>
  <p:tag name="PROBLEMSCORE" val="1.0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ody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ubmit"/>
  <p:tag name="RAINPROBLEMTYPE" val="MultipleChoice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etting"/>
  <p:tag name="RAINPROBLEMTYPE" val="MultipleChoice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MultipleChoice"/>
  <p:tag name="PROBLEMSCORE" val="1.0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ody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Correct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ubmit"/>
  <p:tag name="RAINPROBLEMTYPE" val="MultipleChoice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etting"/>
  <p:tag name="RAINPROBLEMTYPE" val="MultipleChoice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heme/theme1.xml><?xml version="1.0" encoding="utf-8"?>
<a:theme xmlns:a="http://schemas.openxmlformats.org/drawingml/2006/main" name="Blends">
  <a:themeElements>
    <a:clrScheme name="Blends 2">
      <a:dk1>
        <a:srgbClr val="000000"/>
      </a:dk1>
      <a:lt1>
        <a:srgbClr val="FFFFFF"/>
      </a:lt1>
      <a:dk2>
        <a:srgbClr val="333399"/>
      </a:dk2>
      <a:lt2>
        <a:srgbClr val="1C1C1C"/>
      </a:lt2>
      <a:accent1>
        <a:srgbClr val="00E4A8"/>
      </a:accent1>
      <a:accent2>
        <a:srgbClr val="FFCF01"/>
      </a:accent2>
      <a:accent3>
        <a:srgbClr val="FFFFFF"/>
      </a:accent3>
      <a:accent4>
        <a:srgbClr val="000000"/>
      </a:accent4>
      <a:accent5>
        <a:srgbClr val="AAEFD1"/>
      </a:accent5>
      <a:accent6>
        <a:srgbClr val="E7BB01"/>
      </a:accent6>
      <a:hlink>
        <a:srgbClr val="FF0000"/>
      </a:hlink>
      <a:folHlink>
        <a:srgbClr val="3333CC"/>
      </a:folHlink>
    </a:clrScheme>
    <a:fontScheme name="Blends">
      <a:majorFont>
        <a:latin typeface="Copperplate Gothic Light"/>
        <a:ea typeface="宋体"/>
        <a:cs typeface=""/>
      </a:majorFont>
      <a:minorFont>
        <a:latin typeface="Times New Roman"/>
        <a:ea typeface="楷体_GB2312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rgbClr val="800080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r" defTabSz="914400" rtl="0" eaLnBrk="0" fontAlgn="base" latinLnBrk="0" hangingPunct="0">
          <a:lnSpc>
            <a:spcPct val="100000"/>
          </a:lnSpc>
          <a:spcBef>
            <a:spcPct val="20000"/>
          </a:spcBef>
          <a:spcAft>
            <a:spcPct val="0"/>
          </a:spcAft>
          <a:buClr>
            <a:schemeClr val="folHlink"/>
          </a:buClr>
          <a:buSzPct val="60000"/>
          <a:buFont typeface="Wingdings" panose="05000000000000000000" pitchFamily="2" charset="2"/>
          <a:buNone/>
          <a:defRPr kumimoji="1" lang="en-US" sz="1800" b="0" i="0" u="none" strike="noStrike" cap="none" normalizeH="0" baseline="0" smtClean="0">
            <a:ln>
              <a:noFill/>
            </a:ln>
            <a:solidFill>
              <a:srgbClr val="009999"/>
            </a:solidFill>
            <a:effectLst/>
            <a:latin typeface="Times New Roman" panose="02020603050405020304" pitchFamily="18" charset="0"/>
            <a:ea typeface="宋体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rgbClr val="800080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r" defTabSz="914400" rtl="0" eaLnBrk="0" fontAlgn="base" latinLnBrk="0" hangingPunct="0">
          <a:lnSpc>
            <a:spcPct val="100000"/>
          </a:lnSpc>
          <a:spcBef>
            <a:spcPct val="20000"/>
          </a:spcBef>
          <a:spcAft>
            <a:spcPct val="0"/>
          </a:spcAft>
          <a:buClr>
            <a:schemeClr val="folHlink"/>
          </a:buClr>
          <a:buSzPct val="60000"/>
          <a:buFont typeface="Wingdings" panose="05000000000000000000" pitchFamily="2" charset="2"/>
          <a:buNone/>
          <a:defRPr kumimoji="1" lang="en-US" sz="1800" b="0" i="0" u="none" strike="noStrike" cap="none" normalizeH="0" baseline="0" smtClean="0">
            <a:ln>
              <a:noFill/>
            </a:ln>
            <a:solidFill>
              <a:srgbClr val="009999"/>
            </a:solidFill>
            <a:effectLst/>
            <a:latin typeface="Times New Roman" panose="02020603050405020304" pitchFamily="18" charset="0"/>
            <a:ea typeface="宋体" panose="02010600030101010101" pitchFamily="2" charset="-122"/>
          </a:defRPr>
        </a:defPPr>
      </a:lstStyle>
    </a:lnDef>
  </a:objectDefaults>
  <a:extraClrSchemeLst>
    <a:extraClrScheme>
      <a:clrScheme name="Blends 1">
        <a:dk1>
          <a:srgbClr val="969696"/>
        </a:dk1>
        <a:lt1>
          <a:srgbClr val="FFFFFF"/>
        </a:lt1>
        <a:dk2>
          <a:srgbClr val="000000"/>
        </a:dk2>
        <a:lt2>
          <a:srgbClr val="DDDDDD"/>
        </a:lt2>
        <a:accent1>
          <a:srgbClr val="00E4A8"/>
        </a:accent1>
        <a:accent2>
          <a:srgbClr val="3333CC"/>
        </a:accent2>
        <a:accent3>
          <a:srgbClr val="AAAAAA"/>
        </a:accent3>
        <a:accent4>
          <a:srgbClr val="DADADA"/>
        </a:accent4>
        <a:accent5>
          <a:srgbClr val="AAEFD1"/>
        </a:accent5>
        <a:accent6>
          <a:srgbClr val="2D2DB9"/>
        </a:accent6>
        <a:hlink>
          <a:srgbClr val="FF5050"/>
        </a:hlink>
        <a:folHlink>
          <a:srgbClr val="FFCF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ends 2">
        <a:dk1>
          <a:srgbClr val="000000"/>
        </a:dk1>
        <a:lt1>
          <a:srgbClr val="FFFFFF"/>
        </a:lt1>
        <a:dk2>
          <a:srgbClr val="333399"/>
        </a:dk2>
        <a:lt2>
          <a:srgbClr val="1C1C1C"/>
        </a:lt2>
        <a:accent1>
          <a:srgbClr val="00E4A8"/>
        </a:accent1>
        <a:accent2>
          <a:srgbClr val="FFCF01"/>
        </a:accent2>
        <a:accent3>
          <a:srgbClr val="FFFFFF"/>
        </a:accent3>
        <a:accent4>
          <a:srgbClr val="000000"/>
        </a:accent4>
        <a:accent5>
          <a:srgbClr val="AAEFD1"/>
        </a:accent5>
        <a:accent6>
          <a:srgbClr val="E7BB01"/>
        </a:accent6>
        <a:hlink>
          <a:srgbClr val="FF0000"/>
        </a:hlink>
        <a:folHlink>
          <a:srgbClr val="3333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3">
        <a:dk1>
          <a:srgbClr val="000000"/>
        </a:dk1>
        <a:lt1>
          <a:srgbClr val="FFFFFF"/>
        </a:lt1>
        <a:dk2>
          <a:srgbClr val="000000"/>
        </a:dk2>
        <a:lt2>
          <a:srgbClr val="5F5F5F"/>
        </a:lt2>
        <a:accent1>
          <a:srgbClr val="EAEAEA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F3F3F3"/>
        </a:accent5>
        <a:accent6>
          <a:srgbClr val="737373"/>
        </a:accent6>
        <a:hlink>
          <a:srgbClr val="4D4D4D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4">
        <a:dk1>
          <a:srgbClr val="000094"/>
        </a:dk1>
        <a:lt1>
          <a:srgbClr val="FFFFFF"/>
        </a:lt1>
        <a:dk2>
          <a:srgbClr val="0000CC"/>
        </a:dk2>
        <a:lt2>
          <a:srgbClr val="FFFFCC"/>
        </a:lt2>
        <a:accent1>
          <a:srgbClr val="3193FF"/>
        </a:accent1>
        <a:accent2>
          <a:srgbClr val="9900FF"/>
        </a:accent2>
        <a:accent3>
          <a:srgbClr val="AAAAE2"/>
        </a:accent3>
        <a:accent4>
          <a:srgbClr val="DADADA"/>
        </a:accent4>
        <a:accent5>
          <a:srgbClr val="ADC8FF"/>
        </a:accent5>
        <a:accent6>
          <a:srgbClr val="8A00E7"/>
        </a:accent6>
        <a:hlink>
          <a:srgbClr val="FF3399"/>
        </a:hlink>
        <a:folHlink>
          <a:srgbClr val="FF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ends 5">
        <a:dk1>
          <a:srgbClr val="000000"/>
        </a:dk1>
        <a:lt1>
          <a:srgbClr val="FFFFFF"/>
        </a:lt1>
        <a:dk2>
          <a:srgbClr val="000066"/>
        </a:dk2>
        <a:lt2>
          <a:srgbClr val="333333"/>
        </a:lt2>
        <a:accent1>
          <a:srgbClr val="C4709A"/>
        </a:accent1>
        <a:accent2>
          <a:srgbClr val="4B4EB5"/>
        </a:accent2>
        <a:accent3>
          <a:srgbClr val="FFFFFF"/>
        </a:accent3>
        <a:accent4>
          <a:srgbClr val="000000"/>
        </a:accent4>
        <a:accent5>
          <a:srgbClr val="DEBBCA"/>
        </a:accent5>
        <a:accent6>
          <a:srgbClr val="4346A4"/>
        </a:accent6>
        <a:hlink>
          <a:srgbClr val="C481CF"/>
        </a:hlink>
        <a:folHlink>
          <a:srgbClr val="76B74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6">
        <a:dk1>
          <a:srgbClr val="000000"/>
        </a:dk1>
        <a:lt1>
          <a:srgbClr val="FFFFFF"/>
        </a:lt1>
        <a:dk2>
          <a:srgbClr val="6A4076"/>
        </a:dk2>
        <a:lt2>
          <a:srgbClr val="969696"/>
        </a:lt2>
        <a:accent1>
          <a:srgbClr val="DBA9C2"/>
        </a:accent1>
        <a:accent2>
          <a:srgbClr val="E1BF91"/>
        </a:accent2>
        <a:accent3>
          <a:srgbClr val="FFFFFF"/>
        </a:accent3>
        <a:accent4>
          <a:srgbClr val="000000"/>
        </a:accent4>
        <a:accent5>
          <a:srgbClr val="EAD1DD"/>
        </a:accent5>
        <a:accent6>
          <a:srgbClr val="CCAD83"/>
        </a:accent6>
        <a:hlink>
          <a:srgbClr val="B3CE82"/>
        </a:hlink>
        <a:folHlink>
          <a:srgbClr val="B8AD48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7">
        <a:dk1>
          <a:srgbClr val="000000"/>
        </a:dk1>
        <a:lt1>
          <a:srgbClr val="FFFFFF"/>
        </a:lt1>
        <a:dk2>
          <a:srgbClr val="515F7B"/>
        </a:dk2>
        <a:lt2>
          <a:srgbClr val="808080"/>
        </a:lt2>
        <a:accent1>
          <a:srgbClr val="9FCAD3"/>
        </a:accent1>
        <a:accent2>
          <a:srgbClr val="C0C0C0"/>
        </a:accent2>
        <a:accent3>
          <a:srgbClr val="FFFFFF"/>
        </a:accent3>
        <a:accent4>
          <a:srgbClr val="000000"/>
        </a:accent4>
        <a:accent5>
          <a:srgbClr val="CDE1E6"/>
        </a:accent5>
        <a:accent6>
          <a:srgbClr val="AEAEAE"/>
        </a:accent6>
        <a:hlink>
          <a:srgbClr val="91AFBF"/>
        </a:hlink>
        <a:folHlink>
          <a:srgbClr val="ECEAAC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D:\Program Files\Microsoft Office\Templates\Presentation Designs\Blends.pot</Template>
  <TotalTime>2491</TotalTime>
  <Words>4282</Words>
  <Application>Microsoft Macintosh PowerPoint</Application>
  <PresentationFormat>全屏显示(4:3)</PresentationFormat>
  <Paragraphs>676</Paragraphs>
  <Slides>38</Slides>
  <Notes>3</Notes>
  <HiddenSlides>0</HiddenSlides>
  <MMClips>0</MMClips>
  <ScaleCrop>false</ScaleCrop>
  <HeadingPairs>
    <vt:vector size="8" baseType="variant">
      <vt:variant>
        <vt:lpstr>已用的字体</vt:lpstr>
      </vt:variant>
      <vt:variant>
        <vt:i4>12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2</vt:i4>
      </vt:variant>
      <vt:variant>
        <vt:lpstr>幻灯片标题</vt:lpstr>
      </vt:variant>
      <vt:variant>
        <vt:i4>38</vt:i4>
      </vt:variant>
    </vt:vector>
  </HeadingPairs>
  <TitlesOfParts>
    <vt:vector size="53" baseType="lpstr">
      <vt:lpstr>华文行楷</vt:lpstr>
      <vt:lpstr>楷体_GB2312</vt:lpstr>
      <vt:lpstr>SimSun</vt:lpstr>
      <vt:lpstr>CMR10</vt:lpstr>
      <vt:lpstr>微软雅黑</vt:lpstr>
      <vt:lpstr>Arial</vt:lpstr>
      <vt:lpstr>Arial Narrow</vt:lpstr>
      <vt:lpstr>Calibri</vt:lpstr>
      <vt:lpstr>Copperplate Gothic Light</vt:lpstr>
      <vt:lpstr>Tahoma</vt:lpstr>
      <vt:lpstr>Times New Roman</vt:lpstr>
      <vt:lpstr>Wingdings</vt:lpstr>
      <vt:lpstr>Blends</vt:lpstr>
      <vt:lpstr>VISIO</vt:lpstr>
      <vt:lpstr>Visio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3.7   正则表达式与有限自动机的关系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lvsiyao</dc:creator>
  <cp:lastModifiedBy>Cheng Yang</cp:lastModifiedBy>
  <cp:revision>457</cp:revision>
  <cp:lastPrinted>2001-10-15T13:50:00Z</cp:lastPrinted>
  <dcterms:created xsi:type="dcterms:W3CDTF">2113-01-01T00:00:00Z</dcterms:created>
  <dcterms:modified xsi:type="dcterms:W3CDTF">2024-03-24T15:03:43Z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D4E42F7B6E05468D9B5CA37CC3795EB4</vt:lpwstr>
  </property>
  <property fmtid="{D5CDD505-2E9C-101B-9397-08002B2CF9AE}" pid="3" name="KSOProductBuildVer">
    <vt:lpwstr>2052-11.1.0.12763</vt:lpwstr>
  </property>
</Properties>
</file>